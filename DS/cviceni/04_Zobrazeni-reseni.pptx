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notesSlides/notesSlide2.xml" ContentType="application/vnd.openxmlformats-officedocument.presentationml.notesSlide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notesSlides/notesSlide3.xml" ContentType="application/vnd.openxmlformats-officedocument.presentationml.notesSlide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notesSlides/notesSlide4.xml" ContentType="application/vnd.openxmlformats-officedocument.presentationml.notesSlide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9" r:id="rId3"/>
    <p:sldId id="263" r:id="rId4"/>
    <p:sldId id="260" r:id="rId5"/>
    <p:sldId id="264" r:id="rId6"/>
    <p:sldId id="261" r:id="rId7"/>
    <p:sldId id="265" r:id="rId8"/>
    <p:sldId id="262" r:id="rId9"/>
    <p:sldId id="266" r:id="rId10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371DCF-E80B-4CC7-8FBE-A61C916D12D7}" v="11" dt="2022-09-12T11:27:23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132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. Lenka Kuklišová Pavelková, Ph.D." userId="bce5352d-ad04-4d08-8f56-3fa1666bb289" providerId="ADAL" clId="{4F371DCF-E80B-4CC7-8FBE-A61C916D12D7}"/>
    <pc:docChg chg="custSel modSld">
      <pc:chgData name="Ing. Lenka Kuklišová Pavelková, Ph.D." userId="bce5352d-ad04-4d08-8f56-3fa1666bb289" providerId="ADAL" clId="{4F371DCF-E80B-4CC7-8FBE-A61C916D12D7}" dt="2022-09-12T11:27:23.774" v="43"/>
      <pc:docMkLst>
        <pc:docMk/>
      </pc:docMkLst>
      <pc:sldChg chg="addSp modSp mod">
        <pc:chgData name="Ing. Lenka Kuklišová Pavelková, Ph.D." userId="bce5352d-ad04-4d08-8f56-3fa1666bb289" providerId="ADAL" clId="{4F371DCF-E80B-4CC7-8FBE-A61C916D12D7}" dt="2022-09-12T11:26:18.033" v="18"/>
        <pc:sldMkLst>
          <pc:docMk/>
          <pc:sldMk cId="0" sldId="259"/>
        </pc:sldMkLst>
        <pc:grpChg chg="mod">
          <ac:chgData name="Ing. Lenka Kuklišová Pavelková, Ph.D." userId="bce5352d-ad04-4d08-8f56-3fa1666bb289" providerId="ADAL" clId="{4F371DCF-E80B-4CC7-8FBE-A61C916D12D7}" dt="2022-09-12T11:26:18.033" v="18"/>
          <ac:grpSpMkLst>
            <pc:docMk/>
            <pc:sldMk cId="0" sldId="259"/>
            <ac:grpSpMk id="4" creationId="{7EE3C8AB-0132-F623-6FBC-CFF2A82262D0}"/>
          </ac:grpSpMkLst>
        </pc:grpChg>
        <pc:inkChg chg="add mod">
          <ac:chgData name="Ing. Lenka Kuklišová Pavelková, Ph.D." userId="bce5352d-ad04-4d08-8f56-3fa1666bb289" providerId="ADAL" clId="{4F371DCF-E80B-4CC7-8FBE-A61C916D12D7}" dt="2022-09-12T11:26:18.033" v="18"/>
          <ac:inkMkLst>
            <pc:docMk/>
            <pc:sldMk cId="0" sldId="259"/>
            <ac:inkMk id="2" creationId="{C6C9A048-F871-F328-04C1-F7B0A3772840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6:18.033" v="18"/>
          <ac:inkMkLst>
            <pc:docMk/>
            <pc:sldMk cId="0" sldId="259"/>
            <ac:inkMk id="3" creationId="{1B54C89E-4201-E550-409F-48D5E1DE5490}"/>
          </ac:inkMkLst>
        </pc:inkChg>
      </pc:sldChg>
      <pc:sldChg chg="addSp mod">
        <pc:chgData name="Ing. Lenka Kuklišová Pavelková, Ph.D." userId="bce5352d-ad04-4d08-8f56-3fa1666bb289" providerId="ADAL" clId="{4F371DCF-E80B-4CC7-8FBE-A61C916D12D7}" dt="2022-09-12T11:26:23.968" v="20" actId="9405"/>
        <pc:sldMkLst>
          <pc:docMk/>
          <pc:sldMk cId="0" sldId="260"/>
        </pc:sldMkLst>
        <pc:inkChg chg="add">
          <ac:chgData name="Ing. Lenka Kuklišová Pavelková, Ph.D." userId="bce5352d-ad04-4d08-8f56-3fa1666bb289" providerId="ADAL" clId="{4F371DCF-E80B-4CC7-8FBE-A61C916D12D7}" dt="2022-09-12T11:26:23.379" v="19" actId="9405"/>
          <ac:inkMkLst>
            <pc:docMk/>
            <pc:sldMk cId="0" sldId="260"/>
            <ac:inkMk id="2" creationId="{3CA8D03C-C5CF-31E1-8D6A-1E24DC86397D}"/>
          </ac:inkMkLst>
        </pc:inkChg>
        <pc:inkChg chg="add">
          <ac:chgData name="Ing. Lenka Kuklišová Pavelková, Ph.D." userId="bce5352d-ad04-4d08-8f56-3fa1666bb289" providerId="ADAL" clId="{4F371DCF-E80B-4CC7-8FBE-A61C916D12D7}" dt="2022-09-12T11:26:23.968" v="20" actId="9405"/>
          <ac:inkMkLst>
            <pc:docMk/>
            <pc:sldMk cId="0" sldId="260"/>
            <ac:inkMk id="3" creationId="{0994AF12-F069-4721-D562-E3F3D75469CA}"/>
          </ac:inkMkLst>
        </pc:inkChg>
      </pc:sldChg>
      <pc:sldChg chg="addSp delSp modSp mod">
        <pc:chgData name="Ing. Lenka Kuklišová Pavelková, Ph.D." userId="bce5352d-ad04-4d08-8f56-3fa1666bb289" providerId="ADAL" clId="{4F371DCF-E80B-4CC7-8FBE-A61C916D12D7}" dt="2022-09-12T11:26:33.911" v="31"/>
        <pc:sldMkLst>
          <pc:docMk/>
          <pc:sldMk cId="0" sldId="261"/>
        </pc:sldMkLst>
        <pc:grpChg chg="mod">
          <ac:chgData name="Ing. Lenka Kuklišová Pavelková, Ph.D." userId="bce5352d-ad04-4d08-8f56-3fa1666bb289" providerId="ADAL" clId="{4F371DCF-E80B-4CC7-8FBE-A61C916D12D7}" dt="2022-09-12T11:26:28.256" v="23"/>
          <ac:grpSpMkLst>
            <pc:docMk/>
            <pc:sldMk cId="0" sldId="261"/>
            <ac:grpSpMk id="4" creationId="{CC8DF062-F095-DA48-774A-D2CEB42F159C}"/>
          </ac:grpSpMkLst>
        </pc:grpChg>
        <pc:grpChg chg="mod">
          <ac:chgData name="Ing. Lenka Kuklišová Pavelková, Ph.D." userId="bce5352d-ad04-4d08-8f56-3fa1666bb289" providerId="ADAL" clId="{4F371DCF-E80B-4CC7-8FBE-A61C916D12D7}" dt="2022-09-12T11:26:30.711" v="27"/>
          <ac:grpSpMkLst>
            <pc:docMk/>
            <pc:sldMk cId="0" sldId="261"/>
            <ac:grpSpMk id="13" creationId="{23980F75-47A2-EDBC-DB18-012778449B85}"/>
          </ac:grpSpMkLst>
        </pc:grpChg>
        <pc:grpChg chg="mod">
          <ac:chgData name="Ing. Lenka Kuklišová Pavelková, Ph.D." userId="bce5352d-ad04-4d08-8f56-3fa1666bb289" providerId="ADAL" clId="{4F371DCF-E80B-4CC7-8FBE-A61C916D12D7}" dt="2022-09-12T11:26:33.911" v="31"/>
          <ac:grpSpMkLst>
            <pc:docMk/>
            <pc:sldMk cId="0" sldId="261"/>
            <ac:grpSpMk id="17" creationId="{AF7DEB8C-CB70-CB8D-BE6F-616954BD59C5}"/>
          </ac:grpSpMkLst>
        </pc:grpChg>
        <pc:picChg chg="add del mod">
          <ac:chgData name="Ing. Lenka Kuklišová Pavelková, Ph.D." userId="bce5352d-ad04-4d08-8f56-3fa1666bb289" providerId="ADAL" clId="{4F371DCF-E80B-4CC7-8FBE-A61C916D12D7}" dt="2022-09-10T20:01:40.021" v="7" actId="478"/>
          <ac:picMkLst>
            <pc:docMk/>
            <pc:sldMk cId="0" sldId="261"/>
            <ac:picMk id="3" creationId="{4A06CE95-59F3-8446-C5F6-C75A8D08AC98}"/>
          </ac:picMkLst>
        </pc:picChg>
        <pc:picChg chg="add del mod">
          <ac:chgData name="Ing. Lenka Kuklišová Pavelková, Ph.D." userId="bce5352d-ad04-4d08-8f56-3fa1666bb289" providerId="ADAL" clId="{4F371DCF-E80B-4CC7-8FBE-A61C916D12D7}" dt="2022-09-10T20:01:37.558" v="6" actId="478"/>
          <ac:picMkLst>
            <pc:docMk/>
            <pc:sldMk cId="0" sldId="261"/>
            <ac:picMk id="5" creationId="{5EC4F6A1-8EFC-22C2-B247-6655BC46DA63}"/>
          </ac:picMkLst>
        </pc:picChg>
        <pc:picChg chg="add mod">
          <ac:chgData name="Ing. Lenka Kuklišová Pavelková, Ph.D." userId="bce5352d-ad04-4d08-8f56-3fa1666bb289" providerId="ADAL" clId="{4F371DCF-E80B-4CC7-8FBE-A61C916D12D7}" dt="2022-09-10T20:07:19.462" v="13" actId="1076"/>
          <ac:picMkLst>
            <pc:docMk/>
            <pc:sldMk cId="0" sldId="261"/>
            <ac:picMk id="7" creationId="{BDFD8257-D580-03BC-E4DF-11790E879A7E}"/>
          </ac:picMkLst>
        </pc:picChg>
        <pc:picChg chg="add mod">
          <ac:chgData name="Ing. Lenka Kuklišová Pavelková, Ph.D." userId="bce5352d-ad04-4d08-8f56-3fa1666bb289" providerId="ADAL" clId="{4F371DCF-E80B-4CC7-8FBE-A61C916D12D7}" dt="2022-09-10T20:07:04.148" v="11"/>
          <ac:picMkLst>
            <pc:docMk/>
            <pc:sldMk cId="0" sldId="261"/>
            <ac:picMk id="8" creationId="{499BB806-20BD-5254-A2FC-B943EB1E85D4}"/>
          </ac:picMkLst>
        </pc:picChg>
        <pc:picChg chg="add mod">
          <ac:chgData name="Ing. Lenka Kuklišová Pavelková, Ph.D." userId="bce5352d-ad04-4d08-8f56-3fa1666bb289" providerId="ADAL" clId="{4F371DCF-E80B-4CC7-8FBE-A61C916D12D7}" dt="2022-09-10T20:07:12.674" v="12"/>
          <ac:picMkLst>
            <pc:docMk/>
            <pc:sldMk cId="0" sldId="261"/>
            <ac:picMk id="9" creationId="{CA180960-40D2-1266-2C2E-6898C30C3587}"/>
          </ac:picMkLst>
        </pc:picChg>
        <pc:inkChg chg="add mod">
          <ac:chgData name="Ing. Lenka Kuklišová Pavelková, Ph.D." userId="bce5352d-ad04-4d08-8f56-3fa1666bb289" providerId="ADAL" clId="{4F371DCF-E80B-4CC7-8FBE-A61C916D12D7}" dt="2022-09-12T11:26:28.256" v="23"/>
          <ac:inkMkLst>
            <pc:docMk/>
            <pc:sldMk cId="0" sldId="261"/>
            <ac:inkMk id="2" creationId="{C668E8AC-622D-4384-BF25-18962E308FAF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6:28.256" v="23"/>
          <ac:inkMkLst>
            <pc:docMk/>
            <pc:sldMk cId="0" sldId="261"/>
            <ac:inkMk id="3" creationId="{2A11F7EE-9265-F17A-F691-038C10F16887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6:30.711" v="27"/>
          <ac:inkMkLst>
            <pc:docMk/>
            <pc:sldMk cId="0" sldId="261"/>
            <ac:inkMk id="5" creationId="{2AE2FE10-668C-C93A-9137-C2672D36988B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6:30.711" v="27"/>
          <ac:inkMkLst>
            <pc:docMk/>
            <pc:sldMk cId="0" sldId="261"/>
            <ac:inkMk id="6" creationId="{C254FC10-6713-956C-7EF7-DE89E75725AD}"/>
          </ac:inkMkLst>
        </pc:inkChg>
        <pc:inkChg chg="add">
          <ac:chgData name="Ing. Lenka Kuklišová Pavelková, Ph.D." userId="bce5352d-ad04-4d08-8f56-3fa1666bb289" providerId="ADAL" clId="{4F371DCF-E80B-4CC7-8FBE-A61C916D12D7}" dt="2022-09-10T20:07:42.062" v="14" actId="9405"/>
          <ac:inkMkLst>
            <pc:docMk/>
            <pc:sldMk cId="0" sldId="261"/>
            <ac:inkMk id="10" creationId="{890097D1-CD93-92E5-63E3-EA844D8C065C}"/>
          </ac:inkMkLst>
        </pc:inkChg>
        <pc:inkChg chg="add">
          <ac:chgData name="Ing. Lenka Kuklišová Pavelková, Ph.D." userId="bce5352d-ad04-4d08-8f56-3fa1666bb289" providerId="ADAL" clId="{4F371DCF-E80B-4CC7-8FBE-A61C916D12D7}" dt="2022-09-10T20:07:44.991" v="15" actId="9405"/>
          <ac:inkMkLst>
            <pc:docMk/>
            <pc:sldMk cId="0" sldId="261"/>
            <ac:inkMk id="11" creationId="{322FD87C-E74F-B2BF-797C-0777984B3BEF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6:30.711" v="27"/>
          <ac:inkMkLst>
            <pc:docMk/>
            <pc:sldMk cId="0" sldId="261"/>
            <ac:inkMk id="12" creationId="{E2741D13-2808-3EE2-60FF-2A0A92986EFC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6:33.911" v="31"/>
          <ac:inkMkLst>
            <pc:docMk/>
            <pc:sldMk cId="0" sldId="261"/>
            <ac:inkMk id="14" creationId="{CFD79730-FA3F-BF1C-EF3E-9B1B436EA2E1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6:33.911" v="31"/>
          <ac:inkMkLst>
            <pc:docMk/>
            <pc:sldMk cId="0" sldId="261"/>
            <ac:inkMk id="15" creationId="{6E4837D6-590B-45A6-9799-A96F2AE913A2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6:33.911" v="31"/>
          <ac:inkMkLst>
            <pc:docMk/>
            <pc:sldMk cId="0" sldId="261"/>
            <ac:inkMk id="16" creationId="{53F76FD4-EA5A-B61B-F17F-0BE267A4D89A}"/>
          </ac:inkMkLst>
        </pc:inkChg>
      </pc:sldChg>
      <pc:sldChg chg="addSp delSp modSp mod">
        <pc:chgData name="Ing. Lenka Kuklišová Pavelková, Ph.D." userId="bce5352d-ad04-4d08-8f56-3fa1666bb289" providerId="ADAL" clId="{4F371DCF-E80B-4CC7-8FBE-A61C916D12D7}" dt="2022-09-12T11:27:23.774" v="43"/>
        <pc:sldMkLst>
          <pc:docMk/>
          <pc:sldMk cId="0" sldId="262"/>
        </pc:sldMkLst>
        <pc:grpChg chg="mod">
          <ac:chgData name="Ing. Lenka Kuklišová Pavelková, Ph.D." userId="bce5352d-ad04-4d08-8f56-3fa1666bb289" providerId="ADAL" clId="{4F371DCF-E80B-4CC7-8FBE-A61C916D12D7}" dt="2022-09-12T11:27:20.494" v="39"/>
          <ac:grpSpMkLst>
            <pc:docMk/>
            <pc:sldMk cId="0" sldId="262"/>
            <ac:grpSpMk id="5" creationId="{15BEAD41-B91A-BF49-5CFF-42A4ADE1E215}"/>
          </ac:grpSpMkLst>
        </pc:grpChg>
        <pc:grpChg chg="mod">
          <ac:chgData name="Ing. Lenka Kuklišová Pavelková, Ph.D." userId="bce5352d-ad04-4d08-8f56-3fa1666bb289" providerId="ADAL" clId="{4F371DCF-E80B-4CC7-8FBE-A61C916D12D7}" dt="2022-09-12T11:27:23.774" v="43"/>
          <ac:grpSpMkLst>
            <pc:docMk/>
            <pc:sldMk cId="0" sldId="262"/>
            <ac:grpSpMk id="9" creationId="{EF6E4343-6725-8796-3E16-E3C8F20CB2DF}"/>
          </ac:grpSpMkLst>
        </pc:grpChg>
        <pc:picChg chg="add mod">
          <ac:chgData name="Ing. Lenka Kuklišová Pavelková, Ph.D." userId="bce5352d-ad04-4d08-8f56-3fa1666bb289" providerId="ADAL" clId="{4F371DCF-E80B-4CC7-8FBE-A61C916D12D7}" dt="2022-09-12T11:27:07.478" v="35" actId="1076"/>
          <ac:picMkLst>
            <pc:docMk/>
            <pc:sldMk cId="0" sldId="262"/>
            <ac:picMk id="2" creationId="{19129CDC-5358-54C5-8BCE-C2052CF31E53}"/>
          </ac:picMkLst>
        </pc:picChg>
        <pc:picChg chg="mod">
          <ac:chgData name="Ing. Lenka Kuklišová Pavelková, Ph.D." userId="bce5352d-ad04-4d08-8f56-3fa1666bb289" providerId="ADAL" clId="{4F371DCF-E80B-4CC7-8FBE-A61C916D12D7}" dt="2022-09-12T11:27:14.533" v="36" actId="1076"/>
          <ac:picMkLst>
            <pc:docMk/>
            <pc:sldMk cId="0" sldId="262"/>
            <ac:picMk id="7172" creationId="{8A9746D8-2639-8EA1-67B2-98EE7A077104}"/>
          </ac:picMkLst>
        </pc:picChg>
        <pc:picChg chg="del">
          <ac:chgData name="Ing. Lenka Kuklišová Pavelková, Ph.D." userId="bce5352d-ad04-4d08-8f56-3fa1666bb289" providerId="ADAL" clId="{4F371DCF-E80B-4CC7-8FBE-A61C916D12D7}" dt="2022-09-12T11:26:52.103" v="32" actId="478"/>
          <ac:picMkLst>
            <pc:docMk/>
            <pc:sldMk cId="0" sldId="262"/>
            <ac:picMk id="7173" creationId="{649DCF72-184E-FA3D-3289-649251C48C95}"/>
          </ac:picMkLst>
        </pc:picChg>
        <pc:inkChg chg="add mod">
          <ac:chgData name="Ing. Lenka Kuklišová Pavelková, Ph.D." userId="bce5352d-ad04-4d08-8f56-3fa1666bb289" providerId="ADAL" clId="{4F371DCF-E80B-4CC7-8FBE-A61C916D12D7}" dt="2022-09-12T11:27:20.494" v="39"/>
          <ac:inkMkLst>
            <pc:docMk/>
            <pc:sldMk cId="0" sldId="262"/>
            <ac:inkMk id="3" creationId="{2F9355D4-CF15-7E36-25C0-88D4B81524B7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7:20.494" v="39"/>
          <ac:inkMkLst>
            <pc:docMk/>
            <pc:sldMk cId="0" sldId="262"/>
            <ac:inkMk id="4" creationId="{C5757908-0C5F-F768-E6F8-D6641C3358FF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7:23.774" v="43"/>
          <ac:inkMkLst>
            <pc:docMk/>
            <pc:sldMk cId="0" sldId="262"/>
            <ac:inkMk id="6" creationId="{CBD75DED-B1C5-C7F5-0AA6-0E7E1A8ACEFA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7:23.774" v="43"/>
          <ac:inkMkLst>
            <pc:docMk/>
            <pc:sldMk cId="0" sldId="262"/>
            <ac:inkMk id="7" creationId="{AED6761C-BF1C-75F6-F31D-99B5E94F5790}"/>
          </ac:inkMkLst>
        </pc:inkChg>
        <pc:inkChg chg="add mod">
          <ac:chgData name="Ing. Lenka Kuklišová Pavelková, Ph.D." userId="bce5352d-ad04-4d08-8f56-3fa1666bb289" providerId="ADAL" clId="{4F371DCF-E80B-4CC7-8FBE-A61C916D12D7}" dt="2022-09-12T11:27:23.774" v="43"/>
          <ac:inkMkLst>
            <pc:docMk/>
            <pc:sldMk cId="0" sldId="262"/>
            <ac:inkMk id="8" creationId="{C509752E-06BE-7E08-8D13-CCB638758D5A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AC58AD4-4C1C-62BB-8112-05639E12D37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441D552-27B2-01F3-51F2-08D4FE418B4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4DD74A8A-6AC0-EB14-6006-BA20B2EE9FA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35755376-630F-7A01-B67E-3A65B42DC95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614B895-6FC0-49D5-886A-0E714E6AFD90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11:26:16.58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1 354 27917,'0'0'1950,"13"-14"-1142,-4-3-780,0 1-1,1 0 0,0 1 1,18-20-1,9-12-25,82-119-61,-112 158 55,-6 8 2,0-1 1,0 0-1,-1 0 1,1 1-1,0-1 1,-1 0-1,1 0 1,-1 0-1,1 0 1,-1 0-1,1 0 1,-1 0-1,0 0 1,1 0-1,-1 0 1,0 0-1,0 0 1,0 0-1,0-2 1,1 3 1,-1 1 1,0-1-1,0 0 1,0 0-1,0 0 1,0 0-1,0 0 1,0 0-1,0 0 1,0 0-1,0 0 1,0 0-1,0 0 1,1 0-1,-1 0 1,0 0-1,0 1 1,0-1 0,0 0-1,0 0 1,0 0-1,0 0 1,0 0-1,0 0 1,1 0-1,-1 0 1,0 0-1,0 0 1,0 0-1,0 0 1,0 0-1,0 0 1,0 0-1,0-1 1,1 1-1,-1 0 1,0 0-1,0 0 1,0 0-1,0 0 1,0 0-1,0 0 1,0 0-1,0 0 1,0 0-1,0 0 1,4 14 17,-5 8-11,-2 0 0,-1-1 0,-7 27 0,-1 0 0,-20 123-95,28-148 47,1 0-1,2 0 0,0 34 1,2-32-78,-1-25 124,0-3-2926,0-8-977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11:26:17.39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160 1 25580,'0'0'3377,"0"10"-3169,2 77 480,-4 118-27,0-172-645,-2 0-1,-1 0 0,-2 0 0,-11 36 0,-17 36 14,-37 99-26,55-169-1046,17-37-155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3 544 27917,'0'0'2134,"-2"-1"-1527,6-8-325,323-342 251,-256 273-504,-46 49-29,-14 15 0,1 1 0,0 0 0,27-21 0,-39 34 1,0 0-1,0 0 0,0 0 0,0 0 0,0 0 0,1 0 1,-1 0-1,0-1 0,0 1 0,0 0 0,0 0 0,0 0 0,1 0 1,-1 0-1,0 0 0,0 0 0,0 0 0,1 0 0,-1 0 1,0 0-1,0 0 0,0 0 0,0 0 0,1 0 0,-1 0 0,0 0 1,0 0-1,0 0 0,0 0 0,1 0 0,-1 0 0,0 0 1,0 0-1,0 1 0,0-1 0,1 0 0,-1 0 0,0 0 1,0 0-1,0 0 0,0 0 0,0 1 0,0-1 0,1 0 0,-1 0 1,0 0-1,0 1 0,1 12 16,-6 18 8,-63 206-1,25-100-14,22-68-8,10-41-18,2 1 0,2 0 0,0 0 0,2 1 0,-2 34 0,7-63-282,3-11-1323,11-14-531,5-9-4156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3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28813,'0'0'235,"1"17"8,10 280 1210,-12-246-1314,-3 0 0,-2 0 0,-2-1-1,-17 57 1,19-88-113,-3 15 36,-2-1 0,0-1 0,-3 0 0,0 0 0,-30 45 0,39-69-323,-15 22 692,14-7-3677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3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 28909,'0'0'1924,"-3"18"-1895,-9 29 45,-1 0 0,-40 88 0,9-38 180,-54 105-111,95-195-357,-14 25 552,12-11-3039,5-30 81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4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81 27853,'0'0'2377,"18"-15"-2094,55-43-147,-72 57-134,-1 0 1,0 1-1,1-1 1,-1 1-1,1-1 1,0 1 0,-1-1-1,1 1 1,-1 0-1,1-1 1,0 1-1,-1 0 1,1-1 0,0 1-1,-1 0 1,1 0-1,0-1 1,-1 1-1,1 0 1,0 0-1,0 0 1,-1 0 0,1 0-1,0 0 1,0 0-1,-1 0 1,1 1-1,0-1 1,-1 0-1,1 0 1,0 0 0,-1 1-1,1-1 1,0 0-1,-1 1 1,1-1-1,-1 1 1,1-1-1,0 1 1,-1-1 0,1 2-1,3 21 57,-4-19-39,2 20 42,-1 0 0,-2 0 0,0 0 0,-1-1 0,-2 1 0,-1 0 0,0-1 0,-2 0 0,0 0 0,-2-1 0,0 0 0,-15 24-1,5-14-27,-1-1-1,-2-1 0,-1 0 0,-1-2 0,-1-1 0,-2-1 0,-35 27 0,57-49-29,0 0-1,0 0 0,0-1 0,0 1 0,-1-1 1,1-1-1,-1 1 0,0-1 0,0 0 1,0 0-1,0-1 0,0 0 0,-11 1 1,16-4-5,0-1 0,0 0 0,1 1 0,-1-1 0,1 0 0,-1 0 0,1 0 0,0 0 0,0 1 0,0-1 0,1-5 0,-1 3-3,0-2-1,1 0 1,0 0 0,0 0-1,1 0 1,0 0 0,0 0-1,0 1 1,1-1 0,0 1-1,0 0 1,1 0 0,0 0 0,0 0-1,0 0 1,0 1 0,1 0-1,0 0 1,0 0 0,1 1-1,-1-1 1,1 1 0,0 1-1,0-1 1,0 1 0,1 0-1,-1 0 1,1 1 0,0 0-1,-1 0 1,1 1 0,0-1-1,0 1 1,12 1 0,-16 0 2,-1 1 0,1-1 1,0 1-1,0 0 0,0 0 1,-1 0-1,1 0 0,-1 1 0,1-1 1,-1 1-1,1-1 0,-1 1 0,0 0 1,0 0-1,0 0 0,0 0 1,3 4-1,27 49 0,-17-28-8,1 2 11,0-1 12,25 34-1,-37-57-10,0 1-1,1-1 1,0 0-1,0 0 1,0-1-1,0 1 1,1-1-1,-1 0 1,1-1-1,0 1 1,1-1-1,6 3 1,-10-6-23,0 1 0,0 0 1,0-1-1,-1 1 1,1-1-1,0 0 0,0 0 1,0 0-1,0 0 1,0-1-1,0 1 1,-1-1-1,1 0 0,0 1 1,0-1-1,-1-1 1,1 1-1,-1 0 0,1-1 1,-1 1-1,4-4 1,1-1-163,-2 0 0,1 0 0,-1-1 0,0 0 0,7-13 1,6-17-1358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4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27789,'0'0'3473,"100"-4"-3281,-60 4-64,0 0-128,4 2 0,4 5 0,0 2-48,-4 4-208,7 5-432,-3 5-465,-16 8-1088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5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74 405 28221,'0'0'1032,"2"-15"-386,4-11-436,2 1 1,0 1-1,2-1 0,0 2 1,17-29-1,-8 21-11,17-41-1,-31 61-173,-1-1 0,0 0 0,0 0 0,-2 0 0,1-1 1,-2 1-1,1-15 0,-27 43 65,4 3-92,2 1-1,0 1 1,1 0 0,1 1-1,1 1 1,1 1-1,1 0 1,1 1-1,1 0 1,-14 47 0,24-64 1,0 0 1,0 1 0,0-1 0,1 1 0,1 0 0,0-1 0,0 1 0,0 0 0,3 9-1,-3-15 2,2 0-1,-1 0 1,0 0-1,1-1 1,-1 1-1,1 0 1,0-1-1,-1 0 1,1 1-1,1-1 1,-1 0-1,0 0 1,0 0-1,1 0 1,-1 0-1,1-1 1,0 1-1,-1-1 1,1 0-1,0 1 1,0-1-1,0 0 1,0-1-1,0 1 1,0-1-1,0 1 1,0-1-1,5 0 1,12 1 8,0-1 1,0-1-1,0-1 1,0 0-1,0-2 1,0 0-1,0-2 1,20-7-1,19-12-1103,67-39 0,-114 58 726,29-16-1624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26076,'0'0'4538,"-20"4"-4407,-65 20 18,76-21-131,1 1 1,-1 0-1,1 1 0,0 0 0,0 0 0,1 0 1,0 1-1,0 1 0,0-1 0,-8 10 1,7-7 18,4-5-31,1 0 0,-1 0 1,1 0-1,0 0 0,0 1 1,1-1-1,-1 1 1,1 0-1,0 0 0,0 0 1,0 0-1,1 0 0,0 0 1,0 0-1,0 0 1,1 1-1,0-1 0,0 0 1,0 1-1,0-1 0,1 0 1,0 0-1,2 7 0,0-3-5,1-1 0,0 0-1,0 0 1,0 0-1,1 0 1,1-1-1,-1 0 1,1 0-1,0 0 1,1-1 0,0 1-1,10 6 1,28 18-7,-25-18-2,-2 0 0,29 26 0,-45-38 11,-1 0 0,0 0 0,0 0 0,0 0 0,0 0 0,0 0 0,0 0 0,0 1 0,0-1 0,0 0 0,0 1 0,-1-1 0,1 0 0,-1 1-1,1-1 1,-1 1 0,1-1 0,-1 1 0,0-1 0,0 1 0,0-1 0,0 1 0,0-1 0,0 1 0,0-1 0,0 1 0,-1 2 0,-1-2 9,1 0-1,-1 0 1,0 0 0,0 0 0,0-1 0,0 1 0,0-1 0,0 1 0,0-1 0,0 0 0,-1 0-1,1 0 1,-1 0 0,-4 1 0,-9 2 35,1-1-1,-2 0 1,1-1-1,-17-1 1,31 0-130,-1-1 0,1 0 0,-1 0 0,1 0 0,0-1 0,-1 1 1,1 0-1,0-1 0,-1 0 0,1 1 0,0-1 0,0 0 0,-1 0 0,1 0 0,0-1 0,0 1 1,0 0-1,1-1 0,-1 1 0,0-1 0,0 0 0,1 0 0,-1 1 0,1-1 0,-1 0 0,-1-4 1,-16-25-3088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29357,'0'0'1633,"120"-43"-1569,-68 41-64,-4 2-16,-4 0-288,0 5-304,-12 11-385,0 4-1408,-16 4-16904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6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62 369 24011,'0'0'6384,"19"-20"-6202,-11 10-162,140-163 515,-133 153-474,-3 6 12,-1-1 0,-1 0 0,0-1 0,-1 0 0,11-29-1,-20 44-67,1 0 0,-1 1-1,0-1 1,0 0 0,1 0-1,-1 1 1,0-1 0,0 0-1,0 0 1,0 1 0,0-1-1,0 0 1,0 0 0,0 0-1,0 1 1,0-1 0,0 0-1,-1 0 1,1 1-1,0-1 1,-1 0 0,1 1-1,0-1 1,-1 0 0,1 1-1,-1-1 1,1 0 0,-1 1-1,0-1 1,0 0-3,-1 1 0,1-1 0,0 1-1,-1 0 1,1 0 0,0 0 0,-1 0 0,1 0 0,0 0 0,-1 0 0,1 0-1,0 1 1,0-1 0,-1 0 0,-1 1 0,-4 2-5,0 0 0,-1 1 0,1 0 0,-12 8 0,-22 22-13,-54 58 0,80-76 19,1 1 0,1 0 0,0 1 0,2 0 0,0 1 0,-13 30 1,22-44-5,0 1 0,0-1 0,1 1 0,-1 0 0,1 0 0,1 0 0,-1 0 0,1-1 0,0 1 0,0 0 0,1 0 0,2 11 0,-2-13 0,0-1 0,1 1 0,0-1 0,-1 0 1,1 0-1,1 0 0,-1 0 0,0 0 0,1 0 0,-1-1 0,1 1 0,0-1 0,0 0 0,0 1 0,0-1 0,0-1 0,1 1 0,-1 0 0,0-1 0,5 2 1,11 3-17,1-1 0,0-1 0,0 0 0,0-2 1,0 0-1,1-1 0,-1-2 0,1 0 0,-1 0 1,0-2-1,0-1 0,0 0 0,0-2 1,-1 0-1,0-1 0,0-1 0,0-1 0,-1 0 1,-1-1-1,0-1 0,0-1 0,-1-1 0,22-21 1,-20 16-694,-2 0 0,0-2 1,20-33-1,-15 18-2291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7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26460,'0'0'2359,"-8"19"-1572,0-1-625,-8 18 187,1 1 0,2 0 0,-14 67 0,20-65-157,4-24-132,1-1 0,0 1-1,0 0 1,1 0-1,1 0 1,1 0 0,3 21-1,-3-34-58,0-1 0,0 1 0,0-1-1,0 0 1,0 1 0,0-1 0,0 0-1,0 0 1,0 0 0,0 0 0,1 0-1,-1 0 1,1 0 0,-1 0 0,0-1-1,1 1 1,-1 0 0,1-1 0,0 1-1,-1-1 1,1 0 0,-1 0 0,1 1 0,0-1-1,-1 0 1,1 0 0,-1 0 0,1-1-1,0 1 1,-1 0 0,1-1 0,-1 1-1,1-1 1,-1 1 0,1-1 0,1 0-1,6-2 5,1-1 1,-1 0-1,0 0 0,13-9 0,69-52 3,95-90 0,-186 155-7,0-1 1,0 1-1,0 0 1,0 0-1,1 0 1,-1 0-1,0 0 1,0 0-1,0-1 1,0 1-1,0 0 1,0 0-1,0 0 1,0 0 0,0 0-1,1 0 1,-1 0-1,0-1 1,0 1-1,0 0 1,0 0-1,0 0 1,0 0-1,1 0 1,-1 0-1,0 0 1,0 0-1,0 0 1,0 0-1,0 0 1,1 0 0,-1 0-1,0 0 1,0 0-1,0 0 1,0 0-1,0 0 1,1 0-1,-1 0 1,0 0-1,0 0 1,0 0-1,0 0 1,0 1-1,1-1 1,-1 0-1,0 0 1,0 0 0,0 0-1,0 0 1,0 0-1,0 0 1,0 0-1,0 1 1,1-1-1,-1 0 1,0 0-1,0 0 1,0 0-1,-2 16 39,-11 30-32,9-31 5,1-5-10,1 0 0,0 0 0,0 0 1,1 1-1,1-1 0,0 0 0,2 17 1,-2-24-4,1-1 1,-1 1-1,1 0 0,0-1 1,0 1-1,0-1 1,0 1-1,0-1 1,0 1-1,1-1 0,-1 0 1,1 0-1,-1 0 1,1 0-1,0 0 0,0 0 1,0 0-1,0 0 1,0-1-1,1 1 1,-1-1-1,0 0 0,1 1 1,-1-1-1,1 0 1,-1-1-1,1 1 1,0 0-1,-1-1 0,1 1 1,0-1-1,4 0 1,8-1 0,1 0 0,-1-1 0,1-1-1,-1 0 1,0-1 0,0-1 0,-1-1 0,1 0 0,-1 0 0,0-2 0,19-12 0,9-10 1,-1-1 1,43-43-1,-40 31-2,-43 42 14,-2 12-7,0 0 0,0 0 1,-7 18-1,6-20 7,0 1-1,0-1 0,0 1 1,1 13-1,1-19-11,0-1 0,1 1 0,-1-1 0,1 1-1,0-1 1,0 1 0,0-1 0,1 0 0,-1 0 0,1 1 0,0-1-1,-1 0 1,2 0 0,-1-1 0,0 1 0,3 3 0,4 1 3,0 1 0,0-2 0,0 1 0,1-1 0,0-1 0,0 0 0,1 0 0,-1-1 0,1 0 0,0-1 0,22 4 0,-3-3 8,0-1 0,-1-2 0,42-3 0,-57 1-118,0-2 0,-1 0 0,1 0 0,-1-2 0,0 1 0,0-2 1,-1 1-1,1-2 0,-1 0 0,-1 0 0,1-1 0,-1-1 0,-1 0 0,1 0 0,-1-1 1,-1 0-1,0-1 0,12-19 0,-3-5-1616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7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 29534,'0'0'1328,"-51"108"-608,27-29-447,8 14-209,-8 15-64,-4 18-32,-4 12-769,-12 8-3489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360 152 27997,'0'0'2337,"0"-4"-2001,1-18-39,-1 11-197,1 0 0,-1 0 0,-1 0-1,0 0 1,-3-13 0,3 21-95,0 1 0,0-1 1,1 1-1,-2 0 0,1-1 0,0 1 0,0 0 0,-1-1 0,0 1 0,1 0 0,-1 0 0,0 0 0,0 1 0,0-1 0,0 0 0,0 1 0,0-1 0,0 1 0,-1 0 0,1 0 0,-1-1 1,1 2-1,-1-1 0,1 0 0,-1 0 0,1 1 0,-6-1 0,-1 1-5,-1 1 0,1 0 0,0 1 0,-1-1 1,1 2-1,0-1 0,0 1 0,0 1 0,1 0 0,-1 0 1,1 1-1,0 0 0,0 0 0,0 0 0,1 1 0,0 1 1,-10 10-1,2-2-4,1 1 0,1 0 1,1 1-1,0 0 0,1 1 1,1 0-1,-9 21 0,11-14 11,2 1-1,0-1 1,2 1-1,0 0 0,2 0 1,2 50-1,0-69-5,0-5-1,0 0 0,0 0 0,0 0 0,1 0 0,-1 0 0,0 0 0,1 0 0,0 0 0,-1 0 0,1 0 0,0-1 0,0 1 0,0 0 0,0 0 0,0-1 0,0 1 0,0-1 0,1 1 0,-1-1 0,1 1 0,-1-1 0,1 0 0,-1 0 0,1 0 0,0 0 0,0 0 0,-1 0 0,1 0 0,0 0 0,0-1 0,0 1 0,0-1 0,0 0 0,0 1 0,0-1 0,0 0 0,0 0 0,2 0 0,1 0 0,1-1 0,-1 1 0,1-1 0,-1 0 0,0-1 0,1 1 0,-1-1 0,0 0 0,0 0 0,0-1 0,0 1 0,-1-1 0,8-5 0,15-17 2,-1-2 0,-1-1 1,-1 0-1,-2-2 0,-1-1 1,-1 0-1,28-61 0,-44 70 53,-3 17 18,-1 15-59,0 3-15,0 1 0,1-1 0,0 1 0,1-1 1,4 17-1,-4-25 1,0-1 0,0 1 0,0 0 0,1-1 0,0 0 1,-1 1-1,2-1 0,-1 0 0,0-1 0,1 1 0,-1 0 0,1-1 0,0 0 0,0 0 1,1 0-1,-1 0 0,10 3 0,-1-1-16,0 0 0,0-1 1,0-1-1,0 0 0,1-1 0,-1 0 1,1-1-1,0-1 0,0 0 0,-1 0 1,1-2-1,-1 0 0,1 0 0,-1-1 1,1-1-1,-1 0 0,-1-1 0,16-8 1,-16 7-512,-1-1 1,0 0 0,-1 0 0,1-1 0,-2-1 0,1 0-1,9-12 1,5-9-6664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29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0 23259,'0'0'5906,"36"92"-4849,-28-35-497,0 12-80,0 8-192,-8 7-63,0 10-145,-16 3-32,-4-2-16,-4-14-16,-8-11-16,0-16 0,8-9 0,-4-5-32,4-8-257,0-8-1023,0-10-2194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3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653 46 29710,'0'0'1683,"-16"17"-1600,-110 129 162,5 13-85,-35 41-114,120-158-43,-1-3 1,-69 57-1,105-95-1,-1 1-1,0-1 1,1 1 0,-1-1-1,0 0 1,0 0-1,0 0 1,0 0 0,0 0-1,0 0 1,0 0-1,0-1 1,0 1-1,0-1 1,-1 0 0,1 1-1,-4-1 1,5-1-2,0 0 1,0 1-1,0-1 1,0 0-1,0 0 1,0 0-1,0 0 1,0 0-1,1 0 1,-1 0-1,0 0 1,1 0-1,-1 0 1,0-1-1,1 1 1,0 0-1,-1 0 1,1-1-1,0 1 1,-1 0-1,1 0 1,0-1-1,0 1 1,0 0-1,0-1 1,0 1-1,1-2 1,-2-25-11,1 10 9,0 0 1,1 0-1,3-21 0,-3 34 0,0 0 1,0 1-1,1-1 0,-1 0 0,1 1 0,0 0 0,0-1 1,1 1-1,-1 0 0,1 0 0,0 1 0,0-1 1,0 0-1,1 1 0,-1 0 0,8-6 0,-9 8 0,0 0 0,1 0 0,-1 0 0,0 0 0,0 0 1,1 1-1,-1-1 0,1 1 0,-1-1 0,0 1 0,1 0 0,-1 0 0,1 0 0,-1 0 0,0 1 0,1-1 0,-1 1 0,1-1 0,-1 1 0,0 0 0,0 0 0,1 0 0,-1 0 0,0 0 0,0 0 0,2 2 0,6 5-1,-1-1-1,0 2 1,16 17-1,-13-12 7,5 3-1,1 0-1,0 0 1,2-2-1,-1-1 1,33 19-1,-43-28 0,1-1 0,-1 0 0,1 0 0,-1-1 0,1 0 1,0-1-1,0 0 0,1 0 0,-1-1 0,0 0 0,0-1 0,1-1 0,-1 1 0,0-1 0,20-5 0,-18 0 1,0-1-1,0 1 1,-1-2-1,0 0 1,0 0-1,-1-1 0,0 0 1,0 0-1,-1-1 1,0-1-1,10-17 1,-12 18-3,-1-2 0,-1 1 0,0-1 0,-1 0 0,0 0 0,-1 0 0,0 0 0,2-22 0,-2-10 0,-3-51 0,-1 41 0,0 43-1,-1-1-1,0 1 1,0-1 0,-1 1 0,-1 0 0,0 0 0,-1 1-1,0-1 1,0 1 0,-1 0 0,-1 0 0,1 1 0,-10-10 0,4 4-1,-1 1 0,-1 0 0,-1 1 0,0 0 0,0 1 0,-1 1 0,-19-10 0,26 17 4,0 0 0,0 0 0,0 1 0,-1 0 0,0 1 0,1 0 0,-1 0 0,0 1 0,0 1 0,0-1 0,0 2 0,0-1 0,0 1 0,1 1 0,-1 0 0,0 0 0,1 1 0,-1 0 0,1 1 0,0 0 0,0 0 0,0 1 0,1 0 0,0 0 0,0 1 0,0 0 0,0 1 0,1 0 0,0 0 0,1 0 0,-11 15 0,11-14-131,0 0 1,1 0-1,-1 0 1,1 0 0,1 1-1,0 0 1,0 0 0,0 0-1,1 0 1,1 1-1,0-1 1,0 1 0,1 0-1,0-1 1,1 18-1,3 4-1962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3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1 23723,'0'0'6248,"-20"9"-5984,-4 0-217,13-6-28,0 1 0,1 1 0,-1 0 0,1 0 0,0 1 0,0 1 0,1-1 0,-1 2 1,-14 14-1,0 2 60,2 1 1,0 0-1,2 2 1,1 0-1,1 1 1,2 1 0,0 1-1,2 0 1,1 1-1,2 0 1,1 1-1,2 0 1,0 1 0,3 0-1,0 0 1,1 49-1,4-78-99,0 0-1,0 0 1,1 0-1,0 0 0,-1 0 1,2 0-1,-1 0 1,0 0-1,1-1 1,-1 1-1,1 0 0,0-1 1,1 1-1,-1-1 1,0 0-1,1 1 0,0-1 1,0 0-1,0-1 1,0 1-1,0-1 1,0 1-1,1-1 0,-1 0 1,1 0-1,0 0 1,0-1-1,-1 1 1,1-1-1,0 0 0,0 0 1,0 0-1,0-1 1,7 1-1,0 0-350,1-1-1,-1 0 1,1 0-1,0-1 1,-1-1-1,1 0 0,-1-1 1,0 0-1,0 0 1,0-1-1,14-7 1,27-20-7355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37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380 472 29021,'0'0'1654,"13"-20"-1523,21-29-43,8-11 193,-3-1 0,41-86 0,-77 139-268,2-3 13,0 0 1,-1-1-1,0 0 1,-1 0-1,0 0 0,-1 0 1,1-24-1,-3 36-24,0-1-1,0 1 0,0 0 0,0-1 0,0 1 1,0 0-1,0 0 0,0-1 0,0 1 1,0 0-1,0-1 0,0 1 0,0 0 0,-1-1 1,1 1-1,0 0 0,0 0 0,0-1 0,0 1 1,-1 0-1,1 0 0,0-1 0,0 1 1,0 0-1,-1 0 0,1 0 0,0-1 0,0 1 1,-1 0-1,1 0 0,0 0 0,-1 0 1,1 0-1,0 0 0,0-1 0,-1 1 0,1 0 1,0 0-1,-1 0 0,-16 6 65,-12 16 17,0 10-73,3 2 0,0 1 0,3 1 1,1 1-1,1 0 0,-17 48 0,-78 249 65,-49 252-45,161-568-30,3-13 0,1 0 0,-1-1 1,0 1-1,0-1 0,-1 1 0,0-1 0,1 0 0,-1 1 1,-1-1-1,1 0 0,-1 0 0,1 0 0,-4 3 0,5-7 1,1 0 0,-1 0 0,0 0 0,1 0 0,-1 0 0,0 0 0,1 0 0,-1 0 0,0 0 0,1 0 0,-1 0-1,0-1 1,1 1 0,-1 0 0,1 0 0,-1-1 0,1 1 0,-1 0 0,0-1 0,1 1 0,-1 0 0,1-1-1,-1 1 1,1-1 0,0 1 0,-1-1 0,1 1 0,-1-1 0,1 1 0,-1-2 0,-10-20 30,10 19-29,-7-16-5,2 0 1,0-1-1,1 0 0,2 0 0,-3-24 1,1-104-14,5 142 16,0-1 0,1 1 1,0-1-1,0 0 0,1 1 0,0 0 1,0-1-1,0 1 0,1 0 1,0 0-1,0 0 0,0 0 0,8-8 1,-4 5 0,1 1 0,1 0 0,-1 0 0,1 1 0,0 0 0,1 1 0,14-8 1,-1 3 0,1 1 0,-1 2 1,1 0-1,1 1 0,0 2 1,39-5-1,1 7-76,-40 2-35,-1 0 1,33-7 0,-47 5-202,-1 1-1,0-2 1,0 1 0,0-1 0,0 0 0,0-1 0,-1 0 0,1-1 0,9-8 0,17-17-3006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3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28349,'0'0'2156,"9"25"-1898,1-1-162,1 2 30,-2 1 0,0-1 0,-2 1 0,5 33 0,-2 18 108,-4 0 0,-7 156 0,-2-216-216,0 0 1,0-1 0,-2 1 0,0-1-1,-1 0 1,-13 27 0,-61 90 17,55-95-97,24-35-1134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4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29309,'0'0'1737,"14"0"-1494,18-1-127,-8-1-97,0 1 0,0 1 0,1 1 0,30 6 0,-53-7-141,-1 0 0,0 1 1,1-1-1,-1 1 0,0-1 0,0 1 1,0-1-1,1 1 0,-1 0 0,0-1 1,0 1-1,0 0 0,0 0 0,0 0 1,0 0-1,0 0 0,-1 0 1,1 0-1,0 0 0,0 0 0,-1 1 1,1-1-1,-1 0 0,1 0 0,-1 1 1,0-1-1,1 0 0,-1 1 1,0-1-1,0 0 0,0 1 0,0-1 1,0 0-1,0 3 0,0 7-5315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4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27357,'0'0'3060,"19"0"-2735,261 4 347,-237 5-3331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7:52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4 866 27196,'0'0'2714,"0"-2"-2569,-1 0 0,0 1 0,1-1 0,0 1-1,-1-1 1,1 0 0,0 1 0,0-1 0,0 0 0,0 1 0,0-1 0,0 0 0,0 1 0,1-3 0,14-39-126,2 1-1,2 1 1,2 1-1,42-64 1,-35 59-5,99-146-26,-61 95 21,-46 67 3,8-12-9,-1-2-1,24-53 0,-47 219 38,-22 199 14,4-137-36,14-7 0,0-177-10,3-4-5,0 0-1,-1 0 0,1 0 0,-1 0 0,1-1 0,-1 1 0,0-1 0,2-5 1,0 2-1,85-147-5,61-96 6,-83 152 3,86-169 1,-147 255 115,1-1-641,-8 34-1461,-3-3-442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15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12 23867,'0'0'2828,"0"0"-2689,0-1-1,0 1 1,0-1 0,0 1-1,0-1 1,0 1-1,0-1 1,0 1 0,-1 0-1,1-1 1,0 1 0,0-1-1,0 1 1,0-1 0,-1 1-1,1 0 1,0-1 0,0 1-1,-1 0 1,1-1 0,0 1-1,-1 0 1,1-1 0,0 1-1,-1 0 1,1-1 0,0 1-1,-1 0 1,1 0 0,-1 0-1,1-1 1,-1 1-1,1 0 1,-1 0 0,-11 12-140,0 0 0,1 1 0,1 0 0,0 0 0,-9 17 0,9-16-4,-56 95 21,-54 126 0,21-40 27,89-178-30,7-12-8,0 0 0,0-1-1,0 1 1,1 1 0,0-1 0,0 0 0,0 0 0,1 1-1,-2 7 1,3-13-136,1-13-2150,2-3 72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16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96 108 26460,'0'0'3100,"-1"-1"-3025,0-1 1,1 1-1,-1-1 0,0 1 0,1-1 1,-1 0-1,1 1 0,0-1 0,-1 1 1,1-1-1,0 0 0,0 1 0,0-1 0,1-3 1,4-1-19,2 0 1,-1 0-1,1 0 1,-1 1-1,1 0 1,1 0 0,-1 1-1,1 0 1,0 0-1,0 1 1,0 0-1,0 0 1,15-2-1,2 0-44,1 1 0,0 1-1,32 1 1,-55 2-13,1-1 0,0 1 0,-1 0 0,1 0 0,0 0 0,0 1 1,-1-1-1,1 1 0,-1 0 0,1 0 0,0 0 0,-1 1 0,0-1 0,1 1 0,-1 0 0,0 0 0,0 0 0,0 0 0,0 0 0,0 1 0,-1-1 1,1 1-1,-1 0 0,1 0 0,-1 0 0,0 0 0,0 0 0,-1 1 0,1-1 0,-1 0 0,1 1 0,-1-1 0,0 1 0,0-1 0,-1 1 0,1 0 0,-1-1 1,1 1-1,-1 0 0,-1 0 0,1 4 0,0-1 3,0 0 0,0 0-1,-1 0 1,1 0 0,-2 0 0,1 0 0,-1 0 0,0-1 0,0 1 0,-1-1 0,1 1 0,-2-1-1,1 0 1,-1 0 0,0 0 0,0 0 0,0-1 0,-1 0 0,0 0 0,0 0 0,0 0 0,-7 4-1,-22 14-2,-1-2 0,-1-1 0,-1-2 0,-1-1 0,-39 11 0,63-23 4,0-1 0,0 0-1,-1-1 1,0 0-1,-25 0 1,40-2-5,0 1-1,0-1 1,1 0 0,-1 1 0,0-1 0,1 0 0,-1 1-1,1-1 1,0 0 0,-1 0 0,1 0 0,0 0-1,0 0 1,0 1 0,0-1 0,0-1 0,1 3-1,264 232 117,-263-232-110,0-1-1,-1 0 1,1 1-1,-1-1 1,0 1 0,0 0-1,0 0 1,0 0-1,0 0 1,0 0 0,-1 0-1,0 0 1,1 0-1,-1 1 1,0-1-1,-1 1 1,1-1 0,-1 0-1,1 1 1,-1 5-1,0-9-1,1-19-4240,6-1-3121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16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6 24123,'0'0'5488,"-1"0"-5428,-1-1-1,1 0 1,-1 0-1,1 1 1,-1-1 0,0 1-1,1-1 1,-1 1 0,1 0-1,-1-1 1,0 1 0,1 0-1,-4 1 1,-1 1-17,-1 0 0,1 0 0,-1 1 0,1 1 0,0-1 0,0 1 0,0 0 0,0 0 0,1 0 0,0 1 0,0 0 0,-5 6 0,-53 71 273,56-71-287,-5 8 13,1 0-1,1 0 1,1 1-1,0 1 0,2 0 1,0 0-1,-5 32 0,7-19-17,1 2-1,1-1 0,5 69 1,-1-96-21,0 0 0,1 0 1,0 0-1,0 0 1,1-1-1,0 1 1,0-1-1,1 1 0,0-1 1,0 0-1,1 0 1,0-1-1,7 9 1,-11-14 76,0-1-198,-1 1-1,0 0 0,1 0 0,-1-1 1,1 1-1,0 0 0,-1-1 1,1 1-1,0-1 0,-1 1 1,1-1-1,0 1 0,-1-1 0,1 1 1,0-1-1,0 0 0,0 0 1,-1 1-1,1-1 0,0 0 1,0 0-1,0 0 0,0 0 0,-1 0 1,1 0-1,0 0 0,0 0 1,0 0-1,0 0 0,0 0 0,-1 0 1,1-1-1,0 1 0,1-1 1,6-8-5381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17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176 534 2753,'0'0'26799,"18"-7"-26479,2 1-216,-13 5-72,0-1 1,0-1-1,-1 1 0,1-1 0,-1 0 0,1 0 1,-1-1-1,0 0 0,-1 0 0,1 0 0,-1-1 1,1 0-1,-1 0 0,4-7 0,34-38 277,195-249 249,-234 292-520,1 0 0,-1-1 0,-1 1 0,1-1-1,-1 0 1,-1 0 0,0 0 0,0 0 0,0-1-1,-1 1 1,1-17 0,-13 27 151,1 5-190,1 0-1,-1 0 0,2 1 1,-1 0-1,1 1 0,0 0 0,-9 14 1,-47 78 7,62-96-4,-94 182 19,-113 309 0,131-295 4,70-181-17,5-10-4,0-1 1,0 1-1,-1-1 0,-1 0 1,0-1-1,0 1 1,0-1-1,-13 15 1,17-23-2,1 0 0,0 1 1,0-1-1,-1 0 0,1 0 1,0 0-1,-1 0 1,1 0-1,0 1 0,0-1 1,-1 0-1,1 0 0,0 0 1,-1 0-1,1 0 0,0 0 1,0 0-1,-1 0 0,1 0 1,0 0-1,-1 0 1,1-1-1,0 1 0,-1 0 1,1 0-1,0 0 0,0 0 1,-1 0-1,1 0 0,0-1 1,0 1-1,-1 0 0,1 0 1,0 0-1,0-1 1,0 1-1,-1 0 0,1 0 1,0-1-1,0 1 0,0 0 1,0 0-1,0-1 0,-1 1 1,1 0-1,0-1 0,0 1 1,0 0-1,0 0 1,0-1-1,-3-18 46,3 15-40,-5-36-7,1 1 0,3 0-1,1-1 1,1 1 0,9-47 0,-8 79-2,0 1 0,0-1 1,1 0-1,0 1 0,0-1 0,1 1 1,-1 0-1,1 0 0,1 1 0,-1-1 1,1 1-1,0 0 0,0 0 0,0 0 1,1 1-1,0 0 0,0 0 0,0 0 1,0 1-1,1 0 0,11-4 0,12-3 3,0 2-1,0 1 1,55-5-1,-27 4 1,-36 5-269,0 0-1,0-1 0,-1-2 0,0 0 1,0-1-1,-1-2 0,1 0 0,-2 0 0,33-23 1,-24 11-2272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17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24667,'0'0'4888,"8"3"-4659,-5-1-201,0 0-1,0 0 1,0 0-1,-1 0 1,1 0-1,0 0 0,-1 1 1,0-1-1,1 1 1,-1 0-1,0 0 1,0-1-1,1 5 0,1 2 40,0 1 0,0 0 0,-2 0-1,4 13 1,0 25 174,-2 0 0,-2 1 0,-5 63-1,2-63-141,-2-3-48,-2 0 1,-2 0 0,-2-1-1,-2 0 1,-18 49-1,21-74-32,-1-1 0,-1-1-1,-1 1 1,0-2 0,-1 1-1,-1-2 1,-1 0 0,0 0-1,-18 15 1,32-31-38,-1 0 1,1 1-1,0-1 0,0 0 1,0 0-1,-1 0 0,1 1 1,0-1-1,0 0 0,0 0 0,-1 0 1,1 1-1,0-1 0,-1 0 1,1 0-1,0 0 0,0 0 1,-1 0-1,1 0 0,0 0 1,-1 0-1,1 0 0,0 0 1,0 0-1,-1 0 0,1 0 1,0 0-1,-1 0 0,1 0 0,0 0 1,-1 0-1,1 0 0,0 0 1,0 0-1,-1 0 0,1-1 1,-1 1-1,-2-12-4866,3-5-8214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18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28685,'0'0'1564,"15"-2"-1276,245-14-1030,-256 20-1200,-4 2-11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19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20778,'0'0'9246,"10"3"-8877,32 4-26,0-2 1,0-1-1,53-3 1,5-1-606,-100 0 197,1 0-1,-1 0 1,0 0 0,1 0-1,-1 0 1,0 0 0,0 1-1,1-1 1,-1 0 0,0 0 0,0 0-1,0 1 1,1-1 0,-1 0-1,0 0 1,0 0 0,0 1-1,0-1 1,0 0 0,1 0-1,-1 1 1,0-1 0,0 0-1,0 1 1,0-1 0,0 0-1,0 0 1,0 1 0,0-1-1,0 0 1,0 1 0,0-1-1,0 0 1,0 0 0,0 1-1,0-1 1,0 0 0,-1 1-1,1 2-1590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23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22 25900,'0'0'4327,"-21"-11"-3380,5 8-912,-1 0 1,0 1-1,1 0 0,-1 2 0,0 0 0,0 0 0,1 2 0,-1 0 0,0 1 1,1 1-1,0 0 0,0 1 0,0 1 0,0 0 0,1 1 0,0 1 0,-18 13 1,16-11-36,5-3 3,1 1 0,-1 0 0,1 0 0,-14 15 0,23-20-3,-1 0 1,0 0 0,1 1-1,0-1 1,0 1-1,0-1 1,0 1-1,1 0 1,0 0 0,-1-1-1,1 1 1,1 0-1,-1 0 1,0 0-1,1 0 1,0 0 0,0 1-1,0-1 1,2 7-1,-2-9 1,1 0 0,0 0-1,0 0 1,0 0 0,1 0-1,-1 0 1,0-1 0,1 1 0,-1 0-1,1-1 1,0 1 0,0-1-1,-1 1 1,1-1 0,0 0-1,4 2 1,42 19 20,-27-13-14,-4-1 8,-7-4-12,-1 1 0,0 0-1,0 0 1,13 10 0,-20-12-2,0-1 0,1 0 0,-1 1 0,0 0 0,0-1 0,0 1 0,-1 0 0,1 0 0,-1 0 0,1 0 0,-1 0 0,0 0 0,0 1 0,-1-1 0,1 0 0,-1 1 0,1-1 0,-1 5 0,-1-4 5,1 1-1,-1 0 1,0-1-1,0 1 1,-1-1-1,1 1 1,-1-1-1,0 0 1,0 1 0,0-1-1,-1 0 1,1-1-1,-1 1 1,0 0-1,0-1 1,-1 1-1,-5 3 1,-8 7 43,0-1 0,-32 17 0,11-6-8,37-22-33,1-2-18,29-3-9,-23 1 17,-1 1 1,1 1-1,-1-1 1,1 1-1,-1 0 1,1 0-1,8 2 0,-12-2 2,0 1-1,0 0 0,-1 0 1,1 0-1,-1 0 1,1 0-1,-1 0 0,1 0 1,-1 0-1,1 1 0,-1-1 1,0 0-1,0 1 0,0-1 1,0 1-1,0 0 1,0-1-1,0 1 0,0 0 1,-1-1-1,1 1 0,0 0 1,-1 0-1,0 0 0,1 2 1,1 6 1,-1 0 1,0 0-1,-1 1 1,1-1-1,-2 0 1,0 1-1,0-1 1,-1 0-1,0 0 1,-1 0-1,0 0 1,0 0 0,-1-1-1,0 0 1,-1 1-1,0-1 1,-1-1-1,1 1 1,-2-1-1,-6 8 1,5-7-2,-17 23 4,-31 51 0,50-73-3,1 0 0,0 1 0,0-1-1,1 1 1,1 0 0,0 1 0,0-1-1,1 0 1,-1 22 0,3-31 0,0 0 0,0-1 1,1 1-1,-1 0 0,0-1 1,1 1-1,-1-1 0,1 1 1,0 0-1,-1-1 0,1 1 1,0-1-1,0 0 0,0 1 1,0-1-1,0 0 0,0 0 1,1 1-1,-1-1 0,3 1 1,0 1 7,0 0 0,1-1 0,0 0 1,-1 0-1,1-1 0,10 3 0,3-1 34,0 0 0,33-1 0,-21-1 21,-20 0-41,0-1 1,0 0 0,1 0-1,9-3 1,2-11-2175,-14 11 201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25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316 104 15767,'0'0'9802,"0"-5"-8938,0-61 4390,-14 69-5097,-4 7-154,0 2-1,0 0 1,1 1-1,1 1 1,0 1 0,1 0-1,0 1 1,-12 18 0,6-5-4,1 0 0,2 1 0,1 1 0,-15 39 0,25-51 3,1 0 1,0 0 0,2 0-1,0 0 1,1 1 0,0 31-1,3-50-3,0 0 1,0 0-1,0 0 0,0 0 0,0 0 1,1 0-1,-1 0 0,0 0 0,1 0 0,-1 0 1,1 0-1,-1 0 0,1-1 0,-1 1 1,1 0-1,0 0 0,-1 0 0,1-1 0,0 1 1,0 0-1,-1-1 0,1 1 0,0 0 1,2 0-1,30 5 3,-27-6 0,0 0 1,1 0-1,-1-1 0,0 0 0,0-1 0,1 1 1,-1-1-1,8-4 0,3-6-1,-1 0 0,-1-1 0,0 0 0,0-1 0,19-25 0,54-86-2,-77 106 5,0-1 0,-1 0 0,-1 0 0,-1-1 0,-1 0 0,0 0 0,-2-1 0,-1 0 0,0 0 0,-2 0 0,0-35 0,-2 55-1,0 1-1,0 0 1,0 0-1,0-1 1,0 1-1,-1 0 1,1 0 0,0-1-1,-1 1 1,1 0-1,-1 0 1,1 0-1,-1 0 1,0-1-1,1 1 1,-1 0-1,0 0 1,0 0-1,0 1 1,0-1-1,0 0 1,0 0-1,0 0 1,0 1-1,0-1 1,0 0 0,0 1-1,-1-1 1,1 1-1,0 0 1,0-1-1,0 1 1,-1 0-1,1 0 1,0-1-1,-1 1 1,1 0-1,0 0 1,0 1-1,-1-1 1,1 0-1,0 0 1,0 1-1,-1-1 1,1 0 0,-2 2-1,-2-1-4,-1 1 1,0 0-1,0 0 1,1 1-1,-1-1 0,1 1 1,0 0-1,-9 8 0,-4 6-223,1 0-1,0 2 1,1 0 0,2 1-1,0 1 1,1 0-1,1 1 1,0 0-1,2 1 1,1 0 0,1 0-1,1 1 1,-6 35-1,10 3-2231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2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27821,'0'0'2569,"-3"18"-2414,3-17-154,-4 26 160,-1 0 0,-1-1 0,-1 0 0,-16 36-1,-58 99-13,78-148 294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2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13 232 28413,'0'0'2382,"-2"9"-2019,-6 27-40,6-27-109,7-10-180,0-1 0,0 0 0,0 0 0,0-1 0,0 0 0,0 1 0,-1-1 1,1-1-1,-1 1 0,0-1 0,0 0 0,6-7 0,8-7 8,45-35-14,101-112 0,-160 160-9,-3 4-1,-3 26-15,-4 3 16,-2-1-1,0 0 1,-2 0 0,-25 46-1,-8 25 25,0 11-10,-23 67-802,55-147-2046,11-22-1507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26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26988,'0'0'2497,"-11"113"-1856,-1-75-385,0 0 48,-4 1 48,0-1-192,0 0-48,-4-6-64,8-5-48,0-4-16,4-8-176,0-6-496,4-7-609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2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161 225 28093,'0'0'2105,"0"0"-2074,-1 0 1,1-1-1,0 1 1,0 0-1,-1-1 1,1 1 0,0 0-1,0-1 1,-1 1-1,1 0 1,0-1-1,0 1 1,0-1-1,0 1 1,0 0-1,-1-1 1,1 1-1,0-1 1,0 1-1,0-1 1,0 1-1,0 0 1,0-1 0,0 1-1,1-1 1,-1 1-1,0-1 1,0 1-1,0 0 1,0-1-1,1 1 1,-1-1-1,9-14 16,0 1 0,1 1 0,0-1 0,1 2 0,0-1 0,1 2 0,27-21 0,-19 15-28,-16 13-16,51-39 8,-51 40-9,1 0 0,-1 0 0,1 1 0,0 0 0,0 0-1,0 0 1,0 0 0,0 1 0,0 0 0,10-1 0,-14 23 46,-2-9-39,0-1 0,-1 1 0,-1 0 1,0-1-1,0 1 0,-1-1 0,0 0 0,-1-1 1,-8 14-1,-65 93 12,52-80-14,-6 11 15,-2-1 1,-2-2-1,-2-1 1,-69 62-1,106-106-21,1 0 0,0 1 0,-1-1-1,1 1 1,0-1 0,-1 0 0,1 1 0,-1-1 0,1 0 0,-1 1 0,1-1-1,0 0 1,-1 0 0,1 1 0,-1-1 0,1 0 0,-1 0 0,1 0-1,-1 0 1,0 0 0,1 0 0,-1 0 0,1 0 0,-1 0 0,1 0 0,-1 0-1,1 0 1,-1 0 0,1 0 0,-1 0 0,1 0 0,-1-1 0,1 1 0,-1 0-1,1 0 1,-1-1 0,1 1 0,-1-1 0,-3-22 0,5 17-5,0 0 0,-1 0 0,2 0 0,-1 0 0,1 0 0,0 1 0,3-7 0,-2 8-1,0 0 0,0 1 0,1-1 0,-1 1 0,1 0 0,0 0 0,0 0 0,0 1 0,0-1 0,0 1 0,1 0-1,5-2 1,-7 3 7,-1 1-1,0-1 1,1 1-1,-1-1 1,0 1-1,1 0 0,-1 0 1,0 0-1,1 0 1,-1 1-1,1-1 1,-1 0-1,0 1 0,0 0 1,1 0-1,-1-1 1,0 1-1,0 1 1,0-1-1,0 0 0,0 0 1,0 1-1,0-1 1,0 1-1,-1-1 1,3 3-1,12 17-57,26 26 372,-39-44-460,0-1 1,0 0-1,0 0 0,1 0 0,-1 0 0,1 0 1,-1-1-1,1 1 0,0-1 0,0 0 0,-1-1 0,1 1 1,0 0-1,5-1 0,14 0-1523,1 0-2426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27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28141,'0'0'1553,"-48"115"-1137,32-82-144,4-1-64,-4-1-80,0-4-48,4-4-80,0-3-32,4-2-160,0-6-400,0-6-673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29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27132,'0'0'4002,"4"-3"-3778,4 6-1008,0 4 48,4-3-401,-4-2-1984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29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26204,'0'0'4066,"4"0"-4082,4 2-160,0-2-433,0 0 65,0 0-848,0 0-2642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28925,'0'0'2737,"4"0"-4321,-4 1 223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0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29037,'0'0'1911,"-7"18"-1837,-156 316 740,157-323-833,0 2-209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1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420 188 25244,'0'0'5578,"0"-34"-5287,0 24-293,-1-1-1,0 1 1,-1 1 0,0-1 0,0 0-1,-1 0 1,-8-15 0,10 21 18,-1 1 1,1-1-1,-1 1 0,0-1 1,0 1-1,-1 0 0,1 0 0,-1 0 1,1 0-1,-1 1 0,0-1 1,0 1-1,0-1 0,-1 1 1,1 0-1,0 0 0,-1 1 1,1-1-1,-1 1 0,0-1 0,1 1 1,-1 0-1,-4 0 0,-10 1-13,-1 0-1,1 1 1,0 1-1,0 1 1,0 0-1,0 2 1,-29 10-1,37-11-2,0 1 0,0 0 0,0 0-1,1 1 1,0 0 0,0 1 0,0 0-1,1 0 1,0 1 0,0 0-1,1 1 1,0-1 0,1 1 0,-8 13-1,11-12 8,-1 0 1,1-1-1,1 1 0,0 0 0,0 0 0,1 1 0,0-1 0,2 20 0,-1-23-7,0-5 2,0 0-1,0-1 1,1 1-1,-1 0 0,0-1 1,1 1-1,-1 0 1,1-1-1,0 1 0,-1-1 1,1 1-1,0-1 1,0 1-1,0-1 0,0 0 1,0 1-1,0-1 1,0 0-1,1 0 0,-1 0 1,3 2-1,0-1 5,0 0-1,0 0 1,1 0 0,-1 0-1,1-1 1,0 1 0,8 0-1,-1-1 3,0 0 1,0 0-1,0-1 0,0-1 1,21-3-1,-15-3-6,0 0 0,-1-1-1,0-1 1,0 0 0,-1-1 0,0-1 0,-1-1 0,0 0 0,20-23 0,29-38 11,-61 69 152,-4 7-72,-7 14-51,-14 25-49,-25 47 72,-52 139-1,33-69-33,55-127-37,-1 3-56,12-35 49,0 0 0,0 0 0,0 0 0,0 0 0,0 0 0,0 0 0,0 0 0,0-1 0,0 1 0,0 0 0,0 0 0,0 0 0,0 0 0,0 0 0,0 0 0,0 0 0,0 0 0,0 0 0,0 0 0,0 0 0,0 0 0,-1-1 0,1 1 0,0 0 0,0 0 0,0 0 0,0 0 0,0 0 0,0 0 0,0 0 0,0 0 0,0 0 0,0 0 0,0 0 0,-1 0 0,1 0 0,0 0 0,0 0 0,0 0 1,0 0-1,0 0 0,0 0 0,0 0 0,0 0 0,0 0 0,-1 0 0,1 0 0,0 0 0,0 0 0,0 0 0,0 0 0,0 0 0,0 0 0,0 1 0,0-1 0,0 0 0,0 0 0,0 0 0,0 0 0,-1 0 0,1 0 0,0 0 0,0 0 0,0 0 0,-1-23-1823,1 1-1805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3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33 26412,'0'0'3004,"9"-16"-2420,-3 13-525,1 0 0,-1 1 0,1 0 0,0 0 0,0 0-1,0 1 1,-1 0 0,1 1 0,0-1 0,0 1 0,0 1-1,0-1 1,0 1 0,12 3 0,-15-3-52,0 1 0,-1 0-1,1 0 1,0 0 0,-1 0 0,1 1 0,-1-1 0,1 1 0,-1 0-1,0 0 1,0 0 0,-1 0 0,1 1 0,-1-1 0,1 1 0,-1-1-1,0 1 1,0 0 0,-1 0 0,1 0 0,-1 0 0,0 0 0,0 0-1,1 9 1,-1-4 11,1 0 0,-1 0 0,-1 0 0,1 0-1,-2 0 1,1 0 0,-1 0 0,-1 0 0,1 0 0,-1-1-1,-1 1 1,0 0 0,0-1 0,-1 0 0,0 1 0,0-2-1,-1 1 1,-8 10 0,4-6-6,-42 54 147,48-61-163,0 1 0,0 0 0,0-1 0,1 1 0,0 0 1,0 0-1,0 1 0,1-1 0,0 0 0,-1 10 0,8-14 15,-1-1 0,1 0 0,0-1 0,0 1 0,-1-1 0,12-1 0,-12 1 3,1 0 1,0 0-1,0-1 1,-1 0 0,1 0 0,0 0 0,-1 0 0,1-1-1,7-3 1,-12 4 361,-10 5-354,-1 0-20,1 1 0,0 1 0,0 0 0,1 0 0,0 1 0,0 0 0,0 0 0,1 1 0,0 0 0,0 0 0,1 1 0,0 0 0,1 0 0,0 0 0,0 1 0,1-1 0,0 1 0,1 0 0,0 0 0,1 1 0,0-1 0,0 0 0,0 16 0,3-11-1,0 0 1,2-1-1,-1 1 0,2 0 1,0-1-1,0 0 1,1 0-1,1 0 1,1-1-1,12 21 1,-12-20-2,-3-5 1,0 1 0,-1-1 1,-1 1-1,0 0 0,0 0 1,-1 0-1,0 0 0,-1 0 1,0 1-1,0-1 0,-3 10 1,2-16 5,-1 0-1,1 0 1,-1 0 0,0 0 0,-1 0-1,1 0 1,0-1 0,-1 0 0,0 1 0,0-1-1,0 0 1,0 0 0,-1-1 0,1 1 0,-1-1-1,0 1 1,0-1 0,-6 3 0,-4 1 23,0 1 1,0-2 0,-1 0 0,-15 3 0,11-5-163,0-2 0,1 0 0,-31-2 0,36 1-258,-14-2-976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4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34 775 26252,'0'0'4063,"-5"4"-3833,-17 10 71,17-10 289,5-5-574,0 0 1,-1 0-1,1 0 0,0 1 1,0-1-1,0 0 1,0 0-1,0 0 0,0 0 1,0 0-1,0 0 1,0 0-1,0 0 0,1 1 1,-1-1-1,0 0 1,0 0-1,1 0 1,-1 0-1,1 1 0,-1-1 1,1 0-1,0-1 1,14-19 10,33-40-33,-3-2 0,-3-2-1,-3-2 1,-3-1 0,-2-2-1,-4-1 1,23-83 0,-47 132 6,-2 0 0,-1 0 0,0 0 0,-1-24 0,-11 51 42,-6 22-40,2 0 1,1 0-1,1 2 0,1-1 0,1 1 0,-5 36 0,-1-2 18,-3 12-19,3 0-1,3 1 1,-3 150 0,15-226-2,0 1 1,0-1 0,0 0 0,0 0-1,0 1 1,0-1 0,0 0 0,0 1-1,0-1 1,0 0 0,0 1 0,0-1 0,0 0-1,0 0 1,1 1 0,-1-1 0,0 0-1,0 0 1,0 1 0,0-1 0,1 0-1,-1 0 1,0 1 0,0-1 0,1 0 0,-1 0-1,0 0 1,0 0 0,1 1 0,-1-1-1,0 0 1,0 0 0,1 0 0,-1 0-1,0 0 1,1 0 0,-1 0 0,0 0-1,0 0 1,1 0 0,-1 0 0,0 0 0,1 0-1,-1 0 1,0 0 0,1 0 0,-1 0-1,0 0 1,0 0 0,1 0 0,-1 0-1,0-1 1,1 1 0,-1 0 0,0 0-1,0 0 1,0-1 0,1 1 0,-1 0 0,0 0-1,0 0 1,0-1 0,1 1 0,-1 0-1,0-1 1,18-16 13,-2-6-21,-1 0 0,-1-2 1,-1 1-1,-1-2 0,-1 0 1,-2 0-1,0 0 0,-2-1 0,7-48 1,-14 73 7,1 1 0,-1 0 0,1 0-1,-1-1 1,1 1 0,0 0 0,-1 0 0,1 0 0,0-1 0,0 1 0,0 0 0,-1 0 0,1 0 0,1 0 0,-1 1 0,0-1 0,0 0 0,0 0 0,0 1 0,0-1 0,1 0 0,-1 1 0,0-1 0,1 1 0,-1 0 0,0-1 0,1 1 0,-1 0 0,0 0 0,1 0 0,-1 0 0,0 0 0,1 0 0,-1 0 0,3 1 0,65 13 1,-35-7 1,-8-3-146,1-1 0,0-2 0,0-1 0,43-5 0,-67 4-46,1 0-1,-1 0 1,1-1 0,-1 1-1,1-1 1,-1 0 0,0 0-1,4-4 1,-3 4-117,18-14-1982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5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0 26268,'0'0'2137,"6"16"-1414,8 38-161,-2 0 1,-2 1-1,3 58 0,-10-59-464,-3 0 1,-2 0-1,-2 0 0,-2-1 1,-3 1-1,-28 90 0,17-84-55,-3-1 0,-2-1 1,-3-2-1,-3 0 0,-1-2 0,-54 67 0,85-120-52,1-1 0,0 1 0,0-1 0,0 0 0,0 1 0,0-1 0,-1 1 0,1-1 0,0 0 0,0 1 0,-1-1 0,1 0 0,0 1 0,-1-1 0,1 0 0,0 0 0,-1 1 0,1-1 0,0 0 0,-1 0 1,1 1-1,-1-1 0,1 0 0,0 0 0,-1 0 0,1 0 0,-1 0 0,1 0 0,0 0 0,-1 0 0,1 0 0,-1 0 0,1 0 0,-1 0 0,1 0 0,0 0 0,-1 0 0,1 0 0,-1 0 0,1 0 0,-1-1 0,-3-17-1832,3 8 182,-5-17-5797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431 125 28285,'0'0'2908,"-2"2"-2823,-1 0-77,1 1 1,0-1-1,0 1 0,0 0 0,0-1 0,1 1 0,-1 0 0,1 0 0,0 0 1,-1 0-1,1 0 0,0 5 0,-5 10 22,-24 55 110,-2-2 0,-59 95 0,-104 121-2,190-279-122,4-6-12,0 0 0,0 0-1,0-1 1,-1 1 0,1 0-1,0 0 1,-1-1-1,0 1 1,1-1 0,-1 1-1,0-1 1,1 0 0,-1 1-1,0-1 1,0 0-1,0 0 1,0 0 0,-3 0-1,3-4-3,1-1-1,-1 1 0,1-1 0,0 0 1,0 1-1,0-1 0,0 0 1,1 0-1,-1 0 0,1-6 0,0 9 1,-1-13 0,0-6-4,0 0 0,4-40 0,-3 56 0,0 0-1,1 0 1,0 1 0,-1-1-1,1 0 1,1 1 0,-1-1-1,0 1 1,1-1 0,0 1-1,0-1 1,0 1 0,0 0-1,0 0 1,1 0 0,0 0-1,-1 1 1,1-1 0,0 1-1,0 0 1,0-1 0,6-2-1,-5 4 4,0 0 0,0 0-1,0 0 1,1 1 0,-1 0 0,0-1-1,0 1 1,0 1 0,0-1 0,0 1-1,0-1 1,0 1 0,0 0 0,0 1-1,4 1 1,62 34 11,-14-6-5,-37-24-5,1 0 0,-1-1 1,1-2-1,0 0 0,0 0 0,1-2 1,-1-1-1,0 0 0,1-2 0,23-3 1,-37 2-1,0-1 1,0 0-1,0 0 1,-1-1-1,1 1 1,-1-2-1,0 1 1,0-1-1,0 0 1,-1 0-1,1 0 1,-1-1-1,-1 0 1,1 0-1,4-7 1,1-4 0,0 0 1,-1 0-1,-1-1 1,11-31 0,-10 22-2,-2 0 0,0-1 0,-2 0 0,-1 0 0,-1 0 0,-2 0 0,-2-44 0,-1 62 4,-1 0 1,0 0 0,0 0-1,-1 0 1,-1 1 0,1-1 0,-2 1-1,1 0 1,-1 1 0,0-1-1,-1 1 1,0 1 0,0-1 0,-1 1-1,0 0 1,-17-10 0,13 8 4,0 2 0,-1-1 1,-1 2-1,1 0 0,-1 0 1,0 1-1,0 1 0,-1 0 1,1 1-1,-1 1 0,-20-1 1,24 3-8,1 0 0,-1 0 1,1 1-1,0 1 0,-1-1 1,1 2-1,0 0 0,0 0 0,0 0 1,1 1-1,-1 1 0,1 0 1,0 0-1,0 1 0,1 0 1,-1 0-1,2 1 0,-1 0 1,1 0-1,0 1 0,-11 16 0,6-6-11,0 1 0,2 0-1,0 1 1,2 0 0,0 1-1,1-1 1,-7 39 0,6-12-1208,3 1 1,1 69-1,4-77-2297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0 28893,'0'0'1337,"-17"9"-1121,0-2-190,7-3-14,0 1 0,0-1 0,1 1 0,0 1 0,0 0 0,0 0 0,1 1 0,0 0 1,-12 14-1,-10 15 206,2 2 0,2 1 0,2 1 1,-37 82-1,54-103-210,0 1-1,1 1 1,1-1 0,1 1 0,0 0-1,2 0 1,0 0 0,2 0 0,0 0-1,4 22 1,-4-42-40,1 0-1,-1 1 0,0-1 1,1 1-1,0-1 0,-1 0 1,1 1-1,0-1 0,-1 0 1,1 0-1,0 0 0,0 0 1,0 1-1,0-1 0,0-1 1,0 1-1,1 0 0,-1 0 1,0 0-1,0 0 1,1-1-1,-1 1 0,0-1 1,2 1-1,35 4-1290,-37-5 1291,31 0-1729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7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380 394 28461,'0'0'824,"17"-21"-381,129-161 275,-88 91-135,-53 83-504,0-1 0,-1 0-1,-1 1 1,0-2 0,0 1-1,-1 0 1,0-1 0,2-18-1,-25 36 120,11 0-196,1 0 1,0 1-1,1 0 1,0 1-1,0-1 1,-11 20-1,-37 76-6,39-71 4,-263 567 101,197-414-69,24-63-18,59-123-13,0 0 0,-1 0 0,1-1 1,-1 1-1,1 0 0,-1 0 0,1-1 1,-1 1-1,1 0 0,-1 0 0,1-1 1,-1 1-1,0-1 0,0 1 0,1-1 1,-1 1-1,0-1 0,0 1 0,1-1 1,-1 1-1,-2-1 0,-6-11 60,0-31 27,2-21-83,3-1 0,5-99 1,-1 158-7,1-1 1,0 1 0,0-1-1,1 1 1,0-1 0,0 1-1,0 0 1,0 0 0,1 0-1,0 0 1,0 0 0,0 1-1,1-1 1,6-6 0,-3 5-2,0 1 1,0 0 0,0 0 0,1 1-1,0 0 1,0 0 0,0 0 0,14-3 0,9 0-2,0 1 0,1 2 1,-1 1-1,35 2 0,-60 1 3,45 0-9,-21 1 15,43-5 0,-64 2-81,1 1 0,-1-1 1,0-1-1,0 0 0,0 0 1,0-1-1,0 0 0,13-9 1,40-34-1898,-33 16 321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7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29053,'0'0'835,"0"19"-258,27 333 733,-25-303-1210,-2 1 1,-2-1 0,-2-1 0,-2 1 0,-24 89 0,7-79-78,-2-1-1,-2 0 1,-38 56-1,50-89-40,-4-3 147,10-11-3262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29069,'0'0'2417,"96"18"-2321,-64-18-96,0 0 32,-4 0-32,0 0-16,-8 0 16,-4 0-240,-8 0-592,-4 0-160,-4 5-1874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38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30350,'0'0'1809,"100"5"-1713,-60-5-64,-4 0-16,-4 0-16,-8 0-96,4 0-208,-4 0-353,-8 0-783,-4 0-1906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41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0 814 29373,'0'0'1470,"8"-13"-1219,37-61-89,4 2 0,84-94 0,136-188-170,-257 338 5,51-59 19,-63 75-13,0 0 1,0 0-1,1 0 0,-1-1 0,0 1 0,0 0 1,0 0-1,0 0 0,0 0 0,0 0 0,1 0 1,-1 0-1,0 0 0,0 0 0,0 0 0,0 0 1,0 0-1,1 0 0,-1 0 0,0 0 0,0 0 1,0 0-1,0 0 0,0 0 0,1 0 0,-1 0 1,0 0-1,0 0 0,0 1 0,0-1 0,0 0 0,0 0 1,1 0-1,-1 0 0,0 0 0,0 0 0,0 0 1,0 0-1,0 1 0,0-1 0,0 0 0,0 0 1,0 0-1,0 0 0,1 0 0,-1 0 0,0 1 1,0-1-1,0 0 0,0 0 0,0 0 0,0 0 1,0 0-1,0 1 0,0-1 0,0 0 0,0 0 1,0 0-1,-1 0 0,4 19 28,-3 21-46,-6 18 40,-2-1-1,-23 81 1,1-7-3,29-126-21,-12 58-2,3 1 0,-2 88 0,12-151 0,0-1 1,1 1-1,-1-1 1,0 0-1,1 1 1,-1-1-1,0 0 1,1 1 0,-1-1-1,1 0 1,-1 1-1,0-1 1,1 0-1,-1 0 1,1 1-1,-1-1 1,1 0-1,-1 0 1,1 0 0,-1 0-1,1 0 1,-1 0-1,1 0 1,-1 0-1,1 0 1,-1 0-1,1 0 1,-1 0 0,1 0-1,-1 0 1,1 0-1,-1 0 1,1-1-1,-1 1 1,1 0-1,-1 0 1,0 0-1,1-1 1,23-10 4,14-22 36,-1-2 1,51-63-1,-36 38-33,131-174 224,-45 52-61,-41 57 24,-135 186-1168,21-32-794,-3 1-2026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47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207 376 23147,'0'0'1109,"-5"16"-852,-58 191 1077,58-196-707,-1-1 0,0 1 0,0-1 1,-10 11-1,-18 30 14,17-21-484,10-20-106,1-1 1,1 1-1,-1 1 0,2-1 1,-1 1-1,1-1 0,1 1 1,-3 15 957,5-29-995,1-1 0,-1 1 0,1-1 0,-1 1 0,1 0 0,0-1 0,1 1 0,-1-1-1,1 1 1,-1 0 0,1-1 0,0 1 0,0 0 0,0 0 0,1 0 0,-1-1 0,1 1 0,-1 1 0,1-1 0,3-4 0,-2 3-2,0 0 1,-1-1-1,0 1 0,0-1 0,0 1 1,0-1-1,-1 0 0,0 1 1,1-7-1,0-4 7,1 0 1,0 0-1,1 0 1,0 1-1,1-1 0,11-21 1,7-20 2,1-8-22,3 1 1,54-92 0,-51 107-2,3 2 0,75-83 1,-101 118 1,-6 9 0,0 0 1,0 0-1,0 0 1,0 0-1,0 0 1,0 1-1,1-1 1,-1 0-1,1 1 1,-1-1-1,1 1 1,-1-1-1,1 1 1,0 0-1,0 0 0,0-1 1,0 1-1,2-1 1,-2 4-2,-1-1 0,1 0 0,-1 0 0,1 1 0,-1-1 0,0 1 0,0-1 0,0 1 0,0 0 0,0-1-1,0 1 1,0 0 0,-1 0 0,1 0 0,0-1 0,-1 1 0,1 4 0,8 39 4,-7-33-4,2 60 3,-4-67-3,0 0 0,0 0 0,-1 0 0,0 0 0,0-1 0,0 1 0,0 0 0,-1-1 0,0 1-1,0-1 1,0 1 0,-3 3 0,-17 21 3,-2-1 0,0-1-1,-31 24 1,7-8-7,-54 43-2,88-75 5,-1-1 1,-1 0-1,0-2 1,0 1-1,-20 6 1,35-15-1,-1 1 1,0 0 0,1 0-1,-1-1 1,0 1-1,1-1 1,-1 0 0,0 1-1,1-1 1,-1 0 0,0 0-1,0 0 1,1 0 0,-1 0-1,0-1 1,0 1 0,1 0-1,-1-1 1,0 1 0,-2-2-1,3 0 1,0 1-1,0-1 0,1 0 1,-1 1-1,0-1 1,1 0-1,-1 0 0,1 1 1,-1-1-1,1 0 1,0 0-1,0 0 0,0 0 1,0 1-1,0-1 1,0 0-1,1 0 0,0-3 1,0 3-1,-1 0 0,1-1 1,1 1-1,-1 0 0,0 0 0,0-1 1,1 1-1,-1 0 0,1 1 1,0-1-1,-1 0 0,1 0 0,0 1 1,0-1-1,0 1 0,0-1 0,1 1 1,-1 0-1,0 0 0,0 0 0,1 0 1,-1 0-1,1 1 0,-1-1 0,1 1 1,-1-1-1,1 1 0,-1 0 1,3 0-1,2 0 2,-1-1-1,1 1 1,0 0 0,0 1 0,-1 0 0,1 0-1,0 0 1,-1 1 0,1 0 0,5 2 0,3 6-3,-2 0 1,0 1-1,0 0 1,0 1-1,-2 1 1,21 27-1,28 28 26,-56-64-121,0 0 1,0 0-1,1 0 1,-1-1 0,1 0-1,0 0 1,0 0-1,0-1 1,1 1-1,-1-1 1,1 0-1,-1-1 1,1 0-1,-1 1 1,1-2-1,0 1 1,0-1-1,-1 0 1,1 0-1,0 0 1,0-1-1,-1 0 1,1 0 0,0 0-1,-1-1 1,1 0-1,-1 0 1,0 0-1,0-1 1,8-4-1,11-14-2544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47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28861,'0'0'2268,"-15"20"-2065,-4 5-130,-75 107 286,52-64-122,-50 110 0,80-150-309,2 0 0,0 1 0,2 0 0,1 1 0,2-1 0,0 1 0,0 39 0,5-66-80,0-2 81,0-1-1,0 1 1,0 0-1,0-1 1,0 1-1,0 0 1,0-1-1,0 1 1,0 0-1,0 0 1,0-1-1,0 1 1,0 0-1,1-1 1,-1 1-1,0 0 1,0-1 0,1 1-1,-1-1 1,1 1-1,-1 0 1,0-1-1,1 1 1,-1-1-1,1 1 1,-1-1-1,1 1 1,0-1-1,-1 0 1,1 1-1,-1-1 1,1 0-1,0 1 1,17 0-2981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48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253 433 28829,'0'0'1601,"21"-20"-1462,1-1-88,11-10 92,49-63-1,-42 51 106,50-45-1,23-22 45,-95 87-162,-19 21-9,-4 4 5,-34 36 6,-11 26-115,3 2 0,-47 89-1,-64 155 31,105-201-45,-63 152 1,105-236-3,10-21 1,-1 0-1,0 0 1,0 0 0,0 0 0,-1 0 0,0 0-1,1 0 1,-1-1 0,-6 6 0,9-9-1,-1 0 0,1 1 0,-1-1 1,1 0-1,-1 1 0,0-1 0,1 0 0,-1 0 1,1 0-1,-1 0 0,0 1 0,1-1 1,-1 0-1,0 0 0,1 0 0,-1 0 0,0 0 1,1 0-1,-1-1 0,0 1 0,1 0 0,-1 0 1,1 0-1,-1 0 0,0-1 0,-1 0 0,1-1 1,-1 1-1,1-1 0,-1 1 0,1-1 0,0 1 1,0-1-1,0 0 0,0 1 0,0-1 0,0 0 1,-1-3-1,-7-25 2,1-1 0,2 0 0,0-1-1,2 1 1,2-1 0,2-55 0,0 83-4,1-1 0,-1 1-1,1-1 1,0 1 0,0 0-1,0 0 1,0-1 0,1 1-1,0 0 1,0 0 0,0 0 0,0 1-1,1-1 1,-1 0 0,6-5-1,-1 3 4,0 0 0,0 0-1,1 0 1,-1 1 0,1 1 0,0-1-1,11-3 1,7-2 15,1 2 0,0 0-1,0 2 1,31-3 0,9 4 6,82 4-1,-75 2-112,-65-2-61,0-1 0,0 0 1,-1 0-1,1 0 0,-1-1 0,1-1 0,-1 0 0,0 0 1,0 0-1,-1-1 0,1 0 0,11-11 0,-14 13-32,31-27-1913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4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29101,'0'0'2225,"0"18"-1979,1 48-110,2 14 112,-14 138 0,-16-84-189,-5-1-1,-62 158 1,93-286-60,-1 0 1,0 0-1,0 0 0,-1 0 0,1-1 0,-1 1 1,0-1-1,0 0 0,-7 8 0,9-12-60,1-42-2600,4 26-1719,12-16-15880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49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29614,'0'0'1984,"119"14"-1839,-87-11-65,12-1-80,-8 0 16,0 0-16,0-2 0,-12 0-80,-4 2-353,-8 1-623,-4-1-657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49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9524,'0'0'22171,"111"14"-21947,-63-14-96,-8-3-48,4-4-16,-8-1-48,-8 3-16,8 1-160,-8 4-225,-4 0-1167,-8 0-2994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5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1 712 28093,'0'0'2059,"1"-13"-1832,4 2-30,0 0 1,0 0-1,1 1 0,9-12 0,1-3-84,31-45-40,92-106-1,-93 124-43,-3-2-1,-2-2 1,53-96-1,-82 137 9,-11 15-22,0-1 0,0-1-1,0 1 1,0 0 0,0 0 0,0 0 0,0 0 0,-1-1 0,1 1 0,0 0 0,-1-1-1,1 1 1,-1-1 0,1 1 0,-1-2 0,0 3 102,1 0-93,2 0-10,-2 0 18,2 0-22,-3 0 52,0 24-60,-1 24 19,-2-1-1,-16 84 1,3-52-20,3 1 0,-3 128-1,17-208 0,-1 0 0,0 1 0,1-1 0,-1 0 0,0 0 0,1 0 0,-1 1 0,1-1 0,-1 0 0,0 0 0,1 0 0,-1 0-1,1 0 1,-1 0 0,1 0 0,-1 0 0,0 0 0,1 0 0,-1 0 0,1 0 0,-1 0 0,1 0 0,-1 0 0,0 0-1,1 0 1,-1 0 0,1-1 0,-1 1 0,0 0 0,1 0 0,-1-1 0,0 1 0,1 0 0,-1 0 0,0-1 0,1 1 0,-1 0-1,1-1 1,15-10 3,-14 9 5,-2 1-7,1 0 0,0 0 1,-1 0-1,1 0 0,0 0 0,-1 0 0,1 0 1,0 1-1,0-1 0,0 0 0,0 1 0,0-1 0,0 1 1,0-1-1,0 1 0,0-1 0,0 1 0,0 0 0,0-1 1,0 1-1,0 0 0,2 0 0,19-34 10,275-313-4,-117 141-3,-163 193-1019,-25 24-1116,0-7-801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59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 22346,'0'0'7726,"0"-7"-6333,-1 24-1345,0-1-1,-2 0 0,0 0 1,-1 0-1,0 0 1,-9 21-1,-49 94 39,34-75-69,-30 49-2,-7 16-14,63-110-1973,2-14 489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8:59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28189,'0'0'2369,"54"-4"-1000,10 8-1247,149 7 6,-196-9-88,-17 12-2387,0-8-791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01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319 120 27421,'0'0'2878,"-1"12"-2502,-8 29 79,8-37-163,0-6-37,6-29-75,-1 2-174,-2 0 1,-1-29-1,-1 58-6,0-2 1,0 1 1,-1 0-1,1 0 0,0-1 1,0 1-1,-1 0 0,1 0 0,-1 0 1,1 0-1,-1 0 0,0 0 1,1-1-1,-1 1 0,0 0 1,0 1-1,0-1 0,1 0 1,-1 0-1,0 0 0,0 0 1,0 1-1,0-1 0,-1 1 1,1-1-1,0 1 0,0-1 1,0 1-1,0-1 0,-1 1 1,1 0-1,0 0 0,0-1 1,-1 1-1,1 0 0,0 0 1,0 0-1,-1 1 0,1-1 0,0 0 1,0 0-1,-2 1 0,-3 0-2,0 0 0,0 0 0,0 1-1,0 0 1,0 0 0,1 0 0,-8 5-1,-8 8 3,1 1 0,0 1 0,2 1-1,0 1 1,1 1 0,0 0 0,2 1 0,1 0-1,-23 45 1,32-55 4,0 0 0,1 0 0,1 0 0,0 0 0,0 0 0,1 1 0,0-1 0,1 1 0,0 0 0,1-1 0,2 18 0,-1-24-3,0 0 1,0 0-1,1 0 1,0 0-1,0 0 1,0 0-1,0 0 1,1-1 0,0 1-1,0-1 1,0 0-1,1 0 1,-1 0-1,1 0 1,0-1-1,0 0 1,0 1 0,0-1-1,1-1 1,-1 1-1,1 0 1,0-1-1,-1 0 1,1-1-1,0 1 1,1-1-1,4 1 1,10 3-16,1-1 0,-1-2 0,1 0 0,-1-1 0,1-1 0,0-1 0,-1 0 0,1-2 0,-1-1 0,1 0 0,-1-1 0,-1-2 0,1 0 0,-1 0 0,25-16 0,32-25-2588,-52 30 178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02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28589,'0'0'1772,"14"16"-1487,1-1-185,-8-9-64,-1 0-1,0 1 1,0 0-1,-1 0 1,1 0-1,-2 1 1,1-1-1,-1 1 1,0 0 0,-1 1-1,1-1 1,-2 0-1,3 10 1,0 24 111,-1 0 0,-2 0 1,-4 47-1,1-55-112,-3 14 3,-1 1 0,-3-1 0,-1 0 0,-32 92 0,12-65-20,-2-1 1,-52 87-1,23-69 73,60-91-90,0-1 1,0 1-1,0 0 0,0-1 0,0 1 1,-1-1-1,1 1 0,0 0 0,0-1 1,-1 1-1,1-1 0,0 1 1,-1-1-1,1 1 0,0-1 0,-1 1 1,1-1-1,-1 1 0,1-1 0,0 1 1,-1-1-1,1 0 0,-1 1 0,0-1 1,1 0-1,-1 1 0,1-1 1,-1 0-1,1 0 0,-1 0 0,0 0 1,1 1-1,-1-1 0,0 0 0,1 0 1,-1 0-1,1 0 0,-1 0 1,0-1-1,1-33-575,1 18-773,6-4-1534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1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26 27116,'0'0'3581,"0"-4"-3445,0-13 21,0 13 3,-15 28 199,6-12-304,-192 419 329,152-314-379,-28 90-42,75-203-626,3-15 188,5-19-767,4 4-889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2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0 154 14967,'0'0'13793,"3"-8"-13596,13-26 49,-4 8 399,16-46 1,-25 59-202,-5 33-258,-14 447 497,12-281-683,4-134 0,0-52-1,0 0 1,0 1 0,0-1-1,0 1 1,0-1 0,0 1 0,0-1-1,0 1 1,0-1 0,0 0-1,0 1 1,1-1 0,-1 1 0,0-1-1,0 0 1,0 1 0,1-1-1,-1 0 1,0 1 0,0-1 0,1 0-1,-1 1 1,0-1 0,1 0-1,-1 1 1,0-1 0,1 0 0,-1 0-1,0 0 1,1 1 0,-1-1-1,1 0 1,-1 0 0,1 0 0,-1 0-1,0 0 1,1 0 0,-1 0 0,1 0-1,-1 0 1,1 0 0,-1 0-1,0 0 1,1 0 0,-1 0 0,1 0-1,-1 0 1,1 0 0,-1 0-1,0-1 1,1 1 0,-1 0 0,0 0-1,1-1 1,-1 1 0,1 0-1,-1 0 1,1-1 0,18-13-13,15-28 20,-2-2-1,-1-2 0,-3-1 1,30-64-1,53-87 8,-73 144-16,32-52 4,-70 145-2489,-3-21 203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28125,'0'0'1993,"-6"0"-1966,3 0-21,6 0 25,286 2-1088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27421,'0'0'2678,"-5"0"-2190,349 0 398,-343 0-878,9 0-2181,-4 0-2548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6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1 26844,'0'0'4514,"-20"0"-4370,-6 0-142,-1 1 0,1 1-1,1 2 1,-33 7-1,49-8 0,-1 0-1,1 0 1,-1 1 0,1 0-1,1 1 1,-1 0-1,0 0 1,1 1-1,0 0 1,1 0-1,-1 1 1,1 0-1,0 0 1,-8 12-1,14-18-1,0 1 0,0 0 0,0 0 0,0-1 0,0 1 0,0 0-1,0 0 1,1 0 0,-1 0 0,1 0 0,-1 0 0,1 0-1,0 0 1,0 1 0,0-1 0,0 0 0,0 0 0,0 0 0,1 0-1,-1 0 1,1 0 0,-1 0 0,1 0 0,0 0 0,0 0-1,0 0 1,0-1 0,0 1 0,0 0 0,0-1 0,1 1 0,-1 0-1,3 1 1,5 5-12,1 0 0,0-1 0,1 0 0,20 9 0,18 14-5,-45-27 20,0 1 1,0 0 0,0 0 0,-1 0 0,1 0-1,-1 1 1,0-1 0,-1 1 0,1 0-1,-1-1 1,0 1 0,0 1 0,0-1 0,-1 0-1,1 0 1,-1 1 0,-1-1 0,1 0-1,-1 1 1,0-1 0,0 1 0,0-1 0,-1 1-1,-2 8 1,1-11 0,0 0 0,0 1 0,-1-1 0,1 0 0,-1 0 0,0 0-1,1 0 1,-1-1 0,-1 1 0,1-1 0,0 0 0,-1 0 0,1 0 0,-1 0 0,1-1 0,-7 3-1,-5 1 11,0-1 0,-29 6 0,60-12-34,0 2-1,0 0 1,23 3 0,-37-3 21,-1 1 0,1 1 0,0-1 1,-1 0-1,1 0 0,-1 0 0,0 1 1,1-1-1,-1 1 0,0-1 0,0 1 1,0-1-1,0 1 0,0 0 0,0 0 1,0 0-1,0-1 0,-1 1 0,1 0 1,-1 0-1,0 0 0,1 0 0,-1 0 1,0 0-1,0 0 0,0 0 0,0 0 1,-1 0-1,0 2 0,1 1 3,-1 0 0,1 0-1,-1 0 1,-1 0 0,1 0-1,-1 0 1,0 0 0,0-1 0,0 1-1,-4 4 1,-8 6 10,0-2 0,-27 20 0,-29 27 15,66-56-22,0 1 0,0 0 1,0 0-1,1 0 0,-1 0 0,1 1 0,0-1 1,1 1-1,-1 0 0,1 0 0,-2 9 0,4-13-6,0 0 0,-1 0 0,1 0 0,0 0 0,0 0 0,0 1 0,0-1 0,1 0 0,-1 0 0,0 0 0,1 0-1,0 0 1,-1 0 0,1 0 0,0 0 0,0 0 0,0 0 0,0 0 0,1-1 0,-1 1 0,0 0 0,1-1 0,-1 1-1,1-1 1,0 1 0,-1-1 0,1 0 0,0 0 0,0 1 0,0-1 0,0-1 0,0 1 0,0 0 0,0 0-1,0-1 1,0 1 0,2-1 0,11 3 16,0-1-1,0-1 0,0 0 1,21-3-1,-12 2 5,-15-1-208,1-1 1,-1 1-1,0-1 0,0-1 1,0 0-1,0 0 0,-1-1 1,1 0-1,-1 0 0,0-1 1,0 0-1,0-1 1,-1 1-1,8-9 0,-2-4-3830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7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141 116 28621,'0'0'1865,"-3"-3"-1756,2 2-106,1 0-1,-1 0 1,0 1-1,1-1 1,-1 0 0,1 1-1,-1-1 1,0 1-1,0-1 1,1 1-1,-1-1 1,0 1-1,0-1 1,0 1-1,0 0 1,0-1 0,1 1-1,-1 0 1,0 0-1,0 0 1,0 0-1,0 0 1,0 0-1,0 0 1,0 0-1,0 0 1,0 0-1,1 0 1,-1 1 0,0-1-1,-2 1 1,0 2 4,0 0 1,0 0-1,0 0 1,0 0-1,1 1 1,0-1-1,-4 7 1,-5 5 49,1 2 0,0-1 0,1 1 0,1 1 0,1 0 1,1 0-1,0 0 0,1 1 0,1 0 0,0-1 0,0 24 0,4-32-57,0-2-3,0-1-1,0 0 1,0 0 0,1 1-1,0-1 1,1 0 0,2 8-1,-3-12 4,0-1-1,0-1 0,1 1 1,-1 0-1,1 0 0,-1 0 1,1-1-1,0 1 0,0-1 1,-1 1-1,1-1 0,0 0 1,0 1-1,1-1 0,-1 0 1,0 0-1,0-1 0,0 1 1,1 0-1,-1-1 0,0 0 0,1 1 1,-1-1-1,0 0 0,1 0 1,3-1-1,1 0 4,1 0 0,-1-1 1,0 1-1,0-2 0,0 1 0,0-1 0,0 0 1,-1-1-1,1 1 0,-1-1 0,0-1 0,0 1 1,-1-1-1,1 0 0,8-11 0,6-6 10,-2-1 1,26-41-1,-33 48-1,0-1 0,-2 0 0,0-1 1,0 0-1,-2 0 0,-1 0 0,0-1 1,-1-1-1,-1 1 0,-1 0 0,2-39 0,-5 55-2,0 1 0,-1 0 0,1 0 0,0 0 0,-1 0 0,0 0 0,1 0 0,-1 0-1,0 1 1,0-1 0,0 0 0,0 0 0,0 0 0,0 1 0,-1-1 0,1 1 0,0-1 0,-1 1-1,0-1 1,1 1 0,-1 0 0,0 0 0,1 0 0,-1 0 0,0 0 0,0 0 0,0 0-1,0 1 1,0-1 0,0 1 0,0-1 0,0 1 0,-4 0 0,0-1-2,1 1 0,-1 0 0,0 0 0,1 0 0,-1 1 0,1 0 0,-1 0 0,1 0 0,-1 1 0,1 0 0,-10 5 0,5-1-26,0 1 0,1 0 0,0 0 0,0 1 1,1 1-1,0-1 0,1 1 0,-1 1 0,2-1 1,-1 1-1,1 0 0,1 1 0,-8 19 0,8-15-535,1-1 0,0 1 0,1 0-1,1 0 1,0 1 0,1 15 0,1-8-3009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7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26652,'0'0'2321,"0"107"-1712,-16-68-289,0 1-80,0 1-64,-4-3-144,4-6-16,4-5-16,4-11 0,4-3-32,0-4-288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0 333 28253,'0'0'2110,"7"-13"-1558,120-124 268,-81 91-770,51-67 1,-76 90 26,-21 23-75,0 0 0,0 0 0,0 0 0,1 0 0,-1 0 0,0 0 0,0 0 0,0 0 0,0 0 0,1 1 0,-1-1 0,0 0 0,0 0 0,0 0 0,0 0 0,1 0 0,-1 0 1,0 1-1,0-1 0,0 0 0,0 0 0,0 0 0,0 0 0,0 1 0,0-1 0,1 0 0,-1 0 0,0 0 0,0 1 0,0-1 0,0 0 0,0 0 0,0 0 0,0 1 0,0-1 0,0 0 0,0 0 0,0 0 0,0 0 1,0 1-1,0-1 0,-1 0 0,1 0 0,0 0 0,0 1 0,0-1 0,0 0 0,0 0 0,0 0 0,0 0 0,0 1 0,-1-1 0,1 0 0,0 0 0,0 0 0,0 0 0,-1 0 0,-21 54 59,15-42-60,-159 344 75,163-347-84,-6 11-236,1 0-1,1 1 1,1 0 0,1 1 0,1-1-1,-2 27 1,8-45-1364,4-2-1879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8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28109,'0'0'1328,"-28"99"-751,16-59-273,-4 1-96,0 2-128,0-3 0,-4-4-80,12-8 0,-4-8 16,0-6-16,8-5 0,0-3-48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9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186 199 28317,'0'0'2094,"-6"7"-1971,-18 21 45,18-21 83,6-13 282,3-2-509,0 0-1,0 1 1,0-1-1,1 1 1,0 0-1,1 0 0,0 0 1,0 1-1,0-1 1,11-9-1,67-55-5,-75 65-8,9-7-6,-9 5-1,1 0 1,1 1-1,0 0 1,0 1-1,0 0 1,0 1-1,13-5 1,-22 11-4,0-1 1,-1 1-1,1-1 1,0 1-1,0-1 1,-1 1-1,1 0 1,-1-1-1,1 1 1,0 0-1,-1 0 1,1 0-1,-1-1 1,0 1-1,1 0 1,-1 0-1,0 0 1,1 0-1,-1 0 1,0 0-1,0-1 0,0 1 1,0 0-1,0 0 1,0 0-1,0 0 1,0 0-1,0 0 1,0 0-1,0 0 1,-1 1-1,-3 38 46,-3-13-25,-2 0-1,-1-1 0,0 0 1,-24 39-1,-68 93 9,82-129-20,-2 0 0,-1-1 0,-1-1 1,-2-1-1,0-1 0,-56 39 0,82-64-9,0 1 1,0-1-1,0 0 1,-1 1-1,1-1 1,0 0-1,0 0 0,0 1 1,-1-1-1,1 0 1,0 0-1,0 0 1,-1 1-1,1-1 1,0 0-1,0 0 0,-1 0 1,1 0-1,0 1 1,-1-1-1,1 0 1,0 0-1,-1 0 0,1 0 1,0 0-1,0 0 1,-1 0-1,1 0 1,0 0-1,-1 0 0,1 0 1,0 0-1,-1 0 1,1 0-1,0 0 1,-1-1-1,1 1 0,0 0 1,0 0-1,-1 0 1,1 0-1,0-1 1,0 1-1,-1 0 1,1 0-1,0 0 0,0-1 1,-1 1-1,1 0 1,0 0-1,0-1 1,0 1-1,0 0 0,0-1 1,-1 1-1,1 0 1,0 0-1,0-1 1,0 1-1,0 0 0,0-1 1,0 1-1,0 0 1,0-1-1,0 1 1,0 0-1,0-1 0,0 1 1,6-22-23,-5 22 22,4-11-7,1 1 0,0 0 0,1 0 0,0 0 0,0 1 0,1 0 0,0 1 1,1-1-1,0 2 0,0-1 0,1 1 0,0 1 0,0 0 0,12-5 0,-19 9 4,-1 1-1,1 0 1,0 0 0,0 0 0,0 0-1,0 0 1,0 1 0,0 0 0,0-1-1,0 1 1,0 0 0,0 0-1,0 1 1,0-1 0,0 1 0,0-1-1,0 1 1,0 0 0,0 0 0,0 1-1,0-1 1,3 2 0,0 2 27,-1 1-1,0-1 1,0 1 0,0 0 0,0 0-1,-1 0 1,4 8 0,-6-9-112,0 0 1,1-1-1,-1 1 0,1 0 1,1-1-1,-1 0 0,1 0 1,-1 0-1,1 0 0,0 0 1,0-1-1,1 0 0,-1 0 1,1 0-1,0 0 0,-1-1 1,1 0-1,0 0 1,6 2-1,34-4-2916,-18-1-1908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28013,'0'0'2225,"-32"92"-1777,20-56-256,0 0 32,0 2 32,0-4-144,0-2-48,4-3-32,0-4-16,4-3-16,0-4 0,0-6-272,4-3-256,0-3-96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39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29694,'0'0'2017,"0"21"-2322,0-14-335,8-1-192,-4-4-1537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4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26988,'0'0'4546,"-4"2"-4594,4 0-176,4 1-304,4 1-144,4-4-241,4 0-1632</inkml:trace>
  <inkml:trace contextRef="#ctx0" brushRef="#br0" timeOffset="1">244 18 28797,'0'0'1681,"4"0"-1745,4 2-160,0-2-336,4 0-1025,0 0-4482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40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28205,'0'0'2001,"0"2"-3522,4-2-992</inkml:trace>
  <inkml:trace contextRef="#ctx0" brushRef="#br0" timeOffset="1">261 8 29133,'0'0'1713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41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21 16408,'0'0'13083,"4"-2"-12899,10-3-97,0 1-1,0 1 1,0 1 0,0 0-1,1 0 1,-1 2 0,0-1 0,1 2-1,20 3 1,-30-3-75,0 1 0,-1 0 0,1 0 1,-1 0-1,1 1 0,-1-1 0,0 1 0,0 0 0,0 0 1,0 1-1,0-1 0,-1 1 0,0 0 0,0 0 0,0 0 0,0 0 1,0 0-1,-1 1 0,0-1 0,0 1 0,0-1 0,0 1 1,-1 0-1,0 0 0,0 0 0,1 7 0,-3-3 28,1-1-1,-1 1 0,-1-1 1,0 1-1,0-1 1,0 1-1,-1-1 1,0 0-1,-1 0 0,0-1 1,0 1-1,-1-1 1,-8 12-1,-6 2 26,-1 0-1,-40 32 0,19-18-19,36-31-45,-1 0 0,2 1 0,-1-1 0,0 1 0,1 0 0,0 0 1,0 1-1,1-1 0,-1 1 0,1 0 0,0 0 0,1 0 0,-1 0 0,1 0 0,1 1 1,-1-1-1,1 1 0,0-1 0,0 1 0,1-1 0,0 1 0,0 0 0,2 7 0,-1-12 1,0 0 0,1 0-1,-1-1 1,1 1 0,-1-1-1,1 1 1,0-1 0,-1 1-1,1-1 1,0 0 0,0 0-1,0 0 1,0 0 0,0 0-1,1 0 1,-1 0 0,0-1-1,3 1 1,46 7 16,35-8 20,-85 0 438,-33-2-424,23 2-51,-2 0 0,0 0 0,0 0-1,0 1 1,0 0 0,0 1 0,-15 5 0,23-6 0,0 0 0,1 1 0,-1-1 1,0 1-1,1 0 0,0 0 0,-1 0 0,1 0 0,0 0 0,0 1 0,0-1 1,0 1-1,0-1 0,1 1 0,-1 0 0,1-1 0,0 1 0,0 0 0,0 0 0,0 0 1,0 0-1,0 0 0,1 0 0,0 0 0,-1 0 0,1 0 0,1 6 0,-1-1 2,1 0 0,0-1 0,1 1 0,0-1-1,0 0 1,0 1 0,1-1 0,0 0 0,0 0-1,1-1 1,0 1 0,0-1 0,7 8 0,13 23 2,-21-30 0,1 1 0,-2-1-1,1 1 1,-1 0 0,0 0 0,-1 0 0,1 0 0,-2 0 0,1 0 0,-1 0 0,0 0 0,-3 14-1,2-20 1,0 0 0,0 0 0,0 0-1,-1 0 1,1-1 0,-1 1-1,1-1 1,-1 1 0,0-1 0,0 1-1,1-1 1,-1 0 0,0 0-1,0 0 1,0 0 0,-3 1 0,-39 14 61,40-14-57,-9 2 23,1-1 1,0 0 0,-1 0 0,1-2 0,-25 2 0,31-4-89,0 1 0,0-1 0,0 0 0,0 0 0,0 0 0,0-1 0,1 0 0,-1 0 0,0-1 0,1 1-1,0-1 1,0-1 0,0 1 0,-7-6 0,0 1-1210,-3 0-1086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54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4194,'-1'0'26671,"67"0"-26268,278-9-2153,-338 7 432,-2 2-758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54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28125,'0'0'2257,"24"11"-1953,4-11 16,0 0-96,12 0-144,-8 0-64,4 0-16,-4 0 0,0-3-16,0-3-224,-4-1-304,16-4-464,-4-5-1970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5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14 28637,'0'0'1852,"-19"-3"-1666,-65-8-55,73 12-78,0 0-1,0 1 1,1-1-1,-1 2 1,1 0-1,-1 0 1,1 1-1,0 0 1,0 1-1,1 0 1,-1 0-1,1 1 1,0 1-1,1-1 1,-12 13 0,15-15-27,3-3-25,0 0 0,0 1 0,0-1 0,1 1 0,-1 0 0,0-1 0,1 1 0,0 0 0,-1 0 0,1 0 0,0 0 0,0 0 0,0 0 0,0 0 0,0 1 0,1-1 0,-1 0 0,1 1 0,-1-1 0,1 0 0,0 5 0,0-5-3,1 0 1,0 0 0,0 0 0,-1 0 0,1 0 0,0 0 0,1-1 0,-1 1 0,0 0-1,0-1 1,1 1 0,-1-1 0,1 1 0,0-1 0,-1 0 0,1 1 0,0-1 0,0 0-1,-1 0 1,1 0 0,0-1 0,0 1 0,2 0 0,43 14 8,-31-11-2,-1 1 0,0 0 0,22 12 0,-35-17-4,-1 1 0,0 0 0,0 0 0,0 0 0,0-1 0,0 1 0,0 0 0,0 1 1,0-1-1,0 0 0,0 0 0,0 0 0,-1 0 0,1 1 0,0-1 0,-1 0 1,1 1-1,-1-1 0,0 0 0,1 1 0,-1-1 0,0 1 0,0-1 0,0 1 0,0-1 1,0 0-1,0 1 0,0-1 0,-1 1 0,1-1 0,0 0 0,-1 1 0,1-1 1,-1 0-1,1 1 0,-1-1 0,0 0 0,0 0 0,-1 3 0,-3 3 10,0 0 0,-1-1 0,1 0-1,-14 11 1,-51 39 101,68-54-106,2-2-33,28-1-33,-20 0 58,0 0 0,0 0 0,0 1 0,0 1 0,0-1 0,0 1 0,0 0 0,12 4 1,-19-3 1,0 0 1,0 0-1,1-1 1,-1 1 0,0 0-1,0 0 1,-1 0 0,1 0-1,0 0 1,-1 1 0,1-1-1,-1 0 1,0 0-1,0 0 1,0 0 0,0 1-1,0-1 1,0 0 0,-1 2-1,-7 45 17,1-35-15,-1 1 0,0-2 0,-1 1 0,-1-1 0,0-1 1,-15 15-1,-23 29-12,37-41 16,6-9-4,0 1 0,0-1 0,0 1-1,1 0 1,0 0 0,0 0-1,1 1 1,0-1 0,0 1 0,1 0-1,0 0 1,0 0 0,1 0 0,-1 10-1,3-17 0,-1 0 0,1-1 0,-1 1 1,1-1-1,-1 1 0,1 0 0,0-1 0,-1 1 0,1-1 0,0 0 0,-1 1 0,1-1 0,0 0 0,-1 1 0,1-1 1,0 0-1,0 0 0,-1 1 0,1-1 0,0 0 0,0 0 0,0 0 0,-1 0 0,1 0 0,0 0 0,1-1 0,31 1 46,-24 0-13,12-1-230,-1 0 0,1-2 0,0-1 1,-1 0-1,1-1 0,-1-1 1,-1-1-1,1-1 0,-1-1 0,28-17 1,-10 3-1942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5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1 279 29518,'0'0'1606,"6"-7"-1438,60-56-19,3 4 0,128-86 1,-197 145-147,1-1-1,-1 1 1,0 0 0,1-1-1,-1 1 1,1 0 0,-1-1 0,0 1-1,1 0 1,-1-1 0,1 1 0,-1 0-1,1 0 1,-1 0 0,1 0-1,-1-1 1,1 1 0,-1 0 0,1 0-1,-1 0 1,1 0 0,-1 0-1,1 0 1,-1 0 0,1 0 0,-1 1-1,1-1 1,-1 0 0,1 0-1,-1 0 1,1 0 0,-1 1 0,1-1-1,-1 0 1,2 19 33,-16 28 9,-6-2 59,-2 0 1,-45 67-1,46-80-146,1 1 0,1 1 0,2 0 0,1 1 0,-20 66 0,32-46-3431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5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28637,'0'0'1969,"-60"115"-1777,48-86-48,0 0-16,4-4-128,-4-2 0,4-1 0,4-8-112,4-7-384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56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125 169 28797,'0'0'2217,"0"-1"-2166,0 0 0,1-1 0,-1 1 0,0-1 0,1 1 0,-1 0 0,1 0 0,0-1 0,-1 1 0,1 0 0,0 0 0,0 0 0,0 0 0,0 0 0,-1 0 0,2 0 0,0-1 0,27-22 97,-12 8-134,2 0-1,0 1 1,1 2 0,0-1 0,1 2 0,0 1 0,34-12 0,-55 22-14,0 1-1,0 0 1,1 0 0,-1 0 0,0 0 0,0-1 0,1 1-1,-1 0 1,0 0 0,0 0 0,1 0 0,-1 0-1,0 0 1,0 0 0,1 0 0,-1 0 0,0 0 0,1 0-1,-1 0 1,0 0 0,0 0 0,1 0 0,-1 0 0,0 0-1,1 0 1,-1 0 0,0 0 0,0 0 0,1 1-1,-1-1 1,0 0 0,0 0 0,1 0 0,-1 0 0,0 1-1,0-1 1,0 0 0,1 0 0,-1 1 0,0-1 0,0 0-1,0 0 1,0 1 0,0-1 0,1 0 0,-1 0-1,0 1 1,0-1 0,0 0 0,0 0 0,0 1 0,0-1-1,0 0 1,0 1 0,0-1 0,0 0 0,0 1 0,0-1-1,0 0 1,0 0 0,0 1 0,-1-1 0,1 0-1,0 1 1,0 1-2,-2 26 8,-1 0 0,-1 0 0,-1-1 0,-1 1 0,-2-2-1,-1 1 1,-1-1 0,-1 0 0,-23 38 0,12-26-8,-2-2-1,-1-1 1,-3-1 0,0-1 0,-52 46 0,66-66 2,7-6 0,0-1 1,0 0-1,0-1 1,-1 1-1,-10 4 0,17-53-64,1 40 59,0-1 1,0 1-1,0 0 0,1-1 0,-1 1 0,1 0 0,0 0 0,0-1 0,0 1 0,0 0 1,1 0-1,-1 0 0,1 0 0,0 0 0,-1 1 0,1-1 0,4-4 0,-4 6 4,0 0-1,0 0 1,0 0 0,0 0-1,0 0 1,0 1 0,0-1-1,0 0 1,0 1-1,1 0 1,-1-1 0,0 1-1,0 0 1,0 0 0,1 0-1,-1 1 1,0-1-1,0 0 1,0 1 0,0 0-1,0-1 1,0 1 0,0 0-1,0 0 1,0 0-1,0 0 1,0 0 0,2 3-1,15 8-3,1-1-1,1 0 0,-1-2 1,2 0-1,-1-1 0,1-2 0,44 9 1,-44-13-1230,1 0-1,33-2 1,-24-3-5101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57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26684,'0'0'3522,"-48"124"-3186,36-88-80,-4 0-32,0-4-96,0 1-16,0-5-96,1-2 0,3-5-32,0-1-80,4-4-304,4-3-192,0-8-1313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57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29598,'0'0'2705,"12"0"-2705,-8 0-144,4 0-192,4 0-241,0 0-431,4 0-1185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5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27885,'0'0'3409,"4"0"-3649,4 0-128,4 0-160,0 0-497,-1 0-1424</inkml:trace>
  <inkml:trace contextRef="#ctx0" brushRef="#br0" timeOffset="1">364 1 28413,'0'0'1633,"20"0"-1777,-12 0-385,0 0-1103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58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28893,'0'0'2193,"0"-2"-2513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8:59:5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14 28333,'0'0'1803,"7"-3"-1693,3 1-60,0-1 1,1 1 0,-1 0-1,1 1 1,0 1-1,-1-1 1,1 2-1,-1-1 1,16 4 0,-21-3-39,0 0-1,0 0 1,0 1 0,-1 0 0,1 0 0,0 0 0,-1 0 0,0 1 0,1 0 0,-1 0 0,0 0 0,0 0 0,-1 0 0,1 1 0,-1 0 0,1 0 0,-1 0 0,-1 0-1,1 0 1,0 1 0,-1-1 0,0 1 0,2 5 0,-3-6-6,0 1 0,0 0-1,0 0 1,-1 0 0,0 0 0,1 0-1,-2 0 1,1 0 0,-1-1 0,1 1-1,-1 0 1,-1 0 0,1 0 0,-1-1-1,0 1 1,0-1 0,0 1 0,0-1-1,-1 0 1,0 0 0,0 0 0,-3 4-1,-10 8 31,0-1-1,0 0 0,-33 22 0,6-5-4,30-21-20,0 0-1,1 2 1,-18 23-1,26-31-8,0 1 0,0-1 0,1 1 0,0 0 0,0 0 0,1 1-1,0-1 1,0 0 0,0 1 0,1-1 0,0 1 0,-1 8 0,3-12-1,-1 0 0,0 0 0,1-1 0,0 1 0,0 0 1,0-1-1,0 1 0,0-1 0,0 1 0,1-1 0,-1 1 0,1-1 0,-1 0 0,1 0 0,0 0 0,0 0 0,0 0 0,0 0 1,1 0-1,-1-1 0,0 1 0,1-1 0,-1 0 0,1 1 0,-1-1 0,1 0 0,0-1 0,-1 1 0,1 0 0,0-1 0,3 1 1,8 1 31,-1 0 0,0-2 1,0 1-1,1-1 0,22-4 1,-34 4-22,-1-1 0,1 1 1,0 0-1,-1-1 0,1 1 0,-1-1 1,1 0-1,-1 0 0,1 1 0,-1-1 1,0 0-1,1 0 0,-1 0 0,0-1 0,2 0 1,-4-6 204,-16 4-150,13 5-67,-1-1 0,1 0 0,0 1 0,-1 0 0,1 0 0,0 0 0,0 0 0,0 1 0,0 0 0,0 0 0,1 0 0,-1 0 0,0 0 0,1 1 0,-1 0 0,1-1 0,0 1 0,0 1 0,0-1 0,1 0 0,-1 1 0,1-1 0,-1 1 0,1 0 0,0 0 0,1 0 0,-1 0 0,1 0 0,0 0 0,0 0-1,-1 6 1,-3 16 6,2 1 0,1-1-1,1 1 1,2 27 0,0-16-2,1-6-3,8 51-1,-5-52 12,2 53-1,-7-82-7,0-1 0,0 0 0,0 1 0,-1-1-1,1 0 1,0 1 0,-1-1 0,1 0 0,-1 0 0,1 1 0,-1-1-1,0 0 1,0 0 0,1 0 0,-1 0 0,0 0 0,0 0 0,0 0 0,0 0-1,0 0 1,-2 1 0,-34 11 107,18-10-43,0-1 0,-26-1 0,36-2-46,-1 0-158,0 0 1,1-1 0,-1 0 0,1-1 0,0 0 0,0-1-1,0 1 1,-16-10 0,6 1-1861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4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1 29485,'0'0'1369,"-3"8"-1142,-22 53-52,-2-1 0,-4-1 1,-55 81-1,53-87-137,-22 34-26,-3-2 1,-106 118-1,161-200-11,-22 18 47,25-21-47,-1 0 0,0 0 0,0 0 0,1 0 0,-1 0 0,0 0 0,1-1 0,-1 1 0,0 0 1,1 0-1,-1-1 0,0 1 0,1 0 0,-1-1 0,1 1 0,-1 0 0,1-1 0,-1 1 0,1-1 0,-1 1 0,1-1 0,-1 1 0,1-1 0,0 0 0,-1 1 0,1-1 0,0 1 0,-1-1 0,1 0 0,0 1 0,0-1 0,0 0 0,-1 1 0,1-1 0,0 0 0,0 0 0,0 0 0,-4-14-8,0 0-1,1-1 1,1 1-1,0-1 0,1-16 1,1 32 6,0-1 0,1 0 0,-1 1 0,1-1-1,-1 0 1,1 1 0,0-1 0,-1 1 0,1-1 0,-1 1 0,1-1 0,0 1 0,0-1 0,-1 1 0,1 0 0,0-1-1,0 1 1,-1 0 0,1 0 0,0-1 0,0 1 0,0 0 0,-1 0 0,1 0 0,0 0 0,0 0 0,1 1-1,33-1 13,-25 0-4,19 2-2,-1 0 1,42 11 0,-38-7-8,51 5 0,-74-11 0,13 1-3,1 0 1,44-6 0,-59 4 5,0-1 0,-1 0 0,1-1 1,-1 1-1,0-1 0,0-1 0,0 1 0,0-1 0,-1-1 0,1 1 1,-1-1-1,7-7 0,0-2-3,-1 0 1,-1-1-1,0 0 0,-1-1 1,-1 0-1,10-24 1,-3 1 9,19-70 0,-30 92-5,-1 0 0,-1 0 0,0-1 0,-1 1 0,-1-1 0,-2-24 0,0 35-1,0-1 0,-1 1 0,0 0 0,0-1 0,0 1 0,-1 0 0,0 0 1,-1 0-1,1 0 0,-1 1 0,0 0 0,-1-1 0,0 2 0,0-1 1,0 0-1,-1 1 0,-6-5 0,1 2 7,-1 0-1,0 1 1,0 0 0,-1 1-1,0 0 1,0 1-1,0 1 1,0 0 0,-16-3-1,-6 2 32,0 2 0,-49 1-1,78 2-36,0 0-1,1 0 0,-1 1 0,0 0 1,0 0-1,0 0 0,0 1 1,1 0-1,-1 0 0,1 0 0,-1 1 1,1 0-1,0 0 0,0 0 0,0 1 1,1-1-1,-1 1 0,1 0 1,-5 6-1,5-3-150,-1 0 0,1 0 0,0 0 0,1 1-1,-1-1 1,2 1 0,-1 0 0,1 0 0,0 0 0,1 0 0,0 0 0,0 0 0,1 12 0,0 17-1901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4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28397,'0'0'2406,"-16"7"-2320,1-3-55,7-2-8,1 1 1,0-1-1,-1 1 0,1 1 0,1-1 0,-1 1 0,0 0 0,1 1 0,0 0 0,0 0 0,0 0 0,1 0 1,-6 8-1,-12 20 79,2 2 0,2 0 0,1 1 0,1 1 0,3 1 0,1 0 0,-16 79 0,24-86-102,2-1 1,0 1-1,4 46 0,0-30-9,-2-45-16,1 0 0,0-1-1,0 1 1,0 0 0,1 0 0,-1-1-1,0 1 1,1 0 0,-1 0 0,1-1 0,0 1-1,-1 0 1,1-1 0,0 1 0,0-1-1,0 1 1,0-1 0,0 1 0,0-1 0,1 0-1,-1 0 1,0 1 0,1-1 0,2 2-1,0-2-162,0 1 0,1-1 0,-1 0-1,0 0 1,1-1 0,-1 1 0,1-1-1,-1 0 1,6 0 0,20-2-1690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5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376 354 28189,'0'0'2249,"8"-15"-2142,86-175 293,-78 157-344,-11 24-3,0-1 0,-1 1 0,0-1-1,0 0 1,-1-1 0,0 1 0,-1-1 0,0 1-1,0-15 1,-3 27-30,1 0-1,-1 1 1,0-1 0,1 0-1,-1 1 1,0-1-1,-1 0 1,1 0 0,0 0-1,-1 0 1,1 0 0,-1 0-1,-2 2 1,-5 7-4,-39 68 5,-69 152 0,54-99 8,-59 139-10,59-124-20,62-144 1,-23 42 7,24-44-10,0 0 1,-1 0 0,0 0 0,1 0-1,-1 0 1,1 0 0,-1 0 0,0 0-1,0 0 1,0 0 0,0 0 0,0 0-1,1 0 1,-1-1 0,-1 1-1,1-1 1,0 1 0,0 0 0,0-1-1,0 0 1,0 1 0,0-1 0,-1 0-1,1 1 1,0-1 0,0 0 0,0 0-1,-1 0 1,1 0 0,0 0-1,0 0 1,-1-1 0,0 1 0,-1-4 2,1 0 1,-1 0 0,1 0 0,0 0 0,0 0 0,0-1-1,0 1 1,1-1 0,0 1 0,0-1 0,0 0-1,0 1 1,1-7 0,-3-15 2,1-1 1,1 0-1,4-30 0,-2 48-4,0 0 0,1 0 0,0 1-1,1-1 1,-1 0 0,2 1 0,-1 0 0,1 0 0,0 0-1,1 0 1,0 1 0,0-1 0,7-6 0,2 1 2,-1 1 0,1 1 1,1 0-1,0 1 0,1 0 1,0 1-1,0 1 0,1 1 0,0 0 1,0 1-1,0 1 0,1 1 1,0 0-1,0 2 0,0 0 0,0 0 1,25 3-1,-21-2-259,1-1 1,-1 0-1,0-1 1,0-2-1,0 0 0,-1-1 1,0-2-1,40-19 0,-9 1-1436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28413,'0'0'2044,"6"20"-1735,8 43 14,-3 2 0,6 120 0,-18-159-290,-1 0 0,-1 0 0,-1 0 0,-2-1 0,0 1 0,-2-1 0,-1-1 0,-1 1 0,-1-1 0,-1-1 0,-1 0 0,-19 25 0,-78 92-89,110-139-219,16-17-2182,4-9 229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6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29710,'0'0'1904,"104"0"-1759,-76 0-81,0 0-48,-4 0-16,0 0 0,-8 0-48,0 0-193,-4 0-335,-4 0-48,-8 3-449,0 4-2176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6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16 28253,'0'0'3249,"-12"9"-3185,24-9 65,16 0-49,0 0-80,8-2 0,4-3-193,20 0-431,3-1-304,-3-1-2354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7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28733,'0'0'1854,"-3"17"-1755,-84 278 581,68-240-586,-2 22-129,37-105 45,1 2-1,23-27 1,1-2-7,-18 21 6,-1-1-8,3 1 0,0 1-1,2 2 1,35-33 0,-35 48 13,-27 16-14,1 1 0,-1 0 1,1-1-1,-1 1 0,1 0 1,-1-1-1,0 1 1,1 0-1,-1-1 0,0 1 1,0 0-1,1 0 0,-1-1 1,0 1-1,0 0 0,0 0 1,0 0-1,0-1 0,0 1 1,0 0-1,0 0 0,0-1 1,-1 2-1,1-1 2,-2 42 28,-3-1 0,-1 0-1,-21 69 1,17-70-29,9-40-3,1-1 0,0 1-1,0-1 1,0 0 0,-1 1-1,1-1 1,0 1 0,0-1-1,0 1 1,0-1-1,0 1 1,0-1 0,0 0-1,0 1 1,0-1 0,0 1-1,0-1 1,0 1-1,0-1 1,0 1 0,0-1-1,0 1 1,0-1 0,1 1-1,-1-1 1,0 0 0,0 1-1,1-1 1,-1 0-1,0 1 1,1-1 0,-1 1-1,0-1 1,1 0 0,-1 0-1,0 1 1,1-1 0,0 0-1,19-6-22,27-30 20,-42 33-6,16-15-11,17-13-263,52-34 0,-89 65 284,0-1 0,-1 1 0,1-1 1,0 1-1,-1-1 0,1 1 0,0-1 0,-1 1 0,1 0 1,0 0-1,0-1 0,-1 1 0,1 0 0,0 0 1,0 0-1,-1 0 0,1 0 0,0 0 0,0 0 0,0 0 1,-1 0-1,1 0 0,0 0 0,0 1 0,-1-1 1,1 0-1,0 0 0,0 1 0,-1-1 0,1 1 0,0-1 1,-1 0-1,1 1 0,-1-1 0,1 1 0,0 0 1,-1-1-1,1 1 0,-1-1 0,0 1 0,1 0 0,-1-1 1,1 1-1,-1 0 0,0 0 0,0-1 0,1 1 1,-1 0-1,0 0 0,0-1 0,0 1 0,0 0 0,0 0 1,0 0-1,0 0 0,0 62 36,-2-40-59,2 39-1681,0-50-760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8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29261,'0'0'251,"-5"16"323,-89 299 442,110-342-1052,1 1 0,28-34 0,-12 18 16,-24 29 17,2-3-8,0 0-1,1 1 1,1 1 0,0 0 0,1 1-1,0 0 1,25-16 0,-39 29 13,0-1 0,0 1 0,1 0-1,-1 0 1,0 0 0,1 0 0,-1 0 0,0-1 0,1 1 0,-1 0 0,1 0 0,-1 0 0,0 0-1,1 0 1,-1 0 0,0 0 0,1 0 0,-1 0 0,0 0 0,1 0 0,-1 0 0,0 1 0,1-1 0,-1 0-1,0 0 1,1 0 0,-1 0 0,0 0 0,1 1 0,-1-1 0,0 0 0,1 0 0,-1 1 0,0-1-1,0 0 1,1 0 0,-1 1 0,0-1 0,0 0 0,0 1 0,1-1 0,3 23 112,-8 26 127,-26 34-42,24-69-362,0 1 1,1-1 0,0 1 0,1 0-1,1 0 1,0 0 0,0 19 0,3-24-1250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8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28669,'0'0'1697,"-10"19"-1598,10-19-99,-81 169 314,77-157-308,1 0 0,0 0 0,0 0 0,1 0 0,1 0 0,0 0 0,1 13 0,0-24-6,0 1-1,0-1 0,1 0 0,-1 0 1,0 0-1,0 0 0,1 0 0,-1 0 1,0 0-1,1 0 0,-1 0 0,1 0 0,-1 0 1,1 0-1,0 0 0,-1 0 0,1 0 1,0 0-1,0 0 0,0-1 0,0 1 0,-1 0 1,1-1-1,0 1 0,0 0 0,2 0 1,0 0-4,0 0 1,1 0 0,-1-1 0,1 1-1,-1-1 1,1 1 0,-1-1-1,1 0 1,3-1 0,0 1-2,0-1 1,0-1 0,0 1-1,0-1 1,0 0-1,0-1 1,0 1 0,11-8-1,-3-1 3,-1-1 1,-1-1-1,0 0 0,0-1 0,15-23 0,-22 28 3,-1 1 0,0-1 0,0-1 0,-1 1 0,0-1 0,-1 1 0,0-1 0,-1 0-1,0 0 1,0 0 0,0-16 0,-2 23 9,1 0 0,-1 0 0,0 0 0,0-1 0,0 1 1,-1 0-1,1 0 0,-1 0 0,0 0 0,0 0 0,0 0 0,0 0 0,-1 0 0,1 0 0,-1 0 0,1 0 0,-4-3 0,2 4 8,-1 0-1,0 1 0,1-1 0,-1 1 0,0-1 0,0 1 0,0 0 1,0 1-1,0-1 0,0 1 0,0 0 0,0 0 0,-7 0 1,5 1-94,-1 0 0,0 0 0,1 1 1,-1 0-1,1 0 0,0 0 1,0 1-1,0 0 0,0 0 0,0 1 1,0-1-1,1 1 0,-1 0 0,1 1 1,0-1-1,1 1 0,-1 0 1,1 1-1,0-1 0,0 1 0,1-1 1,-1 1-1,1 0 0,1 0 0,-4 9 1,-2 8-2284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8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28749,'0'0'1950,"17"-14"-1768,56-47 10,-68 56-159,1 0 1,0 1-1,0-1 1,1 1-1,-1 1 1,1-1-1,0 1 1,0 0-1,0 1 1,0-1-1,1 1 1,-1 1-1,0 0 1,1 0-1,0 0 1,-1 1-1,10 0 1,-16 1-33,0-1 0,-1 1 0,1-1 0,0 1 0,-1-1 0,1 1 0,-1-1 0,1 1 0,0 0 0,-1-1 0,1 1 0,-1 0 0,0 0 0,1-1 0,-1 1 0,0 0 0,1 0 0,-1 0 0,0 0 0,0-1 0,0 1 0,1 0 0,-1 0 0,0 0 0,0 0 0,0 0 0,-1-1 0,1 1 0,0 1 0,-3 32 33,1-24-30,-1 1 0,-1-1 0,0 0 1,-1 0-1,1 0 0,-2-1 0,1 0 0,-13 16 0,11-18-4,1 1 0,1 0 0,0 0 0,0 0 0,0 1 0,1 0 0,0 0 0,1 0 0,0 0 0,0 0 0,1 1 0,-1 13 0,3-22-1,-1 0 0,1 1 0,0-1 0,0 0 0,0 1 0,1-1-1,-1 0 1,0 1 0,0-1 0,1 0 0,-1 1 0,1-1 0,-1 0 0,1 0 0,-1 1 0,1-1-1,0 0 1,-1 0 0,1 0 0,0 0 0,0 0 0,0 0 0,0 0 0,2 1 0,0-1-2,0 0 1,1 0 0,-1-1 0,0 1 0,1-1-1,-1 0 1,1 1 0,4-2 0,-3 1 1,8 0 11,1-2 1,-1 1-1,0-1 0,0-1 1,0-1-1,0 0 0,-1 0 1,17-9-1,-22 10-144,1-1 0,-1-1 0,0 1 0,0-1 0,-1 0 0,0 0 0,0-1 0,0 0 0,0 0 0,-1-1 0,0 1 0,0-1 0,-1 0 0,0 0 0,3-8 0,-1-7-1547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9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29694,'0'0'2401,"12"-20"-2353,20 18-32,4 2-16,8 0-32,-4 9-128,12 11-241,-8 1-351,-8 6-192,4-3-1105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09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88 335 28733,'0'0'1617,"0"97"-1409,-8-62-32,-4-1-64,-4-2-48,0 0-32,4-5-16,0-5-16,4-6-48,4-9-272,4-5-544</inkml:trace>
  <inkml:trace contextRef="#ctx0" brushRef="#br0" timeOffset="1">188 1 29582,'0'0'1232,"-12"47"-11140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10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24507,'0'0'5141,"-5"19"-4522,-89 266 379,94-284-998,0-1 0,0 0 1,0 0-1,0 0 0,0 0 0,0 0 1,-1 0-1,1 0 0,0 0 0,0 1 0,0-1 1,0 0-1,0 0 0,0 0 0,0 0 1,0 0-1,0 1 0,0-1 0,0 0 0,0 0 1,0 0-1,0 0 0,0 1 0,0-1 1,0 0-1,0 0 0,0 0 0,0 0 0,0 0 1,0 1-1,0-1 0,0 0 0,0 0 1,0 0-1,0 0 0,0 0 0,0 1 0,0-1 1,0 0-1,0 0 0,1 0 0,-1 0 1,0 0-1,0 0 0,0 1 0,0-1 0,0 0 1,0 0-1,1 0 0,-1 0 0,0 0 1,0 0-1,0 0 0,0 0 0,0 0 0,1 0 1,-1 0-1,0 0 0,0 0 0,0 0 1,0 0-1,1 0 0,-1 0 0,0 0 0,0 0 1,0 0-1,0 0 0,1 0 0,14-11 2,17-22 8,20-36-7,-44 56-2,-1 1-1,2 0 0,-1 1 0,2 0 0,-1 0 0,2 1 1,-1 0-1,1 1 0,25-15 0,-36 24 3,0 0-1,1 0 1,-1 0 0,1 0-1,-1 0 1,1 0 0,-1 0-1,0 1 1,1-1 0,-1 0-1,0 0 1,1 1-1,-1-1 1,0 0 0,1 0-1,-1 1 1,0-1 0,1 0-1,-1 1 1,0-1 0,0 0-1,1 1 1,-1-1 0,0 1-1,0-1 1,0 0 0,0 1-1,1-1 1,-1 1 0,0-1-1,0 1 1,0-1-1,0 0 1,0 1 0,0-1-1,0 1 1,0-1 0,0 1-1,0-1 1,-1 1 0,3 31 84,-2-17-32,1-8-65,0 1 0,1-1 0,0 0 0,0 0 0,0 0 1,1 0-1,0-1 0,0 1 0,1-1 0,0 1 0,0-1 0,1 0 0,-1-1 1,1 1-1,0-1 0,1 0 0,7 5 0,-4-4-151,0-1-1,1 0 1,0 0 0,-1-1 0,2-1-1,-1 0 1,0 0 0,1-1 0,-1 0-1,1-1 1,13 1 0,27-2-1896,-2 0-2286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10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32 27517,'0'0'3268,"-14"-7"-3087,4 2-148,7 2-21,0 1-1,0 0 1,0 0 0,0 1 0,-1-1 0,1 1-1,-1-1 1,1 1 0,-1 0 0,1 1 0,-1-1-1,0 0 1,1 1 0,-1 0 0,0 0 0,1 0-1,-1 0 1,0 1 0,1-1 0,-1 1-1,0 0 1,1 0 0,-1 1 0,1-1 0,0 1-1,-1-1 1,-3 4 0,-26 20 252,-43 44-1,67-60-231,0 0-1,1 0 1,1 1-1,0 0 1,0 1 0,1 0-1,0 0 1,1 0-1,-6 20 1,10-30-33,1 0 1,-1 0-1,1 0 0,0 1 0,0-1 0,-1 0 1,1 0-1,0 1 0,0-1 0,0 0 1,0 0-1,1 1 0,-1-1 0,0 0 0,1 0 1,-1 1-1,0-1 0,1 0 0,-1 0 1,1 0-1,0 0 0,-1 0 0,1 0 0,0 0 1,1 2-1,0-2-1,0 0 0,0 0-1,0 0 1,0 0 0,0 0 0,0-1 0,1 1 0,-1-1 0,0 1 0,0-1-1,0 0 1,1 0 0,2 0 0,5-1-6,-1 0 0,1-1 0,-1 0 0,1-1 0,-1 0-1,9-4 1,1-4-26,-1 0 0,0-1 1,-1-1-1,-1-1 0,0 0 0,-1-1 0,22-28 0,-30 35 33,-3 17 29,0-1 0,1 1 0,0-1 0,0 0 0,1 0 0,-1-1-1,2 0 1,-1 0 0,1 0 0,11 7 0,-1-5-126,0-1 0,1 0-1,1-2 1,-1 0 0,32 6 0,-4-5-716,58 1 0,-5-5-1120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1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28797,'0'0'1329,"-7"21"-1268,-53 157 307,50-147-301,1-1 1,1 1-1,1 0 0,2 1 0,-1 40 0,6-72-16,3-1-7,0 0 1,0 0-1,0 0 1,0 0-1,0-1 0,0 0 1,0 1-1,-1-1 1,1 0-1,0 0 1,-1 0-1,0-1 0,5-4 1,28-37 67,-33 42-94,200-259 377,-194 255-927,-6 18-1053,-2-10 1408,0 14-2376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1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28685,'0'0'2094,"-12"1"-2016,7-1-72,0 0 2,0 0-1,0 1 1,0-1-1,0 1 1,0 0-1,0 0 1,0 1-1,0 0 0,1-1 1,-1 2-1,0-1 1,1 0-1,0 1 1,0 0-1,0 0 1,-8 7-1,6-1-5,0 0 0,1 0 0,0 0-1,1 0 1,-1 1 0,2 0 0,-1 0-1,2 0 1,-1 0 0,1 1 0,1-1 0,0 1-1,0-1 1,1 1 0,1-1 0,-1 1-1,4 14 1,2 7 2,-4-26-1,-1-1 0,0 1 0,0 0 0,0 0 1,-1 0-1,0 0 0,0 0 0,-1 10 0,0-15 5,0 1 1,0-1-1,0 0 0,0 1 1,0-1-1,0 1 0,0-1 0,0 0 1,-1 0-1,1 0 0,0 0 0,-1 0 1,1 0-1,-1 0 0,1 0 1,-1-1-1,0 1 0,1-1 0,-1 1 1,0-1-1,1 1 0,-1-1 0,0 0 1,-3 0-1,-49 2 229,43-3-305,10 0-34,0 0 0,0 0 0,0-1-1,0 1 1,0 0 0,1-1 0,-1 1-1,0-1 1,1 1 0,-1-1 0,1 0-1,0 1 1,0-1 0,-1 1 0,1-1-1,0 0 1,0 1 0,0-1 0,0 0-1,1 1 1,-1-3 0,1 1-599,-1-25-4744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18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29341,'0'0'977,"112"-24"-977,-80 24-32,-8 0-384,8 16-561,-8 2-4177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18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73 219 27965,'0'0'2569,"17"-16"-2441,0 1-102,7-6 37,-1-1 1,-1-1 0,26-34-1,-46 54-41,0-1-1,0 0 1,0 0-1,0 0 1,-1 0-1,1 0 1,-1-1-1,0 1 1,0 0 0,-1-1-1,1 1 1,-1 0-1,0-7 1,-18 11 103,10 1-121,0 1 1,-1 0-1,2 1 1,-1 0-1,0 0 1,1 1-1,-1 0 1,1 1-1,0-1 0,0 1 1,1 0-1,-9 9 1,0 0 2,1 2 1,0-1 0,-21 33-1,29-39 4,1 1-1,0-1 1,1 1-1,0 0 1,0 1-1,1-1 1,1 0-1,0 1 1,0 0-1,1-1 0,0 1 1,1 0-1,0 0 1,2 13-1,-1-21-9,0 0-1,0-1 0,0 1 0,1-1 1,-1 1-1,1-1 0,-1 0 0,1 0 1,0 0-1,0 0 0,0 0 0,0 0 1,0 0-1,1 0 0,-1-1 0,0 1 1,1-1-1,-1 0 0,1 1 0,-1-1 1,1-1-1,0 1 0,0 0 0,4 0 1,8 1-1,1 0 1,-1-1-1,21-1 1,-18 0-12,10-1-337,1-2 0,-1 0 0,1-2 0,42-13 0,-25 3-1287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19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258 423 27885,'0'0'2564,"-12"-3"-2356,7 1-193,0 1-1,-1 0 1,1 0 0,-1 1 0,1-1 0,-1 1 0,1 0 0,-1 1-1,1-1 1,-1 1 0,1 0 0,0 1 0,-1-1 0,1 1 0,0 0 0,0 0-1,0 1 1,0-1 0,0 1 0,-4 4 0,-5 4 42,2 0 0,0 1 1,0 1-1,1 0 0,0 0 1,1 1-1,-8 16 0,13-22-51,1 0-1,0 0 1,1 0-1,0 0 1,0 1-1,0-1 1,1 1-1,1 0 1,0 0 0,0 0-1,0-1 1,1 1-1,0 0 1,1 0-1,2 11 1,-2-18-7,0 0 0,0-1 0,1 1 0,-1 0 0,1 0 0,-1-1 0,1 1 0,-1-1 0,1 1 1,0-1-1,0 0 0,-1 0 0,1 0 0,0 0 0,0 0 0,0 0 0,0 0 0,1-1 0,-1 1 0,0-1 0,0 1 0,0-1 1,0 0-1,1 0 0,-1 0 0,0 0 0,0 0 0,0-1 0,3 0 0,4 1 1,0-1 0,0-1-1,0 0 1,0 0 0,15-6-1,41-24 4,-2-3-1,97-69 0,-130 81-5,-2-1 0,0-1 0,-1-1 1,-2-2-1,-1 0 0,40-63 0,-54 74-3,-2-1 0,0 0 0,-1 0 0,-1-1 0,0 0 0,-2 0 0,0 0 0,-1 0 1,-1-1-1,-1 0 0,0 1 0,-5-33 0,4 51 9,0 0 1,0 0-1,0 0 1,-1 0-1,1 0 1,-1 0-1,1 0 1,0 0 0,-1 0-1,0 0 1,1 0-1,-1 0 1,1 0-1,-1 0 1,0 1-1,0-1 1,0 0-1,1 0 1,-1 1 0,0-1-1,0 1 1,0-1-1,0 1 1,0-1-1,0 1 1,0 0-1,0-1 1,0 1-1,0 0 1,0 0-1,0-1 1,0 1 0,-1 0-1,1 0 1,0 1-1,0-1 1,0 0-1,0 0 1,0 0-1,0 1 1,0-1-1,0 0 1,-1 2 0,-2-1 2,0 0 1,0 1-1,0 0 1,0 0-1,1 0 1,-1 0-1,1 0 1,-1 1 0,-5 5-1,-31 50 60,3 2-1,2 1 0,-48 118 1,68-144-42,4-11-4,-1-1-12,1 2 1,1-1-1,1 1 1,1 1-1,1 0 1,2 0-1,-4 36 1,27-63-60,-7-3 49,0 0 0,0-1 1,-1 0-1,0 0 0,0-1 0,0-1 0,-1 1 1,13-13-1,-15 12 0,0 1 1,0-1-1,1 2 1,0-1-1,0 1 1,0 0-1,1 1 1,0 0-1,0 0 1,0 1-1,0 0 1,0 1-1,13-2 1,-20 5 1,-1 0 0,0 0 0,0 1 0,0-1 0,0 1 0,0-1 0,-1 1 0,1-1 0,0 1 0,-1 0 0,1-1 0,-1 1 0,0-1 0,1 1 0,-1 0 0,0 2 0,2 7 2,0-6 2,-1-1 0,1 0 0,0 0-1,0 1 1,0-1 0,1 0 0,-1-1 0,1 1-1,0 0 1,0-1 0,0 0 0,1 1 0,-1-1-1,1-1 1,0 1 0,0 0 0,0-1 0,0 0-1,0 0 1,6 2 0,-1-2 4,0-1 1,-1 0-1,1 0 0,0-1 0,0 0 1,-1-1-1,1 0 0,0 0 0,-1-1 1,12-4-1,171-35-1470,-139 34 526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28557,'0'0'1579,"-11"19"-1432,-1 3-118,-5 7 43,2 2-1,-14 36 0,-23 57 128,30-75-97,1 0 1,3 2-1,-14 62 0,35-122-28,-1 0-1,1-1 0,1 1 1,0 0-1,6-11 0,13-14-60,2 2 0,54-58 0,-67 79-13,0 0 1,1 0 0,0 1-1,0 1 1,1 1 0,0-1-1,0 2 1,1 0 0,0 1-1,20-5 1,-33 10 0,-1 0 0,0 1 1,1-1-1,-1 1 0,0 0 1,1 0-1,-1-1 0,1 1 0,-1 0 1,1 0-1,-1 0 0,0 0 1,1 0-1,-1 1 0,1-1 1,-1 0-1,0 1 0,1-1 0,-1 1 1,0-1-1,1 1 0,-1 0 1,0-1-1,0 1 0,0 0 1,0 0-1,0 0 0,0 0 0,0 0 1,1 1-1,0 2 2,-1 0 0,0 0 1,-1 0-1,1 0 0,-1 0 0,1 0 0,-1 0 0,-1 7 1,1 4 15,-1-4-14,-1-1 0,0 0 1,-1 0-1,0 0 0,0 0 0,-1 0 1,0 0-1,-1-1 0,0 0 1,0 0-1,-1 0 0,0-1 0,-1 0 1,-14 14-1,7-7 20,-1-2 1,0 0-1,-1 0 0,-1-2 0,0 0 1,-36 17-1,50-27-31,-1 1-9,0 0 0,0 0 1,0-1-1,0 1 0,-1-1 1,1 0-1,-1 0 0,1-1 0,-1 1 1,-8-2-1,12-46-2810,1 16-70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1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28317,'0'0'1889,"12"106"-1745,-12-81-48,0-3-16,-4 0-48,-4-6-32,0-2 0,8-5-224,0-7-753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1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29069,'0'0'16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1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27805,'0'0'1542,"-8"17"-883,-29 58-324,-73 157 437,111-229-761,5-6-3,19-14 4,27-25-6,130-118-163,-181 159 173,-2 24 29,0-13-60,0 0 0,0 0 1,1 0-1,1 0 0,0 0 0,2 14 0,-1-20 4,-1 0-1,1-1 1,0 1 0,0 0-1,0 0 1,0-1 0,1 0-1,-1 1 1,1-1-1,0 0 1,0 0 0,0-1-1,1 1 1,-1 0 0,1-1-1,-1 0 1,1 0-1,4 2 1,2 0-68,1 1 0,0-1 0,1-1-1,-1 0 1,0 0 0,1-1 0,0-1 0,-1 0 0,1 0-1,0-1 1,0-1 0,0 0 0,-1 0 0,1-2 0,-1 1 0,1-1-1,15-7 1,-10 3 84,-1-1 0,0 0 1,-1-2-1,1 1 0,-2-2 0,0 0 0,0-1 0,-1 0 0,0-1 0,17-24 0,-28 35 31,0 0-1,0 0 1,-1 0 0,1 0-1,-1 0 1,1 0-1,-1-1 1,0 1-1,0 0 1,0-1-1,0 1 1,0-1-1,-1 0 1,1 1-1,-1-1 1,0 1-1,0-1 1,0 0-1,0-3 1,-1 5-11,0-1 1,-1 1 0,1 0 0,-1-1-1,1 1 1,-1 0 0,1 0-1,-1 0 1,1 0 0,-1 0-1,0 0 1,0 1 0,1-1-1,-1 0 1,0 1 0,0 0 0,0-1-1,0 1 1,0 0 0,0 0-1,1 0 1,-1 0 0,0 0-1,-4 1 1,-5 0 19,-1 1-1,0 1 1,1-1-1,0 2 1,0-1 0,0 2-1,0-1 1,1 2 0,-1-1-1,-13 11 1,5-2 77,-1 0 0,2 2 0,0 1 1,-17 19-1,33-34-115,0 0 0,0 1 0,0-1 0,1 0 0,-1 1 0,1-1 0,-1 1 0,1-1 0,0 1 0,0 0 0,0-1-1,0 1 1,0 0 0,1 0 0,-1 0 0,1 0 0,0 4 0,5-4-31,2-2 22,0-1 0,0-1 1,0 1-1,0-1 0,-1-1 0,1 1 0,0-1 0,-1 0 0,1-1 0,10-5 0,67-42-51,-32 17-126,-52 33 179,1 0 1,-1 0 0,0 0-1,1 0 1,-1 0-1,0 0 1,0 0 0,1 0-1,-1 0 1,0 1-1,0-1 1,0 0 0,1 0-1,-1 0 1,0 0-1,0 1 1,0-1 0,1 0-1,-1 0 1,0 1-1,0-1 1,0 0 0,0 0-1,0 0 1,0 1-1,1-1 1,-1 0 0,0 0-1,0 1 1,0-1-1,0 0 1,0 1 0,0-1-1,0 0 1,0 0-1,0 1 1,0-1 0,0 0-1,0 0 1,0 1-1,-1-1 1,1 0 0,0 0-1,0 1 1,0-1-1,-1 14 5,-53 133-112,50-135-1272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2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29389,'0'0'1153,"-48"95"-1025,16-37-112,8 8-16,0 2-80,0-5-512,4-2-1617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2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27853,'0'0'349,"-11"18"204,-126 232 658,99-190-699,65-110 270,-9 25-870,5-9 175,2 1-1,1 2 1,33-32-1,-52 56-182,0 1-1,1-1 1,0 1-1,1 1 1,-1-1-1,1 1 1,0 1 0,0 0-1,1 0 1,-1 1-1,1 0 1,-1 0-1,1 1 1,0 0-1,0 1 1,0 1 0,0-1-1,11 2 1,0 3-1337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3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27917,'0'0'1622,"-14"18"-1235,-1-1-307,-1 1 13,1 0 0,1 1 1,0 1-1,2 0 1,-20 42-1,26-45-71,1 0 0,0 1 1,1 0-1,1-1 0,-2 36 0,30-58-67,-8-5 47,-1 0 1,0-1-1,0-1 1,-2 0-1,16-16 1,63-77 11,-89 100-11,13-15 26,-2-1-1,20-34 0,-71 109 634,24-38-620,1 0-1,-14 26 0,22-36-39,1-1 0,0 1-1,0 0 1,0-1 0,1 1 0,-1 0-1,2 0 1,-1 0 0,1 0 0,-1 0-1,2 0 1,0 11 0,0-17-3,-1 1 0,0 0 0,1-1 0,-1 1 0,1 0 0,-1-1 0,1 1 0,-1 0 1,1-1-1,-1 1 0,1-1 0,0 1 0,-1-1 0,1 1 0,0-1 0,-1 0 0,1 1 0,0-1 0,0 0 0,-1 0 0,1 1 1,0-1-1,0 0 0,0 0 0,-1 0 0,2 0 0,26 1-2,-22-1 4,9-1 3,0-1-1,-1 0 1,1 0 0,-1-2-1,1 0 1,-1 0-1,0-1 1,-1-1-1,1-1 1,-1 0 0,15-10-1,-2-2-1,0-1-1,-1-1 1,-1-1-1,22-27 1,-58 94 302,5-31-302,1 0 0,1 0 0,0 1 0,0 0 1,2 0-1,0 0 0,0 0 0,1 0 0,1 24 0,36-43-1346,-13-12-892,1-5-4455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3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28973,'0'0'1793,"-76"121"-1713,48-71-80,4 1-192,4-3-2257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4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229 474 27597,'0'0'1686,"0"-15"-1622,0-47 26,0 62-79,0-1-1,0 0 1,0 0-1,0 1 0,0-1 1,0 0-1,0 1 0,0-1 1,-1 0-1,1 0 1,0 1-1,0-1 0,-1 0 1,1 1-1,0-1 0,-1 1 1,1-1-1,0 0 1,-1 1-1,1-1 0,-1 1 1,1-1-1,-1 1 0,1-1 1,-1 1-1,0-1 1,1 1-1,-1 0 0,1-1 1,-1 1-1,0 0 0,1 0 1,-1-1-1,0 1 1,0 0-1,1 0 0,-1 0 1,0 0-1,1 0 0,-1 0 1,0 0-1,0 0 1,1 0-1,-1 0 0,0 0 1,1 0-1,-1 1 0,0-1 1,1 0-1,-1 1 0,0-1 1,1 0-1,-2 1 1,-28 16 5,14-3-7,1 0 1,1 1 0,0 0-1,1 1 1,1 1 0,0 0-1,2 0 1,0 1-1,0 0 1,2 1 0,0 0-1,2 1 1,0 0 0,1-1-1,0 2 1,2-1 0,-1 31-1,4-50-10,0 0 1,0 0-1,1 1 0,-1-1 0,0 0 0,1 0 1,-1 0-1,1 0 0,-1 0 0,1 0 0,0 0 1,-1 0-1,1 0 0,0 0 0,0 0 0,-1 0 1,1 0-1,0-1 0,0 1 0,0 0 0,0-1 1,0 1-1,0-1 0,0 1 0,1-1 0,-1 1 1,0-1-1,0 0 0,0 1 0,0-1 1,1 0-1,-1 0 0,0 0 0,0 0 0,0 0 1,1 0-1,-1 0 0,1-1 0,5 1 0,-1-1 0,1 0 0,-1 0 1,0 0-1,1-1 0,8-4 0,11-8 24,0-1 1,37-29-1,-14 9-21,11-7 14,-1-2-1,95-93 1,-132 115-3,-2-1 0,-1 0 0,0-2 1,-2 0-1,-1-1 0,-1 0 0,-1-1 0,-2-1 0,15-45 1,-24 56 5,0 0 1,-1-1-1,-1 0 1,-1-20-1,0 25 12,0 13-24,0-1 1,0 1 0,0-1 0,0 1-1,0 0 1,0-1 0,-1 1 0,1-1-1,0 1 1,0 0 0,0-1-1,0 1 1,-1 0 0,1-1 0,0 1-1,0 0 1,-1-1 0,1 1 0,0 0-1,-1 0 1,1-1 0,0 1 0,-1 0-1,1 0 1,0 0 0,-1-1 0,1 1-1,-1 0 1,1 0 0,0 0-1,-1 0 1,1 0 0,-1 0 0,1 0-1,0 0 1,-1 0 0,1 0 0,-1 0-1,1 0 1,0 0 0,-1 0 0,1 0-1,-1 0 1,1 0 0,0 1 0,-1-1-1,0 0 1,-21 12 61,1 11-42,2 1 0,0 0 1,2 2-1,0 0 0,-24 56 0,16-35 23,-4 9 21,-28 73 1,49-105-67,0 0 0,2 1 0,1-1 0,0 1 1,2 1-1,0 26 0,3-52-6,0 1 0,0 0-1,0-1 1,0 1 0,1 0 0,-1-1 0,0 1-1,0 0 1,0-1 0,1 1 0,-1-1 0,0 1-1,0 0 1,1-1 0,-1 1 0,1-1 0,-1 1-1,1-1 1,-1 1 0,0-1 0,1 1 0,0-1-1,-1 1 1,1-1 0,-1 0 0,1 1 0,-1-1-1,2 1 1,24-1-20,-20-1 19,0-1 0,0 1 0,0-1 1,0-1-1,-1 1 0,7-5 0,25-25-11,-31 26 2,-1 0-1,1 1 1,0-1-1,0 2 1,1-1-1,-1 1 1,1-1-1,0 2 1,0-1-1,8-2 1,-14 6 10,0 0 0,0 0 1,0 0-1,0 0 0,0 1 0,1-1 0,-1 0 1,0 0-1,0 1 0,0-1 0,0 1 0,0-1 1,0 1-1,0-1 0,0 1 0,0-1 1,-1 1-1,1 0 0,0 0 0,0-1 0,0 1 1,-1 0-1,1 0 0,0 0 0,-1 0 0,1 0 1,0 1-1,14 35 72,-10-25-32,-2-6-34,0-1-1,0 0 1,1 0 0,0-1 0,0 1-1,0-1 1,0 0 0,1 0-1,0 0 1,0 0 0,0-1-1,0 0 1,0 0 0,1-1 0,-1 1-1,1-1 1,0 0 0,-1 0-1,12 1 1,10 1-48,-1-1 0,1-1 0,30-2 0,-36 0-34,-6 0-261,1 0 1,0-1-1,-1-1 0,31-7 0,3-10-2519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27244,'0'0'1665,"-4"20"-1155,-9 34-317,-2-1 0,-38 89 0,39-105-140,12-29-14,0-1 0,-1 1 1,0-1-1,0 0 0,0 0 0,-1 0 1,0 0-1,-1 0 0,-10 11 0,14-17 81,2-11 59,3-4-171,1 0-1,1 0 0,1 0 1,-1 1-1,2 0 1,0 0-1,1 1 1,17-20-1,3-6-5,-16 19-12,1 0-1,1 1 0,1 1 1,19-17-1,-29 29 7,1 0 0,0 0 0,1 0 0,-1 1-1,1 0 1,0 0 0,-1 1 0,2 0 0,-1 1 0,0 0 0,1 0 0,-1 0 0,1 1 0,10 0 0,-18 2-10,0-1 0,0 0 0,0 1 0,0 0 0,0-1 0,1 1 0,-1-1 0,0 1 1,-1 0-1,1 0 0,0 0 0,0-1 0,0 1 0,0 0 0,-1 0 0,1 0 0,0 0 0,-1 0 0,1 1 1,-1-1-1,1 0 0,-1 0 0,1 0 0,-1 0 0,0 0 0,0 1 0,0-1 0,0 0 0,0 0 0,0 1 1,0-1-1,0 0 0,0 0 0,0 0 0,0 1 0,-1-1 0,0 2 0,1 4-476,0 8-1399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28349,'0'0'272,"108"-16"192,-56 16-400,0 0-64,-4 9-464,-4 11-1489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5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5 313 27389,'0'0'1067,"20"-21"-528,11-8-426,113-115 144,-138 138-229,0 0 0,-1-1-1,0 1 1,0-1 0,0 0-1,-1 0 1,1-1 0,-2 1-1,1-1 1,-1 0-1,-1 0 1,1 0 0,1-15-1,-8 22 24,0 0-1,0 1 1,-1 0-1,1-1 1,0 1-1,-1 1 0,1-1 1,0 1-1,0-1 1,-6 3-1,-2 2-13,1 0-1,0 1 1,0 1-1,0 0 1,1 0-1,0 1 0,0 0 1,1 1-1,-8 10 1,3-5 15,2 2 1,0 0 0,1 0-1,1 1 1,-9 21 0,15-30-49,1 1 1,1 0-1,0 1 1,-2 15-1,3-24-8,1 1 0,-1 0 0,1 0 0,0 0 0,-1-1 0,1 1 0,0 0 0,0 0 0,1 0 0,-1-1 0,0 1 0,1 0 0,-1 0 0,1-1 0,-1 1 0,1 0 0,0-1 0,0 1 0,-1-1 0,1 1 0,0-1 0,1 1 0,-1-1 0,0 1 0,0-1 0,1 0 0,-1 0 0,0 0 0,1 0 0,1 1 0,10 1-205,0-2 0,0 0-1,0 0 1,0-2 0,0 1 0,16-4-1,18-8-1486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6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1 28477,'0'0'1505,"-92"149"-1041,52-73-288,0 6 96,0-1-96,0-5-16,4-3-96,4-8-48,4-7-16,4-12-16,8-10-192,4-14-272,8-13-400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21882,'0'0'8084,"7"12"-7991,-2-4-77,-3-5-9,0 1-1,0-1 0,0 1 1,0-1-1,0 1 1,1-1-1,0 0 1,0 0-1,0 0 1,0-1-1,0 1 1,0-1-1,1 0 1,-1 0-1,1 0 1,0 0-1,-1 0 1,1-1-1,0 1 1,6 0-1,20 1 34,0-1 0,1-2 0,-1-1 0,1-1 0,-1-2 0,0-1 0,0-1 0,-1-2 0,0-1 0,0-1 0,-1-1 0,51-29 0,-38 9-16,-39 29-20,0 0 1,0 0-1,-1 0 0,1 0 1,0-1-1,-1 1 1,1 0-1,-1-1 0,0 1 1,0-1-1,0 1 0,0-1 1,0 0-1,-1 1 0,1-5 1,-1 6-3,0 1 1,0-1 0,-1 1 0,1-1-1,-1 1 1,1-1 0,0 1-1,-1-1 1,1 1 0,-1-1 0,1 1-1,-1-1 1,1 1 0,-1 0-1,0-1 1,1 1 0,-1 0 0,1 0-1,-1-1 1,0 1 0,1 0-1,-1 0 1,0 0 0,1 0 0,-1 0-1,0 0 1,1 0 0,-1 0-1,0 0 1,1 0 0,-2 0-1,-26 4 61,17 0-57,-1 0-1,1 2 1,0-1-1,0 1 1,1 1-1,0 0 1,0 0-1,0 1 1,1 1-1,-15 16 1,18-18-3,0-1 0,1 1-1,0 0 1,0 1 0,1-1 0,0 1 0,0 0 0,1 0 0,0 0 0,0 0-1,1 1 1,0-1 0,1 1 0,-1-1 0,2 1 0,-1 11 0,2-18-13,0 0 0,0 0 0,0 0 0,0-1 0,0 1 1,1-1-1,-1 1 0,0-1 0,1 1 0,-1-1 1,1 1-1,0-1 0,-1 0 0,1 0 0,0 0 0,0 0 1,0 0-1,0-1 0,-1 1 0,1 0 0,0-1 1,0 0-1,0 1 0,0-1 0,1 0 0,-1 0 0,0 0 1,4-1-1,62-2-823,-31-7-202,-7-7-1356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6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29165,'0'0'1633,"44"-2"-1617,-12 18 0,0 4-16,0 5-112,4 2-432,0 2-673,0-2-7235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27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33 28317,'0'0'1702,"14"-5"-1587,-3-1-74,-6 3-14,1 0 0,-1 1 0,1-1 0,0 1 0,-1 0 0,1 0 0,0 1 0,0 0 0,0 0-1,0 0 1,1 1 0,-1 0 0,0 0 0,6 1 0,-10 0-14,0 0-1,0 0 1,-1 0 0,1 1-1,-1-1 1,1 1-1,-1-1 1,1 1-1,-1-1 1,0 1-1,0 0 1,0-1-1,0 1 1,0 0 0,0 0-1,0 0 1,-1 0-1,1 0 1,-1 0-1,1 0 1,-1 0-1,0 0 1,0 0-1,0 0 1,0 0 0,0 1-1,0-1 1,0 0-1,-2 4 1,1 1-3,0 0 0,0 0 0,-1 0 0,0 0 0,0 0 0,0 0 0,-6 10 0,-4-2 3,-1 0 0,-26 25 0,24-27-8,1 2-1,-20 24 0,31-34-5,-1 1-1,1-1 0,0 1 0,1-1 0,-1 1 1,1 0-1,0 0 0,0 0 0,1 0 0,0 1 1,0-1-1,0 9 0,1-14 0,1 0 0,-1 0 0,1-1 0,-1 1 0,1 0 0,-1 0 0,1-1 0,-1 1 0,1 0 0,0-1 0,-1 1 0,1-1 0,0 1 0,-1 0 0,1-1 0,0 0 0,0 1 0,0-1 0,0 1 0,-1-1 0,1 0 0,0 0 0,0 1 0,0-1 0,0 0 0,0 0 0,0 0 0,0 0 0,1 0 0,37 0-13,-29-1-1,7 1-146,-1-1-1,1 0 1,0-1-1,-1-1 1,0-1-1,1 0 1,-1-1-1,-1-1 1,1 0-1,19-12 1,-1-4-2181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34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25 28205,'0'0'2057,"2"-4"-1902,5-13 26,-5 13 718,-8 5-720,1 1-178,-1 0 1,0 0-1,0 1 1,1 0 0,-1 0-1,1 1 1,0 0-1,0 0 1,0 0-1,1 0 1,-6 7-1,-4 5 8,1 0 0,-14 23 0,17-24-11,2 0 0,-1 1 0,2 1 0,0 0 0,1 0 0,1 0 0,1 0 0,0 1 0,1 0 0,1-1 0,0 22 0,2-38 2,0 0 0,1 0 0,-1-1 0,0 1 0,1 0 0,-1 0 0,1 0 0,-1-1 0,1 1 0,0 0 0,-1-1 0,1 1 0,0 0 0,-1-1 0,1 1 0,0-1 0,0 1 0,-1-1 0,1 0 0,0 1 0,0-1 0,0 0 0,0 1 0,0-1 0,0 0 0,-1 0 0,1 0 0,0 0 0,0 0 0,2 0 0,36 0 20,-29 0-13,1 0-2,0-1-1,-1 0 1,1 0 0,-1-1 0,0-1-1,1 0 1,-1 0 0,0-1 0,10-5-1,-1-2-3,-1-1 0,0 0 0,25-23 0,-28 23 0,-1-1 1,0-1 0,0 0-1,-2 0 1,0-1 0,0-1-1,-2 0 1,0-1 0,-1 0 0,12-29-1,-23 43 26,-7 9-22,-8 11-7,7-4 5,0 1 1,0 0 0,2 0-1,0 1 1,0 0 0,1 1 0,1-1-1,1 1 1,0 0 0,1 1-1,1-1 1,0 1 0,1 0-1,1 0 1,1-1 0,0 1 0,3 17-1,-3-33-3,0 0 0,1 0 0,-1 0 0,0 0 0,1 0 0,-1 0 0,0 0 0,1 0 0,0 0 0,-1 0 0,1 0 0,-1 0 0,1-1 0,0 1-1,0 0 1,-1 0 0,1-1 0,0 1 0,0 0 0,0-1 0,0 1 0,0-1 0,0 1 0,0-1 0,2 1 0,0 0 2,1-1-1,-1 1 1,1-1 0,-1 0-1,1 0 1,0 0 0,-1 0 0,5-2-1,2 0 2,0 0 0,-1-1 0,1 0 0,-1-1 0,13-7 0,7-10 10,-1-1 0,0-1 0,37-42 0,-42 42-3,-22 30-37,-6 18 21,-9 25 20,12-43-15,0 0-1,0 1 1,0 0-1,1 0 1,0-1-1,0 1 1,1 0-1,0 0 1,1 0-1,1 7 1,3-13-62,1-1 0,-1 0 0,1-1 0,-1 1 0,1-1 0,0-1 0,-1 1 0,7-1 0,-9 0-16,2 1-75,0-1 0,0 0 0,-1 0 0,1-1-1,0 1 1,-1-1 0,1 0 0,-1 0-1,0-1 1,0 1 0,0-1 0,0 0 0,0 0-1,6-6 1,10-11-2295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34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60 26444,'0'0'3748,"-19"18"-3409,-57 57-72,72-71-243,1 0-1,0-1 1,0 2-1,0-1 1,0 0 0,1 0-1,-1 1 1,1 0-1,1-1 1,-1 1-1,0 0 1,1 0 0,0 0-1,0 0 1,1 0-1,-1 0 1,1 0-1,0 0 1,1 7 0,0 5 19,-1-16-39,1 0 0,-1 0-1,0-1 1,1 1 0,-1 0 0,0 0-1,1 0 1,-1-1 0,1 1 0,0 0 0,-1 0-1,1-1 1,-1 1 0,1 0 0,0-1 0,0 1-1,-1-1 1,1 1 0,0-1 0,0 1-1,0-1 1,0 0 0,-1 1 0,1-1 0,0 0-1,0 0 1,0 0 0,0 1 0,0-1-1,0 0 1,0 0 0,1-1 0,37 1 36,-33-1-24,2 0-6,1-1-1,-1 0 0,0 0 0,1-1 1,-1-1-1,-1 1 0,1-1 0,0 0 1,-1-1-1,0 0 0,0 0 0,0 0 0,6-8 1,3-2-1,-1-1 1,0-1 0,22-35-1,-32 45 0,-1 0 0,-1 0-1,0-1 1,0 1 0,0 0-1,-1-1 1,0 0-1,0 0 1,-1 0 0,0 1-1,0-1 1,-1-10 0,-1 17-8,1 0 0,-1-1 0,1 1 0,-1 0 0,0 0 1,1 0-1,-1 0 0,0 1 0,0-1 0,0 0 1,0 0-1,0 0 0,0 1 0,0-1 0,0 1 0,0-1 1,0 0-1,0 1 0,0 0 0,0-1 0,-1 1 0,1 0 1,0-1-1,0 1 0,0 0 0,-1 0 0,1 0 1,0 0-1,0 0 0,-1 1 0,1-1 0,0 0 0,-1 1 1,-49 7-213,0 15-563,-4 8-683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42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24 27885,'0'0'1587,"-6"-3"-1544,0 2-30,0-2-3,0 1 0,0 1 0,-1-1 0,1 1 0,0 0 0,-8 0 0,-4-3 990,18 3-977,-1 0 1,0 1-1,0 0 1,0-1-1,0 1 1,0-1-1,0 1 1,0 0-1,0 0 1,0 0-1,0 0 1,0 0-1,-1 0 1,1 0-1,0 0 1,0 0-1,0 0 1,0 0-1,0 1 1,0-1-1,0 0 1,0 1-1,0-1 1,0 1-1,1-1 1,-1 1-1,0-1 1,0 1-1,0 0 1,-1 1-1,-17 18 34,0 1 0,-22 32 0,-1 1 18,-32 36-60,4 4 0,-67 116 0,128-198 89,8-20 77,10-21-2021,-1 19 271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4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179 103 24491,'0'0'5029,"-7"-2"-4605,-23-7-39,29 9-359,1 0 0,-1-1 0,0 1 0,1 0 0,-1 0 0,0 0 0,1-1 0,-1 1 0,0 0 0,1-1 0,-1 1 0,1-1 0,-1 1 0,1-1 0,-1 1 0,1-1 0,-1 1 0,1-1 0,-1 1 0,1-1 0,0 1 0,-1-1 0,1 0 0,0 1 0,-1-1 0,1 0 0,0 1 0,0-1 0,0 0 1,0 0-1,0 1 0,0-1 0,0 0 0,0 1 0,0-1 0,0 0 0,0 1 0,0-1 0,0 0 0,0 0 0,1 1 0,-1-1 0,0 0 0,0 1 0,1-1 0,-1 1 0,1-1 0,-1 0 0,1 0 0,24-21-39,3 12 14,0 2 1,0 0-1,1 2 0,0 2 1,0 0-1,1 2 0,47 2 1,-74 1-4,1-1 1,-1 0 0,0 1-1,0 0 1,0-1 0,0 1-1,0 1 1,0-1 0,0 0-1,0 1 1,0-1 0,0 1-1,-1 0 1,1 0 0,-1 0-1,1 0 1,-1 0 0,0 1-1,0-1 1,0 1-1,0 0 1,0-1 0,-1 1-1,1 0 1,-1 0 0,0 0-1,0 0 1,0 0 0,1 4-1,0 2 4,0 1 0,0-1 0,-1 1 0,0 0-1,-1-1 1,0 1 0,0-1 0,-4 18 0,1-19 2,0-1 0,0 1 1,-1-1-1,0 0 0,0 0 0,-1 0 1,1-1-1,-1 0 0,-1 0 0,1 0 1,-11 7-1,-5 6 8,-47 29-1,33-27-1,0-2 0,-1-1 0,-1-2-1,-1-2 1,0-1 0,0-2-1,-60 9 1,94-19-5,10 14-5,18 4 13,0 0 0,1-2 0,0-1 0,1-1-1,40 17 1,-28-15 3,-1 3 0,39 27 1,-72-44-62,0-1 1,0 0 0,0 0 0,0 0-1,0 0 1,0-1 0,1 0 0,-1 0 0,0 0-1,1 0 1,-1 0 0,1-1 0,-1 0-1,1 0 1,-1 0 0,1-1 0,-1 1 0,0-1-1,1 0 1,-1 0 0,0-1 0,7-3-1,5-2-365,0-2-1,0 0 0,-1-1 1,17-15-1,0-2-2201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45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1 28413,'0'0'2134,"-15"8"-1982,12-5-140,-11 4 62,1 2 0,0 0 1,1 1-1,0 0 0,1 0 0,-20 25 0,4 1 79,2 1-1,1 1 1,-19 44-1,36-66-169,1 0 0,0 1 0,1 0 0,1 0 0,0 0-1,1 0 1,1 0 0,1 1 0,0-1 0,4 34 0,-2-48-38,0-1 1,0 0-1,0 1 0,0-1 1,0 1-1,1-1 0,-1 0 1,1 0-1,-1 0 1,1 0-1,0 0 0,0 0 1,0-1-1,0 1 1,0 0-1,0-1 0,0 0 1,1 1-1,-1-1 0,0 0 1,1 0-1,-1 0 1,1-1-1,-1 1 0,1 0 1,0-1-1,-1 0 1,1 0-1,4 0 0,5 1-429,0-1-1,0-1 1,0 0-1,0 0 0,16-5 1,20-12-2083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45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194 325 27100,'0'0'891,"13"-21"102,106-161 378,-105 163-1220,-9 13-78,0 0 1,0-1-1,-1 1 1,0-1 0,0 0-1,0 0 1,-1-1-1,0 1 1,-1-1 0,0 1-1,0-1 1,1-9-1,-3 16 103,-3 4-47,-13 20-122,1 0 0,1 0 0,1 2 0,-18 48 0,-29 111 11,-44 313 35,88-408-42,15-81-10,0 1-4,-1-1 1,0 1 0,0-1-1,-1 1 1,-6 13 0,9-21 3,-1-1 0,1 1 0,-1-1 0,1 1 1,-1-1-1,0 1 0,1-1 0,-1 1 0,0-1 1,1 0-1,-1 1 0,0-1 0,0 0 0,1 0 1,-1 1-1,0-1 0,0 0 0,1 0 0,-1 0 1,0 0-1,0 0 0,0 0 0,1 0 1,-1 0-1,0 0 0,0-1 0,1 1 0,-1 0 1,0 0-1,0-1 0,1 1 0,-1 0 0,0-1 1,1 1-1,-1-1 0,0 1 0,1-1 0,-1 1 1,1-1-1,-1 1 0,1-1 0,-1 0 0,1 1 1,-1-1-1,1 0 0,-1 0 0,-22-30 52,16 17-49,0 0 0,2 0-1,-1-1 1,-5-28 0,10 39-1,0-1 1,0 1-1,1 0 1,0 0-1,0-1 1,0 1-1,0 0 1,1 0-1,-1-1 1,1 1-1,0 0 1,1 0-1,-1 0 0,1 0 1,-1 0-1,1 0 1,0 1-1,1-1 1,-1 1-1,1-1 1,-1 1-1,6-5 1,22-15 12,1 2 1,1 1 0,0 1 0,2 2-1,0 1 1,39-12 0,223-52-1004,-273 74 739,58-19-2028,-45 9-989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46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28909,'0'0'614,"0"16"-107,0 360 925,0-344-1399,-3-1-1,0 0 1,-2 0-1,-1 0 1,-2-1-1,-1 0 1,-1-1-1,-1 0 1,-2 0-1,-29 48 1,37-73-1734,11-17-360,12-11-2386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46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29325,'0'0'1777,"32"-2"-1601,-4-5 0,4-2-112,7 2-48,-3 1 16,0 3-64,0-1 32,4 1-224,-4 3-400,-12 0-64,12 0-673,-20 0-2785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46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11573,'0'0'19737,"84"2"-19497,-52-2-128,0 0-79,0-5-33,-4 1 0,4-1-65,4 5-287,0 0-384,-8 0-513,12 0-1712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0:56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25 636 4658,'0'0'16891,"-19"-1"-7054,14-3-9131,6-6-700,0-1-1,1 1 1,0-1 0,1 1-1,0 0 1,0 0 0,1 0-1,1 0 1,8-14-1,64-87 2,-44 65-6,8-9-2,43-69 2,-73 106 4,0-1-1,-2 0 0,-1-1 0,12-37 0,-20 35 76,0 21-10,0 31-108,0 528 212,4-484-171,-4-74 5,3-2-20,0-1 11,0 0-1,0 0 1,0 1 0,-1-2 0,1 1 0,-1 0 0,0 0-1,0-1 1,0 1 0,0-1 0,1-5 0,4-5 0,25-39 3,-7 9 5,54-71 0,72-83 11,-39 47-1,-69 88 36,-49 120-1974,2-25 24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21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371 394 28045,'0'0'1240,"0"-17"-1101,0-81 216,-1 96-330,1 1 0,-1-1 0,0 0 0,0 1 0,0-1 0,1 1 0,-1-1 0,-1 1 1,1-1-1,0 1 0,0 0 0,0 0 0,-1-1 0,1 1 0,-1 0 0,1 0 0,-1 0 0,1 1 0,-1-1 0,0 0 0,1 0 0,-1 1 0,0-1 0,1 1 1,-1 0-1,0-1 0,0 1 0,1 0 0,-1 0 0,0 0 0,-3 1 0,-3-2 10,-1 1 0,1 0-1,0 1 1,0 0 0,0 0 0,-8 3 0,3 1-20,1 1 0,-1 1 0,2 0 0,-1 1 0,1 0 0,0 0 0,0 1 0,1 1 0,1 0 0,-12 14 0,3 0 57,1 0 0,2 1 0,-24 48 0,33-58-46,0 1-1,0-1 1,2 1 0,0 0-1,0 1 1,2-1-1,0 0 1,1 1-1,0 0 1,2-1 0,2 23-1,-2-37-23,1 1 0,-1-1 0,0 0 1,0 0-1,1 0 0,0 0 0,-1 0 0,1 0 0,0-1 0,0 1 0,0 0 1,0-1-1,0 1 0,0-1 0,0 0 0,0 0 0,1 0 0,-1 0 0,0 0 1,1 0-1,-1-1 0,1 1 0,-1-1 0,1 0 0,-1 0 0,1 0 0,2 0 1,2 1 5,1-1 1,-1 0 0,0-1 0,0 1 0,1-1-1,-1-1 1,0 1 0,12-5 0,-5-4-4,1 0 0,-1 0 1,-1-2-1,0 0 0,-1 0 0,0-1 1,0 0-1,16-27 0,-7 12-1,-15 20-4,37-46 0,-2-1 0,-2-3 0,-4 0 0,38-84 0,10-65 0,-83 204 8,-4 89 71,-4-1 1,-26 111 0,19-114-10,2-6-218,2 0-1,1 81 0,21-197-1115,-3 9 63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2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0 29822,'0'0'603,"0"24"-115,1 54-219,-3 224 364,-3-245-572,-2 0 1,-2 0 0,-3-1 0,-2-1 0,-3 0 0,-2-1-1,-2-1 1,-3-1 0,-2-1 0,-63 92 0,68-110-51,16-23-11,-1-1 0,0 0 0,0-1 0,-12 13 0,16-20-43,2-17-2385,0-4-363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4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0 29437,'0'0'1577,"-6"8"-1427,-55 76 100,5 3 0,-61 123 0,101-180-243,2-8 4,11-19-11,0 1 0,0-1 0,0 1 0,1 0 0,0 0 0,0 0 0,0 0 0,0 1 0,-1 6 0,3-11-27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43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27885,'0'0'2900,"0"0"-2875,0-1 1,1 0 0,-1 1-1,1-1 1,-1 1 0,1-1-1,-1 1 1,1-1-1,-1 1 1,1-1 0,0 1-1,-1-1 1,1 1 0,-1 0-1,1-1 1,0 1-1,0 0 1,-1 0 0,1-1-1,0 1 1,-1 0 0,1 0-1,0 0 1,0 0 0,-1 0-1,1 0 1,1 0-1,247 17 536,3-17-964,-252 5-2412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46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605 137 27741,'0'0'3028,"-5"7"-2919,-42 59-36,-2-3 0,-4-2 1,-2-3-1,-2-1 0,-3-4 0,-92 64 0,143-110-70,1-1 0,0-1 0,0 1-1,-1-1 1,1 0 0,-1-1-1,0 0 1,0 0 0,0-1-1,-1 0 1,-10 1-1,19-4-2,1 0 0,-1-1 0,1 1 0,-1 0 0,1 0 0,-1 0 0,1-1 0,-1 1 0,1 0 0,-1-1 0,1 1 0,-1-1 0,1 1 0,-1 0 0,1-1 0,0 1 0,-1-1 0,1 1 0,0-1 0,-1 1 0,1-1 0,0 0 0,0 1 0,0-1 0,-1 1 0,1-1 0,0 1 0,0-1 0,0 0 0,0 1 0,0-1 0,0 1 0,0-1 0,0 0 0,0 1 0,0-1 0,1 1 0,-1-1 0,0 1 0,0-2 0,1 1 0,-2-11-3,2 0 0,-1 0 1,2 0-1,-1 0 0,2 0 0,6-21 0,-8 30 2,1-1 0,0 1 0,-1 0 0,1 0 0,0 0 0,1 0 1,-1 0-1,0 0 0,1 1 0,0-1 0,0 1 0,-1 0 0,1-1 0,0 1 0,1 1 1,-1-1-1,0 0 0,1 1 0,-1 0 0,1-1 0,-1 2 0,1-1 0,-1 0 1,1 1-1,0-1 0,-1 1 0,6 0 0,5 1 2,0 1 0,0 1 0,0 0 0,0 1 0,0 0-1,-1 1 1,0 1 0,0 0 0,23 15 0,49 20 19,-63-33-20,1-1 0,-1-1 0,32 4 0,-46-9 0,0 0 1,0 0-1,0-1 0,-1 0 0,1 0 0,0-1 1,0 0-1,-1-1 0,1 0 0,0 0 0,-1 0 1,0-1-1,14-7 0,-2-4 4,0 0 0,0-2 0,-1 0 0,-1-1 0,-1-1 0,-1 0 0,18-28 0,-24 32-2,0-1-1,-1-1 0,-1 1 0,-1-1 0,0 0 0,-1-1 0,-1 1 0,0-1 0,-1 0 0,-1 0 0,0-17 0,-2 22 2,0 0-1,-1 1 0,0-1 1,-3-13-1,2 20 0,0 1 0,1-1-1,-2 0 1,1 1 0,0 0 0,-1-1 0,0 1-1,0 0 1,0 1 0,0-1 0,-1 0-1,-6-4 1,-6-5 11,-1 2 0,0 0 0,0 1 0,-1 1 0,-1 0-1,1 1 1,-1 1 0,-1 1 0,1 1 0,-1 1 0,0 0 0,0 2 0,0 0 0,0 1-1,-1 1 1,1 1 0,-22 4 0,37-4-15,0-1-1,0 1 1,0 1-1,0-1 1,0 1-1,0-1 1,1 2 0,-1-1-1,1 0 1,0 1-1,-1 0 1,1 0-1,0 0 1,1 0-1,-1 1 1,0-1-1,1 1 1,0 0-1,0 0 1,0 0 0,1 1-1,-1-1 1,1 1-1,0-1 1,-2 8-1,-1 6-432,1 0 0,1 1 1,0-1-1,2 1 0,0 27 0,1 1-2473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47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31 24699,'0'0'5293,"-28"-25"-3110,23 24-2183,0-1 0,0 1 0,0 1 0,-1-1 1,1 1-1,0 0 0,0 0 0,0 0 0,0 1 0,0 0 0,0 0 1,0 0-1,0 0 0,0 1 0,-7 3 0,4 0 1,0 0-1,0 0 1,0 0 0,1 1-1,0 0 1,0 1 0,1 0-1,-6 7 1,-4 8 0,1 1 0,2 0 1,0 1-1,1 0 0,-8 27 1,13-33-2,1 0 0,1 0 0,0 1 0,2 0 0,0-1 0,1 1 0,1 0 0,0 1 0,4 26 0,-2-42-1,0-1 0,1 1 0,0 0 0,0 0 0,0 0 0,0-1 0,0 1 0,1-1 0,-1 0 0,1 0 0,0 0 0,0 0 0,0 0 0,1-1 0,-1 1 0,1-1 0,-1 0 0,1 0 0,0 0 1,-1 0-1,1-1 0,0 0 0,0 0 0,6 1 0,-4 0-31,0-1 0,0 0 1,0 0-1,1-1 0,-1 0 1,0 0-1,0 0 0,1-1 1,-1 0-1,0 0 0,0 0 1,0-1-1,0 0 0,0 0 1,10-6-1,27-26-1868,-26 11-439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47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537 1 28173,'0'0'1918,"-14"14"-1784,1-1-76,3-3 0,1 0 0,0 0 0,0 0 0,1 1 0,1 1 0,-1-1 0,-6 17 0,-113 269 911,-72 147-865,192-430-102,-4 7 4,0 0 1,-2-1-1,0 0 1,-17 19 0,30-38-7,0-1 1,-1 1-1,1-1 1,-1 1-1,1-1 1,0 1-1,-1-1 1,1 0-1,-1 1 1,1-1-1,-1 1 1,1-1-1,-1 0 1,0 1 0,1-1-1,-1 0 1,1 0-1,-1 0 1,0 1-1,1-1 1,-1 0-1,0 0 1,1 0-1,-1 0 1,0 0-1,1 0 1,-1 0-1,-1-1 1,-5-16 25,7-40 23,0 44-43,0-20-7,1-1 1,6-32 0,-4 53 0,0-1 1,1 1-1,0 0 1,1 1-1,0-1 0,1 1 1,14-22-1,-14 24 1,1 0 0,0 1 0,1-1 0,0 2-1,0-1 1,1 1 0,0 1 0,0-1 0,0 1-1,1 1 1,1 0 0,-1 0 0,1 1 0,-1 1-1,2-1 1,-1 2 0,0 0 0,1 0 0,22-2-1,-16 6-10,1 0 1,-1 1-1,0 1 0,28 9 0,-32-8-257,0-1-1,0 1 1,0-2 0,0 0 0,0-1 0,0 0-1,1-1 1,19-3 0,10-11-1763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48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29437,'0'0'494,"6"16"-30,8 24-219,-2 1-1,12 75 1,-16-53-88,-3-1 1,-3 1-1,-7 86 1,0-126-137,0-1-1,-1 1 1,-1-1 0,-1 0 0,-1-1 0,-1 0 0,-1 0 0,0-1 0,-2 0 0,0-1 0,-2-1 0,0 0 0,-29 27 0,43-44 110,8-18-5726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48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28525,'0'0'2321,"108"-20"-2145,-69 17-32,-7-1-144,0 4 16,-4 0-32,-4 0-144,-4 0-448,-12 4-385,-8 8-1664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48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26716,'0'0'4386,"119"-14"-4338,-71 6-32,-4 3-16,12 1-16,-4 1-240,4-1-544,4-1-1249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0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43 25644,'0'0'4423,"0"21"-4287,0 15-58,-1-1-1,-2 0 0,-2 0 1,-1 0-1,-15 48 0,5-44-1,9-23-64,0 1 0,1-1 0,1 1 0,0 0 0,1 1 0,-2 25 0,6-42-28,2-26-10,5 9 35,1-1-1,0 1 1,1 0 0,0 1 0,2 0 0,12-15-1,5-8 5,95-125 24,-99 136 95,1 0 1,1 2-1,46-35 0,-69 58-117,15-10 53,-17 12-67,-1 0 0,0-1 0,0 1 0,0 0 0,1 0 0,-1 0 0,0 0-1,1-1 1,-1 1 0,0 0 0,0 0 0,1 0 0,-1 0 0,0 0 0,1 0 0,-1 0 0,0 0 0,1 0 0,-1 0 0,0 0 0,0 0 0,1 0-1,-1 0 1,0 0 0,1 0 0,-1 0 0,0 1 0,0-1 0,1 0 0,-1 0 0,0 0 0,0 0 0,1 1 0,-1-1 0,0 0 0,0 0-1,1 0 1,-1 1 0,0-1 0,0 0 0,0 0 0,0 1 0,0-1 0,1 0 0,-1 0 0,0 1 0,0-1 0,0 0 0,0 1 0,0-1 0,0 0-1,0 1 1,0-1 0,0 0 0,0 0 0,0 1 0,1 65 116,0-4-59,-2 0 0,-11 70 0,12-131-59,-1-1 1,1 0-1,0 0 0,0 0 0,0 0 1,0 1-1,0-1 0,0 0 1,0 0-1,0 0 0,0 0 0,0 1 1,0-1-1,0 0 0,0 0 1,0 0-1,0 0 0,0 1 0,0-1 1,0 0-1,0 0 0,0 0 1,0 1-1,0-1 0,1 0 0,-1 0 1,0 0-1,0 0 0,0 0 1,0 1-1,0-1 0,0 0 1,1 0-1,-1 0 0,0 0 0,0 0 1,0 0-1,0 0 0,0 1 1,1-1-1,-1 0 0,0 0 0,0 0 1,0 0-1,0 0 0,1 0 1,-1 0-1,0 0 0,0 0 0,0 0 1,1 0-1,-1 0 0,0 0 1,0 0-1,0 0 0,16-8-4,18-20 30,-31 25-24,56-50-2,-10 8-36,110-77 1,-159 122 35,0 0 0,1 0 1,-1 0-1,0 0 0,0 0 1,1-1-1,-1 1 1,0 0-1,0 0 0,0 0 1,1 0-1,-1 0 0,0 0 1,0 0-1,1 0 1,-1 0-1,0 1 0,0-1 1,0 0-1,1 0 0,-1 0 1,0 0-1,0 0 1,1 0-1,-1 0 0,0 0 1,0 1-1,0-1 0,0 0 1,1 0-1,-1 0 1,0 0-1,0 1 0,0-1 1,0 0-1,0 0 0,0 0 1,1 1-1,-1-1 1,0 0-1,0 0 0,0 1 1,0-1-1,0 0 0,0 0 1,0 0-1,0 1 1,3 20-5,-5 21 10,-12 39 62,9-58-511,0 0 0,-1 45 1,6-61-777,4-6-973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0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29117,'0'0'294,"-13"19"71,1-3-253,-14 20 205,2 1 1,-28 57 0,42-72-213,5-13-60,0 1 0,1 0 0,0 0 0,1 0 0,0 1 0,1-1-1,0 1 1,-1 12 0,18-34-53,30-29-18,74-86 0,-15 12-2,-103 114 28,-1 0 0,0 0 0,0 0 0,0-1 0,0 1 0,0 0 0,0 0 0,0 0 0,0 0 0,0 0 0,0-1 0,1 1 0,-1 0 0,0 0 0,0 0 0,0 0 0,0 0 0,0 0 0,1 0 0,-1-1 0,0 1 0,0 0 0,0 0 0,0 0 0,1 0 0,-1 0 0,0 0 0,0 0 0,0 0 0,0 0 0,1 0 0,-1 0 0,0 0 0,0 0 0,0 0 0,1 0 0,-1 0 0,0 0 0,0 0 0,0 0 0,0 0-1,1 1 1,-1-1 0,0 0 0,0 0 0,0 0 0,0 0 0,0 0 0,0 0 0,1 0 0,-1 1 0,0-1 0,0 0 0,0 0 0,0 0 0,0 0 0,0 1 0,0-1 0,0 0 0,0 0 0,0 0 0,1 0 0,-1 1 0,0-1 0,0 0 0,0 0 0,0 0 0,0 12 5,-1-12-3,-1 15 12,-1 0 0,0-1 0,-1 0 0,-6 14 1,5-15-29,0 0 1,1 0-1,1 1 0,0-1 1,1 1-1,-1 14 1,3-26-42,0 0 0,0 1 1,0-1-1,0 0 0,0 0 1,0 1-1,1-1 0,-1 0 1,1 0-1,-1 1 0,1-1 1,0 0-1,0 0 0,0 0 1,2 3-1,-1-4-67,1 1 0,-1-1 0,0 0 0,0 0 0,0 0 0,1-1 0,-1 1-1,0 0 1,1-1 0,-1 0 0,1 1 0,-1-1 0,1 0 0,-1 0 0,3-1 0,26 1-1994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1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24 28189,'0'0'1787,"-10"19"-1509,-1 0-210,-6 9 83,1 2-1,-21 57 1,34-79-124,1-1 0,0 1 0,1 0 0,0 0 0,0 0 0,1-1 0,0 1 0,2 13 0,-2-20-28,1 0 1,0 0-1,0 0 0,-1-1 1,1 1-1,0 0 0,0 0 1,0 0-1,0-1 0,0 1 1,0 0-1,1-1 0,-1 1 1,0-1-1,0 1 0,0-1 1,1 0-1,-1 1 0,0-1 1,0 0-1,0 0 0,1 0 1,-1 0-1,0 0 0,2-1 0,36-1-10,-25-2 9,0 0 0,0 0 1,-1-2-1,0 1 0,0-2 1,0 0-1,-1 0 0,0-1 1,0-1-1,-1 0 1,0 0-1,-1-1 0,0-1 1,0 1-1,-1-2 0,-1 1 1,11-20-1,-16 26 5,-1-1-1,1 0 0,-1 0 1,0 0-1,-1 0 1,0-1-1,0 1 0,0 0 1,-1-1-1,1 1 1,-2-9-1,0 12 2,1 1 1,-1-1-1,1 1 0,-1-1 1,0 1-1,0 0 1,0-1-1,-1 1 0,1 0 1,0 0-1,-1 0 0,1-1 1,-1 2-1,0-1 1,0 0-1,0 0 0,0 1 1,0-1-1,0 1 0,0-1 1,0 1-1,-1 0 1,1 0-1,0 0 0,-1 0 1,1 0-1,-1 1 0,1-1 1,-6 0-1,1 0 5,1 1-1,-1-1 0,0 1 1,1 1-1,-1-1 1,0 1-1,1 0 0,-1 0 1,1 1-1,0 0 1,-1 0-1,1 1 0,-7 3 1,9-4-103,0 1 1,0 0-1,1 0 0,-1 0 1,1 0-1,-1 1 0,1-1 1,0 1-1,1 0 0,-1 0 1,0 0-1,1 0 0,0 1 1,0-1-1,0 0 0,1 1 1,0-1-1,-1 1 0,1 5 1,-3 15-2362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1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17 122 27837,'0'0'2382,"-3"-11"-2344,-10-34 4,13 43-40,-1 0-1,1 1 0,0-1 1,0 0-1,0 0 0,1 1 1,-1-1-1,0 0 1,1 0-1,-1 1 0,1-1 1,0 0-1,-1 1 1,1-1-1,0 1 0,0-1 1,0 1-1,0-1 0,0 1 1,1 0-1,-1-1 1,0 1-1,0 0 0,1 0 1,-1 0-1,1 0 0,-1 0 1,1 0-1,0 1 1,1-2-1,46-15 159,-47 16-148,-1 1 0,0-1-1,0 1 1,1-1 0,-1 1 0,0 0 0,1 0 0,-1-1-1,0 1 1,1 0 0,-1 0 0,0 0 0,1 1 0,-1-1-1,0 0 1,1 0 0,-1 1 0,0-1 0,0 1-1,1-1 1,-1 1 0,0 0 0,0-1 0,0 1 0,0 0-1,0 0 1,0 0 0,0 0 0,0 0 0,0 0 0,1 1-1,-1 2 5,0 1 0,0-1 0,0 0 0,0 1 0,-1-1 0,0 0 0,0 1 0,0 4 0,-1 7 46,0-3-33,-1 1 0,0 0 0,-1-1 0,0 0 0,-2 0 0,-8 21 0,7-21-8,1 0 0,0 1 1,1-1-1,1 1 1,0-1-1,-2 25 0,6-37-20,-1 0-1,0 0 0,1 0 1,-1 0-1,1 0 0,-1 0 1,1-1-1,-1 1 0,1 0 1,0 0-1,-1-1 0,1 1 1,0 0-1,0-1 0,-1 1 0,1-1 1,0 1-1,0-1 0,0 1 1,0-1-1,0 0 0,0 1 1,0-1-1,-1 0 0,1 0 1,0 1-1,0-1 0,0 0 1,0 0-1,2-1 0,39 2 16,-32-1-12,10 0 7,0-1 0,-1-1 0,1-1 0,28-8 0,-38 8-125,0 0-1,-1-1 1,1 0 0,-1-1-1,0 0 1,0 0-1,0-1 1,-1 0-1,1 0 1,9-11 0,-5-5-1631,-4-1-2700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2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29630,'0'0'2049,"108"-18"-1873,-60 18-96,0 2-48,-12 14-32,12 6 0,-12 3-176,4 4-257,-4 5-383,0 0-801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2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30782,'0'0'1361,"20"0"-3602,4 0-6755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3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29550,'0'0'1670,"2"10"-1580,4 32-23,-2 0 0,-2 0 0,-2 0 0,-1 0 0,-3 0 0,-1 0 0,-2 0 0,-19 62 0,-40 113-3,90-260-28,36-46 0,-27 46-28,-2 4-4,38-37 0,-58 65-6,0 1 0,1 0 0,0 1 0,1 0 0,0 1 0,1 1 0,25-11 0,-38 17 2,1 0 0,0 0 0,0 0 0,-1 0 0,1 1 0,0-1 0,0 1 0,-1-1 0,1 1-1,0 0 1,0 0 0,0 0 0,0 0 0,0 0 0,-1 0 0,1 0 0,0 1 0,0-1 0,0 1 0,-1-1-1,1 1 1,0 0 0,0 0 0,-1-1 0,1 1 0,-1 0 0,1 1 0,-1-1 0,1 0 0,-1 0 0,0 1 0,2 0-1,-1 3 1,0 1 0,0-1 1,-1 0-1,1 0 0,-1 1 0,0-1 0,-1 1 0,1-1 0,-1 11 0,0-1 7,-1-1 0,0 1 1,-1-1-1,-1 1 0,0-1 1,-1 0-1,0 0 0,-1 0 1,-1-1-1,0 1 0,0-1 1,-2-1-1,1 1 0,-2-1 1,-18 21-1,9-14 38,-1-1 0,-24 19 0,35-30-36,-1-1 0,0 0 0,0 0 0,0-1 0,-1 0 0,1-1 0,-1 0 0,-13 3 0,22-7-20,0 0 0,1 1 0,-2-1-1,1 0 1,0 0 0,0 1 0,0-1 0,0 0 0,0 0-1,0 0 1,0 0 0,0 0 0,0-1 0,0 1 0,0 0-1,0 0 1,0-1 0,0 1 0,0 0 0,0-1-1,0 1 1,0-1 0,0 0 0,1 1 0,-1-1 0,0 0-1,0 1 1,1-1 0,-1 0 0,0 0 0,1 1 0,-1-1-1,0-1 1,-1-36-1361,3 19 395,-1-15-2278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28781,'0'0'1633,"0"123"-1489,0-89 16,0-2-16,-8-3-16,0-4-16,4-3-32,-4-10-64,8-1-16,0-9-144,8-22-6419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3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29918,'0'0'848,"-44"41"-4626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4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27581,'0'0'2908,"-5"18"-2535,-6 21-149,-2 0-1,-2 0 0,-36 65 1,46-96-192,1-2-13,0 0-1,0 0 0,1 0 1,0 0-1,0 1 1,1-1-1,-1 1 0,1 0 1,1-1-1,-2 14 1,17-31-86,72-65 55,69-56-197,-152 129 207,-1 1 0,1 0 0,0 0 0,0 0 0,0 0 0,0 0 0,0 1 0,1-1 0,-1 1 0,0 0 0,1 0 0,-1 0 0,5 0 0,-8 1 3,1 0 0,0 0 0,-1 1 0,1-1 0,0 0 0,-1 0 0,1 1 0,0-1 0,-1 0 0,1 1 1,-1-1-1,1 1 0,-1-1 0,1 1 0,-1-1 0,1 1 0,-1-1 0,1 1 0,-1-1 0,0 1 0,1 0 0,-1-1 0,0 2 0,5 27 90,-17 207-422,12-235 226,0 0 0,0 0 0,0-1 0,0 1 0,0 0 0,0 0 0,0 0 0,1 0 0,-1 0 0,0 0 0,1 0 1,-1 0-1,0-1 0,1 1 0,-1 0 0,1 0 0,0-1 0,-1 1 0,1 0 0,-1-1 0,1 1 0,0 0 0,0-1 0,-1 1 0,1-1 0,0 1 0,0-1 1,0 0-1,0 1 0,-1-1 0,1 0 0,0 1 0,0-1 0,0 0 0,2 0 0,24 5-9633</inkml:trace>
  <inkml:trace contextRef="#ctx0" brushRef="#br0" timeOffset="1">564 339 30302,'0'0'1457,"-20"5"-2962,32-3-3297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4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29357,'0'0'1329,"0"23"-1140,0-18-177,0 22 41,-1-1-1,-1 0 1,-1 1-1,-1-1 0,-1 0 1,-9 25-1,5-29 22,2-1 6,-1-1 0,-1 0-1,-1 0 1,-14 19 0,24-38-51,2-22 3,4 5-32,1 0-1,1 1 1,0 0 0,1 1 0,20-25-1,-2 2-8,-9 10 8,44-49-1,-55 68 2,1 0 0,0 1 0,1 0 0,0 0 0,0 1 0,0 0 0,0 0 1,1 1-1,19-7 0,-27 11 0,1 0 0,0 1 0,-1-1 0,1 0 0,0 1 0,-1-1 0,1 1 0,0 0 0,0 0 1,-1 0-1,1 0 0,0 1 0,0-1 0,-1 1 0,1-1 0,3 2 0,-4 0-111,0 0 1,0 0-1,0 0 0,0 0 0,0 1 0,-1-1 0,1 0 1,-1 1-1,1-1 0,-1 1 0,0 0 0,0-1 0,1 7 1,2-1-1187,-4-5-883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5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29101,'0'0'1553,"143"-33"-1489,-91 33-32,-8 2-32,0 16-192,0 7-608,-8 8-1601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5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0 403 28749,'0'0'600,"21"-19"-146,32-28-293,36-31 186,87-101-1,-172 175-337,0 0 0,-1 1 0,1-1-1,-1-1 1,0 1 0,0 0 0,-1-1 0,1 1 0,-1-1 0,0 0 0,0 0-1,0 0 1,-1 0 0,2-10 0,-5 15 10,1-1-1,-1 1 0,1-1 1,-1 1-1,1 0 1,-1-1-1,1 1 1,-1 0-1,1 0 1,-1 0-1,1 0 0,-1 0 1,1 1-1,-1-1 1,-1 1-1,3-1-14,-11 3 26,1 0-1,0 0 1,0 1 0,1 0 0,-1 1 0,1 0-1,0 1 1,0 0 0,0 0 0,1 1 0,-15 15-1,3 0 46,1 1 0,0 0-1,-16 28 1,25-36-48,1 0-1,0 1 0,1 0 1,1 0-1,0 1 1,1 0-1,1 0 1,1 1-1,-5 34 0,9-50-27,0 0-1,0-1 0,0 1 1,1 0-1,-1 0 0,0-1 1,1 1-1,-1 0 0,1-1 1,0 1-1,0 0 1,-1-1-1,1 1 0,0-1 1,0 1-1,1-1 0,-1 0 1,0 1-1,0-1 0,0 0 1,1 0-1,-1 0 0,1 0 1,-1 0-1,1 0 0,-1 0 1,1-1-1,0 1 0,-1 0 1,1-1-1,2 1 1,6 1-8,1-1 0,-1 0 0,0 0 0,16-2 0,-6 0-8,18-1-292,-1-2 1,0-1 0,0-2 0,-1-2 0,68-25 0,-34 7-1357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5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0 28957,'0'0'1129,"-11"20"-673,-4 10-316,-284 583 1323,293-598-1509,-10 22-215,3 0 0,-18 74 0,31-106 96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6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29357,'0'0'1980,"6"16"-1871,24 51-47,-29-64-58,1 0 1,1-1 0,-1 1 0,0-1-1,1 0 1,-1 0 0,1 0 0,0 0-1,-1 0 1,1 0 0,0-1-1,0 0 1,0 1 0,0-1 0,1 0-1,-1 0 1,4 0 0,56 1 35,-41-3-21,3 0-4,1-2-1,-1 0 1,1-2 0,-1 0-1,0-2 1,41-17 0,-25 6-11,-1-2 0,0-2 1,38-28-1,-75 48-5,1 0 1,0-1-1,-1 0 1,1 1 0,-1-1-1,0-1 1,0 1-1,0 0 1,0-1-1,-1 1 1,1-1-1,-1 0 1,0 0-1,0 0 1,0 0-1,-1 0 1,1 0 0,-1-1-1,0 1 1,0-1-1,-1 1 1,1-6-1,-1 10 3,-1-1-1,1 1 0,0-1 1,-1 1-1,1-1 1,0 1-1,-1 0 0,1-1 1,0 1-1,-1 0 1,1-1-1,-1 1 0,1 0 1,-1-1-1,1 1 1,-1 0-1,1 0 0,-1-1 1,1 1-1,-1 0 1,1 0-1,-1 0 0,1 0 1,-1 0-1,1 0 1,-1 0-1,1 0 0,-1 0 1,1 0-1,-1 0 1,0 1-1,-21 1 13,12 1-7,1 1 0,0 0 0,0 0-1,0 0 1,0 1 0,1 1 0,0 0 0,0 0 0,1 0 0,-1 1 0,1 0 0,1 0 0,0 1-1,-7 9 1,2-1 25,1 0-1,1 0 0,0 1 1,2 0-1,0 0 0,-8 30 1,13-42-30,1 0 1,0 0-1,0 0 1,0 0-1,1 0 1,0 1-1,0-1 0,0 0 1,1 0-1,-1 0 1,1 0-1,1 0 1,-1 0-1,3 7 1,-2-9-6,0 0 0,1 0-1,-1 0 1,0-1 0,1 0 0,-1 1 0,1-1 0,0 0 0,0 0 0,0 0-1,0 0 1,0-1 0,0 1 0,0-1 0,1 0 0,-1 0 0,0 0 0,1 0-1,-1-1 1,1 0 0,-1 1 0,4-1 0,3 0-148,0 0-1,-1 0 1,1-1-1,-1-1 1,1 1-1,-1-1 1,1-1-1,-1 0 1,0 0-1,0-1 1,0 0-1,-1-1 1,0 0-1,1 0 1,-2 0-1,1-1 1,8-8-1,16-16-2625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6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29774,'0'0'2289,"8"44"-2225,12-23-64,4 3 16,8 1-16,4-2-96,4 2-176,-4 0-337,0 1-223,-12-3-401,-12-1-3697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6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27052,'0'0'3130,"11"-11"-2898,38-34 11,-46 43-201,0-1 0,0 2 0,1-1 0,-1 0 0,1 1 1,0-1-1,-1 1 0,1 0 0,0 0 0,0 0 0,0 1 1,0 0-1,-1-1 0,1 1 0,0 1 0,0-1 0,7 2 1,2-1 78,-10 0-112,0-1 0,0 1-1,-1 0 1,1 0 0,0 1 0,0-1-1,-1 0 1,1 1 0,-1 0 0,0-1-1,1 1 1,-1 0 0,0 0 0,0 0-1,0 1 1,0-1 0,-1 0 0,1 1 0,-1-1-1,1 1 1,-1 0 0,0-1 0,0 1-1,0 0 1,0 0 0,0 0 0,0 3-1,2 9-5,0-1 0,-1 1 0,0 30-1,-1-34 0,-1 1 0,-1 0 0,0-1-1,-1 1 1,0 0 0,0-1 0,-2 0-1,1 1 1,-1-1 0,-1 0 0,0-1 0,-1 0-1,0 1 1,0-2 0,-1 1 0,0-1-1,-11 11 1,-5 4 22,18-21-23,1 1-1,-1 0 1,1 0 0,0 0-1,0 1 1,1-1 0,-1 1-1,1 0 1,0 0-1,0 0 1,1 1 0,0-1-1,0 1 1,0-1 0,0 1-1,0 7 1,2-12-4,0-1-1,1 1 1,-1 0 0,1 0-1,0-1 1,-1 1 0,1 0-1,-1 0 1,1-1 0,0 1-1,0-1 1,-1 1 0,1-1-1,0 1 1,0-1 0,0 1-1,0-1 1,-1 0 0,1 0-1,0 1 1,0-1 0,0 0-1,0 0 1,0 0 0,0 0-1,0 0 1,0 0 0,1 0-1,36 0-36,-31 0 6,20 0-329,-1-1 1,0-2-1,1 0 0,-1-2 0,37-12 0,-7-1-1873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7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363 370 27517,'0'0'1742,"-18"0"-1193,3-1-445,7 0-63,0 1-1,0-1 1,0 1-1,0 1 0,0 0 1,0 0-1,1 0 1,-1 1-1,0 0 0,1 1 1,-1 0-1,1 0 1,-7 4-1,-10 8 221,1 2 0,0 0 0,-26 27 0,37-33-195,1 1 1,1 0 0,0 1-1,0 1 1,1-1-1,1 1 1,-8 18 0,15-28-65,-1 1 1,0 0-1,1-1 1,0 1-1,0 0 1,1 0-1,-1-1 1,1 1-1,0 0 1,0 0-1,1 0 1,-1 0 0,3 7-1,-2-9-3,0 0-1,0 0 1,1 0-1,-1 0 1,1 0-1,0 0 1,0-1-1,0 1 1,0-1-1,0 1 1,1-1-1,-1 0 1,1 0-1,-1 0 1,1 0-1,0 0 1,0-1-1,0 1 1,4 0-1,6 3 1,1 0-1,0-2 1,0 0 0,1 0 0,-1-2-1,0 1 1,1-2 0,-1 0-1,1-1 1,-1 0 0,0-1 0,26-7-1,-20 3 1,-1-2 0,0 0-1,0-1 1,0-1-1,-1 0 1,-1-2-1,0 0 1,19-17 0,147-143 65,-181 170-35,-4 4 56,-28 37-13,17-25-47,1 1 1,1 1 0,1 0 0,-12 24 0,18-30-29,0 1 0,1-1 0,0 1 0,1-1 0,0 1 0,1 0 0,0 0 0,1 11 0,0-21 1,0 0 0,1 0 1,-1 0-1,0 0 0,1 0 0,-1 0 0,1-1 1,0 1-1,-1 0 0,1 0 0,-1 0 1,1-1-1,0 1 0,0 0 0,0-1 0,-1 1 1,1-1-1,0 1 0,0-1 0,0 1 1,0-1-1,0 0 0,0 1 0,0-1 0,0 0 1,0 0-1,0 0 0,0 1 0,0-1 1,0 0-1,0 0 0,0-1 0,1 1 1,40-3-15,-39 3 14,15-4-9,0 0 0,0-1 0,0-1 0,-1 0 0,0-1 0,30-18 0,-13 4-31,-1-2 0,33-29 1,-56 43 37,-1 2 3,0 0 1,0 0 0,-1-2 0,0 1 0,-1-1 0,0 0-1,7-11 1,-14 19 24,-3 2-11,-1 1-1,0-1 0,1 1 0,0 0 0,-1 0 0,1 0 0,0 1 1,0-1-1,0 1 0,0 0 0,-4 6 0,3-5-3,-3 2-6,1 0 0,0 1 0,1-1-1,-1 1 1,1 0 0,1 1 0,-1-1 0,1 1-1,0 0 1,1 0 0,0 0 0,0 1 0,1-1 0,0 1-1,1-1 1,0 1 0,-1 12 0,3-20-10,0 0-1,0 0 1,1 0 0,-1 0 0,0 0 0,0-1 0,0 1 0,1-1-1,-1 1 1,0-1 0,1 1 0,-1-1 0,0 0 0,1 1-1,-1-1 1,1 0 0,-1 0 0,0 0 0,1 0 0,-1 0 0,1 0-1,0-1 1,40-2-148,-25 0-32,-1-1 0,1 0 0,-1-1 0,0-1 0,0-1 0,-1 0 1,0-1-1,0 0 0,26-21 0,-34 23-86,0 0 1,0-1 0,0 0-1,-1 0 1,1 0-1,-2-1 1,1 0-1,-1 0 1,-1-1-1,1 1 1,-1-1-1,-1 0 1,0 0-1,0 0 1,-1-1-1,0 1 1,0-1-1,0-15 1,-2 7 428,-1-1 0,-1 1 1,0 0-1,-1-1 0,-1 1 1,-10-28-1,9 36 136,1 0 0,-2-1-1,1 2 1,-1-1 0,-1 1 0,0 0 0,0 0-1,-1 0 1,1 1 0,-2 1 0,1-1 0,-11-5-1,16 10-247,-1 0 0,0 1 0,1-1-1,-1 1 1,0 0 0,0 0 0,0 1 0,-1-1-1,1 1 1,0 0 0,-1 0 0,1 0 0,0 1-1,-1-1 1,1 1 0,-1 0 0,1 0 0,-1 1-1,1 0 1,0-1 0,-1 1 0,1 1 0,0-1-1,0 1 1,0-1 0,0 1 0,0 0 0,0 1-1,0-1 1,0 1 0,1-1 0,0 1 0,-1 0-1,1 0 1,0 1 0,0-1 0,1 1-1,-1-1 1,1 1 0,0 0 0,0 0 0,0 0-1,0 0 1,1 0 0,0 1 0,-1-1 0,1 0-1,1 1 1,-1-1 0,1 1 0,0-1 0,0 7-1,0-10-42,1 0-1,-1 0 0,0 0 0,1 0 0,-1 0 1,1-1-1,-1 1 0,0 0 0,1 0 0,0 0 1,-1-1-1,1 1 0,0 0 0,-1-1 0,1 1 1,0 0-1,-1-1 0,1 1 0,0-1 0,0 1 0,0-1 1,0 0-1,0 1 0,-1-1 0,1 0 0,0 0 1,0 1-1,0-1 0,0 0 0,0 0 0,0 0 1,2 0-1,39-1 10,-35 0-5,3-1 0,1 0-1,0-1 1,-1 0 0,1-1 0,-1 0 0,0 0-1,0-1 1,-1-1 0,0 1 0,0-2-1,0 1 1,12-12 0,-17 14 4,0 1-1,0-1 1,0 0-1,0 0 1,-1-1-1,1 1 1,-1-1 0,0 0-1,-1 1 1,1-1-1,-1-1 1,0 1-1,0 0 1,-1 0-1,1-1 1,-1 1 0,0-1-1,-1 1 1,0-1-1,1 1 1,-2-1-1,1 1 1,0-1 0,-1 1-1,0-1 1,-3-8-1,2 11-6,0 1-1,-1-1 1,1 1 0,0-1-1,-1 1 1,0 0 0,1 0-1,-1 0 1,0 0 0,0 0-1,0 0 1,0 1-1,0 0 1,-1 0 0,1 0-1,0 0 1,0 0 0,-1 0-1,1 1 1,-1 0 0,1-1-1,-1 1 1,-4 1-1,0-1-7,0 0 0,0 1 0,0 0 0,1 0 0,-1 1 0,0 0 0,1 0 0,-1 1 0,-10 5 0,12-4-69,0 1-1,-1 0 1,2 1 0,-1 0 0,0 0 0,1 0 0,0 0-1,1 1 1,0 0 0,0 0 0,0 0 0,1 0 0,-4 12-1,-4 32-4442,9-13-10705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9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29678,'0'0'528,"-60"124"-64,36-68-240,0-2-80,4-4-48,0-6-16,0-3-80,4-3 0,0-4-160,4-5-416,0-13-1361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1:59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0 29710,'0'0'704,"-72"137"-320,40-81-144,4-1-80,0 3-80,0-6-48,4-5-32,-3-6 0,7-7-16,4-7-128,0-9-128,12-7-224,0-7-481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0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216 135 27805,'0'0'893,"16"-18"-140,51-58-84,-62 71-570,0 0 0,0 1-1,0-1 1,0 1-1,0 0 1,9-4 0,-13 7-64,1 0 1,0 0-1,0 1 1,-1-1-1,1 1 1,0-1-1,0 1 1,0 0-1,0-1 1,-1 1-1,1 0 1,0 0 0,0 0-1,0 1 1,3 0-1,-3 0-14,0 0-1,1 1 0,-1-1 1,0 1-1,0-1 1,0 1-1,-1 0 1,1 0-1,0 0 1,-1 0-1,1 0 0,-1 0 1,0 1-1,1-1 1,-1 0-1,0 1 1,-1-1-1,1 1 0,0-1 1,-1 1-1,1-1 1,-1 6-1,3 13 3,-1-1 0,-1 1 0,-1 0 0,-1 0 0,-1 0 0,0 0 0,-2 0 0,0-1 0,-2 0 0,0 0 0,-9 20 0,8-26-19,1-1-1,-2 0 1,0 0 0,-1-1-1,0 0 1,0 0 0,-2-1 0,1 0-1,-1-1 1,-1 0 0,0-1-1,0-1 1,-1 1 0,0-2 0,0 0-1,-16 6 1,19-9-3,-1 0 0,1 0 0,-1-1 0,1-1 0,-1 0 0,0 0 0,0-1 0,0 0 0,0-1 0,-23-2 0,32 1-8,-1-1-1,1 1 1,-1 0 0,1-1 0,0 0 0,0 1-1,-1-1 1,1 0 0,0 0 0,1 0 0,-1 0 0,0-1-1,1 1 1,-1 0 0,1-1 0,0 1 0,-1-1-1,1 0 1,0 1 0,1-1 0,-1 0 0,0 0 0,1 1-1,0-1 1,-1-4 0,1 6-22,8 9-30,16 16 83,2-2-1,1-1 1,0-1 0,1-1 0,36 18 0,-42-27-39,-1-1 0,1-1 1,1-1-1,0-1 0,0-1 1,0-1-1,0 0 0,38-1 1,-39-3-266,-9 1-389,-1-1 1,1 0 0,-1-1-1,0-1 1,24-5 0,3-9-9465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00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0 24091,'0'0'7347,"-10"17"-7195,-11 14-80,-14 20 166,-51 105-1,73-127-238,0-2-59,2 1 1,0 1 0,2-1 0,1 2 0,1-1-1,-4 44 1,10-65-232,1 23-188,0-30 343,0 0 0,0 0 0,0 0 0,0-1-1,0 1 1,1 0 0,-1 0 0,0 0 0,0 0-1,1 0 1,-1-1 0,1 1 0,-1 0 0,1 0-1,-1-1 1,1 1 0,-1 0 0,1-1 0,0 1-1,-1-1 1,1 1 0,0-1 0,-1 1 0,1-1-1,0 1 1,0-1 0,1 1 0,16 0-8017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0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457 208 28685,'0'0'2361,"6"-12"-2115,13-25 76,1 2 0,34-45-1,-52 78-298,-1-1-1,1 0 0,-1 1 1,0-1-1,0 0 0,0 1 1,0-1-1,0 0 0,0 0 0,-1 0 1,1 0-1,-1 0 0,0-4 1,0 7 62,-22 23-82,-1 2-1,1 2 0,1 0 0,2 1 0,1 1 0,-23 51 1,-57 166 16,34-32-5,38-116-15,-45 105 1,65-190 0,1 1 0,0-1 0,-1 0 0,-1 0 0,0-1 0,-1 1 0,0-2 0,-10 12 0,17-23-2,1 1 1,-1-1 0,1 1-1,-1-1 1,1 1-1,-1-1 1,0 1-1,1-1 1,-1 0-1,0 1 1,0-1-1,1 0 1,-1 1-1,0-1 1,0 0-1,1 0 1,-1 0-1,0 0 1,0 0-1,1 0 1,-1 0-1,0 0 1,0 0-1,1 0 1,-1-1-1,0 1 1,0 0-1,1 0 1,-1-1-1,-1 0 1,-16-22-48,-1-34 16,14 35 26,2 0 0,0 0 0,1 0 0,1-1 0,2 1 0,0 0 0,5-31 0,-3 38 2,1-1 1,0 1-1,1-1 1,1 1 0,0 1-1,1-1 1,0 1-1,1 0 1,1 1-1,0 0 1,12-12 0,-13 18 3,0 0 1,1 0 0,1 1 0,-1 0 0,1 0-1,0 1 1,0 1 0,0-1 0,0 2 0,1-1 0,0 2-1,0-1 1,18 0 0,6 0-7,-1 1 1,1 2-1,37 5 0,-40-1-287,-22-2-102,0-1 0,0 0 0,0 0 1,1-1-1,-1 0 0,0-1 1,11-2-1,11-10-4537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01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0 28925,'0'0'1796,"3"22"-1244,3 22-405,-2 1 0,-2 0 1,-3 0-1,-1 0 0,-8 45 0,-1-46-140,-3 0 1,-1-2-1,-3 0 0,-1 0 1,-2-2-1,-1 0 0,-3-2 1,-1-1-1,-1-1 0,-2-1 1,-37 34-1,-2-2-1328,44-47-197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02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27693,'0'0'3889,"56"-7"-3664,-20 3-129,8-3-80,-8 2-16,8 1 0,-8-1-16,-4 5-112,-8 0-289,-12 0-559,-8 0-1089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0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29774,'0'0'1905,"124"18"-1889,-84-18-16,0 0-49,0 0-479,-4 0-704,-8 0-2402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1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0 730 19081,'0'0'10063,"4"-8"-9786,10-24-41,2 0-1,1 2 1,1 0-1,37-46 1,108-106 26,29-40 371,-108 105-203,-104 177-131,0-20-293,2 2-1,1 0 1,3 1 0,1 0 0,-8 55-1,6 23-15,2 143-1,34-276 0,32-39 49,-3-1-1,74-99 1,36-39-41,35 11 11,-99 95 147,-92 83-417,-6 10-80,-9 13-618,-12 7-1305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13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0 516 28941,'0'0'2471,"10"-5"-2084,55-50-229,100-108 1,-134 130-148,31-44 1,-53 64-12,0 0 0,-1 0 0,-1-1 0,0 0 1,-1 0-1,0-1 0,4-18 0,-10 31 1,1 1 1,-1-1-1,0 0 0,1 0 0,-1 0 0,0 1 1,0-1-1,0 0 0,0 0 0,0 0 1,-1 0-1,1 1 0,0-1 0,-1 0 1,1 0-1,-1 1 0,0-1 0,0 0 1,1 1-1,-1-1 0,0 1 0,-1-1 1,1 1-1,0-1 0,0 1 0,-3-2 0,2 2 2,-1 0-1,1 0 1,-1 0-1,1 0 1,-1 1-1,0-1 1,1 1-1,-1 0 1,0-1-1,1 1 1,-1 1-1,0-1 1,1 0-1,-1 1 0,1-1 1,-1 1-1,0 0 1,1 0-1,-3 1 1,-6 3 0,1 1 1,0 1-1,0-1 0,1 2 1,-1-1-1,2 1 1,-1 0-1,-9 14 0,-4 4 15,-30 49 0,46-63-4,0 1 0,1-1 0,0 1 0,1 0 0,1 0 0,0 1 0,0-1 1,1 0-1,1 1 0,1 0 0,1 21 0,-1-31-14,0 0 0,1 0 0,0-1 1,0 1-1,0 0 0,0 0 0,0-1 1,1 1-1,0-1 0,0 1 0,0-1 1,0 0-1,0 0 0,0 0 1,1 0-1,4 5 0,-1-4 0,0 1 1,1-1-1,-1 0 0,1-1 0,0 0 0,-1 0 1,1 0-1,9 2 0,9 0-2,0 0 0,0-2 1,1-1-1,27-1 0,-28 0-77,1-2 0,0-1 1,0-1-1,-1-1 0,46-14 1,-52 12-114,6-2-565,-1-1 1,0-1 0,26-15-1,-13 1-3069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13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29021,'0'0'1014,"2"19"-510,-2-9-448,14 291 1156,-15-239-1088,-3 0 0,-3 0 1,-2-1-1,-29 99 1,23-112-299,-2-1-1,-3 0 1,-1-2 0,-2 0-1,-2-2 1,-38 51 0,43-73-2777,0-7-7427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26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616 41 29229,'0'0'1412,"0"-6"-1199,0-19 49,0 25-248,0-1 0,-1 1 1,1-1-1,0 1 0,-1-1 1,1 1-1,0-1 0,-1 1 1,1-1-1,-1 1 0,1-1 1,-1 1-1,1-1 1,-1 1-1,1 0 0,-1-1 1,1 1-1,-1 0 0,0 0 1,1-1-1,-1 1 0,1 0 1,-1 0-1,0 0 0,1 0 1,-1 0-1,0 0 0,1 0 1,-1 0-1,1 0 1,-1 0-1,0 0 0,1 0 1,-1 1-1,0-1 0,1 0 1,-1 0-1,1 0 0,-1 1 1,0 0-1,-26 9 51,-2 13-50,1 2 1,1 1-1,-35 42 0,17-17 7,-128 159 27,-19 21 3,184-225-41,5-7-1,7-19 10,17-27 1,-19 43-22,0 1 1,0-1 0,0 1-1,1 0 1,-1 0-1,1 0 1,0 0 0,0 1-1,0-1 1,0 1-1,1-1 1,-1 1 0,1 0-1,-1 1 1,1-1 0,0 0-1,-1 1 1,1 0-1,0 0 1,6-1 0,-4 2-1,-1 0 1,1 0-1,-1 1 1,1 0-1,0 0 0,-1 0 1,1 1-1,-1-1 1,0 1-1,0 1 1,1-1-1,-1 1 1,-1 0-1,6 3 1,1 1 1,-1 0 1,1-1 0,0-1 0,0 0 0,1-1-1,0 0 1,0 0 0,20 2 0,-25-5-1,0 0 0,0-1-1,1 1 1,-1-2 0,0 1 0,0-1 0,0 0 0,0-1 0,0 1 0,0-1 0,0-1 0,-1 1 0,1-1 0,-1-1 0,1 1 0,6-6 0,3-3-1,0-2 1,-1 0 0,-1-1 0,0 0-1,-1-1 1,0 0 0,-2-1-1,0-1 1,-1 0 0,0 0 0,-2-1-1,0 0 1,-1 0 0,-1-1 0,-1 0-1,-1 0 1,-1 0 0,0-1-1,-1 1 1,-2-1 0,-1-21 0,0 37 0,-1 0 0,1 0 0,-1-1 0,-1 1-1,1 1 1,0-1 0,-1 0 0,0 1 0,0-1 0,-1 1 0,1 0 0,-1 0 0,0 0 0,0 1 0,0-1 0,0 1 0,-1 0 0,1 0 0,-1 0 0,0 1 0,0 0 0,0 0 0,-7-2 0,-6-2 3,1 1 1,-1 1 0,0 0-1,0 1 1,-28 0-1,35 3-4,0 0 1,1 0-1,-1 1 0,0 1 0,1 0 0,-1 0 0,1 1 0,-18 7 0,23-7-12,0 0 0,0-1-1,1 2 1,-1-1 0,1 0 0,0 1-1,0 0 1,0 0 0,1 0 0,-1 1-1,1-1 1,0 1 0,0-1 0,1 1-1,-1 0 1,1 0 0,0 1 0,-2 8-1,2 0-267,0 1 0,1-1 0,0 1 0,3 22 0,-1-1-1004,-1 5-1821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2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29165,'0'0'1297,"-92"93"-1121,60-42 112,0 6-16,-3 4-48,11 0-48,4-5-79,8-6-81,4-6-16,8-8-16,0-9-145,12-6-383,8-10-240,12-9-417,-5-2-2769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27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105 436 28845,'0'0'1828,"4"2"-1722,-3-1-84,1-1-1,0 1 1,0-1-1,0 1 0,0-1 1,-1 0-1,1 0 1,0 0-1,0 0 1,0 0-1,0 0 0,0 0 1,0-1-1,0 1 1,-1-1-1,1 1 0,0-1 1,0 0-1,-1 0 1,1 0-1,0 0 0,-1 0 1,3-1-1,44-37 247,-36 28-241,336-280 114,-339 284-137,-1-1 0,0 0 0,0 0 0,0 0-1,-1-1 1,-1 0 0,1 0 0,6-15 0,-14 27 33,-1 0 1,0 0-1,0 0 0,0 0 0,0 0 1,0-1-1,0 1 0,-5 3 1,-12 14-33,-192 300-6,25 19 12,131-234-15,28-53 4,14-24 5,-2-1 0,-20 28 1,35-54-4,0-1 0,0 1 0,-1-1 0,1 0 0,0 1 0,0-1 0,-1 1 0,1-1 0,0 0 0,-1 1 0,1-1 0,0 0 0,-1 0 0,1 1 0,-1-1 0,1 0 0,0 0 0,-1 0 0,1 1 0,-1-1 0,1 0 0,-1 0 0,1 0 0,0 0 0,-1 0 0,1 0 0,-1 0 0,1 0 0,-1 0 0,1 0 0,-1 0 0,0 0 0,-9-14 33,-2-29-21,11 38-15,-4-20 15,0 0-1,2 0 0,0 0 1,2 0-1,4-47 0,-2 67-12,0 0 0,1 0 0,0 0 0,0 1 0,0-1 0,1 0 0,0 1 0,-1 0 0,2 0 0,-1 0-1,0 0 1,1 0 0,0 0 0,-1 1 0,2 0 0,-1 0 0,0 0 0,0 0 0,1 1 0,0-1-1,-1 1 1,6-1 0,16-7 2,-1 2 0,52-10 0,-62 16-1,216-28 69,-151 22-431,111-23 1,-172 26-92,-1-1-1,0-1 1,27-13-1,3-8-1274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2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29614,'0'0'819,"9"16"-224,8 17-442,-2 1 0,-1 1 0,-2 0 0,-1 1 1,-2 0-1,7 57 0,-14-63-123,0 0-1,-2 1 1,-2-1-1,0 0 1,-2 0 0,-1 0-1,-2 0 1,-1-1 0,-12 30-1,7-28-60,-2-1-1,-2 0 0,0-1 1,-2-1-1,-31 35 1,42-59-2034,8-17 272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28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29485,'0'0'1889,"131"-18"-1697,-87 10-15,-4 1-145,0 2-16,-8 1-16,-4 2 0,-8 2-96,-8 0-289,-8 0-447,-4 9-3138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2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29245,'0'0'2385,"48"2"-2288,-16-2-17,4 0-80,4-2 16,12-5-16,4-2-144,24 3-513,-4-3-639,0 0-2642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0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1 175 28525,'0'0'1889,"19"0"-1489,278-21 534,340-82-757,-494 78-375,-130 23 96,-8 1-72,0 0-1,0 1 1,0-1-1,0-1 1,0 1-1,0-1 1,0 0-1,-1 0 1,6-3-1,-2-2-1308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2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8548,'2'-1'15838,"5"-3"-10019,32-14-5410,388-53-228,-371 62-194,31-1 16,-25 8-2044,-51 2-3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3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26700,'0'0'3383,"2"11"-2977,1 8-308,-2 1 1,0 0 0,-1 0 0,-1-1 0,-1 1-1,-1 0 1,0-1 0,-8 23 0,-4 7-59,-2-1 1,-28 54 0,38-82 63,6-13-903,9-13-2415,6-15-2655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3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0 26828,'0'0'4274,"-20"121"-3954,-4-71-112,4 2-63,-4-1-33,4-5-48,0-6-32,0-8-32,4-7 0,8-8 0,0-8-192,8-6-385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3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28477,'0'0'1788,"22"0"-1250,26 0-275,456-15 672,-327-2-863,843-86 11,-936 96 10,-26 2-113,-46 3-784,-19 1-890,-1 1-2537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4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29518,'0'0'1504,"-48"131"-1360,24-80 16,-4 1-16,0-2-64,0-1-32,0-6-16,0-4-16,4-8-16,12-6-80,4-12-384,4-8-160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151 122 28333,'0'0'1382,"19"-17"-680,59-53-196,-73 65-446,0 1-1,0 1 0,0-1 0,1 1 0,-1 0 0,1 0 0,0 0 0,8-2 0,-11 4-39,0 1 0,0-1 0,0 1 0,0 0 0,1 0 0,-1 0 0,0 1 0,0-1 0,0 1 0,0-1 0,4 3 0,-4-2-13,-1 1 1,0-1 0,0 1 0,0 0 0,0 0 0,0 0 0,0 0 0,0 0 0,0 0 0,-1 0 0,1 1 0,-1-1 0,0 1 0,0-1 0,0 1 0,0-1 0,0 1 0,0 0 0,-1-1-1,1 1 1,-1 4 0,5 60 106,-5-60-110,1 1-1,-2-1 1,1 0 0,-1 0 0,0 0 0,0 1 0,-1-1 0,0 0-1,0-1 1,-1 1 0,1 0 0,-2-1 0,1 1 0,-1-1 0,0 0-1,0 0 1,0 0 0,-1-1 0,0 0 0,0 1 0,-1-2 0,1 1 0,-1-1-1,0 0 1,0 0 0,-1 0 0,1-1 0,-10 4 0,-4 1-3,0-1 0,-1 0 0,0-2 1,0 0-1,0-2 0,-1 0 0,1-1 0,-1-1 1,1-1-1,-26-4 0,31 4-114,28 15 56,-7-10 78,14 14 30,1-1 1,0 0 0,1-2 0,1 0 0,1-2-1,44 22 1,-50-28-74,1-1 0,0-1 0,0 0 0,1-1 0,-1-2 0,1 0 0,0 0 0,0-2 0,0 0 0,31-4 0,-42 2-215,1-1 0,-1 0 0,1-1 0,-1 0 0,9-5 0,12-7-1463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5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0 28925,'0'0'2625,"-64"97"-2368,28-48-97,8 1-48,-4-1-48,8-2-32,0-1-32,12-1-16,0-3-48,12-6-176,0-6-225,8-12-303,16-11-160,16-7-929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6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255 264 29053,'0'0'539,"13"-18"80,117-141 491,-125 154-1059,-1 0 7,1 0-1,-1 0 1,0 0 0,0 0-1,-1-1 1,1 1-1,-1-1 1,-1 0 0,1 0-1,-1 0 1,0-1 0,2-7-1,-4 13 39,-18 26-10,-16 34-58,2 1 1,-37 100-1,-27 137 18,49-151-30,39-125-13,-1 0-1,-1 0 1,-1-1-1,-22 30 1,33-49-3,-1 0 0,1 0 0,-1 0 0,1 0 1,-1-1-1,0 1 0,1 0 0,-1 0 0,0 0 0,0-1 1,0 1-1,0 0 0,0-1 0,0 1 0,0-1 0,0 1 0,0-1 1,0 1-1,0-1 0,0 0 0,0 1 0,0-1 0,0 0 1,0 0-1,0 0 0,0 0 0,0 0 0,-1 0 0,1 0 0,0 0 1,0 0-1,-1-1 0,0-1 1,0 1-1,0-1 1,0 0 0,0 0 0,0 0 0,1 0-1,-1 0 1,1-1 0,0 1 0,0 0 0,-1-1-1,1 1 1,0-3 0,-5-12 4,2-1 1,-5-31-1,6 27-7,0 1 1,2-1-1,1 0 0,0 0 1,2 1-1,4-28 0,-4 43 0,0 0 0,0-1 0,0 1 0,0 0 0,1 0 0,0 0 0,0 1-1,1-1 1,0 1 0,0-1 0,0 1 0,0 1 0,1-1 0,0 0 0,0 1 0,0 0 0,1 1 0,-1-1-1,1 1 1,0 0 0,0 0 0,0 0 0,0 1 0,13-3 0,13 0 30,0 1 0,0 1 0,0 2-1,37 4 1,-26-2-77,63-5-1,-92 3-228,0-2 0,0 1 1,0-2-1,0 0 0,-1-1 0,0 0 1,0-1-1,18-10 0,-3-5-1792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6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1 29325,'0'0'1468,"3"17"-871,4 24-385,-1 0-1,-3 0 1,-4 83 0,-1-95-172,-1 0 1,-2-1-1,-1 1 1,-2-1 0,0 0-1,-2-1 1,-15 32 0,8-29-81,-2 0 0,0 0 1,-2-2-1,-2-1 1,0 0-1,-1-2 1,-2-1-1,-1-1 0,0-1 1,-2-1-1,-53 29 1,74-47-365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6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29085,'0'0'2738,"123"16"-2610,-75-16-32,-4 0-96,-4 0 0,-8 0 0,-12 0-192,-12 0-273,-8 2-559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37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29918,'0'0'1889,"136"20"-1873,-101-20-16,1 0-32,0 0-305,-8 0-511,-8 0-977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47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29197,'0'0'1975,"58"-2"-1159,17-5-700,452-27 16,-525 37-115,-8 4-12,-6 3 8,-81 72 12,-114 132 0,43-40 7,122-132-13,-52 67 0,94-107-27,0-2-8,455 0 99,-455 0 37,-6-1-2244,-8-7-149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48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28045,'0'0'2580,"4"-1"-2327,26-4-10,0 1-1,1 2 1,-1 2 0,37 3 0,10-1-134,184 5 43,-260-7-77,-2 14-2009,-6-7-147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53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0 615 30094,'0'0'1211,"6"1"-1032,-2 0-155,0-1 0,0-1 0,1 1 0,-1 0 0,0-1 0,0 0 0,0 0 0,1 0 0,-1-1 0,0 1 0,-1-1 0,1 0 0,0 0 1,6-5-1,61-47 77,-43 31-83,14-11-8,-1-2 0,-2-1 0,46-58-1,-62 66-7,-1-1-1,-1-1 1,-2 0-1,-2-2 1,25-62-1,-40 87 4,0 0 1,0 0-1,-1 0 0,0 0 1,0 0-1,-1-12 0,-10 35 75,-34 75-48,5 3-1,-33 114 1,38-104-20,-158 442-9,155-458-3,37-86 0,0-1 0,0 0 1,0 1-1,0-1 0,0 0 0,-1 1 1,1-1-1,0 0 0,0 1 0,0-1 1,0 0-1,-1 1 0,1-1 0,0 0 1,0 0-1,-1 1 0,1-1 0,0 0 1,0 0-1,-1 0 0,1 1 0,0-1 1,-1 0-1,1 0 0,0 0 0,-1 0 1,1 0-1,0 0 0,-1 0 0,1 0 1,0 0-1,-1 0 0,1 0 0,0 0 1,-1 0-1,1 0 0,-1 0 0,1 0 1,0 0-1,-1 0 0,1 0 0,0 0 1,0 0-1,-1-1 0,1 1 0,0 0 1,-1 0-1,1 0 0,0-1 0,0 1 1,-1 0-1,1 0 0,0-1 0,0 1 1,-1 0-1,1 0 0,0-1 0,0 1 1,0 0-1,0-1 0,-1 0 0,-10-20 15,10 20-16,-10-22 0,0-1-1,1 0 1,2-1-1,1 0 1,0 0-1,2-1 1,1 1-1,-1-39 1,6 60 0,-1 1 1,1-1 0,0 1-1,0 0 1,1 0 0,-1 0-1,1 0 1,-1 0 0,1 0-1,0 0 1,0 0 0,0 0-1,0 1 1,1-1 0,-1 1-1,1 0 1,0 0-1,-1 0 1,1 0 0,0 0-1,4-1 1,11-8-2,1 2 0,25-9 0,-32 13 2,598-201-266,-539 179-1330,-36 11-98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53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29758,'0'0'683,"4"16"-118,13 52-142,14 124 0,-27-134-336,-3 0 0,-2-1 0,-3 1 0,-3 0-1,-2-1 1,-25 88 0,8-74-39,-3-1 0,-4-2 0,-40 64 0,23-58-29,45-70-27,3-3-45,2-41-3152,0 17-3598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57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546 107 29453,'0'0'1601,"-6"15"-1459,-7 19-36,-2-1 1,-1-1 0,-40 56-1,14-29-53,-3-3-1,-2-2 0,-3-1 0,-2-3 0,-108 80 0,136-115-39,23-15-13,1 1 0,-1-1 0,1 0 0,0 1 0,-1-1 0,1 0 0,-1 1 1,1-1-1,-1 0 0,1 0 0,-1 0 0,1 1 0,-1-1 0,1 0 0,-1 0 0,1 0 0,-1 0 0,0 0 0,1 0 0,-1 0 0,1 0 1,-1 0-1,1 0 0,-1 0 0,1 0 0,-1 0 0,1 0 0,-1-1 0,1 1 0,-1 0 0,1 0 0,-1-1 0,1 1 0,-1 0 0,0-1 1,2-7-4,-1-27-26,-1 7 11,6-51-1,-4 70 14,0 1 0,1-1 0,1 1-1,0 0 1,0-1 0,0 1 0,1 0 0,0 1 0,0-1-1,8-9 1,-11 17 5,0-1-1,0 0 0,-1 1 1,1-1-1,0 0 1,0 1-1,0-1 0,0 1 1,0 0-1,0-1 1,0 1-1,0 0 0,0-1 1,1 1-1,-1 0 1,0 0-1,0 0 0,0 0 1,0 0-1,0 0 1,0 0-1,0 0 0,0 1 1,0-1-1,0 0 1,0 1-1,0-1 0,0 0 1,0 1-1,0 0 1,0-1-1,0 1 0,2 1 1,34 30 11,-25-21-2,0-1-4,1-1 0,0 0 0,1 0 0,0-1 0,1-1 0,-1 0 0,1-2 0,0 1-1,1-2 1,-1 0 0,1-1 0,0 0 0,0-1 0,0-1 0,0-1 0,0 0 0,0-1 0,20-3 0,-23 0-1,-1 0 1,0-1-1,0 0 1,-1-1-1,1 0 0,-1-1 1,-1 0-1,1-1 1,-1 0-1,13-14 1,-4 3-2,-2 0 1,-1-1-1,0 0 1,18-32-1,-26 36 1,0 0 0,-1 0-1,-1-1 1,0 1 0,-1-2-1,-1 1 1,-1 0 0,0-1 0,-2 0-1,1 1 1,-2-1 0,-3-26-1,2 38 1,0 0 0,-1 0 0,0 0 0,0 0 1,-1 0-1,0 1 0,0-1 0,0 1 0,0-1 0,-1 1 0,0 0 0,0 1 0,0-1 0,-1 1 0,0-1 0,1 1 0,-2 1 0,1-1 0,0 1 0,-1 0 0,1 0 0,-1 0 0,0 1 0,-9-3 0,-6-1 38,0 0 0,-1 1 0,0 2 0,1 0 0,-39 0-1,37 3-25,1 1 0,-1 0 0,1 2 0,-43 11 0,59-12-19,0-1 0,1 1 0,-1 0 0,0 1 0,1 0 0,0 0 0,0 0 0,0 0 0,0 1 0,0 0 0,1 0 0,0 0 0,-1 0 0,2 1 0,-1-1 0,0 1 0,1 0 0,0 1 0,0-1 0,1 0 1,-1 1-1,1-1 0,-3 12 0,2 1-133,1 0 0,0-1 0,2 29 0,0-39-139,1 1 0,0 0 0,0-1-1,1 1 1,0-1 0,0 0 0,1 0 0,-1 0 0,2 0 0,6 12 0,24 19-4762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57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274 196 29005,'0'0'267,"9"-18"269,9-16-290,46-91 565,-61 107-286,-15 20-65,-18 22-293,-16 33-133,3 2 0,2 1 0,3 3 0,3 1-1,-48 122 1,75-165-117,1-1 1,1 1-1,1-1 0,1 1 1,0 1-1,0 38 0,4-60 79,0 1-61,0 0 1,-1 0 0,1 0-1,0 0 1,0 0-1,0 0 1,0 1-1,0-1 1,0 0 0,0 0-1,0 0 1,1 0-1,-1 0 1,0 0-1,1 0 1,-1 0 0,0 0-1,1 0 1,0 0-1,-1 0 1,1 0-1,-1 0 1,1 0 0,0-1-1,0 1 1,-1 0-1,1 0 1,0-1-1,0 1 1,0 0 0,0-1-1,0 1 1,0-1-1,0 1 1,2-1-1,19 2-3048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58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157 531 29710,'0'0'1558,"3"2"-1366,-1-2-177,0 0 1,-1 1 0,1-1 0,0 0-1,0 0 1,0 0 0,-1 0-1,1 0 1,0-1 0,0 1 0,-1 0-1,1-1 1,0 0 0,0 1-1,-1-1 1,1 0 0,-1 0-1,1 0 1,-1 0 0,1 0 0,-1 0-1,3-2 1,39-37 109,-30 27-91,63-61-12,-3-3 0,108-148 1,-181 225-23,5-5 4,-1-1 0,-1 1-1,1-1 1,-1 0 0,0 1 0,0-1-1,-1-1 1,1 1 0,-1 0 0,-1-1 0,1 1-1,-1-1 1,0-7 0,-11 15 183,1 7-179,0-1-1,0 1 1,1 1 0,0 0-1,1 0 1,0 0 0,0 1 0,-6 11-1,0 1 4,-119 193 54,-138 306 1,169-296-42,101-225-24,0 0 0,0 0 0,0-1-1,0 1 1,0 0 0,0 0 0,0 0 0,-1 0 0,1-1 0,0 1 0,0 0 0,0 0 0,0 0 0,0 0 0,0 0 0,0-1 0,-1 1 0,1 0 0,0 0 0,0 0 0,0 0 0,0 0 0,-1 0 0,1 0 0,0 0 0,0 0 0,0-1 0,0 1 0,-1 0 0,1 0 0,0 0 0,0 0 0,0 0 0,-1 0 0,1 0 0,0 0 0,0 0 0,0 0 0,0 0 0,-1 1 0,1-1 0,0 0 0,0 0 0,0 0 0,0 0 0,-1 0 0,1 0 0,0 0 0,0 0 0,0 0 0,0 1 0,-1-1 0,1 0 0,0 0 0,0 0 0,0 0 0,0 0 0,0 1 0,0-1 0,0 0 0,-4-20-7,4 18 4,-6-59-4,4-76-1,2 99 7,0 33 2,0 0-1,0 0 1,1 0 0,0 0-1,0 0 1,0 0 0,1 0-1,-1 0 1,1 0 0,1 1-1,-1-1 1,0 1 0,1-1-1,0 1 1,6-7 0,-3 6 1,0-1 1,0 1-1,1 1 0,-1-1 1,1 1-1,0 0 1,0 1-1,1-1 1,8-1-1,14-3 6,1 1 0,0 2 0,0 1-1,33 0 1,-50 3-7,17 0-235,1-2 0,0 0 0,-1-3 0,0-1 1,0-1-1,-1-1 0,39-18 0,-25 2-1508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5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 29966,'0'0'765,"3"23"-140,0-6-530,3 27 91,2 76 0,-8-68-75,-8 173 225,5-199-292,-1-1 1,-2 0-1,0 0 0,-2 0 1,-1-1-1,-20 42 0,6-27-24,-1-1-1,-2-1 0,-42 46 1,57-73-1482,16-26-902,15-15-2825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58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26844,'0'0'4530,"56"3"-4322,-24-3-63,12 0-49,0-1 16,0-5-96,8 1-16,-8 1-32,-4 1-176,-8 1-577,-16 2-431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2:59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17880,'0'0'13638,"132"-1"-13397,-76-10-81,4 0-48,-8 0-16,-4 4-96,-4 0-16,-8 1-144,-8 5-433,-12 1-799,-8 0-3090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3:00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70 28589,'0'0'2873,"1"-5"-2750,-1 3-117,1-1 0,0 1 1,0 0-1,-1 0 0,1 0 0,0 0 0,1 0 0,-1 0 0,0 0 1,1 1-1,-1-1 0,1 0 0,-1 1 0,1-1 0,0 1 1,-1-1-1,1 1 0,4-2 0,1-1 27,1 1 1,-1-1-1,1 2 0,0-1 1,11-1-1,-2 0 21,1 2 1,-1 0 0,0 1-1,35 3 1,-50-1-55,1 0 1,0 0-1,-1 0 1,1 1-1,-1-1 1,0 1-1,1-1 1,-1 1-1,0 0 1,0 0-1,0 0 1,0 0-1,-1 0 1,1 1-1,0-1 1,-1 0-1,0 1 1,1-1-1,-1 1 1,0-1-1,0 1 1,0 0-1,-1 0 1,1-1-1,-1 1 1,1 0-1,-1 0 1,0 4-1,1 8 6,0 1 0,-1 0-1,-4 26 1,0-25-2,-1 1-1,-1-1 1,-1-1 0,0 1-1,-1-1 1,-1 0-1,-19 26 1,-5 11 7,-23 34 1,38-63-9,1 1 1,2 1 0,1 0 0,0 1 0,-9 29 0,23-55-5,-1 0 1,1 1 0,-1-1-1,1 0 1,0 0 0,0 1-1,0-1 1,-1 0 0,1 1-1,0-1 1,0 0 0,1 1-1,-1-1 1,0 0 0,0 0 0,1 1-1,-1-1 1,1 0 0,-1 0-1,1 1 1,-1-1 0,1 0-1,0 0 1,0 0 0,-1 0-1,1 0 1,0 0 0,0 0-1,0 0 1,0 0 0,0-1-1,0 1 1,0 0 0,1-1-1,-1 1 1,0-1 0,0 1-1,0-1 1,1 1 0,-1-1-1,0 0 1,3 1 0,7 0-4,0 0 0,0-1 0,0 0 0,15-2 0,-1 0 3,2 1 2,-1 0-1,0-2 1,0-1-1,41-12 1,-65 15-113,-1-1 1,0 1-1,0 0 0,0-1 1,0 1-1,0-1 0,0 1 1,-1-1-1,1 1 0,0-1 1,-1 0-1,1 1 1,-1-1-1,0 0 0,1 1 1,-1-1-1,0 0 0,0-1 1,0-11-1802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3:0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29710,'0'0'1326,"21"-5"-881,5-1-342,-8 1-26,1 1 1,-1 1 0,1 1-1,30 0 1,138-6 521,50 0-3463,-219 8-1215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3:59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0 23275,'0'0'7318,"-4"19"-7249,-4 24 95,-3 0-1,-22 57 1,-82 199 428,87-210-514,23-82-68,1 0 0,-1 0 0,0 0 0,0-1 0,-7 7 1,-17 23 24,-6 9-6,34-85-880,4 32 429,-1 0 1,2 1-1,-1 0 1,1-1-1,8-10 0,0-1-3363,0-1-9040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3:59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1 345 25932,'0'0'3281,"0"-18"-2766,2-62-213,-1 70-237,0 1 1,1 0-1,1 1 1,-1-1 0,1 0-1,1 1 1,0-1-1,0 1 1,0 0-1,1 0 1,0 1-1,10-11 1,-2 4 16,0 1 0,1 0 0,1 1 0,19-12 0,-26 18-59,0 0 0,1 1 0,0 0 0,0 0 0,0 1 0,0 0 0,1 0 0,-1 1 0,1 1 0,0 0 0,0 0 0,0 1 0,13 0 0,-21 1-21,0 1 0,0-1 0,0 1 0,0 0-1,0 0 1,0 0 0,0 0 0,-1 0 0,1 0-1,0 0 1,-1 1 0,1-1 0,0 0 0,-1 1-1,0 0 1,1-1 0,-1 1 0,0 0 0,0 0-1,0 0 1,0-1 0,0 1 0,-1 0 0,1 0-1,0 0 1,-1 1 0,0-1 0,1 3 0,5 66 149,-6-69-141,0 15 1,0 0-1,-1-1 1,-1 1 0,-1-1-1,0 0 1,-1 0 0,-1 0-1,0 0 1,-1-1 0,0 0-1,-2 0 1,-10 17 0,-2-2 9,-2 0 0,-29 31 0,43-52-16,-1-1 1,0 1 0,0-2 0,-1 1-1,0-1 1,0 0 0,0-1 0,-1-1-1,0 0 1,-18 6 0,28-10-9,0-1 0,0 1 1,0-1-1,0 1 0,0-1 0,0 0 1,0 0-1,-1 1 0,1-1 1,0 0-1,0 0 0,0 0 1,-1 0-1,1-1 0,0 1 0,0 0 1,0 0-1,0-1 0,0 1 1,-1-1-1,1 1 0,0-1 1,0 1-1,0-1 0,0 1 0,0-1 1,0 0-1,-1-1 0,1-1-7,0 0 1,1 1-1,-1-1 0,1 0 0,-1 0 0,1 0 0,0 0 0,0 0 1,0 0-1,1-4 0,23 18-32,19 29 110,-35-31-45,1 0 1,0-1-1,1 0 1,0 0-1,0-1 1,15 8-1,-12-9-42,0-1 1,0 0-1,0-1 0,0 0 0,1-1 0,-1 0 0,1-1 0,0-1 0,-1 0 1,1-1-1,0-1 0,0 0 0,0-1 0,-1 0 0,1-1 0,-1 0 0,0-1 1,1-1-1,22-12 0,39-37-2261,-39 19-614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00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 28877,'0'0'2385,"-48"99"-2161,16-44 1,-8 6-97,0 2-16,-4 0-32,8 0-64,8-3-16,4-6 0,4-6-112,20-7-321,0-6-559,0-14-257,24-12-2528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00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372 269 28909,'0'0'619,"16"-18"-275,11-12-238,74-88 319,-91 104-385,-1-1 0,0 0 0,7-18 0,-4 8 64,-78 151 141,-46 100 231,40-48-262,15-33-190,-111 203-1,161-336-9,0-1 0,0 1-1,-1-1 1,0-1 0,-1 1-1,-1-1 1,-12 10 0,22-19-11,-1-1 0,1 0 0,0 1 0,-1-1 1,1 0-1,0 1 0,-1-1 0,1 0 1,0 0-1,-1 1 0,1-1 0,-1 0 1,1 0-1,-1 0 0,1 0 0,0 0 1,-1 0-1,1 1 0,-1-1 0,1 0 0,-1 0 1,1 0-1,0 0 0,-1-1 0,1 1 1,-1 0-1,1 0 0,-1 0 0,1 0 1,0 0-1,-1 0 0,1-1 0,-1 1 1,1 0-1,0 0 0,-1-1 0,1 1 0,0 0 1,-1-1-1,1 1 0,0 0 0,-1-1 1,1 1-1,0 0 0,0-1 0,-1 1 1,1 0-1,0-1 0,0 1 0,0-1 0,0 1 1,0-1-1,-1 0 0,1-29 0,1 20 9,-2-25-13,2 0 1,2 1-1,1-1 1,12-52-1,-12 74 1,0 1 1,1 0-1,0 0 0,1 1 1,0-1-1,1 1 0,0 0 1,1 1-1,0 0 1,1 0-1,0 1 0,0 0 1,1 0-1,0 1 0,21-12 1,-17 12 25,0 2 1,1 0 0,-1 1 0,1 0-1,1 1 1,-1 1 0,0 0 0,20-1-1,130 4 111,-128 2-136,-12-1 19,-18 0-195,-1 0 1,1 0-1,0-1 1,0 0-1,0 0 1,0-1-1,0 0 1,0 0-1,0 0 1,-1-1-1,1 0 1,-1 0-1,1-1 1,-1 0-1,0 0 1,0-1 0,6-4-1,13-16-2157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01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0 28589,'0'0'1363,"1"16"-621,3 32-504,-3-1 0,-1 1 0,-3 0 0,-1 0-1,-17 70 1,-6-44-159,-3-1 0,-3-2 0,-3-1 0,-3-2 0,-3-2 0,-68 83 0,103-140-84,-63 73 44,62-73-57,-1 0 0,0-1 0,-1 0 0,0-1 1,0 0-1,-16 8 0,26-24-1917,7-6 1087,8-12-1195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0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29502,'0'0'1472,"128"-16"-1152,-80 11-96,-4-4-80,4 3-111,-8 1-33,-8 1 0,-4 3-129,-4 1-447,-16 0-288</inkml:trace>
  <inkml:trace contextRef="#ctx0" brushRef="#br0" timeOffset="1">168 161 29485,'0'0'2530,"136"-4"-2450,-100-7-32,0 2-32,12 2-16,-4 0-16,4 1-176,4 1-241,-4 2-543,8-1-769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03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0 608 29966,'0'0'1779,"0"-4"-1491,1 0-272,0 0 0,0 0 0,0 0 0,0 0 0,1 0 0,-1 0 0,1 1 0,0-1 0,0 1 0,4-5 0,34-43 9,-19 25-7,263-363-15,-274 374-3,-2 2 0,0 1 0,1 0 0,1 0 0,16-14 0,-26 25 0,0 1 0,1 0 0,-1 0 0,0 0 0,0 0 0,1 0 0,-1 0 0,0 0 0,1 0 0,-1 0 0,0 0 0,0 0 0,1 0 0,-1 0 0,0 0 0,1 0 0,-1 0 0,0 0 0,0 0 0,1 0 0,-1 0 0,0 0 0,0 1 0,1-1 0,-1 0 0,0 0 0,0 0 0,1 0 0,-1 1 0,0-1 0,0 0 0,0 0 0,1 0 0,-1 1 0,0-1 0,0 0 0,0 0 0,0 1 0,0-1 0,0 0 0,1 1 0,-1-1 0,0 0 0,0 0 0,0 1 0,0-1 0,0 0 0,0 1 0,0-1 0,0 0 0,0 0 0,0 1 0,0-1 0,0 0 0,-1 0 0,1 1 0,0-1 0,0 0 0,0 1 0,0-1 0,0 0 0,-1 0 0,1 1 0,0 0 0,-3 29 21,-1-1 0,-1 1-1,-2-1 1,-1 0 0,-18 42 0,-1 10 11,19-54-33,-3 3 2,2 1-1,2 1 1,1-1 0,1 1-1,-1 34 1,8-66-4,0 0 0,0-1 0,0 1 0,0 0 0,0-1 0,0 1 0,0-1 0,-1 1 0,1-1 0,0 0 0,0 0 0,0 0 0,-1 0 0,3-2-1,48-43 24,-2-3 0,76-96 0,-55 61-18,-56 67-2,2-1 4,-1 0-1,-1-1 0,-1-1 0,22-40 0,-35 58-163,0-1-1,0 0 1,0 1-1,-1-1 1,1 0 0,-1 1-1,0-1 1,0 0 0,0-3-1,-3 6-1549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08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265 244 28429,'0'0'2831,"2"4"-2599,-2-3-223,0-1 1,0 1 0,0-1 0,0 1-1,1-1 1,-1 1 0,0 0 0,0-1-1,1 1 1,-1-1 0,0 1 0,1-1-1,-1 1 1,1-1 0,-1 1 0,0-1-1,1 0 1,-1 1 0,1-1 0,-1 0-1,1 1 1,-1-1 0,1 0 0,0 1-1,-1-1 1,1 0 0,-1 0-1,1 0 1,0 0 0,-1 0 0,1 0-1,-1 0 1,1 0 0,0 0 0,15-21 219,-13 15-250,10-18 46,-1 1 0,12-35 0,-20 49-26,-1-1 1,-1 1-1,1-1 1,-2 0-1,1 0 1,-2 0-1,1 0 1,-1-1-1,-2-13 1,2 23-1,-1 0 1,1 0 0,-1 0 0,1 0 0,-1 1-1,1-1 1,-1 0 0,0 0 0,1 1-1,-1-1 1,0 0 0,1 1 0,-1-1-1,0 1 1,0-1 0,0 1 0,0-1-1,0 1 1,0-1 0,1 1 0,-1 0 0,0 0-1,0-1 1,0 1 0,0 0 0,0 0-1,0 0 1,0 0 0,0 0 0,-1 1-1,-1-1 1,0 0-1,0 0 0,1 1 0,-1-1 0,1 1 0,-1-1 0,0 1 0,1 0 0,-1 0 0,1 1 0,-5 1 0,-11 14-4,1 0 0,0 1 0,1 0-1,-22 34 1,-49 89 20,20-10-14,58-111-2,2 0 1,0 0-1,1 1 0,-6 39 1,12-60 0,-1 0-1,1 1 1,0-1 0,0 0 0,0 1 0,0-1 0,0 1-1,0-1 1,0 0 0,0 1 0,0-1 0,0 0 0,0 1-1,0-1 1,0 0 0,0 1 0,0-1 0,0 0 0,0 1-1,0-1 1,1 0 0,-1 1 0,0-1 0,0 0 0,0 1-1,1-1 1,-1 0 0,0 0 0,0 1 0,1-1 0,-1 0-1,0 0 1,0 1 0,1-1 0,-1 0 0,0 0 0,1 0 0,-1 0-1,0 0 1,1 1 0,-1-1 0,0 0 0,1 0 0,0 0-1,19-9-14,17-23 0,31-55 25,-55 67-8,0 1 0,2 0 0,0 2 0,2-1 0,34-28 0,-50 46-3,-1-1 1,1 1 0,0-1 0,-1 0 0,1 1-1,0 0 1,0-1 0,-1 1 0,1-1 0,0 1-1,0 0 1,0-1 0,0 1 0,-1 0 0,1 0-1,0 0 1,0 0 0,0 0 0,0 0 0,0 0-1,0 0 1,-1 0 0,1 0 0,0 0 0,0 1-1,0-1 1,0 0 0,-1 0 0,1 1-1,0-1 1,0 1 0,0-1 0,-1 1 0,1-1-1,0 1 1,-1-1 0,1 1 0,-1 0 0,1-1-1,0 1 1,-1 0 0,0 0 0,1-1 0,-1 1-1,1 0 1,-1 0 0,0 0 0,1-1 0,-1 1-1,0 2 1,8 53 15,-8-41-14,6 32 3,-3 0 1,-1 1-1,-3-1 0,-2 0 0,-2 0 1,-2 0-1,-2-1 0,-2 0 0,-19 51 1,19-66-3,-2 0 1,-1-1 0,-2 0-1,-1-1 1,-1-1 0,-31 38-1,48-65-1,1-1 0,-1 1 0,1 0 0,-1-1 0,0 1-1,1-1 1,-1 1 0,1-1 0,-1 1 0,0-1 0,0 0-1,1 1 1,-1-1 0,0 0 0,0 1 0,1-1 0,-1 0-1,0 0 1,0 0 0,0 0 0,1 1 0,-1-1 0,0 0-1,0-1 1,0 1 0,1 0 0,-1 0 0,0 0 0,0 0-1,0-1 1,1 1 0,-1 0 0,0-1 0,0 1-1,1 0 1,-1-1 0,0 1 0,1-1 0,-1 1 0,1-1-1,-1 0 1,0 1 0,1-1 0,0 0 0,-1 1 0,1-1-1,-1 0 1,1 1 0,-1-2 0,-17-44 5,16 39-6,-9-27 5,1-1-1,3 0 0,0-1 0,2 1 0,2-1 1,2-47-1,2 76-9,0 0 1,1 0 0,0 0-1,1 1 1,0-1 0,-1 1-1,2 0 1,-1-1 0,1 2-1,0-1 1,0 0 0,1 1-1,0 0 1,0 0 0,0 0-1,0 0 1,1 1 0,0 0-1,8-5 1,15-8-70,0 2 0,53-21-1,104-36-2147,-117 42 368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09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 29678,'0'0'552,"7"18"-77,8 21-279,-3 0 0,-1 0 0,8 58 0,-13-38-124,-3 0 1,-2 1-1,-3-1 0,-2 0 1,-3 0-1,-3-1 1,-2 0-1,-2 0 0,-3-2 1,-3 0-1,-2-1 0,-2-1 1,-3-1-1,-2-1 0,-2-1 1,-63 77-1,92-126-154,1 0 0,-1 0 1,0 0-1,0 0 0,0-1 0,0 1 1,-1 0-1,1-1 0,0 0 0,-1 1 1,1-1-1,-1 0 0,1 0 0,-1 0 0,1-1 1,-1 1-1,0-1 0,1 1 0,-4-1 1,-6 0-1982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444 111 27981,'0'0'2972,"0"0"-2964,0 0 0,0 0 0,1 0 0,-1 0 0,0 0 0,0 0 0,1 0 0,-1 0 0,0 0 0,0 0 0,1 0 0,-1 0 1,0 0-1,0 0 0,1 0 0,-1 1 0,0-1 0,0 0 0,0 0 0,1 0 0,-1 0 0,0 0 0,0 0 0,0 1 0,1-1 0,-1 0 0,0 0 0,0 0 0,0 1 0,0-1 1,0 0-1,0 0 0,1 0 0,-1 1 0,0-1 0,0 0 0,0 0 0,0 1 0,0-1 0,0 0 0,0 0 0,0 1 0,0-1 0,0 0 0,0 0 0,0 1 0,0-1 0,0 0 1,0 0-1,0 1 0,0-1 0,-1 0 0,2 6 15,-1 0 1,0-1 0,0 1 0,0-1 0,-1 1-1,0-1 1,0 1 0,0-1 0,-1 1-1,-2 6 1,-29 62 76,17-41-61,-11 31 21,-71 145 15,85-186-73,-1 0 1,-1-1 0,-1 0 0,0-2 0,-2 0 0,-29 26 0,41-41-2,0-1 1,0 1 0,-1-1 0,0-1 0,1 1-1,-14 4 1,18-7-5,0-1 1,1 1-1,-1-1 1,0 1-1,0-1 0,1 0 1,-1 0-1,0 0 0,0 0 1,0 0-1,1 0 0,-1 0 1,0 0-1,0-1 0,1 1 1,-1-1-1,0 1 1,1-1-1,-1 0 0,0 0 1,1 0-1,-1 1 0,1-1 1,-1-1-1,1 1 0,0 0 1,-1 0-1,1-1 0,0 1 1,0 0-1,0-1 1,0 1-1,-1-3 0,0-2-5,-1 0 0,2 0-1,-1 0 1,0 0 0,1-1 0,0 1-1,1 0 1,0-1 0,0-9 0,25 17-6,-9 4 24,-2 1-1,28 15 1,24 9 9,-48-24-13,0-1 0,1-1 1,-1 0-1,31 0 0,-42-3-6,1-1 0,-1 0 0,0-1 0,1 0-1,-1 0 1,0 0 0,0-1 0,0 0 0,0-1 0,0 1 0,-1-1 0,1-1 0,-1 1 0,11-8 0,-6 0 1,-1 0 0,1 0 0,-2-1 0,0 0 0,0-1 0,-1 0 1,-1-1-1,0 1 0,-1-1 0,0-1 0,-1 1 0,-1-1 0,5-28 1,-3-1 2,-2-1 0,-2 0 0,-6-68 0,2 103-3,0 0 0,-1 0 0,0 0 1,0 0-1,-1 1 0,-1-1 1,1 1-1,-2 0 0,1 0 0,-1 1 1,-13-15-1,2 4 4,0 1 0,-2 1-1,-35-26 1,43 35 2,0 1 0,0 1-1,-1 0 1,0 1 0,0 0-1,-1 1 1,0 0 0,-22-3 0,29 6-4,0 0-1,0 1 1,-1 0 0,1 0 0,0 0 0,0 1 0,-1 0 0,1 0 0,0 0 0,0 1 0,0 0 0,0 0 0,1 0 0,-1 1 0,0 0 0,1 0 0,0 1 0,0-1 0,0 1 0,-5 5 0,-1 4-130,0 1 0,1 0-1,1 1 1,1-1 0,0 2 0,0-1-1,2 1 1,0 0 0,1 1 0,0 0 0,2-1-1,0 1 1,1 0 0,0 1 0,2 32-1,0 13-1691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3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54 27517,'0'0'3273,"0"-8"-3027,-2-26 39,2 33-275,0 1 0,0-1 0,0 0-1,-1 1 1,1-1 0,0 1 0,-1-1 0,1 1 0,-1-1 0,1 1-1,0-1 1,-1 1 0,1-1 0,-1 1 0,1-1 0,-1 1 0,0 0 0,1-1-1,-1 1 1,1 0 0,-1 0 0,0-1 0,1 1 0,-1 0 0,1 0-1,-1 0 1,0 0 0,1 0 0,-1 0 0,-1 0 0,-22 1 89,19 0-61,-5 1-27,0 1 0,-1 0 0,1 0-1,1 1 1,-1 0 0,1 1 0,-1 0 0,1 1 0,1 0 0,-1 0 0,1 1-1,-9 9 1,-2 3 21,0 1-1,1 1 0,-25 40 1,25-33-19,2 2 0,1 0 1,1 1-1,2 0 0,0 1 1,3 0-1,1 1 0,1 0 1,1 1-1,3-1 0,0 1 1,3 37-1,0-68-25,0-1 1,0 0-1,1 1 1,-1-1-1,1 0 0,0 1 1,-1-1-1,1 0 1,0 0-1,0 0 0,0 0 1,1 0-1,-1 0 1,0 0-1,1 0 0,0 0 1,-1-1-1,1 1 1,0 0-1,0-1 0,-1 0 1,1 1-1,1-1 1,-1 0-1,3 1 0,2 1-302,1-1-1,-1-1 0,0 0 0,1 0 0,-1 0 1,12-1-1,6 0-2332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4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294 492 29245,'0'0'1233,"12"-2"-966,3-11-144,0-1 0,-1 0 1,-1-1-1,17-23 0,-13 17-88,10-13-26,23-27 15,-2-2 1,70-123-1,-108 163 30,-8 16 38,-6 12 173,-288 567-203,143-263-46,35-107-32,103-184 16,10-16 0,0-1 0,1 1-1,-1-1 1,0 0 0,1 1 0,-1-1 0,0 0 0,0 0 0,0 1 0,0-1 0,0 0 0,0 0 0,-1 0 0,1 0 0,0-1 0,-1 1 0,1 0 0,0 0 0,-1-1 0,1 1 0,-1-1 0,1 1-1,-1-1 1,1 0 0,-2 1 0,1-2 0,1 0 0,-1 1 0,1-1 0,-1 0-1,1 0 1,0 0 0,-1 0 0,1 0 0,0-1 0,0 1-1,0 0 1,0 0 0,0-1 0,0 1 0,0-1 0,0 1-1,1-1 1,-2-2 0,-4-11-2,1-1 0,1 0 0,-4-20-1,8 34 3,-7-33 6,2 0-1,2-1 0,1 1 1,4-66-1,0 95-4,0 0 0,0 0 0,0 0 0,1 0 0,-1 0 1,2 0-1,-1 0 0,0 1 0,1 0 0,0 0 0,1 0 0,-1 0 0,1 0 0,0 1 0,0 0 0,0 0 1,0 0-1,1 1 0,0 0 0,-1 0 0,1 0 0,7-2 0,18-6 13,-1 2-1,1 0 1,36-4-1,-52 10-9,88-13 0,-67 12-358,-1-1 0,1-2-1,-1-1 1,0-2 0,40-17 0,-35 5-1383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4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29534,'0'0'992,"11"15"-597,-2-3-329,-2-5-27,-1 1 0,0 1 1,-1-1-1,0 1 0,0 0 1,0 0-1,-2 1 1,1-1-1,-1 1 0,4 18 1,-1 16 39,-1 1 0,-2 0 1,-2 1-1,-2-1 1,-2 0-1,-2 0 0,-2-1 1,-1 1-1,-3-1 0,-2-1 1,-30 70-1,12-49-84,-3 0-1,-56 79 1,76-130-156,11-30-5094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29197,'0'0'1649,"52"0"-1409,-20-6-32,8-4-16,8 1-96,-4-2-32,0 4-64,0 1 0,-12 4-16,-8 2-128,-8 0-368,-8 0-320,0 0-977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29614,'0'0'1808,"124"0"-1648,-92 0-112,0-4-32,0-1-16,4 1-112,0-1-480,-8 0-448,4 1-1762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6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 28957,'0'0'1990,"-2"10"-1752,-14 49-45,-2-1 0,-36 77 1,5-13-123,-67 180-306,115-298 2,-3 16-2234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7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121 274 28733,'0'0'358,"12"-21"93,-7 12-402,13-23 150,1 2-1,1 0 0,26-28 0,-39 49-132,0 1 0,0 1 0,1-1-1,0 1 1,1 1 0,-1 0 0,1 0 0,1 0 0,-1 1-1,1 1 1,0-1 0,0 2 0,0-1 0,0 1 0,1 1-1,-1 0 1,13-1 0,-21 3-63,-1 0 0,1 1-1,-1-1 1,1 0 0,-1 1 0,1-1-1,-1 1 1,1-1 0,-1 1 0,1-1-1,-1 1 1,0 0 0,0 0-1,1 0 1,-1 0 0,0 0 0,0 0-1,0 0 1,0 0 0,0 0 0,1 3-1,1 0 12,-1 0 0,0 1-1,0-1 1,0 1-1,-1 0 1,2 8 0,0 8 45,-1-1 0,0 29 0,-2-44-50,-1 15 1,0 0 0,-1 0 1,0 0-1,-2 0 0,-1-1 1,0 1-1,-1-1 0,-1-1 1,-1 1-1,-1-1 0,0-1 1,-1 1-1,-1-2 0,-1 1 1,-26 27-1,17-21-6,-1 0-1,-1-2 0,-39 30 1,51-44-4,0-1 0,0 1 0,0-2 1,-1 1-1,0-2 0,0 0 0,0 0 0,-1-1 1,1 0-1,-1-1 0,-22 0 0,33-2-2,0 0 0,0 0 0,1 0 0,-1 0-1,0-1 1,0 1 0,1-1 0,-1 1 0,1-1 0,-1 0 0,0 0 0,1 0-1,-1 0 1,1 0 0,0 0 0,-1 0 0,1 0 0,0 0 0,-1-1 0,1 1 0,0 0-1,0-1 1,0 1 0,0-1 0,1 0 0,-2-2 0,0-1-10,1 1 0,0 0 0,0 0 0,0-1 0,1 1 0,0 0 1,-1-1-1,1 1 0,2-9 0,-2 12 10,1 0 0,-1 0 1,1 1-1,-1-1 0,1 0 1,-1 0-1,1 1 0,0-1 0,-1 1 1,1-1-1,0 0 0,0 1 0,0-1 1,-1 1-1,1 0 0,0-1 0,0 1 1,0 0-1,0-1 0,0 1 0,0 0 1,-1 0-1,1 0 0,0 0 1,0 0-1,0 0 0,0 0 0,2 0 1,30 4-8,-15 1 25,-1 2 0,1 0 0,-2 0 0,1 2 0,21 14-1,37 18 109,-43-28-53,1-1 0,1-1 0,0-3 0,0 0 0,40 3 0,181-1-540,-233-11-52,0 0 1,0-2-1,24-5 0,16-6-2201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8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0 30094,'0'0'784,"-32"130"-560,12-71-48,-8 4 0,-4 2-48,4 1-15,-8 1-49,4-8 0,0-9-64,16-12 0,4-11 0,0-9-64,8-11-193,4-21-6162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90 186 29069,'0'0'307,"17"-20"176,-10 11-407,6-7 69,1 0 0,1 0 0,0 2 0,0 0 0,2 0 1,-1 2-1,2 0 0,27-14 0,-39 23-108,1 0-1,-1 1 1,1 0-1,-1 0 1,1 1 0,0-1-1,0 2 1,0-1 0,0 1-1,-1 0 1,15 1-1,-18 1-26,1-1 0,-1 0 0,1 1 0,-1 0 0,0 0 0,0 0 0,1 0 0,-1 0-1,-1 0 1,1 1 0,0 0 0,0-1 0,-1 1 0,0 0 0,0 0 0,1 1 0,-2-1-1,1 0 1,0 1 0,-1-1 0,1 1 0,0 6 0,4 8 25,-2-1 0,0 1 0,-1-1 0,-1 1 0,-1 0 0,0 0 0,-4 33 0,1-38-31,0-1 0,-1 1 0,0-1 0,-1 0 0,0 0 0,-1 0 0,-1 0 0,0-1 0,0 0 0,-1 0 0,-14 16 0,10-15-1,-1 0 0,-1-1 0,0 0 0,0-1 0,-1-1 0,0 0 1,-1-1-1,0 0 0,0-1 0,-20 5 0,9-4-12,-1-1 0,0-2 1,-1 0-1,1-2 0,-38-1 0,50-5-95,16 3-27,6 9 73,11 10 87,0 0 0,1-1 0,0-1 0,2-1 0,0-1 0,1-1 0,31 16 0,-22-16-8,0 0 0,1-2 1,0-2-1,0 0 1,43 5-1,-63-13-155,-1 0 0,1-1 0,-1 0 0,1-1 0,-1-1 0,1 0-1,-1 0 1,0-1 0,1 0 0,-1-1 0,0-1 0,0 1 0,-1-2 0,1 1 0,-1-2 0,0 1-1,0-1 1,12-11 0,15-16-1717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 28397,'0'0'2065,"-108"99"-1681,72-47-16,-4 4-16,0 1-159,0-1-65,8-2-48,4 0-64,4-4 0,8 0-16,8-3-112,8-9-433,0-7-303,4-13-401,16-15-1792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9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553 283 28253,'12'-16'955,"23"-26"-551,-3 5 43,-2-1-1,-1-1 1,35-66-1,-64 105-439,1 0 0,-1 0 1,0 0-1,0 0 0,0-1 0,0 1 0,0 0 0,0 0 0,0 0 0,0 0 0,0 0 0,0 0 0,1 0 0,-1-1 0,0 1 0,0 0 0,0 0 0,0 0 0,0 0 0,0 0 0,0 0 0,0-1 1,0 1-1,0 0 0,0 0 0,0 0 0,0 0 0,0 0 0,0 0 0,0-1 0,0 1 0,0 0 0,0 0 0,0 0 0,-1 0 0,1 0 0,0 0 0,0 0 0,0-1 0,0 1 0,0 0 0,0 0 1,0 0-1,0 0 0,0 0 0,0 0 0,-1 0 0,1 0 0,0 0 0,0 0 0,0 0 0,0-1 0,0 1 0,0 0 0,-1 0 0,1 0 0,0 0 0,0 0 0,0 0 0,0 0 0,0 0 0,0 0 1,-1 0-1,-11 6 85,-14 13-105,-6 21 37,2 1 0,1 1 0,-38 78 0,27-48 0,-100 206 25,92-175-28,-4-2-1,-79 114 0,123-204-22,-1-1 0,1 0 1,-20 16-1,26-24 1,-1 0 1,1-1-1,0 1 1,0-1-1,-1 1 1,1-1-1,-1 0 0,0 0 1,1 0-1,-1-1 1,-4 2-1,6-2 1,0 0 0,-1 0-1,1-1 1,0 1 0,0 0 0,0-1-1,0 1 1,0 0 0,-1-1-1,1 1 1,0-1 0,0 0 0,0 1-1,0-1 1,0 0 0,1 0-1,-1 1 1,0-1 0,0 0 0,0 0-1,1 0 1,-1 0 0,0 0 0,1 0-1,-1 0 1,1 0 0,-1-2-1,-7-22-4,1 1 0,1-1 0,1 0-1,2-1 1,0 1 0,2-1 0,2-36-1,-1 39 6,0 17 1,0 0 0,1 1 0,-1-1 0,1 0 0,1 0 0,-1 0 0,1 0 0,0 1 0,0-1 0,0 1 0,1-1 0,0 1-1,0 0 1,0 0 0,6-7 0,-3 7 3,0-1-1,0 1 1,1 1-1,-1-1 1,1 1-1,0 0 1,0 1-1,0 0 1,0 0-1,12-3 1,14-1 14,0 2 0,0 1 1,0 2-1,52 3 0,-46-1-3,154 6-111,-187-7-70,-1 0-1,0 0 1,0-1 0,0 1 0,0-1 0,0 0 0,-1-1-1,1 1 1,0-1 0,-1 0 0,0 0 0,0 0 0,0-1-1,0 1 1,0-1 0,-1 0 0,1 0 0,-1 0-1,0-1 1,2-4 0,19-23-3339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1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656 0 27260,'0'0'2847,"3"18"-2143,3 27-455,-3 1-1,-1 0 0,-2-1 0,-12 85 0,-3-71-169,-2-1 0,-3 0 0,-2-2 0,-3-1-1,-2-1 1,-2-1 0,-39 51 0,-28 26-45,-157 162 0,243-280-95,6-7-42,0 0 1,0-1-1,-1 1 1,1-1-1,-1 1 1,0-1-1,0-1 1,-1 1-1,1-1 1,-1 0-1,-7 3 1,4-5-1648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2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29245,'0'0'2924,"12"-3"-2798,24-9-49,31-9-156,133-26 1,-185 47 8,6-1-2942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2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26460,'0'0'5090,"96"-3"-4945,-61-6-49,17-2-48,-8 0-48,4-3 0,0-1-48,0 3-369,0-3-671,-8 1-993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22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0 15847,'0'0'14391,"-10"24"-13914,8-18-440,-85 172 585,-63 55 31,-43 78-764,187-302-98,0 3 186,5-6-3806,1-26-2080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23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169 178 29309,'0'0'865,"15"-18"-513,54-59-101,-59 69-186,1-1-1,1 1 1,0 1 0,0 0 0,0 0 0,1 2-1,0-1 1,0 2 0,0 0 0,0 0-1,1 1 1,0 1 0,18-2 0,-21 3-31,1-1 1,-1 1-1,1 1 1,-1 0-1,1 0 1,-1 1-1,18 4 0,-25-4-30,-1 1 0,1-1 0,-1 1 0,0 0-1,0 0 1,0 0 0,0 0 0,0 0 0,0 0-1,-1 1 1,1 0 0,-1-1 0,1 1-1,-1 0 1,0 0 0,0 0 0,-1 1 0,1-1-1,0 0 1,-1 1 0,0-1 0,0 1-1,0-1 1,0 1 0,-1-1 0,1 1 0,-1 4-1,1 6 11,-1-1 0,0 1 1,-1 0-1,0-1 0,-1 1 0,-1-1 0,0 0 0,-1 1 0,0-1 0,-8 15 0,2-8 1,-2 1 0,0-1 1,-1-1-1,-1-1 0,-23 25 0,-6-1 31,-2-3 0,-2-1 0,-89 54 0,98-67-11,-1-3 1,-1-1-1,-54 20 0,94-42-36,0 1 0,-1 0 0,1 0-1,0 0 1,-1 0 0,1 0 0,0-1-1,-1 1 1,1 0 0,0 0 0,0 0-1,-1-1 1,1 1 0,0 0 0,0 0-1,0-1 1,-1 1 0,1 0 0,0-1-1,0 1 1,0 0 0,0-1 0,0 1-1,0 0 1,0 0 0,-1-1 0,1 1-1,0 0 1,0-1 0,0 1 0,0 0-1,0-1 1,1 1 0,-1 0 0,0-1-1,0 1 1,0 0 0,0-1 0,1-13-25,-1 14 23,1-3-3,0-1 0,0 1 0,1 0 0,-1 0-1,1 0 1,0 0 0,0 0 0,0 0 0,0 1 0,0-1 0,0 1 0,1-1 0,-1 1 0,1 0 0,0 0-1,0 0 1,5-3 0,-6 4 5,0 0-1,0 0 0,0 0 1,0 0-1,1 1 0,-1-1 1,0 1-1,1-1 0,-1 1 1,0 0-1,1 0 1,-1 0-1,0 0 0,1 0 1,-1 1-1,0-1 0,1 1 1,-1-1-1,0 1 0,0 0 1,1 0-1,-1 0 0,0 0 1,0 0-1,0 0 0,0 1 1,0-1-1,1 3 1,59 69 15,-46-52 2,0 0 0,32 29 0,-42-45-13,1 1 0,0-1 0,0 0 0,0-1 0,1 0 0,0 0 0,0-1 0,0 1 0,0-2 0,0 1 0,0-1 0,11 1 0,-5-2 7,-1-1 1,0-1 0,1 0-1,-1 0 1,0-2 0,0 1-1,0-2 1,0 0-1,-1 0 1,1-1 0,-1-1-1,20-12 1,-8 3 14,-1-1 0,0-2 1,-1 0-1,36-41 0,-8-6-69,-46 60 29,-1-1 0,0 0 0,-1 1 0,1-1 0,-1 0 0,0-1 1,-1 1-1,1 0 0,-1 0 0,0-9 0,-1 14-18,-1 1 0,1 0 0,0-1 0,-1 1 0,1-1-1,-1 1 1,1-1 0,-1 1 0,1 0 0,-1-1 0,1 1 0,-1 0 0,1-1 0,-1 1 0,1 0 0,-1 0 0,0 0 0,1 0-1,-1-1 1,1 1 0,-1 0 0,0 0 0,1 0 0,-1 0 0,1 0 0,-1 0 0,0 1 0,1-1 0,-1 0 0,1 0 0,-2 1-1,-20 3-1639,-2 13-2126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11:26:23.37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118 243 26668,'0'0'4162,"1"-16"-3959,5 1-201,1 1 0,1-1 0,0 2 0,0-1 0,2 1 0,17-19 1,1 3 0,45-35 0,-47 50-95,-25 14 89,-1-1 0,1 1 0,-1 0 0,1-1 0,-1 1 0,0 0 0,1 0 0,0-1 0,-1 1 0,1 0 0,-1 0 0,1 0 0,-1 0 0,1-1 0,-1 1 0,1 0 0,-1 0 0,1 0 0,0 0 0,-1 1 0,1-1 0,-1 0 0,1 0 0,-1 0 0,1 0 0,-1 0 0,1 1 0,-1-1 0,1 0 0,-1 0 0,1 1 0,-1-1 0,1 0 0,-1 1 0,1-1 0,-1 1 0,0-1 0,1 0 0,-1 1 0,0-1 0,1 1 0,-1-1 0,0 2 0,8 83-66,-9-65 75,0 0 1,-2 0 0,-1 0 0,0 0-1,-2-1 1,0 0 0,-13 26-1,-72 126 8,81-156-12,-12 23 1,-3-1 1,0-2-1,-3-1 0,-42 42 0,70-75-3,-1 0-1,1 0 1,-1-1 0,0 1-1,1 0 1,-1 0 0,0-1-1,0 1 1,0-1-1,0 1 1,0-1 0,1 1-1,-1-1 1,0 1 0,0-1-1,0 0 1,0 0-1,0 1 1,0-1 0,0 0-1,0 0 1,0 0 0,0 0-1,0 0 1,0 0-1,-2-1 1,2 0-1,0 0 0,1 0 0,-1 0-1,0 0 1,1 0 0,-1 0 0,0 0 0,1 0 0,-1 0 0,1 0-1,0-1 1,-1 1 0,1 0 0,0 0 0,0 0 0,0-1-1,0 1 1,0-1 0,0-6-4,0 0-1,1 1 1,0-1 0,0 0-1,5-14 1,-2 14 3,1-1 0,0 0 0,1 1 0,0 0 0,0 1 0,1-1 0,12-10 0,-17 16 1,1 0 0,-1 0 0,1 0 0,0 1 1,0-1-1,0 0 0,0 1 0,0 0 0,0 0 0,1 0 0,4-1 0,-6 2 1,0 0 0,0 0-1,-1 0 1,1 1 0,0-1 0,0 0 0,-1 1-1,1-1 1,0 1 0,-1 0 0,1 0 0,-1-1-1,1 1 1,-1 0 0,1 0 0,-1 0 0,1 1-1,-1-1 1,0 0 0,0 0 0,0 1-1,0-1 1,2 3 0,3 5 8,1 1 0,0-1 0,1 0 0,0-1 0,1 0 0,-1 0 0,2-1 0,9 6 0,-17-11-6,1-1-1,0 1 0,-1-1 0,1 0 0,0 0 0,0 0 1,0 0-1,-1 0 0,1-1 0,0 0 0,0 1 1,0-1-1,0 0 0,0 0 0,0-1 0,0 1 0,0 0 1,0-1-1,0 0 0,0 0 0,0 0 0,-1 0 1,1 0-1,0-1 0,-1 1 0,1-1 0,-1 1 0,1-1 1,-1 0-1,0 0 0,0 0 0,0 0 0,0-1 0,0 1 1,2-4-1,5-5 26,-7 8-18,1 0 1,0 0-1,-1 0 1,0 0 0,0 0-1,0-1 1,0 1-1,0-1 1,1-6 0,9-21-1344,-12 22-643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11:26:23.96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224 1 27116,'0'0'2644,"0"16"-2409,8 324 851,-6-235-998,1-41-64,-10 110 0,3-153-17,0-1 0,-1 1 0,0-1 0,-2 0 0,-1 0 0,0-1 0,-1 0 0,-1 0 0,-1-1 0,-1-1 0,0 0 0,-1 0 0,-1-1 0,-1-1 0,-17 15 0,29-28 4,-1 0 0,1 0 0,0 0 0,-1-1 0,0 1 0,1-1 0,-1 0 0,0 0 0,0 0 1,0 0-1,0-1 0,0 1 0,-7-2 0,9 1 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57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463 219 25964,'0'0'944,"-19"7"-752,-4 3-48,9-4 21,1 0 1,-1-1 0,-26 5-1,38-9-136,1 0 0,-1-1 0,0 0 0,0 1 0,0-1 0,1 0 0,-1 0 0,0 0 0,0 0 0,0 0 0,0 0 0,1 0 1,-1-1-1,0 1 0,0-1 0,1 1 0,-1-1 0,0 0 0,1 0 0,-1 0 0,0 0 0,1 0 0,-1 0 0,1 0 0,0 0 0,-1-1 0,1 1 0,0 0 0,0-1 0,0 1 0,0-1 0,0 1 0,-1-3 0,2 4-23,0 0 0,0-1 0,0 1 1,0 0-1,0-1 0,-1 1 0,1 0 0,0-1 0,0 1 0,0 0 0,0-1 0,-1 1 0,1 0 0,0 0 0,0-1 0,-1 1 0,1 0 0,0 0 1,-1-1-1,1 1 0,0 0 0,-1 0 0,1 0 0,0 0 0,-1 0 0,1-1 0,0 1 0,-1 0 0,1 0 0,0 0 0,-1 0 0,1 0 1,0 0-1,-1 0 0,1 0 0,0 0 0,-1 0 0,1 0 0,0 1 0,-1-1 0,1 0 0,0 0 0,-1 0 0,1 0 0,0 1 0,-1-1 1,1 0-1,0 0 0,-1 0 0,1 1 0,0-1 0,0 0 0,0 0 0,-1 1 0,1-1 0,0 0 0,0 1 0,0-1 0,-1 0 0,1 1 1,0-1-1,0 0 0,0 1 0,0-1 0,0 0 0,0 1 0,0 0 0,-10 32 700,8-25-659,-8 13 57,-1-2 0,0 1-1,-1-2 1,-1 0 0,-1 0 0,0-1-1,-24 21 1,31-30-64,7-8-35,0 0 1,0 0-1,0 0 1,0 1-1,0-1 0,0 0 1,0 0-1,0 0 1,-1 0-1,1 0 1,0 0-1,0 0 0,0 1 1,0-1-1,0 0 1,0 0-1,0 0 1,0 0-1,0 0 1,0 0-1,0 0 0,-1 0 1,1 0-1,0 0 1,0 1-1,0-1 1,0 0-1,0 0 0,0 0 1,-1 0-1,1 0 1,0 0-1,0 0 1,0 0-1,0 0 0,0 0 1,0 0-1,-1 0 1,1 0-1,0 0 1,0 0-1,0 0 0,0 0 1,0 0-1,0 0 1,0 0-1,-1-1 1,1 1-1,0 0 1,0 0-1,0 0 0,0 0 1,0 0-1,0 0 1,0 0-1,0 0 1,-1 0-1,1 0 0,0-1 1,0 1-1,0 0 1,0 0-1,0 0 1,1-13 124,9-18-67,7-2-56,2 2-1,0 0 1,46-54-1,88-71-16,-138 141 10,-8 8-1,0 0-1,0 0 0,0 1 0,0 0 1,1 0-1,0 1 0,1 0 1,-1 0-1,1 1 0,12-5 1,-21 9 0,1 1 1,0-1 0,-1 0-1,1 0 1,-1 0-1,1 1 1,-1-1 0,1 0-1,0 0 1,-1 1-1,1-1 1,-1 1 0,1-1-1,-1 0 1,1 1 0,-1-1-1,0 1 1,1-1-1,-1 1 1,0-1 0,1 1-1,-1 0 1,0-1-1,1 1 1,-1-1 0,0 1-1,0 0 1,0-1 0,0 1-1,0-1 1,0 1-1,0 0 1,0-1 0,0 1-1,0 0 1,0 0-1,0 36 5,0-24-1,-1 8 3,-1 0 1,-1 0-1,-1 0 1,-1-1-1,0 0 1,-9 20-1,-57 119 19,59-135-21,-17 33 2,-2-1 0,-64 84-1,71-110 22,0-2 0,-2 0 0,-1-2 0,-1 0 0,-56 38 0,83-64-24,0 1 1,1 0-1,-1 0 0,0-1 1,0 1-1,0-1 0,0 1 0,0-1 1,0 1-1,0-1 0,0 1 1,0-1-1,0 0 0,0 0 0,0 1 1,0-1-1,0 0 0,0 0 1,0 0-1,0 0 0,0 0 0,0 0 1,0-1-1,0 1 0,0 0 1,0 0-1,0-1 0,0 1 0,0-1 1,0 1-1,0-1 0,0 1 1,0-1-1,1 1 0,-1-1 1,0 0-1,0 0 0,1 1 0,-1-1 1,0 0-1,1 0 0,-1 0 1,1 0-1,-1 0 0,1 0 0,-1 0 1,1 0-1,0 0 0,-1 0 1,1 0-1,0 0 0,0 0 0,0 0 1,0-2-1,-2-10-19,1 0 0,1 0 0,1-23 0,0 17 14,-1 18 2,0 1-1,0 0 1,-1-1 0,1 1 0,0-1-1,0 1 1,0 0 0,0-1 0,0 1-1,0-1 1,0 1 0,0-1 0,0 1-1,0-1 1,0 1 0,0 0 0,0-1 0,1 1-1,-1-1 1,0 1 0,0 0 0,0-1-1,1 1 1,-1-1 0,0 1 0,0 0-1,1-1 1,-1 1 0,0 0 0,1-1-1,-1 1 1,0 0 0,1 0 0,-1-1-1,0 1 1,1 0 0,-1 0 0,1 0-1,-1-1 1,1 1 0,-1 0 0,0 0-1,1 0 1,-1 0 0,1 0 0,-1 0-1,1 0 1,-1 0 0,0 0 0,1 0-1,-1 0 1,1 0 0,-1 0 0,1 1-1,-1-1 1,0 0 0,1 0 0,-1 0 0,1 1-1,21 22-5,-7 4 15,1-2 1,0 0-1,2 0 1,29 29 0,-39-46-7,0 0 0,0-1 0,0 0 0,1-1 0,0 0 0,1 0 0,-1-1 0,1 0 0,0-1 0,0 0 0,1 0 0,-1-1 0,1-1 0,-1 0 0,20 2 0,-17-5-1,0 0 0,0 0 1,-1-1-1,1 0 0,0-1 1,-1-1-1,0 0 0,1-1 0,17-9 1,6-7-9,54-41-1,-85 58-169,-1 0 0,1 0 0,-1 0 0,0 0 0,0 0 0,0-1 0,-1 0 0,0 0 0,0 0-1,0 0 1,0 0 0,-1-1 0,0 1 0,0-1 0,1-7 0,4-15-4653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4:57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 29966,'0'0'525,"5"26"-231,-1-10-230,4 22 78,-2-1 0,-1 1 0,-1 42 0,-3-4 58,1-28-91,-2 1-1,-8 57 1,-2-54-79,-1 0 0,-3-1 0,-3 0 0,-28 62 0,30-82-16,0-2 0,-2 0 0,-1 0 1,-2-2-1,0 0 0,-2-2 0,-48 45 1,36-46-311,32-23 267,1 0-1,-1 0 0,1 0 1,-1 0-1,1-1 1,-1 1-1,1-1 0,-1 1 1,1-1-1,-1 1 0,0-1 1,1 0-1,-1 0 1,0 0-1,1 0 0,-1 0 1,0 0-1,1 0 0,-1-1 1,0 1-1,-1-1 1,1-7-1014,2-12-969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5:31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 17688,'-7'20'8785,"-139"552"-4980,128-486-3719,10-55 28,2 1 0,1 0-1,-1 38 1,3-41-62,-1-1 0,-1 0 0,-9 29 0,8-33-41,1-10 172,3-15-72,0-27-38,7-49-72,5 11 0,3 1-1,3 1 1,3 0-1,3 1 1,34-70-1,-20 69 19,2 1-1,2 2 1,83-93 0,-101 126-7,-19 22-8,1 2 0,-1-1-1,1 0 1,0 1 0,0-1-1,0 1 1,0 0 0,1 0-1,0 1 1,0 0 0,0-1-1,0 2 1,7-4 0,-11 6-4,-1 0-1,1 0 1,0 0 0,-1 0 0,1 1 0,-1-1 0,1 0-1,0 0 1,-1 1 0,1-1 0,-1 0 0,1 1-1,-1-1 1,1 1 0,-1-1 0,1 0 0,-1 1 0,1-1-1,-1 1 1,0-1 0,1 1 0,-1 0 0,0-1-1,1 1 1,-1-1 0,0 1 0,0 0 0,0-1 0,0 1-1,1-1 1,-1 1 0,0 0 0,0-1 0,0 2-1,3 26 24,-3-26-21,2 147 71,-3-129-59,-1-1 0,-1 0 0,-1 1 0,0-1 1,-12 29-1,5-19 11,-2-1 1,-26 43 0,35-64-16,-1 0 0,0 0 1,-1-1-1,1 1 0,-1-1 1,-1 0-1,1-1 0,-1 1 1,0-2-1,0 1 1,0-1-1,-1 1 0,0-2 1,-12 5-1,16-6-11,0-1 0,1 0-1,-1 0 1,0-1 0,0 1 0,0-1-1,1 0 1,-1 0 0,0 0 0,0 0 0,0-1-1,0 1 1,1-1 0,-1 0 0,0 0 0,1 0-1,-1-1 1,1 0 0,-7-3 0,7 2-136,0 0 1,1 0-1,-1 0 1,1-1-1,0 1 1,0-1-1,0 0 1,0 1-1,1-1 1,0 0 0,-1 0-1,1 0 1,1 0-1,-1 0 1,1 0-1,-1 0 1,1 0-1,1-6 1,-1-20-2519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5:31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0 29245,'0'0'678,"-3"19"-438,-2 15-143,-2-1 0,-1 1 0,-2-2 1,-18 43-1,-54 64 196,35-63-194,47-76-89,0 0 0,0 0 1,0 0-1,0 0 0,0 0 0,0-1 1,0 1-1,0 0 0,0 0 0,0 0 1,0 0-1,0 0 0,0 0 0,0 0 1,0-1-1,0 1 0,-1 0 1,1 0-1,0 0 0,0 0 0,0 0 1,0 0-1,0 0 0,0 0 0,0 0 1,0 0-1,0 0 0,-1 0 0,1 0 1,0 0-1,0-1 0,0 1 0,0 0 1,0 0-1,0 0 0,0 0 0,-1 0 1,1 0-1,0 0 0,0 0 0,0 0 1,0 0-1,0 1 0,0-1 0,-1 0 1,4-26 150,14-34-124,3 19-26,2 1 0,2 1 1,1 1-1,2 1 1,2 1-1,35-33 1,-61 66-134,1 1 0,-1 0 0,0 1 0,1-1 0,-1 1 0,1-1 0,-1 1 0,1 0 0,0 0 0,0 1 0,-1-1 0,1 1 0,0 0 0,0 0 0,0 0 0,-1 0 0,1 1 0,0 0 0,0 0 0,-1 0 0,1 0 0,-1 0 0,1 0 0,-1 1 1,1 0-1,-1 0 0,3 2 0,18 11-2962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5:3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 27853,'0'0'2796,"-17"21"-2767,-1 1-12,-11 14 78,-47 74 1,58-80 101,-23 56 1,36-74-167,1 0 0,0 0 0,1 1 0,0-1 0,1 1 1,0-1-1,1 1 0,1 16 0,0-27-31,1-1-1,-1 1 1,0-1 0,0 1-1,1-1 1,-1 1 0,1-1-1,0 0 1,-1 1 0,1-1-1,0 0 1,0 1-1,-1-1 1,1 0 0,0 0-1,1 0 1,-1 0 0,0 0-1,0 0 1,0 0 0,0 0-1,1 0 1,1 0 0,1 1-2,0-1 0,0 1-1,0-1 1,0 0 0,0-1 0,0 1 0,0-1 0,8 0 0,-2-1 0,0 0 1,1 0-1,-1-1 0,0 0 0,0-1 0,15-6 0,-7-1 9,-1 0 1,-1 0-1,0-2 1,-1 0-1,0-1 0,-1 0 1,0-1-1,-1-1 0,15-21 1,-20 24 23,0 0 1,-1 0 0,0-1-1,-1 0 1,0 0 0,-1-1 0,0 0-1,-2 0 1,1 0 0,-2 0 0,0 0-1,0-1 1,-1-18 0,-2 30-32,1 0 1,-1 1-1,1-1 1,-1 1-1,0-1 1,0 1-1,0 0 1,0-1-1,0 1 1,0 0-1,-1 0 1,1 0-1,-1 0 1,1 0-1,-1 0 1,0 0-1,0 0 1,0 1-1,0-1 1,-4-2-1,1 1 9,0 1 0,-1 0-1,1-1 1,-1 2 0,1-1-1,-1 1 1,0 0 0,0 0-1,-7 0 1,7 0-76,0 1-1,0 0 1,0 0 0,1 0 0,-1 1-1,0 0 1,0 0 0,1 0-1,-1 1 1,0 0 0,1 0-1,0 0 1,-1 1 0,1 0 0,0 0-1,0 0 1,1 1 0,-1-1-1,-7 9 1,2 8-1462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5:3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30286,'0'0'1731,"-9"2"-1704,5-2-27,1 1 0,0-1 0,0 1 0,0-1 0,0 1 1,0 0-1,0 1 0,0-1 0,0 0 0,0 1 0,0-1 0,1 1 0,-1 0 0,1 0 0,-1 0 0,1 0 0,0 1 1,0-1-1,0 0 0,0 1 0,0 0 0,0-1 0,1 1 0,-1 0 0,1 0 0,0 0 0,0 0 0,0 0 1,-1 6-1,2-4 0,-4 16-14,1-1-1,1 1 1,1-1 0,0 1-1,2 0 1,1-1-1,5 29 1,-2-35-2,-1 1 1,-1-1-1,0 1 0,-1 0 1,0 0-1,-1 0 0,-2 17 1,0-29 20,0 0 1,-1 0 0,0 0-1,1 0 1,-1 0 0,0 0 0,0-1-1,-1 1 1,1-1 0,0 1-1,-1-1 1,0 0 0,1 0 0,-1 0-1,0 0 1,0 0 0,0-1-1,-6 3 1,-66 24 148,66-26-142,9-1-19,-1-1 0,1 0 0,-1 1 0,1-1 0,0 0 0,-1 0 0,1 0 0,-1 1-1,1-1 1,-1 0 0,1 0 0,-1 0 0,1 0 0,-1 0 0,1 0 0,-1 0 0,1 0-1,-1 0 1,1 0 0,0 0 0,-1 0 0,1-1 0,-1 1 0,1 0 0,-1 0 0,1 0 0,-1-1-1,1 1 1,0 0 0,-1 0 0,1-1 0,0 1 0,-1 0 0,1-1 0,0 1 0,-1 0-1,1-1 1,0 1 0,-1-1 0,6-22-530,22-23-851,4 7-599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5:3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 27965,'0'0'3049,"-6"20"-2950,-38 100 299,-96 186 0,81-189-358,5 2-1,-41 137 1,78-196-200,17-58-40,-1-34-752,2 19 805,15-272-1081,-16 284 1965,0 35-460,-1-30-260,1 0-1,1 0 1,-1 1-1,1-1 1,0 0-1,-1 0 1,2 1-1,-1-1 1,0 0 0,1 0-1,0-1 1,0 1-1,0 0 1,1-1-1,2 5 1,0-3-5,0-1-1,0 0 1,0-1 0,0 1 0,0-1 0,1 0 0,-1 0 0,1 0-1,0-1 1,8 2 0,4 1 12,1 0-1,-1-2 1,1-1 0,0 0 0,0-1-1,0-1 1,0-1 0,0 0-1,0-2 1,0 0 0,-1-1 0,32-11-1,-35 10-6,-1-1 0,0 0 0,0-1 0,-1-1 0,1 0 0,-2-1 0,1 0 0,-2-1 0,1-1 1,-1 1-1,-1-2 0,0 1 0,0-2 0,-1 1 0,-1-1 0,8-16 0,-12 21-5,-1-1 1,-1 1-1,1-1 0,-2 1 1,1-1-1,-1 0 1,0 1-1,-1-14 1,0 22-10,0-1-1,-1 0 1,1 1 0,0-1 0,-1 1 0,1-1-1,0 0 1,-1 1 0,1-1 0,-1 1 0,1-1-1,-1 1 1,1-1 0,-1 1 0,1-1 0,-1 1-1,1-1 1,-1 1 0,0 0 0,1-1 0,-1 1-1,0 0 1,1 0 0,-1-1 0,0 1 0,1 0-1,-1 0 1,0 0 0,1 0 0,-1 0 0,0 0-1,0 0 1,1 0 0,-1 0 0,0 0 0,1 1-1,-1-1 1,0 0 0,1 0 0,-1 1 0,0-1-1,1 0 1,-1 1 0,0 0 0,-34 15 39,20-2-21,1 1 0,0 1 0,1 0 0,0 1 0,1 0 0,1 1 0,1 0 0,1 1 0,0 0 0,2 0 0,0 1 0,1 0 0,1 0 0,-3 27 0,7-42-19,0-1 0,1 1 0,0-1-1,0 1 1,0 0 0,1-1 0,0 1 0,0-1 0,0 1 0,0-1 0,0 0 0,1 1 0,0-1 0,0 0 0,0 0 0,1 0 0,-1 0 0,4 3 0,-2-4-6,0 1 0,0-1 0,0-1 0,1 1 0,-1 0-1,1-1 1,-1 0 0,1 0 0,0-1 0,0 1 0,0-1 0,0 0 0,0 0 0,0-1 0,0 1 0,5-1 0,2 0-44,0 0 1,0-1 0,0 0-1,0-1 1,0 0 0,-1-1 0,1 0-1,-1-1 1,1 0 0,-1-1 0,-1 0-1,1-1 1,-1 0 0,0 0-1,0-1 1,-1-1 0,16-15 0,11-18-1135,-3-5-1083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5:33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30766,'0'0'224,"-23"97"-112,-1-23-32,0 18-80,0 8-32,8 6-704,0 1-24892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6:25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40 29213,'0'0'2852,"-21"-10"-2790,17 6-62,-1 1 0,0 0 0,1 0 1,-1 0-1,-1 1 0,1 0 0,0 0 0,-1 0 1,1 1-1,-1-1 0,1 1 0,-1 0 1,1 1-1,-8 0 0,-8-1 0,1 1 0,-33 6-1,39-3 1,0 0 0,0 2-1,0-1 1,1 2 0,0 0 0,0 1-1,0 0 1,-22 17 0,33-22 0,0 0 0,0 0 0,1 1 0,-1-1 0,1 1 0,-1-1 0,1 1 0,0-1 0,0 1 0,0 0 0,0 0 0,1-1 0,-1 1 0,1 0 0,-1 3 0,-1 48 0,2-44 0,0-1-2,0-1 0,0 1 0,1 0 0,0 0 0,0 0 0,1-1 0,4 13 0,-5-18 2,1 0-1,0-1 0,0 1 0,0-1 1,0 1-1,0-1 0,0 0 0,1 0 0,-1 0 1,1 0-1,-1-1 0,1 1 0,0 0 1,0-1-1,0 0 0,0 0 0,0 0 0,0 0 1,0 0-1,0-1 0,0 1 0,0-1 1,0 0-1,6 0 0,1 0 3,1 0-1,-1-1 1,1-1 0,-1 0 0,0 0-1,0 0 1,0-2 0,0 1-1,0-1 1,-1-1 0,1 0-1,-1 0 1,-1 0 0,1-1-1,-1-1 1,0 0 0,0 0 0,-1 0-1,1-1 1,-2 0 0,10-13-1,-9 11 7,0 1-1,-1-1 0,0 0 1,-1-1-1,0 1 0,0-1 0,-1 0 1,-1-1-1,0 1 0,0 0 1,-1-1-1,0 0 0,-1 1 0,-1-19 1,0 29 21,-5 27 0,3-17-29,0 0 0,0 0-1,0 0 1,1 1 0,1-1-1,0 0 1,0 1 0,0-1-1,1 0 1,1 0 0,0 0-1,0 1 1,5 11 0,-4-15-1,0 0 1,0-1-1,0 1 1,1-1 0,0 0-1,0 0 1,1 0-1,-1 0 1,1-1-1,0 0 1,0 0 0,1 0-1,-1-1 1,1 1-1,0-1 1,0-1-1,0 1 1,0-1 0,12 3-1,3-1-5,0-1 1,0-2-1,42-1 1,-29 0-13,-33 0-75,1 0-1,-1 0 1,1-1-1,-1 1 1,0 0-1,1-1 1,-1 1-1,0 0 1,1-1-1,-1 0 1,0 1-1,0-1 1,0 0-1,0 0 1,1 0-1,-1 0 1,0 1 0,0-1-1,-1-1 1,1 1-1,0 0 1,0 0-1,0 0 1,-1 0-1,1-1 1,0-1-1,6-6-2350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6:25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 29534,'0'0'1456,"10"9"-1293,-3-4-133,-3-2-11,0 0 0,-1 0 0,1 1 0,0-1 0,-1 1 0,0 0 0,0 0 0,0 0 0,0 0 0,-1 0 0,1 1 1,-1-1-1,0 1 0,-1 0 0,1-1 0,-1 1 0,0 0 0,1 8 0,-5 252 517,-1-218-517,-2-2-1,-3 1 1,-24 76 0,32-118-18,-13 38 22,-37 73 1,45-103-14,0-1 1,-1 0-1,-1 0 1,0-1-1,0 0 1,-1 0-1,-1-1 1,1 0-1,-1-1 0,-22 14 1,27-20-1,5-2-26,-4-11-1430,0-1-832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6:35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77 290 27981,'0'0'3420,"-8"-40"-2238,7 42-1169,-1 0-1,1-1 1,0 1-1,-1 0 1,1 0 0,0 0-1,0 1 1,0-1 0,0 0-1,1 0 1,-1 0 0,1 1-1,-1 4 1,-1-2-6,-11 40-7,1 0 0,3 1 0,1 0 0,-2 68 0,10-110 0,0 0 0,0 0 0,0 0 0,0 0 0,0 0 0,1 0 0,-1 0 0,1 0 0,0-1 0,1 1 0,2 7 0,-2-10 0,1 1 0,-1-1 0,0 1 0,0-1 0,1 0 0,-1 0 0,1 0 0,-1 0 0,1 0 0,-1-1 0,1 1 0,-1-1 0,1 0 0,0 0 0,-1 0 0,1 0 0,-1 0 0,6-1 0,-3 0 0,-1 0 0,1 0 0,0 0 0,-1-1 0,1 1 0,-1-1 0,0 0 0,0 0 0,1-1 0,4-4 0,42-35 0,-37 29 0,42-40 0,-2-3 0,-3-2 0,-3-3 0,-2-1 0,-3-2 0,57-116 0,-98 177 0,-1 1-1,0 0 1,0 0-1,0-1 1,0 1-1,0 0 0,-1-1 1,1 1-1,-1-1 1,1 1-1,-1-1 0,0 1 1,0-5-1,0 6-58,0 31-754,0-24 554,-2 19-1473,-4 0-2648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6:45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1 702 28285,'0'0'1457,"0"-13"-524,88-141-691,18-34-249,-87 148 31,-2-1 0,-2-1 0,-2 0 0,-2-1 0,7-50 0,-17 48 531,-1 44-469,-8 4 23,3 5-105,0 0 0,1 0 0,0 0 0,0 1 1,-4 16-1,-1 0 3,-8 20 7,-21 85 1,33-110-6,2 0-1,0-1 1,2 1 0,0 0-1,1 0 1,0 0 0,5 23 0,-4-39-10,0 1 1,0 0-1,1 0 1,0-1 0,0 1-1,0-1 1,0 0-1,1 0 1,-1 1 0,1-1-1,0-1 1,0 1-1,1 0 1,-1-1 0,1 0-1,-1 0 1,1 0-1,0 0 1,7 3 0,-2-2-1,0-1 0,0 1 0,1-2 0,-1 0 0,1 0 0,-1 0 0,1-1 1,16-1-1,-22 0 1,0-1 0,-1 0 0,1 0 0,-1-1 0,1 1 0,-1-1 0,0 0 0,1 0 0,-1 0 0,0 0 0,0 0 0,0-1 0,-1 1 0,1-1 0,-1 0 0,1 1 0,2-6 0,0 1 0,0 1 0,-1-1 0,0 0 0,-1 0 0,1 0 0,-1-1 0,3-10 0,-5 13 0,2-11-3,0-1 1,-1 1 0,0-20 0,-2 33 2,0-1-1,-1 0 1,1 1-1,-1-1 1,0 1-1,0-1 0,0 1 1,0-1-1,-2-3 1,2 6 0,0 0 0,0-1 0,0 1 0,0 0-1,0 0 1,0 0 0,0 0 0,0 0 0,0 1 0,0-1 0,-1 0 0,1 0 0,0 1 0,0-1-1,-1 1 1,1-1 0,0 1 0,-1-1 0,1 1 0,-1 0 0,1 0 0,-1 0 0,-1 0 0,2 0-1,1 0 1,-1 0 0,0 0 0,0 1 0,0-1-1,1 0 1,-1 1 0,0-1 0,1 0 0,-1 1-1,0-1 1,1 1 0,-1-1 0,0 1 0,1 0-1,-1-1 1,1 1 0,-1-1 0,1 1 0,-1 0-1,1 0 1,0-1 0,-1 1 0,1 0 0,0 0-1,-1-1 1,1 1 0,0 0 0,0 0 0,0 0-1,0-1 1,0 1 0,0 2 0,1 26-8,0-28 9,-1 2 0,1-1 0,0 1-1,1-1 1,-1 0 0,0 0-1,1 0 1,-1 0 0,1 0-1,0 0 1,0 0 0,-1 0-1,1 0 1,0-1 0,1 1-1,-1-1 1,0 0 0,0 1-1,1-1 1,-1 0 0,0 0-1,1-1 1,-1 1 0,1 0-1,-1-1 1,1 1 0,-1-1-1,1 0 1,3 0 0,6 1 4,1 0 0,-1-1 0,1-1 0,20-3 1,-18 0 0,1-1 0,-1-1 1,0-1-1,0 0 0,-1 0 1,0-2-1,25-19 0,-38 28 2,-1 34-3313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6:50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 13894,'0'0'16787,"0"24"-16499,4 328 224,-6-329-509,0-1 0,-1 1 0,-1-1 0,-1 1 0,-16 41 0,4-22 5,-1-2-1,-27 43 0,32-62-1,-1 0 0,0 0 0,-2-2 0,0 0 0,-1-1 0,-1 0 0,-28 20 0,41-36-2009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6:56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0 279 25276,'0'0'4671,"4"71"-2414,-6 16-2255,0-38 7,7 87-1,-5-135-9,0 0 0,0 0 0,0 0 0,1 0 0,-1 0 0,0 0 0,1 0 0,-1 0 0,0 0 0,1-1 0,-1 1 0,1 0 0,-1 0 0,1 0 0,0 0 0,-1-1 0,1 1 0,0 0 0,-1 0 0,1-1 0,0 1 0,0-1 0,0 1 0,0-1 0,0 1 0,0-1 0,1 1 0,0-1-1,0 1-1,1-1 0,-1 0 1,0 0-1,1 0 0,-1-1 0,0 1 1,1-1-1,-1 1 0,0-1 0,4-1 1,2-2-1,0 0 0,-1 0 0,1-1 0,-1 1 0,11-10 0,32-36 9,-2-1 0,-3-2 0,-2-2 0,-2-2 0,-3-2 0,-3-1 0,39-90 0,-68 137 3,-3 8-3,-1 0-1,0 0 0,0 0 0,-1 0 1,1 0-1,-1 0 0,0-1 0,0-9 0,-1 14-37,-1 29-2619,-6-9-2120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4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24 211 26492,'0'0'4370,"-4"33"-3695,-15 200-616,18-228-60,1 1 1,1 0-1,-1-1 1,1 1 0,0-1-1,0 1 1,1-1-1,0 0 1,0 1-1,0-1 1,0 0 0,4 5-1,-4-8 2,-1-1 1,1 1-1,0 0 0,0-1 1,-1 1-1,1-1 0,0 0 1,1 0-1,-1 0 1,0 0-1,0 0 0,0 0 1,1 0-1,-1-1 0,0 1 1,1-1-1,-1 0 0,0 1 1,1-1-1,-1 0 0,1-1 1,-1 1-1,0 0 0,1-1 1,-1 1-1,0-1 0,1 0 1,-1 0-1,0 1 0,0-2 1,4-1-1,6-4 21,0 1-1,-1-2 1,1 0-1,-2 0 0,1-1 1,9-11-1,58-69 31,-53 59-32,82-112 67,3-3 52,-40 56-16,-69 115-1697,-1-4-339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53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5475,'0'0'24880,"-8"15"-23938,0 1242-865,8-1247-77,1 81 0,-4-1 0,-22 138 0,24-214-195,0 0 0,1 0 0,3 15 0,-3-25-217,10-20-1437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5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47 25196,'0'0'4575,"-2"-8"-4218,-2 2-231,3 3-34,-1 1 1,1 0-1,0-1 0,0 1 1,0-1-1,1 1 1,-1-1-1,0 1 1,1-1-1,-1-5 0,0 35-39,-2-1-1,-12 47 0,-1 12 2,-9 116 77,26-213-125,1 0 0,0 0 0,1 0 1,0 0-1,0 1 0,2-1 0,-1 1 0,1 0 1,1 0-1,0 1 0,12-16 0,2-2-3,2 1 0,46-42 0,-26 37-2,-40 30-2,0 1 0,1 0 0,-1-1 0,0 1 0,0 0 0,1 1 0,-1-1 0,1 0 0,-1 1-1,1-1 1,-1 1 0,1 0 0,-1 0 0,1 0 0,-1 0 0,1 0 0,-1 0 0,5 2 0,-6-1-1,1 0 1,-1 0-1,0 0 1,0 0 0,0 1-1,0-1 1,0 0-1,0 1 1,0-1-1,0 1 1,-1-1-1,1 1 1,0-1-1,-1 1 1,0-1 0,1 1-1,-1-1 1,0 3-1,4 33 25,-4-33-21,-1 78 7,0-56-13,1-1 0,4 41 1,-4-65-33,1 0 1,0 1 0,-1-1-1,1 0 1,0 0 0,0 1 0,0-1-1,0 0 1,0 0 0,0 0 0,0 0-1,0-1 1,0 1 0,1 0-1,-1 0 1,0-1 0,0 1 0,1 0-1,-1-1 1,0 0 0,1 1 0,-1-1-1,1 0 1,-1 0 0,1 1 0,-1-1-1,0 0 1,3-1 0,45-3-1837,-18-6-444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5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14 27052,'0'0'3020,"-10"-4"-2835,8 2-175,-1 1 0,0-1 0,0 1 0,0 0 0,0 1 0,0-1 0,0 0 1,0 1-1,-1-1 0,1 1 0,0 0 0,0 0 0,0 1 0,-6 0 0,4 1 3,1 0 0,0 0-1,-1 1 1,1 0-1,0 0 1,1 0-1,-1 0 1,0 0-1,1 1 1,0-1-1,-1 1 1,-2 5-1,-9 11 156,0 0 0,-22 41 0,32-51-131,1 1-1,0 0 1,0 0-1,1 0 1,1 0-1,0 1 1,0-1-1,1 20 1,1-30-37,0-1 0,0 1 0,0-1 0,0 0 0,0 1 0,0-1 0,0 1 0,0-1 1,0 1-1,1-1 0,-1 1 0,0-1 0,0 0 0,0 1 0,1-1 0,-1 1 0,0-1 0,1 0 0,-1 1 1,0-1-1,1 0 0,-1 1 0,0-1 0,1 0 0,-1 0 0,0 1 0,1-1 0,-1 0 0,1 0 0,-1 0 1,1 1-1,-1-1 0,1 0 0,0 0 0,21-3 23,18-16 44,-7-6-57,-2-2-1,-1-1 1,-1-2 0,28-36-1,-53 66-7,-2 11 2,0 26 7,-1-15-4,0-15-5,0-1 0,0 0-1,1 1 1,0-1 0,0 0-1,0 0 1,1 0 0,0-1-1,0 1 1,1-1 0,-1 1-1,1-1 1,0 0 0,1-1-1,-1 1 1,1-1 0,0 0 0,0 0-1,0 0 1,0 0 0,1-1-1,0 0 1,-1 0 0,1-1-1,0 0 1,9 3 0,12 1-563,0-1 1,0-1 0,1-1 0,48-2-1,-20-1-5169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56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28797,'0'0'2084,"-1"10"-2036,-6 89 137,6 109 0,2-162-206,17-72-6,-7 13 36,3-10-3,16-23 1,39-48 0,-58 81-1,1 1 1,0 0 0,0 1-1,1 0 1,1 1 0,0 0-1,0 1 1,18-8 0,-31 16-7,0 0 1,0 1 0,1-1 0,-1 0 0,1 1-1,-1-1 1,0 1 0,1 0 0,-1-1 0,1 1-1,-1 0 1,1 0 0,-1 0 0,1 0 0,-1 0-1,1 0 1,-1 0 0,1 1 0,-1-1 0,1 1-1,-1-1 1,1 1 0,-1-1 0,0 1 0,1 0-1,-1-1 1,0 1 0,0 0 0,0 0 0,1 0-1,-1 0 1,0 0 0,0 0 0,0 1 0,-1-1-1,1 0 1,0 0 0,0 1 0,-1-1 0,1 0-1,0 1 1,-1-1 0,0 1 0,1 2 0,2 8 7,-1 0 1,-1-1-1,0 1 1,-1 20-1,0-13-1,4 123-20,12-145-115,-5-4 109,-1-1 1,0 0 0,0 0-1,16-18 1,14-13-69,-37 37 84,66-47-121,-64 46 117,1 0 0,-1 1 0,1 0 0,0 0 0,0 0 0,-1 0 0,1 1 0,0 0 0,0 0 0,1 1 0,9 0 0,-15 0 8,0 1 0,0 0 0,1-1 1,-1 1-1,0 0 0,0 0 0,0 0 0,0 0 0,0 0 0,0 0 0,0 0 0,0 0 0,-1 0 0,1 0 1,0 0-1,-1 1 0,1-1 0,0 0 0,-1 1 0,0-1 0,1 0 0,-1 1 0,0-1 0,0 0 0,1 3 1,3 45 40,-3-38-35,0 20-26,0-18-225,-1 0 0,2-1 0,5 25-1,-7-36 64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57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26492,'0'0'3695,"2"18"-3519,0-3-147,6 97 117,-8-98-132,0-1 1,-1 1-1,0-1 1,-1 0-1,-1 0 1,0 0-1,-6 16 1,202-195 30,-187 161-33,0 0-1,0 1 1,0 0-1,0 0 1,1 0-1,0 1 1,-1 0-1,1 0 1,0 1-1,1 0 1,-1 0-1,0 0 1,1 1-1,-1 0 1,10 1-1,-16 0-6,1 1-1,0 0 0,0-1 0,-1 1 0,1 0 0,-1 0 1,1 0-1,-1 0 0,1 0 0,-1 0 0,1 1 0,-1-1 1,0 0-1,0 1 0,0-1 0,0 1 0,0-1 0,0 1 1,0 0-1,0-1 0,0 1 0,-1 0 0,1 0 0,-1-1 1,0 1-1,1 0 0,-1 3 0,8 56 61,-8-58-60,-3 195-1968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5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28077,'0'0'1531,"-17"18"-1157,-55 60-142,66-71-198,0 0 0,1 0 0,0 0 0,0 0 0,1 1 0,0 0 0,0 0 0,1 0 0,0 1 0,0-1 0,1 1 1,0-1-1,1 1 0,0 0 0,0 0 0,1 15 0,1-23-34,0 0-1,0 1 1,0-1 0,0 0 0,0 0 0,0 0 0,0-1 0,0 1-1,0 0 1,0 0 0,0 0 0,1-1 0,-1 1 0,0-1-1,0 1 1,1-1 0,-1 1 0,1-1 0,-1 0 0,0 0 0,1 1-1,-1-1 1,1 0 0,-1 0 0,0-1 0,1 1 0,1 0-1,45-3 78,-40 1-72,-1 0 1,0 0-1,0 0 0,0-1 1,0-1-1,0 1 1,-1-1-1,0 0 1,1 0-1,-1-1 0,-1 0 1,1 0-1,-1 0 1,0-1-1,0 1 0,0-1 1,-1 0-1,4-8 1,-3 6 19,-1 1 1,0-1-1,0 0 0,-1 0 1,0 0-1,-1 0 1,0-1-1,0 1 0,-1 0 1,0-1-1,0 0 1,-1 1-1,0-1 1,0 0-1,-3-13 0,2 20-16,-1 0-1,1 0 0,0 1 1,0-1-1,-1 1 0,1-1 1,-1 1-1,0-1 0,1 1 1,-1 0-1,0 0 0,0 0 1,0 0-1,0 0 0,0 0 1,0 1-1,0-1 0,0 1 1,0-1-1,0 1 0,0 0 1,0-1-1,0 1 0,0 0 1,0 1-1,0-1 0,-3 1 1,0-1-23,-1 0 0,1 1 1,0-1-1,-1 1 0,1 1 0,0-1 1,0 1-1,0 0 0,0 0 1,-5 3-1,3 1-197,1 0-1,0 0 1,0 0 0,1 1-1,-1 0 1,2 0 0,-1 0-1,-6 14 1,-1 3-2404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5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28285,'0'0'2022,"5"-2"-1832,-1 0-163,-1 0 0,1 1 0,-1-1 0,1 1 0,0 0 0,0 0 0,0 1 0,0-1 0,0 1 0,0 0 0,-1 0 0,1 0 0,0 0 0,0 1 0,0-1 0,4 2 0,-5-1-15,-1 1 0,1-1 0,-1 0 0,1 1-1,-1 0 1,0 0 0,0-1 0,0 1-1,0 0 1,0 1 0,0-1 0,0 0-1,-1 1 1,1-1 0,-1 1 0,1-1-1,-1 1 1,0-1 0,0 1 0,0 0 0,-1 0-1,1-1 1,-1 1 0,1 0 0,-1 5-1,1 2-4,0-1 0,-1 0 0,0 0 0,0 0 0,-1 0-1,0 1 1,-1-1 0,0 0 0,0-1 0,-1 1 0,0 0-1,-1-1 1,1 1 0,-2-1 0,-6 10 0,-2-1-5,8-10-3,-1-1 1,1 1 0,0 0-1,1 0 1,0 1 0,0-1-1,0 1 1,1 0-1,0 0 1,1 0 0,-1 0-1,0 14 1,3-22-2,1 1 1,-1 0-1,1-1 0,-1 1 1,1-1-1,0 1 0,-1-1 1,1 1-1,0-1 0,-1 1 1,1-1-1,0 0 1,-1 1-1,1-1 0,0 0 1,0 0-1,0 1 0,-1-1 1,1 0-1,0 0 0,0 0 1,0 0-1,-1 0 0,1 0 1,1-1-1,31 1 12,-25 0-6,-7 0-7,21 0 35,-1 0 0,35-6-1,-49 4-65,-1 1 0,1-1-1,0 0 1,-1-1-1,0 0 1,1 0-1,-1 0 1,0-1 0,-1 0-1,1 0 1,-1 0-1,7-7 1,-10 9-104,-1 0 1,0 0 0,1 0-1,-1 0 1,0 0-1,0 0 1,0 0-1,0 0 1,-1-1-1,1 1 1,0-5-1,-1 6 16,4-18-2503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58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29453,'0'0'1793,"124"21"-1617,-80-10-32,0 0-128,-9 1 0,5 1-32,-4 5-16,-8 2-176,4 3-192,-8 2-80,0-1-384,0-3-593,-8-3-2705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5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26876,'0'0'4258,"8"108"-3970,-8-69-128,-8 3-96,-4-3-31,-8 1-1,4-6-32,0-5 0,4-6-16,4-7-97,0-7-399,4-5-192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59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29437,'0'0'1297,"4"39"-2033,-4-10-1025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5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27533,'0'0'2798,"0"16"-2600,0-11-180,0 17 56,0 1 0,-2-1 0,0 0 0,-2 0-1,-9 33 1,-66 135 100,76-185-174,2-4 16,4-18 173,9-9-160,2 1 0,1 1 0,26-33 0,-10 15-28,-29 40-1,12-20 4,1 2 0,0 0 0,2 0-1,34-30 1,-50 50-3,-1 0-1,1 0 1,-1 0 0,0 0-1,1 0 1,-1 0 0,1 0-1,-1 0 1,0 0 0,1 0-1,-1 1 1,0-1 0,1 0-1,-1 0 1,0 0 0,1 1-1,-1-1 1,0 0 0,1 0-1,-1 1 1,0-1 0,0 0-1,1 1 1,-1-1 0,0 0-1,0 1 1,0-1 0,1 1-1,-1-1 1,0 0 0,0 1-1,0-1 1,0 0 0,0 1-1,0-1 1,0 1 0,0-1-1,0 1 1,0-1-1,0 0 1,0 1 0,0-1-1,0 0 1,0 1 0,0-1-1,-1 1 1,1-1 0,1 29 1,-1-27 4,0 13 9,0 0-1,1 0 0,1 0 1,1-1-1,0 1 1,1-1-1,0 1 1,11 21-1,-13-30-14,1-1 1,1 0-1,-1 1 0,1-1 0,0-1 0,0 1 0,0 0 0,1-1 0,0 0 1,-1 0-1,1 0 0,1-1 0,-1 0 0,0 0 0,1 0 0,0-1 1,0 1-1,0-1 0,0-1 0,0 1 0,0-1 0,0 0 0,11 0 1,-7-1 7,1-1 1,0 0-1,-1 0 1,1-1 0,-1-1-1,1 0 1,-1 0-1,0-1 1,0 0 0,0-1-1,9-5 1,12-10 28,53-45 1,-52 38-38,-29 25 1,46-38 28,45-46 0,-104 117 211,4-18-240,0 1 1,1 0-1,1 0 0,0 0 0,1 1 1,0-1-1,2 1 0,-1 0 0,2 0 0,2 26 1,-2-39-2,1 0 1,-1-1-1,1 1 0,0 0 1,0-1-1,0 1 0,-1-1 1,2 1-1,-1-1 1,0 1-1,0-1 0,0 0 1,1 1-1,-1-1 1,0 0-1,1 0 0,-1 0 1,1 0-1,0 0 1,-1 0-1,1-1 0,0 1 1,-1 0-1,1-1 1,0 0-1,0 1 0,-1-1 1,1 0-1,0 0 1,0 0-1,0 0 0,2 0 1,5 0-2,0 0 0,0-1 0,0 0 0,0-1 0,11-3 0,7-6 4,1-1 1,-2-1-1,0-2 1,-1 0-1,0-2 1,40-36 0,29-18-64,-91 69 40,-4 14 13,0 0 0,-1 0 1,-6 21-1,-4 26 65,12-52-52,-1-1 0,1 0 0,1 0-1,-1 0 1,1 0 0,0 1-1,0-1 1,1 0 0,-1 0 0,1-1-1,1 1 1,-1 0 0,1-1 0,4 6-1,-4-7-3,0-1 0,1 1 0,-1-1 0,1 0 0,0-1-1,0 1 1,0-1 0,0 1 0,1-1 0,-1-1 0,1 1 0,-1-1-1,1 1 1,-1-1 0,1 0 0,0-1 0,0 1 0,-1-1 0,6 0-1,4 0-13,0 0 0,-1-1-1,1 0 1,0-1 0,-1 0-1,0-1 1,1-1 0,-1 0-1,0-1 1,-1 0 0,1-1-1,-1 0 1,0-1 0,-1-1-1,0 0 1,0 0 0,0-1-1,-1 0 1,13-16 0,-20 20-149,-1 1-1,1 0 1,-1-1 0,0 0 0,0 1 0,0-1 0,-1 0 0,1 0 0,-1 0 0,-1 0 0,2-9 0,-2-17-3056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0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5 237 6643,'0'0'25356,"0"29"-25308,-4 189 80,4-215-129,0 0 0,1 1 0,-1-1 0,1-1 0,0 1 0,0 0 0,0 0 0,0 0 0,1 0 0,-1-1 0,1 1 0,0 0 0,-1-1 0,1 0 0,0 1 0,1-1 0,-1 0 0,0 0 0,1 0 0,-1 0 0,1-1 0,-1 1 0,1 0 0,0-1 0,0 0 0,-1 0 0,1 0 0,0 0 0,0 0 0,0-1 0,6 1 0,6 1-5,0 0 1,0-1 0,0-1-1,0 0 1,18-3 0,-28 2 5,0-1 0,0 1 0,0-1 0,0 0 0,0 0 1,-1-1-1,1 1 0,-1-1 0,0 0 0,1-1 0,3-3 1,44-47 2,-32 32-3,273-299 37,-195 204-13,-97 116-5,4-5-740,-9 13-1215,-9 7-3464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0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27917,'0'0'2630,"7"-2"-2310,3 0-230,-1 0-1,0-1 0,0-1 0,0 0 0,-1 0 0,1 0 0,14-11 0,60-52 138,-39 30-179,209-191 93,-251 226-120,-2 2-54,0 0 0,0 0-1,0 0 1,0 0 0,0 0 0,-1 0 0,1 0 0,0 0 0,0 0 0,0 0 0,0 0 0,0 0 0,0 0-1,0 0 1,0 0 0,-1 0 0,1 0 0,0-1 0,0 1 0,0 0 0,0 0 0,0 0 0,0 0 0,0 0-1,0 0 1,0 0 0,0 0 0,0-1 0,0 1 0,0 0 0,0 0 0,0 0 0,0 0 0,0 0 0,0 0-1,0 0 1,0-1 0,0 1 0,0 0 0,0 0 0,0 0 0,0 0 0,0 0 0,0 0 0,0 0-1,0-1 1,0 1 0,0 0 0,-14 0-1405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0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26412,'0'0'4442,"5"14"-4156,15 32-30,3-2 0,48 73 0,-66-109-250,11 15 12,1 0-1,39 41 1,-51-60-19,-1 0 1,0 0 0,0 1-1,0-1 1,0 1 0,-1 0-1,3 6 1,-6-11-27,12 2-2371,-4-2-9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05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1 437 27597,'0'0'3700,"13"-9"-3302,219-194-145,-102 86-184,-110 101-60,-13 11-5,0-1-1,0 0 0,0 0 1,-1 0-1,11-15 1,-16 20-15,-1 0 1,1 0 0,-1-1-1,1 1 1,-1 0-1,0-1 1,0 1 0,1 0-1,-1-1 1,0 1-1,0 0 1,0-1 0,0 1-1,-1 0 1,1 0 0,-1-3-1,1 3 12,0 1 0,0-1 0,-1 1-1,1 0 1,0-1 0,0 1 0,0-1 0,0 1 0,0-1-1,0 1 1,0-1 0,0 1 0,0-1 0,0 1 0,0-1-1,0 1 1,0 0 0,0-1 0,0 1 0,0-1 0,1 1-1,-1-1 1,0 1 0,0-1 0,1 1 0,-1 0 0,0-1-1,0 1 1,1 0 0,-1-1 0,0 1 0,1 0 0,-1-1-1,1 1 1,-1 0 0,0 0 0,1-1 0,0 1 0,0-2 1,-1 2 38,-14 15-274,4-10-1397,2-5-468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06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29373,'0'0'1639,"6"6"-1285,34 36 2,40 55 0,-44-51-250,73 73-1,-101-112-102,-2-2 0,-1 0 0,1 0 0,0 0 0,0 0 0,0-1 0,0 0 0,1-1 0,9 5 0,-12-8-19,-3-1-65,0 1 0,0-1 0,0 0 0,1 1 1,-1-1-1,0 0 0,0 0 0,0 0 0,0 0 0,0 0 0,-1 0 1,1 0-1,0 0 0,0 0 0,-1-1 0,1 1 0,0 0 1,-1 0-1,0-1 0,1-2 0,2-2-382,8-16-1394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1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28925,'0'0'2151,"4"2"-2077,-2 0-61,-1 0 0,1 0 0,0 1 0,-1-1 0,0 0 0,1 0 0,-1 1 0,0-1 1,0 1-1,0-1 0,0 1 0,-1 0 0,1-1 0,-1 1 0,1 4 0,1 56 134,-2-19-92,6 37-13,-4-35-7,14 78 0,-16-122-34,0-1 1,1 0-1,-1 1 0,0-1 1,1 1-1,-1-1 0,0 0 0,1 0 1,0 1-1,-1-1 0,1 0 1,0 0-1,-1 0 0,1 0 0,0 1 1,0-1-1,0 0 0,0-1 1,0 1-1,0 0 0,0 0 0,0 0 1,1-1-1,-1 1 0,0 0 1,0-1-1,2 1 0,0-1 5,-1 0-1,0 0 0,0-1 1,1 1-1,-1-1 0,0 1 1,0-1-1,0 0 1,1 0-1,-1 0 0,0 0 1,0 0-1,-1-1 1,4-1-1,8-8 29,-1 0 0,-1-1 0,14-17-1,-24 27-31,293-370 240,-287 363-232,-3 6-11,-1-1 1,1 0 0,-1 0 0,0 0-1,0 0 1,-1-1 0,1 1-1,-1-1 1,0 0 0,0 1-1,-1-1 1,2-6 0,4 34-2129,-6-3-753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1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29822,'0'0'1712,"0"0"-1683,1-1 0,-1 1-1,1-1 1,-1 1-1,1-1 1,-1 1-1,1-1 1,0 1 0,-1 0-1,1-1 1,0 1-1,0 0 1,-1 0-1,1 0 1,0-1 0,0 1-1,-1 0 1,1 0-1,0 0 1,0 0-1,-1 0 1,1 0 0,1 1-1,17 12 23,0 1 1,-1 0-1,-1 2 0,0 0 1,28 35-1,-14-15-7,31 26-13,-37-38-26,-1 1 0,-1 1 0,22 32 0,-45-58-15,0 0 1,0 0-1,0 0 0,0 0 1,0 1-1,1-1 0,-1 0 1,0 0-1,0 0 0,0 0 1,0 0-1,0 0 0,0 1 1,0-1-1,0 0 0,0 0 1,0 0-1,0 0 0,0 0 1,0 1-1,0-1 0,0 0 0,0 0 1,0 0-1,0 0 0,0 0 1,0 1-1,0-1 0,0 0 1,0 0-1,0 0 0,0 0 1,0 0-1,0 0 0,0 1 1,0-1-1,0 0 0,-1 0 1,1 0-1,0 0 0,0 0 1,0 0-1,0 0 0,0 0 1,0 1-1,0-1 0,-1 0 1,1 0-1,0 0 0,0 0 1,0 0-1,0 0 0,0 0 1,-1 0-1,1 0 0,0 0 1,0 0-1,-14-2-436,-13-7-1335,7-3-1162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20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1 28461,'0'0'2462,"-26"36"-1285,-200 207-918,37-45-174,188-197-131,0 0-1,1-1 0,-1 1 1,0 0-1,1 0 1,-1 0-1,0-1 1,0 1-1,0 0 0,0-1 1,0 1-1,0-1 1,0 1-1,0-1 1,0 1-1,0-1 0,0 0 1,0 1-1,0-1 1,0 0-1,0 0 0,0 0 1,-2 0-1,-15 0-1810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4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0 538 28349,'0'0'1361,"12"-12"-1100,3-2-157,-8 8-43,-1 1 0,0-1 1,0-1-1,0 1 1,-1-1-1,8-13 1,19-27 347,56-64 1,-78 100-389,46-54 31,109-95 0,-101 100 65,-63 59 84,-16 1-2608,2 0-413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48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24699,'0'0'6046,"0"5"-5894,1 5-72,1-1 1,-1 1-1,2-1 1,-1 0-1,1 0 0,0 0 1,1 0-1,0 0 1,1-1-1,8 13 1,71 88 144,-42-56-140,131 155-16,-165-197-117,-8-10-55,1 0-1,0 0 1,-1 0 0,1 0 0,0 0 0,-1 0 0,1 0 0,0 0 0,0-1-1,0 1 1,0 0 0,0 0 0,0-1 0,0 1 0,0 0 0,0-1 0,1 1-1,-1-1 1,0 0 0,0 1 0,0-1 0,1 0 0,1 0 0,8 0-3571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0:49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20 338 28925,'0'0'2103,"0"-12"-1898,0-82 497,0 94-548,0 16-132,-10 87-6,7-83-12,0 1 1,1-1-1,1 1 1,1 0 0,0 0-1,5 21 1,-5-40-6,0 1 1,1-1-1,-1 0 1,1 0-1,0 0 1,0 0 0,0-1-1,0 1 1,0 0-1,0 0 1,0 0-1,0-1 1,1 1-1,-1-1 1,1 1 0,-1-1-1,1 1 1,0-1-1,-1 0 1,1 0-1,0 0 1,0 0-1,0 0 1,0 0-1,0-1 1,0 1 0,0 0-1,0-1 1,0 0-1,0 1 1,0-1-1,0 0 1,0 0-1,1 0 1,-1-1 0,0 1-1,0 0 1,0-1-1,0 1 1,0-1-1,0 0 1,2-1-1,7-2-1,0-1 0,-1 1 0,0-2 0,0 0-1,-1 0 1,15-13 0,12-15 6,-1-2 0,-1-2 0,44-64 0,70-136 111,-125 183-33,-22 54-74,5 8-602,0 0 13,0 1-1,-1 0 1,0 0 0,-1 0 0,7 17 0,-2-2-6585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07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94 29261,'0'0'1502,"-17"-17"-584,16 13-914,-1 0-1,0-1 0,1 1 1,-2 0-1,1 0 0,0 0 1,-1 1-1,0-1 0,0 0 1,0 1-1,0 0 0,0-1 1,-1 1-1,1 1 0,-1-1 1,0 0-1,0 1 0,0 0 1,0 0-1,0 0 0,-1 1 1,1-1-1,0 1 0,-1 0 1,1 0-1,-1 0 0,0 1 1,-7 0-1,4-1 3,-1 1 0,1 1 0,-1 0 1,1 0-1,0 0 0,0 1 0,-1 0 0,1 1 1,0 0-1,1 0 0,-1 1 0,0 0 0,1 0 0,-12 9 1,3 1-3,1 1 0,0 1 0,-20 28 0,30-37-3,0 0 0,1 1 1,1-1-1,-1 1 0,1 0 1,0 0-1,1 0 0,0 1 1,0-1-1,1 1 0,-1 14 1,2-21-2,0 1 0,1-1 0,-1 0 0,0 1 1,1-1-1,-1 0 0,1 0 0,0 1 0,0-1 1,0 0-1,0 0 0,0 0 0,1 0 0,-1 0 1,0 0-1,1-1 0,0 1 0,-1 0 0,4 1 1,0 1 1,0-1 1,0 0 0,1 0-1,-1 0 1,1-1 0,0 0 0,8 2-1,11 0 20,-1 0 0,46 0-1,-18-2-20,-2 0-4,82-6 0,-128 2-127,1 1-1,-1-1 1,0-1-1,1 1 1,-1 0 0,0-1-1,-1 0 1,1 0-1,0 0 1,-1-1 0,0 1-1,0-1 1,0 1-1,0-1 1,2-5-1,-4 8 52,14-15-1778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7:07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29117,'0'0'1273,"8"12"-1105,-1-2-127,-2-3-14,-1 0 0,1 0 0,-2 0 0,1 0 0,-1 1 0,0-1 0,0 1 1,-1 0-1,0 0 0,1 12 0,2 26 140,4 79 201,-9-111-336,-1-1 1,0 1-1,-1 0 0,0-1 0,-1 0 0,-1 0 0,-5 14 0,-8 10 15,-2 0 0,-1-2 1,-2-1-1,-1 0 0,-2-2 0,-1 0 0,-1-2 0,-32 27 0,54-54-46,4-2-5,-1-1 0,1 1 0,0 0 0,0 0 0,0 0 0,0 0 0,0-1 0,0 2 0,0-1 0,0 0 0,0 0 0,0 0 1,0 0-1,0 2 0,1-7-991,0-6-403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10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249 258 27453,'0'0'2433,"-8"-7"-2137,2 0-207,4 4-58,0 0 0,0 1 0,0-1 1,-1 1-1,1-1 0,-1 1 0,1 0 0,-1 0 0,0 0 0,0 1 0,0-1 0,-5-2 0,3 3-17,1 0 0,0-1 1,-1 1-1,1 1 0,-1-1 0,0 1 0,1 0 0,-1 0 0,1 0 0,-1 0 0,1 1 0,-1 0 0,1 0 0,-1 0 0,1 1 0,-1-1 0,-5 4 0,4-1 24,0 0 1,0 0-1,0 1 0,1 0 0,0 0 1,0 0-1,0 0 0,1 1 1,0 0-1,-5 8 0,1 1 19,1 0 0,1 0 0,0 0 0,1 1 0,0 0 0,2 0 0,0 0 0,1 0 0,-1 19 0,3-19-58,-1-9 0,1 1 0,0-1 0,1 1 0,0-1 0,0 1 0,0-1 0,3 9-1,-3-14 2,0 0 0,1 0 0,-1 0-1,0 0 1,1-1 0,0 1 0,-1 0 0,1 0-1,0-1 1,0 1 0,0-1 0,0 0-1,0 1 1,0-1 0,0 0 0,0 0-1,0-1 1,1 1 0,-1 0 0,0-1-1,1 1 1,-1-1 0,0 0 0,1 1-1,-1-1 1,0-1 0,4 1 0,0-1 2,-1 1 1,1-2 0,0 1 0,0 0-1,0-1 1,-1 0 0,1-1-1,-1 1 1,0-1 0,0 0 0,0 0-1,0-1 1,0 1 0,0-1-1,3-5 1,12-11 28,33-45 0,-32 38-24,6-8 19,-2 0-1,-1-2 1,23-50 0,-37 66-9,-1 0 1,-1-1-1,-1 0 1,0 0-1,-2 0 1,-1-1-1,3-45 0,-7 68 130,0 4-146,1 0 0,0 1 0,-1-1 0,0 0 0,0 0 0,0 1 0,0-1 0,-1 0 0,-2 8 0,1 4 3,1-12-4,-6 60 6,2 0 0,7 114 0,0-167-8,0-1 1,0 1-1,1-1 0,0 0 1,1 0-1,1 0 0,-1 0 1,1-1-1,1 0 0,8 11 1,-13-19-80,0-1 1,0 1 0,0 0 0,0-1 0,0 1 0,0-1 0,0 1 0,0-1 0,0 0 0,0 1 0,0-1 0,0 0 0,0 0 0,1 0 0,-1 0 0,0 0 0,0 0 0,0 0 0,0 0 0,0 0 0,0 0 0,1-1 0,-1 1 0,0 0 0,0-1 0,0 1 0,0-1-1,2-1 1,9-11-1555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10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27469,'0'0'2822,"14"17"-2446,45 57-202,-51-60-126,-1 0 1,0 0-1,-1 1 1,0 0-1,-1 0 1,-1 0-1,0 1 1,-1-1-1,-1 1 1,0 0-1,-2 0 1,0 16-1,0-23-25,1 10 11,1 50 142,-7 81-1,3-129-157,-1 1 1,-1-1-1,-1 0 0,-1-1 1,-1 1-1,-1-1 0,0 0 1,-13 19-1,-17 33 1,39-72-43,-1 0 1,0 0-1,0-1 1,0 1-1,0 0 1,0 0-1,0 0 1,0 0-1,0 0 1,0 0 0,0-1-1,0 1 1,0 0-1,0 0 1,0 0-1,0 0 1,0 0-1,0 0 1,0 0-1,0-1 1,0 1-1,0 0 1,0 0-1,0 0 1,0 0 0,0 0-1,0 0 1,0 0-1,-1-1 1,1 1-1,0 0 1,0 0-1,0 0 1,0 0-1,0 0 1,0 0-1,0 0 1,0 0-1,0 0 1,-1 0-1,1 0 1,0 0 0,0 0-1,0-1 1,0 1-1,0 0 1,0 0-1,0 0 1,-1 0-1,1 0 1,0 0-1,0 0 1,0 0-1,0 0 1,0 0-1,0 0 1,-1 1 0,1-1-1,0-13-1825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30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77 632 29069,'0'0'1353,"11"-2"-1121,-3 0-175,0 0 1,-1 0-1,1 0 0,0-1 1,-1 0-1,1-1 1,-1 0-1,0 0 0,0-1 1,0 1-1,9-11 0,62-65 92,106-140-1,-152 179-138,-15 19-12,-2-1 0,25-44 0,-35 56 32,1-1 0,-2 0-1,0 0 1,0 0 0,-1 0-1,-1-1 1,0 1 0,0-18 0,-2 30 36,-2 0-60,0 0-1,-1 1 1,1-1-1,0 1 0,0-1 1,0 1-1,-1 0 1,1 0-1,0 0 0,0 1 1,0-1-1,0 0 1,0 1-1,1-1 0,-1 1 1,-2 2-1,-25 35-17,22-28 20,-29 45 17,3 2 0,-46 110 0,-30 135 50,49-130-67,20-41-4,28-86-1,-2-1 0,-2-1 0,-26 52 0,37-84-2,5-12 0,0 1 0,0 0-1,0 0 1,-1 0 0,1 0-1,0 0 1,-1-1-1,1 1 1,0 0 0,-1 0-1,1-1 1,-1 1 0,1 0-1,-1 0 1,0-1-1,1 1 1,-1-1 0,0 1-1,1-1 1,-1 1 0,0-1-1,-1 1 1,1-1 0,0 0 0,1 0 0,-1 0 0,0 0 1,0 0-1,0 0 0,1-1 0,-1 1 0,0 0 1,0 0-1,1-1 0,-1 1 0,0-1 0,1 1 0,-1-1 1,0 1-1,1-1 0,-1 1 0,1-1 0,-1 1 0,1-1 1,-1 0-1,1 1 0,-1-1 0,1 0 0,0 1 0,-1-1 1,1 0-1,0 0 0,0 1 0,-1-1 0,1-1 0,0 0 3,-8-22-1,1-1-1,1 0 0,1-1 1,1 1-1,2-1 0,0 0 1,4-42-1,-1 61-2,0-1 0,1 0 0,0 1 0,1 0 0,0-1 0,0 1-1,0 0 1,1 0 0,0 1 0,0-1 0,1 1 0,0 0 0,0 0 0,0 1 0,1-1 0,0 1-1,0 0 1,0 1 0,0-1 0,9-3 0,17-10 12,0 2 0,68-24-1,-85 35-9,45-16-85,-20 8-1063,0-2-1,68-37 1,-72 28-3992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30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27196,'0'0'3394,"5"18"-2983,0-4-335,1 4-6,-1 0 1,0 1 0,-2-1 0,3 35-1,-4 7 96,-3 1-1,-9 65 0,4-90-121,-1-1 1,-2 0-1,-1-1 1,-29 63-1,18-53-91,-2-1-1,-3-1 1,-1-2-1,-50 60 1,76-99-125,0 0 0,1-1 1,-1 1-1,0 0 1,0 0-1,0 0 0,0-1 1,1 1-1,-1 0 1,0-1-1,0 1 1,-1 0-1,1-1 0,0 0 1,0 1-1,0-1 1,0 0-1,-2 1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52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460 116 27437,'0'0'2313,"-25"-15"-1025,14 1-1209,-1 1 0,0 0 0,-23-19 0,30 28-63,-1 1 0,0 0 0,1 0 0,-1 0 0,0 0 0,-1 1 0,1 0-1,0 1 1,-1-1 0,1 1 0,-1 0 0,1 1 0,-8 0 0,5 1-13,0 0 0,0 1 0,1 0 0,-1 0 0,0 1 0,1 0 0,-1 1 0,1 0 0,0 0 0,1 0 0,-1 1 0,1 1 0,-1-1 0,2 1 1,-1 0-1,-6 8 0,0 0-3,1 1 1,1 0 0,0 0-1,0 1 1,2 1-1,-14 31 1,20-37 7,1-1-1,0 1 1,0 0 0,1 0-1,1 0 1,1 21-1,0-2 2,-1-28-9,0-1 0,0 1 0,1-1 0,-1 0 0,0 1 0,1-1 0,-1 0 0,1 0 0,-1 1 0,1-1 0,-1 0 0,1 0 0,0 0 0,0 0 0,0 1 0,0-1 0,0 0 0,0-1 0,0 1 0,0 0 0,0 0 0,0 0 0,2 0 0,1 1 0,1 0 0,-1 0-1,1 0 1,-1-1 0,1 0 0,9 1 0,-1-1-3,0 0 0,-1-1 0,1-1 0,21-3 0,-23 0 3,0 1 1,0-2 0,0 1 0,0-2-1,-1 1 1,0-1 0,0-1 0,0 0 0,14-14-1,7-10-2,34-44 0,-42 47-1,-18 24 7,-1-1 0,0 0 0,0-1 0,-1 1 0,1-1 0,-1 1 0,4-11 0,-7 16 28,0 28 2,-3 4-27,-2 0-1,0 0 0,-2-1 1,-2 0-1,-18 46 1,2-3 0,7-15-9,-66 184 8,72-215-5,0-1 1,-3 0 0,0-1-1,-1-1 1,-2 0 0,-26 29 0,40-50 0,0 0 1,-1 0 0,1 0-1,-1-1 1,0 0 0,0 0-1,0 0 1,-9 4 0,12-7-3,0 1 1,1-1 0,-1 1-1,1-1 1,-1 0 0,1 0-1,-1 0 1,0 0 0,1 0-1,-1 0 1,0 0 0,1 0 0,-1 0-1,1-1 1,-1 1 0,1-1-1,-1 1 1,1-1 0,-1 0-1,1 0 1,-1 1 0,1-1-1,0 0 1,0 0 0,-1 0-1,1-1 1,0 1 0,0 0-1,0 0 1,0 0 0,0-1 0,0 1-1,1-1 1,-2-1 0,-3-8 1,0-1 1,0 0 0,1 0 0,0 0 0,1 0 0,1-1-1,0 1 1,1-1 0,0 0 0,1 0 0,0 1-1,1-1 1,0 0 0,1 1 0,1-1 0,4-14 0,-3 17-1,-1 1 0,2 0 0,-1-1 1,1 2-1,1-1 0,-1 0 1,2 1-1,-1 0 0,1 1 0,0-1 1,1 1-1,-1 1 0,1-1 1,1 1-1,-1 1 0,1 0 1,0 0-1,0 0 0,1 1 0,15-4 1,2 2-19,0 1 0,38-2 0,-43 6-1034,0-2 0,0 0-1,-1-1 1,35-11 0,-11-7-12636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08:53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29469,'0'0'985,"5"14"-729,1 8-123,0 0 1,-1 1-1,-1 0 1,2 39-1,-6-33-39,0 36 105,-8 68-1,5-110-172,-1-1 0,-2 1 0,0-1 0,-1 0 0,-1 0-1,-17 33 1,11-28-9,-1 0 0,-1-2 0,-1 1 0,-2-2 0,-32 34 0,42-55-1445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1:00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1 798 28781,'0'0'1374,"12"-6"-1139,13-8-155,-1-1-1,-1-1 1,0-1-1,-2-2 1,35-35-1,127-165-1,-159 187-71,-2-1 1,-2-1 0,-1-1-1,-2-1 1,16-45-1,-29 68 34,-1-1-1,0 0 0,0 0 0,-2 0 1,0 0-1,0 0 0,-2 0 1,-2-22-1,3 34-24,-1 0-1,1 0 1,0 1 0,-1-1-1,1 0 1,-1 0 0,0 1-1,0-1 1,0 0 0,0 1-1,0-1 1,0 1 0,0-1-1,0 1 1,-1-1 0,1 1-1,0 0 1,-1 0-1,1 0 1,-1-1 0,1 2-1,-1-1 1,0 0 0,1 0-1,-1 0 1,0 1 0,0-1-1,0 1 1,1-1 0,-1 1-1,0 0 1,0 0 0,0 0-1,-3 0 1,1 1-7,0-1 1,1 1-1,-1 0 0,0 0 1,1 1-1,-1-1 0,1 1 1,0 0-1,-1-1 1,1 1-1,0 1 0,0-1 1,0 0-1,1 1 0,-1 0 1,-3 4-1,-10 18 3,1 0 0,1 1-1,2 0 1,1 1 0,-12 40-1,-28 147 61,50-207-70,-7 43 6,3 0 1,2 88-1,3-122-14,16-19-10,-10-2 19,1-2 1,-1 1 0,0-1-1,-1 1 1,0-2 0,0 1-1,0 0 1,-1-1 0,0 0-1,3-9 1,9-14 4,-5 11-6,2 0 1,16-20 0,-26 36-3,0 0 1,0 1-1,1-1 1,-1 1-1,1-1 0,0 1 1,-1 0-1,2 0 1,-1 1-1,0-1 1,0 1-1,1 0 1,-1 0-1,1 1 0,0-1 1,-1 1-1,7-1 1,-7 3 0,0-1 1,-1 1-1,1 0 1,-1-1-1,1 2 1,-1-1-1,1 0 1,-1 1-1,0 0 1,1-1-1,-1 1 1,0 1-1,0-1 1,-1 0-1,1 1 1,4 4-1,40 56 26,-12-15-15,-30-42-13,0-1 1,1 1-1,0-1 0,0 0 1,0 0-1,1-1 1,-1 0-1,14 6 0,-17-9-74,0 0-1,0-1 1,0 1-1,-1-1 1,1 0-1,0 1 0,0-1 1,0 0-1,0-1 1,0 1-1,-1 0 1,1-1-1,0 0 1,0 0-1,-1 0 0,1 0 1,0 0-1,-1 0 1,1-1-1,-1 1 1,1-1-1,-1 1 1,0-1-1,0 0 0,0 0 1,0 0-1,3-4 1,18-21-2590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1:00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 29518,'0'0'1323,"5"22"-835,7 37-253,-2 1 0,3 93-1,-13-114-167,0 57 103,-12 99-1,7-162-133,-1-1-1,-1 0 0,-2 0 1,-1-1-1,-1 0 1,-30 56-1,16-41-18,-2-1 1,-2-2-1,-52 62 0,78-101-117,2-3 11,-1 1-1,1-1 1,0 0 0,0 1 0,-1-1-1,1 0 1,-1 0 0,1 0 0,-1 0-1,1 0 1,-1 0 0,1 0 0,-4 0-1,-2-1-2167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04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0 362 29149,'0'0'2185,"3"-7"-1995,8-23-62,-5 90 85,-6 206-165,0-265-47,0 1-1,0-1 0,1 1 1,-1-1-1,0 0 0,0 1 1,1-1-1,-1 1 0,1-1 1,0 0-1,-1 0 1,1 1-1,0-1 0,-1 0 1,1 0-1,0 0 0,0 0 1,0 0-1,0 0 0,0 0 1,0 0-1,1 0 0,-1 0 1,0 0-1,0-1 1,1 1-1,-1-1 0,0 1 1,1-1-1,-1 1 0,0-1 1,1 0-1,-1 0 0,1 1 1,-1-1-1,1 0 1,-1 0-1,0 0 0,1-1 1,-1 1-1,1 0 0,1-1 1,2 0 0,0 0 1,0 0-1,0 0 1,0-1 0,0 0-1,-1 0 1,1 0 0,-1 0-1,1-1 1,-1 0-1,4-3 1,52-61 59,-4-3 1,58-94-1,-9 14-5,21-38 75,-123 184-109,6-9-42,-9 20-205,-1 19-128,-1 8-488,-4 5-495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05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1 360 26828,'0'2'5155,"4"-3"-5152,-1 1-1,0-1 1,1 0 0,-1 0 0,0 0 0,0-1 0,0 1 0,0-1 0,0 0-1,0 1 1,0-1 0,-1-1 0,1 1 0,-1 0 0,4-4 0,8-6 1,95-69 14,235-159 111,-376 248-2423,17-6 229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06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29133,'0'0'2105,"0"-4"-1937,0 3-163,0 1 0,0-1-1,0 0 1,0 1-1,0-1 1,0 0 0,0 1-1,0-1 1,0 1-1,0-1 1,1 0-1,-1 1 1,0-1 0,0 1-1,1-1 1,-1 0-1,0 1 1,1-1 0,-1 1-1,0-1 1,1 1-1,-1-1 1,1 1 0,-1 0-1,1-1 1,-1 1-1,1 0 1,-1-1-1,1 1 1,-1 0 0,1-1-1,0 1 1,15 14 135,15 45 50,-29-53-178,69 178 106,-54-131-83,3-2 0,1 0 0,45 76 1,2-22-34,-67-102 12,-1-2-4,0-25-311,0-22-1396,0 12-557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0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1 581 26956,'0'0'3202,"21"-2"-2287,-7-5-831,0-2 1,0 0 0,-1 0-1,0-2 1,0 1-1,14-18 1,8-5-42,39-39-16,-3-3-1,67-93 1,-42 48-11,-90 115-5,-5 4-2,0 0 0,0 0 0,0 0 0,0 0 0,0 0 1,0-1-1,0 1 0,0 0 0,0 0 0,0-1 0,-1 1 1,1 0-1,0-1 0,-1 1 0,1-4 0,-1 5 21,-21 0-3437,6 0 1315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08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27901,'0'0'2390,"0"6"-2240,1 2-75,0-1 1,1 1 0,-1 0 0,1-1 0,1 1 0,-1-1 0,1 0-1,6 11 1,40 62 283,-22-39-259,-1 2-29,7 9-50,-2 0 0,-3 2 0,-2 1 0,22 70 1,-44-87-1834,-4-50-218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10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 20057,'0'0'10117,"2"-5"-9893,4-19 488,-12 49-453,-51 46-83,20-28-141,-185 242 31,173-219-66,45-51-2,4-15-12,0 1 1,0 0 13,0-1 8,1-1-218,1 1 66,-1-1 0,0 0 0,1 0 0,-1 0 0,0 0 0,1 0 0,-1 0 0,0-1 1,0 1-1,0 0 0,0-1 0,0 1 0,1-3 0,3-9-2172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11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 26604,'0'0'3685,"-12"-7"-2656,13 15-1003,-1-1-1,1 0 1,1 0-1,-1 0 1,1 0-1,1 0 1,-1 0-1,1 0 1,0-1-1,0 1 1,1-1 0,0 0-1,5 7 1,5 8 14,115 156 67,-38-57-75,-47-65-29,-33-43-2,-1-1 1,0 2-1,-1-1 1,0 1-1,-1 0 0,0 1 1,-2 0-1,10 27 1,-15-26-1126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1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11 24987,'0'0'4317,"0"0"-4294,0-1 0,1 1 0,-1 0 0,0 0-1,0-1 1,0 1 0,0 0 0,0 0 0,0-1 0,0 1 0,0 0-1,0 0 1,0-1 0,0 1 0,0 0 0,0 0 0,0-1 0,0 1-1,0 0 1,0 0 0,0-1 0,0 1 0,0 0 0,0 0 0,0-1-1,-1 1 1,1 0 0,0 0 0,0-1 0,0 1 0,0 0 0,0 0-1,-1 0 1,1-1 0,0 1 0,0 0 0,-1 0 0,1 0 0,0 0 0,0 0-1,-1-1 1,1 1 0,0 0 0,0 0 0,-1 0 0,1 0 0,0 0-1,0 0 1,-1 0 0,1 0 0,-19 16 41,1 1 0,1 0 0,0 2 0,1 0 0,-13 22 0,2-5-56,7-8-248,-22 42 0,-4 7-1905,14-33-1425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35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0 418 26412,'0'0'4557,"14"0"-4157,-4 1-330,-4-1-42,0 1 1,1-1 0,-1 0-1,0-1 1,0 1-1,0-1 1,-1-1 0,1 1-1,0-1 1,0 0-1,-1 0 1,1 0 0,-1-1-1,7-4 1,162-115 284,119-77-274,-252 173-36,44-23-6,-84 49-10,-4 1-50,0 0 21,0 1 0,0 0 0,0-1 0,1 1 0,-1 0 0,1 0 1,-1 0-1,-2 3 0,3-2-89,-3 1-170,0-1 0,0 0 1,-1 0-1,1 0 0,-1 0 1,-6 2-1,-16 5-2498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35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29710,'0'0'1843,"9"6"-1661,12 7-113,0 2 0,-2 0 0,0 1 1,0 1-1,23 29 0,79 113 35,-72-92-111,-42-57-227,0 1 1,1-1-1,0-1 1,1 1-1,0-2 1,0 1-1,1-1 0,0-1 1,0 1-1,1-2 1,0 0-1,12 5 1,13 1-4231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3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1 416 29678,'0'0'1776,"10"-3"-1450,33-19-209,-1-1 0,-1-1 1,70-57-1,37-22-61,-66 56-23,-39 24-3,69-50 1,-111 73-33,-1 0 0,0 0 0,1-1 0,-1 1 1,0 0-1,1 0 0,-1 0 0,0 0 0,1 0 0,-1 0 0,0-1 1,0 1-1,1 0 0,-1 0 0,0 0 0,0-1 0,1 1 0,-1 0 0,0-1 1,0 1-1,0 0 0,1 0 0,-1-1 0,0 1 0,0 0 0,0-1 1,0 1-1,0 0 0,0-1 0,0 1 0,0 0 0,0-1 0,1 1 1,-1 0-1,-1-1 0,1 1 0,0 0 0,0-1 0,0 1 0,0 0 1,0-1-1,0 1 0,0 0 0,0-1 0,0 1 0,-1 0 0,1 0 0,0-1 1,0 1-1,-1-1 0,-22-1-260,-31 8-627,45-4 251,-9 2-4233,-16 0-17540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36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30238,'0'0'1489,"28"115"-1281,-4-60-48,0 1-32,4-4-64,-4-1 0,0-8-64,-4-4 0,-4-4 16,-8-8-16,8-4-48,-8-5-96,-4-4-240,-4-3-673,0-4-2160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29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1 431 29469,'0'0'1350,"2"-2"-1061,124-158 267,-78 96-541,-6 10-15,-18 25 4,-2-1 1,36-61-1,-92 206 201,25-95-199,1 1 0,1 0-1,1 0 1,0 0-1,2 1 1,1-1 0,0 1-1,1 38 1,3-58-6,0-1-1,-1 1 1,1-1 0,0 0 0,0 1-1,0-1 1,0 0 0,0 1 0,0-1-1,0 0 1,1 0 0,-1 0 0,0 0-1,1 0 1,-1-1 0,1 1 0,-1 0-1,1 0 1,-1-1 0,1 1 0,-1-1-1,1 0 1,0 1 0,-1-1 0,1 0-1,-1 0 1,1 0 0,0 0 0,-1 0-1,3-1 1,4 1 2,0 0-1,1-1 1,-1 0-1,15-3 1,2-7-17,-1-1 0,-1-1 0,0 0-1,-1-2 1,33-29 0,-43 35-100,-1 1-248,-1-1-1,0 0 1,0 0-1,0-1 1,-1 0-1,-1 0 1,11-18 0,-6 1-4429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29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10 30526,'0'0'2001,"-43"-9"-2001,43 11-112,19 12-48,5 4-144,12 4-209,-4 1-511,4-3-913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30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28973,'0'0'2191,"1"-1"-2169,0 1-1,0 0 1,0 0 0,0 0 0,0 0 0,0 0 0,0 1 0,-1-1 0,1 0 0,0 0 0,0 1 0,0-1 0,0 0 0,0 1 0,0-1 0,0 1 0,-1-1 0,1 1 0,0-1 0,0 1 0,0 1-1,8 15 36,0 0 0,-2 1-1,0 0 1,-1 0 0,-1 1-1,-1 0 1,0-1-1,0 22 1,0 1-40,-1 0-1,-3 0 1,-1 0-1,-12 75 1,9-94-1,-2-1 0,0 0 0,-1 0 0,0 0 0,-2-1 0,-1-1 0,0 1 0,-2-2 0,0 1 0,-26 29 0,-29 23 61,64-69-58,2-2 8,1-34-1639,0 20-5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3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173 185 28141,'0'0'2673,"-6"16"-1699,11-19-948,1 0 0,0-1 0,-1 0 0,1 1 0,-1-2 0,0 1 0,-1-1 0,1 1 0,-1-1 0,6-9 0,2 1-11,15-17-9,-13 14-3,0 0-1,2 0 1,0 1-1,31-21 1,-41 31-3,-7 9-1,0 0-1,1 0 1,-1 0-1,1 0 1,0-1 0,0 1-1,1 0 1,0 5 0,0 7 2,-1 50 5,-3 1 0,-3-1 0,-3 0-1,-2-1 1,-4 0 0,-25 69-1,22-86-3,-2-1-1,-2-1 0,-33 53 1,51-94 0,0 0 0,1 0 1,-1-1-1,-1 1 0,1-1 0,-10 8 1,12-11-3,1 0 1,0 0-1,-1-1 1,1 1-1,0 0 1,-1-1-1,1 1 1,-1-1-1,1 1 1,-1-1-1,0 1 1,1-1-1,-1 0 0,1 0 1,-1 0-1,0 0 1,1 0-1,-1 0 1,1-1-1,-1 1 1,1 0-1,-1-1 1,1 1-1,-1-1 1,1 0-1,-1 1 1,1-1-1,0 0 1,-1 0-1,1 0 1,0 0-1,-2-2 1,-8-10-2,1-1 0,0 0 0,1 0 0,1-1 0,1 0 0,0 0 0,1-1 0,0 0 0,1 0 0,1-1 0,1 1 0,0-1 0,1 0 0,1 0 0,1-18 0,0 29 0,1 1 0,0-1 0,0 1 0,1-1 1,0 1-1,0-1 0,0 1 0,0 0 0,1 0 1,0 0-1,0 0 0,0 1 0,1-1 0,-1 1 1,1 0-1,0 0 0,1 0 0,-1 0 0,8-4 1,12-8-19,2 0 0,43-19 0,-18 9-28,50-37-1749,-66 36 94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38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29982,'0'0'1424,"0"-36"-1456,8 37-80,0 14-288,0 3-640,4 0-2370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2:3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29662,'0'0'466,"8"17"4,-5-9-428,14 28 161,-2 1 0,-1 0 0,11 51 0,-14-4-67,-5 0 0,-6 135 0,-1-198-116,-2 0 1,0 0-1,-1-1 0,-1 1 1,-1-1-1,-13 28 0,13-33-122,-1 0 0,-1-1-1,0 0 1,-1-1-1,0 0 1,-1 0 0,-1-1-1,-23 22 1,9-20-1955,-2-5-3804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3:4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8 317 28797,'0'0'1283,"-1"8"-1144,-6 31 1248,17-40-1342,-1 0 0,0 0-1,1-1 1,-1 0 0,0-1-1,0 0 1,-1 0-1,13-7 1,68-44-52,-47 27 23,311-198 32,-352 225-142,-1-1 0,1 1-1,0-1 1,-1 1-1,1-1 1,-1 1 0,1-1-1,0 1 1,-1-1-1,1 1 1,-1-1 0,0 0-1,1 1 1,-1-1-1,1 0 1,-1 0 0,0 1-1,0-1 1,1 0-1,-1 0 1,0 1 0,0-1-1,0 0 1,0 0-1,0 0 1,0 1 0,0-1-1,0 0 1,0 0-1,0 0 1,0 1 0,-1-1-1,0-1 1,-5-5-2318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3:43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26684,'0'0'2727,"5"-2"-2455,14-6-41,0-2-1,-1 0 1,0-1-1,-1-1 1,31-27 0,22-15-148,-58 47-70,-11 7-29,0-1-1,1 0 1,-1 1-1,0-1 1,0 1-1,1-1 1,-1 0-1,0 0 1,0 0-1,0 0 1,0 0-1,0 0 1,0 0 0,0 0-1,-1 0 1,1 0-1,0-1 1,-1 1-1,1 0 1,0 0-1,0-3 1,-9 4-5814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3:43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26028,'0'0'5008,"-1"3"-4864,1 3-103,0-1 0,0 1 1,1-1-1,-1 1 1,1-1-1,1 1 1,-1-1-1,1 0 0,0 0 1,0 0-1,0 0 1,1 0-1,5 8 0,49 65 103,-45-63-99,19 19-6,2-1 0,2-1 0,0-2 0,44 27 1,-9-5-41,-64-47-22,-4-4 13,0 0-1,0 0 1,-1 0 0,1 1-1,0-1 1,-1 0 0,1 1-1,-1-1 1,0 1-1,0 0 1,1-1 0,-1 1-1,0 0 1,0 0 0,0 0-1,-1 0 1,1 0-1,0 0 1,-1 0 0,1 0-1,0 4 1,-13 0-2137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3:44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3 380 16055,'0'0'14679,"-1"1"-14624,1 0-1,-1 1 1,1-1 0,0 0 0,-1 0-1,1 0 1,0 1 0,0-1-1,0 0 1,0 0 0,0 1-1,1-1 1,-1 0 0,0 0-1,0 0 1,1 1 0,-1-1 0,1 0-1,0 1 1,8-1-27,0 0 0,1-2 0,-1 1 0,0-1 0,1 0 0,-1-1 0,0 0 0,0 0 0,0-1-1,0 0 1,-1-1 0,1 0 0,-1 0 0,11-8 0,12-9-30,-1-2 1,36-35-1,-15 12 17,-17 17-18,158-145 20,-178 157-69,-23 19-471,5 0 140,-1-1 0,0 1 0,1-1 0,-1 0 1,0 0-1,-8 1 0,-10-2-3341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3:4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29694,'0'0'1712,"12"16"-1461,144 233 157,-121-184-348,-11-24-56,-3 0 0,26 71 0,-46-106-1604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3:4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1 772 27613,'0'0'3124,"6"5"-2711,-5-3-392,1 0-1,0 0 1,0-1 0,0 1-1,0-1 1,0 0-1,0 1 1,0-1 0,0 0-1,0 0 1,1-1-1,-1 1 1,0 0 0,1-1-1,3 1 1,-3-1-4,1-1 0,-1 1 0,0-1 0,1 0 0,-1 0 0,0-1 0,0 1 0,0-1 0,0 1 0,0-1 0,0 0 0,0 0 0,-1 0 0,4-4 0,32-29 28,-3-1 0,0-2 0,39-58 1,74-135-77,-139 216 33,1-1-4,0-2 1,-1 1 0,-1-1 0,0-1-1,-1 1 1,-2-1 0,0 0 0,0-1-1,-2 1 1,0-1 0,-2 1 0,0-1-1,-1 0 1,-3-23 0,3 42 0,0 0 1,0 1-1,0-1 0,0 1 1,0-1-1,0 0 0,-1 1 1,1-1-1,0 1 1,0-1-1,0 0 0,0 1 1,-1-1-1,1 1 0,0-1 1,-1 1-1,1-1 0,0 1 1,-1-1-1,1 1 1,-1-1-1,1 1 0,-1 0 1,1-1-1,0 1 0,-1-1 1,0 1-1,1 0 0,-1 0 1,0-1-1,-12 12-8,-8 29 11,0 38 18,4 1 0,-9 90 0,-25 111 11,49-270-30,-10 30-8,7-33 2,3-23 3,5 5 3,-1 1 0,1-1 0,1 1 0,0-1 0,0 1 1,1 0-1,0 1 0,1-1 0,0 1 0,0 0 0,8-8 1,8-14 0,-9 12-4,0 2 1,0-1-1,2 2 1,0 0-1,1 1 1,1 0-1,0 2 1,1 0 0,0 0-1,38-18 1,-55 31 0,0-1 0,0 0 0,0 1 0,0-1 1,0 1-1,0 0 0,0-1 0,0 1 0,0 0 0,0 0 1,0-1-1,0 1 0,0 0 0,0 0 0,0 0 0,0 0 1,0 0-1,0 0 0,0 1 0,0-1 0,0 0 1,0 0-1,0 1 0,0-1 0,0 1 0,0-1 0,0 1 1,0-1-1,-1 1 0,1 0 0,0-1 0,0 1 1,0 0-1,-1-1 0,1 1 0,0 0 0,-1 0 0,1 0 1,-1 0-1,1 0 0,-1 0 0,1 0 0,-1-1 1,0 1-1,0 0 0,1 1 0,-1 0 0,0 2-1,0 0 0,0 0-1,0 1 1,-1-1 0,0 0 0,1 0-1,-2 0 1,1 0 0,0 0-1,-1 0 1,-2 4 0,-4 5 6,-2 0 0,1-1 0,-2 0 1,1-1-1,-1 0 0,-15 11 0,13-12 1,1 0 0,1 1 0,0 1 0,1-1 0,0 2 0,-11 17 0,20-28-4,-1 0 1,1 0-1,0 0 1,0 0 0,0 0-1,1 0 1,-1 0-1,1 1 1,-1-1-1,1 0 1,-1 1-1,1-1 1,0 0-1,0 0 1,0 1-1,1-1 1,-1 0-1,0 1 1,1-1-1,0 3 1,1-3 0,-1 0 0,1-1 0,-1 1 0,1 0 0,-1-1 0,1 1 0,0-1 0,0 1 0,0-1 0,0 0 0,0 0 0,0 0 1,0 0-1,0 0 0,0 0 0,4 0 0,12 2 13,-1-1 0,0 0 0,0-1 0,26-3 0,-23 1 3,1 0-34,-1-1-1,0-1 1,-1-1-1,1-1 1,-1 0-1,0-2 1,0 0-1,0-1 1,-1-1-1,0-1 1,-1 0 0,31-25-1,-32 21-487,0 0 0,-1-1 0,-1-1 0,15-20-1,-1-5-1992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3:47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28461,'0'0'1273,"8"19"-710,0-2-436,-1-4-49,-1 0 0,0 1 0,-1 0 0,0 0 1,-2 0-1,1 1 0,0 16 0,1 20 55,-2 2 1,-3-1-1,-2 0 0,-2 0 1,-2 0-1,-3-1 1,-26 88-1,12-64-103,-42 89 0,49-130-147,-2-1 1,-1 0-1,-2-2 1,-42 52-1,25-48-854,1-11-678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4:08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0 312 28029,'0'0'3577,"5"-6"-3430,30-29 200,-32 40-333,0 0-1,0 1 1,-1-1-1,0 1 1,0 0-1,0 0 1,-1 0 0,0 0-1,0 0 1,0 0-1,-1 9 1,3 11 7,11 92 24,-11-78-43,2 0 0,1-1 0,22 71 0,-28-108-2,1 0 0,-1-1 0,0 1-1,1-1 1,0 1 0,-1-1-1,1 1 1,0-1 0,0 0-1,0 1 1,0-1 0,0 0-1,0 0 1,0 1 0,0-1-1,0 0 1,1 0 0,-1 0-1,0-1 1,1 1 0,-1 0 0,0 0-1,1-1 1,-1 1 0,1-1-1,0 1 1,-1-1 0,1 0-1,-1 1 1,1-1 0,0 0-1,-1 0 1,1 0 0,-1 0-1,1-1 1,0 1 0,-1 0-1,1-1 1,-1 1 0,1-1 0,2-1-1,2-1 3,1-1-1,-1 0 0,0 0 1,0-1-1,-1 0 0,1 0 0,8-10 1,240-344 36,-133 177 17,-119 179-52,5-6-1,0 0 0,0 0 0,-1-1 0,0 0 0,-1 0 0,0 0 0,-1-1 0,0 1 0,0-1 0,-1 0 0,-1 0 0,2-20 1,-3 31-40,-1-1 0,1 1 1,-1-1-1,1 0 0,-1 1 1,1 0-1,-1-1 1,1 1-1,-1-1 0,1 1 1,0-1-1,-1 1 0,1 0 1,0 0-1,-1-1 1,1 1-1,0 0 0,-1 0 1,1 0-1,0 0 1,0 0-1,-1 0 0,1 0 1,0 0-1,1 0 0,25 0-826,-22 0 499,29 0-1565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4:09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0 446 29085,'0'0'2396,"2"-3"-2164,3-10-82,-4 9-49,-1 14-5,0 18-92,-1 54 58,4 0 0,15 93-1,-16-168-61,-1 0-1,1 0 0,0 0 0,1 0 0,-1 0 0,1-1 0,1 1 0,-1-1 0,1 0 0,9 11 0,-11-15 1,1 1-1,-1-1 1,1 0-1,0 0 1,0 0-1,-1 0 1,1-1-1,1 1 1,-1-1-1,0 0 0,0 0 1,0 0-1,1 0 1,-1 0-1,1-1 1,-1 1-1,0-1 1,1 0-1,-1 0 1,1-1-1,-1 1 1,0-1-1,1 1 0,-1-1 1,5-2-1,3-1 4,-1-1 0,0-1 0,-1 1 0,1-1 0,-1-1 0,0 0-1,-1 0 1,0-1 0,11-12 0,7-12 13,28-42 1,285-502 120,-328 556-135,49-104 35,-58 120-56,-12 9-501,-8 12-689,-2 7-1285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4:10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6 739 28797,'0'0'2180,"-2"8"-1919,-2 24-53,4-32-205,0 0 0,0 1 0,0-1 0,0 0 0,0 0 0,0 1 0,0-1 0,0 0 0,0 0 0,0 0 0,0 1 0,1-1 0,-1 0 0,0 0 0,0 0 0,0 1 0,0-1 0,0 0 0,0 0-1,1 0 1,-1 0 0,0 1 0,0-1 0,0 0 0,0 0 0,1 0 0,-1 0 0,0 0 0,0 0 0,0 0 0,1 0 0,-1 1 0,0-1 0,0 0 0,0 0 0,1 0 0,-1 0 0,0 0 0,0 0 0,0 0 0,1 0 0,-1 0-1,0 0 1,0 0 0,0-1 0,1 1 0,-1 0 0,0 0 0,0 0 0,0 0 0,1 0 0,-1 0 0,0 0 0,0 0 0,0-1 0,1 1 0,-1 0 0,0 0 0,0 0 0,0 0 0,0-1 0,0 1 0,0 0 0,1 0-1,-1 0 1,0 0 0,0-1 0,0 1 0,0 0 0,12-14 57,71-101 42,-5-4 1,83-171-1,-149 267-97,-1-1 1,-1 0-1,-2-1 0,0 0 1,-2-1-1,0 1 0,2-44 1,-9 69-6,1 0 1,-1-1-1,0 1 1,1 0-1,-1 0 1,0 0-1,0-1 1,0 1-1,1 0 1,-1 0 0,0 0-1,0 0 1,1 0-1,-1 0 1,0 1-1,0-1 1,1 0-1,-1 0 1,0 1-1,0-1 1,1 0-1,-1 1 1,0-1-1,1 0 1,-1 1 0,1-1-1,-1 1 1,0-1-1,0 2 1,-8 7 2,-1 0 0,2 1 1,-1 1-1,2-1 1,-1 1-1,1 1 0,1-1 1,-6 16-1,-1 4 15,1 1-1,-7 35 0,15-52-13,-21 104 49,23-105-48,1 0 1,0 0-1,0 1 0,2-1 0,0 0 1,4 21-1,-3-30-7,0-1 1,0 1-1,0 0 1,1-1-1,0 1 1,0-1 0,0 0-1,0 0 1,1 0-1,-1 0 1,1 0-1,0-1 1,0 0-1,1 0 1,-1 0-1,1 0 1,-1-1-1,1 0 1,0 0-1,0 0 1,0 0 0,0-1-1,0 0 1,9 1-1,-3 0-1,-1-1-1,0 0 1,1 0 0,-1-1-1,1-1 1,-1 0-1,0 0 1,0-1 0,0-1-1,0 1 1,17-8-1,-3-3-282,-1-2 0,0 0 0,-1-2 0,-1 0 0,-1-2 0,0 0 0,-1-1 0,21-30 0,-15 15-1592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4:1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0 26876,'0'0'3386,"6"20"-2885,9 28-265,-2 1-1,-2 0 1,7 86-1,-18-85-188,-3 0 0,-1 0 0,-3 0 0,-2-1-1,-2 0 1,-2 0 0,-2-2 0,-39 83 0,46-112-209,-1 0 0,-1-1 0,0-1 0,-1 1 0,-1-2 0,-1 0 0,0 0 0,-1-1 0,-25 20 0,-1-11-2156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5:24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5 575 23979,'0'0'3169,"-1"-5"-2859,-2-25 4047,17 23-4277,26-31-31,-1-2 0,37-49 1,-13 13-44,-11 20 2,2 3-1,3 2 0,81-57 1,-132 104-6,-6 3 54,-21-10-3073,6 6 149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5:24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29453,'0'0'1393,"-1"10"-1158,2 9-145,0-1 0,1 1 0,1-1 0,0 0 1,2 0-1,0 0 0,1 0 0,1-1 0,16 30 0,2-2-17,2-1 0,50 62 0,-51-78-55,2 0 1,1-2-1,1 0 0,43 26 0,-16-11-21,-56-38-1,1-1-1,-1 1 1,1-1-1,-1 1 0,0-1 1,0 1-1,0 0 1,-1 0-1,1 0 0,-1-1 1,1 1-1,-1 0 0,0 0 1,0 5-1,6 29-320,-2-29 63,1 0 1,0 0 0,0 0 0,1 0 0,0-1-1,0 0 1,1-1 0,0 1 0,0-1-1,11 7 1,20 11-3164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5:25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44 320 27004,'0'0'2804,"0"-5"-2398,1-15 632,-1 9-452,-2 14-329,-13 71-230,3 0 0,3 1 1,2 93-1,7-164-27,0 0 0,0 0 0,1 0 1,0-1-1,-1 1 0,1 0 0,0 0 0,1 0 0,-1-1 0,1 1 0,-1-1 1,1 1-1,0-1 0,1 1 0,-1-1 0,0 0 0,1 0 0,0 0 0,0-1 0,0 1 1,0-1-1,0 1 0,0-1 0,0 0 0,1 0 0,-1-1 0,1 1 0,0-1 1,-1 1-1,1-1 0,0 0 0,0-1 0,0 1 0,0 0 0,0-1 0,0 0 0,0 0 1,-1-1-1,1 1 0,0-1 0,0 1 0,0-1 0,0 0 0,6-3 0,-3 0 4,1 1 0,-1-1 0,0-1 0,-1 1 0,1-1 0,-1 0 0,0-1 0,6-6 0,46-58 8,-33 38-12,65-88 59,81-145 0,-131 201-33,-32 50-33,0 3-4,0 0 1,-1-1-1,-1 0 0,0 0 0,-1 0 1,0-1-1,0 0 0,-2 0 1,1 0-1,1-16 0,-6 31-90,1-1-1,0 0 1,-1 1-1,1-1 1,-1 0-1,0 1 1,1-1-1,-1 0 1,0 0-1,0 0 1,0 0-1,1 0 1,-1 0 0,-2 1-1,-2 5-633,-14 19-2632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5:29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20 471 28173,'0'0'2542,"-20"6"-1397,20-17-1133,0 0 0,1 0 0,-1 0 0,2 0-1,0 0 1,0 0 0,1 1 0,0-1 0,1 1 0,0 0 0,1 0 0,6-10 0,106-153-12,-101 152 0,2 0 0,0 2 0,1 0 0,1 1 0,38-26 0,-30 31-21,-27 13 20,-1 0 1,1 0-1,0 0 1,-1 0-1,1 0 0,0 0 1,-1 0-1,1 0 1,-1 0-1,1 1 1,0-1-1,-1 0 0,1 0 1,-1 1-1,1-1 1,-1 0-1,1 1 0,-1-1 1,1 0-1,-1 1 1,1-1-1,-1 1 0,1-1 1,-1 1-1,0-1 1,1 1-1,-1-1 1,0 1-1,1 0 0,-1-1 1,0 1-1,0-1 1,0 1-1,0 0 0,1-1 1,-1 1-1,0-1 1,0 1-1,0 0 0,0-1 1,-1 2-1,5 44 17,-2 0 0,-3 0 0,-8 66 0,4-91-10,0-1-1,-1 1 0,-1-1 1,-1 0-1,-1 0 0,-1-1 1,-23 34-1,27-45-8,7-35-7,7 6 18,1 0 0,1 1 0,1 0 1,1 0-1,22-26 0,78-83 9,-104 120-14,46-44 9,-51 50-13,1 0 0,0 0 0,-1 1 0,1-1 0,0 1 0,0 0 0,0 0 0,1 0 0,-1 0 0,0 1-1,1 0 1,-1 0 0,6 0 0,-10 1 0,1 0 0,0 1 0,-1-1 0,1 0 0,-1 1 0,1-1-1,-1 1 1,1-1 0,-1 1 0,1-1 0,-1 1 0,1-1 0,-1 1-1,1 0 1,-1-1 0,0 1 0,1 0 0,-1-1 0,0 1 0,0 0-1,0-1 1,1 1 0,-1 0 0,0 0 0,0-1 0,0 2 0,2 24 0,-2-22 3,2 27 15,-2-1 1,-1 1-1,-2 0 0,0-1 1,-3 0-1,0 0 0,-11 31 1,17-61-18,0 0 0,0 0 0,0 0 1,0 0-1,0 0 0,0 0 0,0 0 1,0 0-1,1 0 0,-1 0 0,0 0 1,0 0-1,0 0 0,0 0 0,0 0 1,0 0-1,0 0 0,0 0 0,0 0 1,1 0-1,-1 1 0,0-1 0,0 0 0,0 0 1,0 0-1,0 0 0,0 0 0,0 0 1,0 0-1,0 0 0,0 0 0,0 0 1,0 1-1,0-1 0,0 0 0,0 0 1,0 0-1,0 0 0,0 0 0,0 0 1,0 0-1,0 0 0,0 1 0,0-1 0,0 0 1,0 0-1,0 0 0,0 0 0,0 0 1,0 0-1,0 0 0,0 0 0,0 1 1,0-1-1,0 0 0,0 0 0,0 0 1,0 0-1,12-11 10,25-31 4,-22 25-7,72-71 7,-76 78-13,1 0 0,0 1-1,1 0 1,0 1 0,0 1-1,16-8 1,-28 15-3,0 0 1,0 0 0,0-1-1,0 1 1,0 0 0,0 0-1,0 0 1,0 0 0,0 0-1,0 0 1,0 0-1,0 0 1,0 1 0,0-1-1,0 0 1,-1 0 0,1 1-1,0-1 1,0 1 0,0-1-1,0 1 1,0-1 0,-1 1-1,1 0 1,0-1-1,0 1 1,-1 0 0,1-1-1,0 1 1,-1 0 0,1 0-1,-1 0 1,1 0 0,-1 0-1,0-1 1,1 1-1,-1 0 1,0 0 0,1 0-1,-1 0 1,0 2 0,6 51 1,-6-38 9,2 14-19,-2-17 21,1 0 0,0 0 0,1 0 0,1 0 0,0 0 0,4 12 0,-5-22-19,-1 0 1,1 0-1,-1-1 1,1 1-1,0 0 1,0-1-1,0 0 1,0 1-1,1-1 1,-1 0-1,1 0 1,-1 0-1,1 0 1,0-1 0,-1 1-1,1-1 1,0 1-1,0-1 1,0 0-1,0 0 1,1 0-1,-1-1 1,0 1-1,0-1 1,0 0-1,1 0 1,-1 0-1,0 0 1,6-1-1,-1-1-150,0 0-1,-1 0 1,0 0-1,0-1 1,0 0-1,0 0 1,0-1-1,0 0 0,-1 0 1,1 0-1,-1-1 1,-1 0-1,7-6 1,17-23-1947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5:29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 29165,'0'20'766,"5"369"1310,-3-331-1944,0-23-80,-1 1-1,-1-1 0,-2 1 0,-2-1 1,-13 61-1,2-47-2,-2-1-1,-3-1 1,-31 57 0,42-88-220,-1 0 0,0 0 0,-2-1 1,1-1-1,-2 0 0,0 0 0,-1-2 1,0 1-1,-1-2 0,0 0 0,-1-1 1,-20 10-1,-16 0-3119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6:09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3 569 20281,'0'0'9397,"-3"1"-7875,9-6-1129,47-40-278,93-100 1,-12 8-85,-92 98-24,185-157 20,-227 196-23,-1 0 0,1 0 0,0 0 0,0 0 0,0 0 0,0 0 0,0 0-1,0 0 1,0 0 0,0 0 0,-1 0 0,1 0 0,0 0 0,0-1 0,0 1 0,0 0-1,0 0 1,0 0 0,0 0 0,0 0 0,0 0 0,0 0 0,0 0 0,0-1 0,0 1-1,0 0 1,0 0 0,0 0 0,0 0 0,0 0 0,0 0 0,0 0 0,0-1 0,0 1-1,-17 10-19,0 6-387,-1 0 0,0-1-1,-1-1 1,-37 19-1,29-20-1287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6:10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29261,'0'0'1278,"6"4"-1062,3 2-151,-1 1-1,0-1 0,0 1 0,-1 1 0,0 0 1,0 0-1,-1 0 0,0 1 0,8 15 0,42 97 276,-44-94-321,4 19 34,-1 1 1,12 67-1,-8-30-93,-18-81-84,1 0 0,0-1 0,0 1 0,0 0 0,0-1 0,0 0 0,0 1-1,1-1 1,-1 0 0,1 0 0,-1 0 0,1-1 0,0 1 0,0-1 0,0 1 0,0-1 0,0 0 0,0 0 0,4 1 0,16 3-1786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6:1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63 432 28045,'0'0'2417,"8"-15"-1731,-10 33-618,0 0 0,-1-1 0,-1 1 0,-1-1 0,-7 19 0,-12 44 20,20-60-84,0-5 11,1 1 1,0-1-1,1 1 1,0-1-1,2 1 1,0 0-1,3 27 1,-1-40-14,-1-1 0,1 0 0,-1 1 0,1-1 0,0 0 0,0 0 0,0 0 0,0 0 0,0 0 0,1 0 0,-1-1 0,0 1 0,1-1 0,-1 1 0,1-1 0,0 0 0,-1 0 0,1 0 0,0 0 0,0-1 0,-1 1 0,1-1 0,0 0 0,0 0 0,5 0 0,-3 1 2,0-1 0,1 0-1,-1-1 1,1 1 0,-1-1 0,1 0-1,-1 0 1,0-1 0,0 1 0,0-1 0,0 0-1,9-5 1,6-11 14,-1-1-1,-1 0 0,-1-1 0,22-33 1,52-99 31,-47 74 18,-35 64-63,43-72 39,-3-3-1,47-120 0,-94 203-42,0 0 0,0 0 0,-1 0 0,0 0 0,0 0 0,-1-11 0,0 17-26,-1-1 1,0 1-1,0 0 0,1 0 1,-1-1-1,0 1 1,0 0-1,0 0 0,1 0 1,-1 0-1,0 0 1,0 0-1,0 0 0,1 1 1,-1-1-1,0 0 1,0 0-1,1 1 1,-1-1-1,0 0 0,0 1 1,1-1-1,-1 1 1,0-1-1,1 1 0,-2 0 1,-22 22-1162,-10 8-1033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6:13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3 516 27228,'0'0'2215,"-2"-61"-534,10 35-1625,1 0 1,1 0 0,1 2-1,2-1 1,0 1 0,26-34-1,-21 32-10,-2-1 0,1 1 0,2 0 0,0 2-1,2 0 1,1 1 0,0 2-1,27-20 1,-48 40-47,0 0 0,0 0 0,0 1 0,0-1 0,0 1 0,1-1 0,-1 1-1,0-1 1,0 1 0,0 0 0,1-1 0,-1 1 0,0 0 0,0 0 0,1 0 0,-1 0 0,0 0 0,0 0 0,1 0 0,-1 0 0,0 1 0,0-1 0,1 1-1,-1-1 1,2 1 0,-1 1 1,0 0 0,0-1-1,0 1 1,0 0 0,0 0-1,-1 0 1,1 1-1,-1-1 1,1 0 0,-1 0-1,2 4 1,0 2 0,0 1 1,0-1-1,-1 0 1,0 1-1,0-1 0,0 13 1,-2 11 1,-2 0 0,-1-1 0,-9 44 0,8-58-1,-2 1 0,0-1 0,0 0 0,-2 0 0,0-1 0,-1 0 0,-15 20 0,21-32 4,8-46 35,1 27-39,2-1 0,-1 1 0,2 1 0,0-1 1,19-22-1,62-61 59,-82 89-47,-4 5-7,39-34 27,-41 36-33,0 1-1,0-1 1,0 1-1,0-1 1,0 1 0,1 0-1,-1 0 1,0 0 0,1 1-1,-1-1 1,1 0 0,-1 1-1,1 0 1,-1-1 0,1 1-1,-1 0 1,1 0 0,-1 1-1,4-1 1,-4 2-1,0 1-1,0-1 1,-1 0-1,1 1 1,-1-1-1,1 1 1,-1-1-1,0 1 1,0 0-1,0-1 1,0 1-1,0 0 1,-1 0-1,1 0 1,-1-1-1,0 1 1,1 0-1,-2 5 1,2 0 2,16 165 42,-17-171-43,1-1 0,-1 1 0,0 0 0,1 0-1,-1 0 1,1 0 0,0 0 0,0-1 0,0 1 0,0 0 0,0-1 0,0 1 0,0 0-1,0-1 1,1 1 0,-1-1 0,1 0 0,-1 0 0,1 1 0,-1-1 0,1 0-1,0 0 1,-1 0 0,1-1 0,0 1 0,0 0 0,0-1 0,0 1 0,-1-1 0,1 1-1,0-1 1,0 0 0,0 0 0,0 0 0,0 0 0,0 0 0,0-1 0,0 1-1,0 0 1,0-1 0,0 1 0,-1-1 0,1 0 0,2-1 0,10-3 10,-1-1 1,1-1-1,-1 0 0,15-11 1,-27 18-10,12-9-7,-6 3-8,0 1-1,0 0 1,1 1 0,0 0 0,-1 0-1,1 0 1,1 1 0,-1 0 0,0 1 0,17-3-1,-24 5-161,15-3-2134,-12-5-161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6:13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29886,'0'0'61,"3"22"70,-2-10-100,35 216 1144,-26-171-999,-2 1 1,-3 0 0,-4 74 0,-2-107-149,-1 0 0,-1 0 0,-1 0 0,-1 0 0,-2-1 0,0 0 1,-13 28-1,12-35-114,0 0 0,-1 0 1,-1-1-1,0-1 0,-1 1 0,-1-1 1,0-1-1,-1-1 0,-1 1 1,-19 13-1,-8-5-1512,-8-6-2049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6:24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44 362 12054,'0'0'12282,"-39"-7"-10329,38 2-1862,0 0 0,0 0-1,0 0 1,1-1 0,-1 1 0,1 0-1,1 0 1,1-11 0,-1 0 645,-1 10-485,1-1 0,0 1 0,0 0 0,1-1 0,0 1 0,0 0 0,5-10 0,-4 10-43,-1 1-1,1-1 0,-1 1 0,-1-1 0,1 0 0,-1 0 1,1-9-1,-2 14-71,0 18-83,-3 91-4,1-45-38,2 0-1,9 73 0,-8-128-8,1-1 1,-1 1-1,1-1 0,1 1 1,-1-1-1,1 0 0,0 0 0,8 12 1,-10-18-3,0 1 0,1-1 1,-1 1-1,1-1 1,0 1-1,-1-1 0,1 0 1,0 0-1,0 0 1,0 0-1,0 0 0,0 0 1,0 0-1,0-1 1,0 1-1,0-1 0,0 1 1,0-1-1,0 0 1,0 0-1,0 0 0,1 0 1,-1 0-1,0 0 1,0-1-1,0 1 0,0-1 1,0 1-1,0-1 1,0 0-1,0 0 0,0 0 1,0 0-1,-1 0 1,4-3-1,9-6 17,-1 0 1,-1-1-1,1-1 1,-2 0-1,18-23 1,9-9 2,216-245 208,-91 101-170,-159 180-58,-3 7 1,-1 0 0,1 0-1,-1 0 1,1-1 0,-1 1 0,1 0-1,0 0 1,0 0 0,0 0 0,0 0-1,0 0 1,0 0 0,0 1 0,0-1 0,0 0-1,2 0 1,-2 0-17,-1 12-4367,0 1-5574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6:2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86 453 28061,'0'0'2865,"-1"0"-2830,1-1 0,-1 1-1,0-1 1,0 1 0,1-1-1,-1 1 1,0 0 0,0-1-1,0 1 1,0 0 0,0 0-1,0-1 1,0 1 0,1 0-1,-1 0 1,-2 0 0,1 24 40,-2 0 0,0 0-1,-2-1 1,-10 29 0,0 2-4,10-28-52,0 0 0,2 0 0,1 1 1,1-1-1,1 1 0,4 36 0,-3-62-17,1 1-1,-1 0 1,0-1 0,1 1 0,0-1 0,-1 1 0,1-1 0,0 1 0,0-1-1,0 0 1,0 1 0,0-1 0,0 0 0,0 0 0,0 0 0,1 0 0,-1 0-1,0 0 1,1 0 0,-1 0 0,1 0 0,-1-1 0,1 1 0,-1 0 0,1-1-1,-1 1 1,1-1 0,-1 0 0,1 0 0,0 1 0,-1-1 0,4-1 0,-3 2 2,1-2 1,0 1 0,0 0-1,0 0 1,0-1 0,0 0-1,0 0 1,0 0 0,0 0-1,-1 0 1,1 0 0,0-1-1,-1 1 1,1-1 0,-1 1-1,5-5 1,72-100 72,117-206 0,10-15 137,-115 199-51,-91 127-162,1 1-2,-1-1 1,0 1-1,0-1 0,1 1 1,-1-1-1,0 1 0,1-1 1,-1 1-1,1 0 1,-1-1-1,1 1 0,-1 0 1,1-1-1,-1 1 0,1 0 1,-1-1-1,1 1 0,-1 0 1,1 0-1,-1 0 0,1 0 1,-1 0-1,1-1 0,0 1 1,0 0-1,1 0-119,-5 0-73,0 1 0,1-1-1,-1 1 1,1 0 0,-1-1 0,1 1 0,0 0-1,-1 1 1,1-1 0,0 0 0,-4 4 0,-13 12-2331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6:27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333 248 29133,'0'0'1049,"2"-5"-918,2-8-42,-1-1 1,0 0 0,-2 0 0,1 1 0,-1-1-1,-1 0 1,-1 0 0,-3-27 0,3 38-73,0 1 0,0-1 1,0 0-1,0 1 0,0-1 1,-1 1-1,1-1 0,-1 1 0,0 0 1,1 0-1,-1-1 0,0 1 0,0 0 1,0 1-1,-1-1 0,1 0 1,0 1-1,-1-1 0,1 1 0,-1 0 1,0 0-1,1-1 0,-1 2 0,0-1 1,1 0-1,-1 1 0,0-1 1,0 1-1,0 0 0,-4 0 0,1 0-8,0 0-1,1 1 1,-1 0-1,0 0 1,1 1-1,-1-1 0,1 1 1,-1 0-1,1 0 1,0 1-1,0 0 1,0 0-1,-9 6 1,-5 10 0,0 0 0,0 1 1,2 0-1,1 2 1,1 0-1,-17 30 0,24-35 1,0 1-1,0 1 1,2-1-1,0 1 1,2 0-1,0 1 0,0-1 1,2 1-1,0 20 1,2-37-11,0 0 1,0 0 0,0-1-1,0 1 1,1 0 0,-1 0-1,1 0 1,0 0 0,0-1-1,0 1 1,0 0 0,0 0-1,0-1 1,1 1 0,1 2-1,0-3 5,0 1-1,0-1 0,0 0 1,1 0-1,-1 0 0,1 0 1,-1-1-1,1 1 0,-1-1 1,1 0-1,5 1 0,-2-1 2,0 1-1,0-1 1,1 0 0,-1-1-1,0 0 1,0 0-1,1 0 1,-1-1-1,0 0 1,0-1 0,0 0-1,0 0 1,0 0-1,0-1 1,0 0-1,-1 0 1,0-1 0,1 1-1,7-8 1,2-2 0,-2-1 0,0 0 0,0-1 1,-1-1-1,-1 0 0,10-18 0,-4 7-1,-2-1-1,-2 0 0,16-41 1,-25 53 0,0-1-1,-1 1 1,0-1-1,-2 0 1,0 0 0,-1 0-1,-2-33 1,1 48-4,0 0-1,0 0 1,-1 0-1,1-1 1,-1 1-1,1 0 1,-1 0-1,0 0 1,0 0-1,0 0 1,0 0-1,0 0 1,0 0-1,-1 0 1,1 1-1,-1-1 1,1 0-1,-1 1 1,0-1-1,1 1 1,-1 0-1,0-1 1,0 1-1,0 0 1,0 0-1,0 0 1,0 1-1,0-1 1,0 0-1,-1 1 1,1-1-1,0 1 1,0 0-1,0 0 1,-1 0-1,1 0 1,0 0-1,0 0 1,-1 1-1,1-1 1,-2 1-1,-4 1-1,1-1 0,0 1 0,1 0 0,-1 1 0,0 0 0,1 0 0,-1 0 0,1 1 0,0 0 0,0 0 0,-8 8 0,12-10 2,0 0 0,0 0 0,0 0 1,0 0-1,1 0 0,-1 0 0,1 0 0,0 1 1,-1-1-1,1 1 0,0-1 0,0 1 0,1-1 1,-1 1-1,0-1 0,1 1 0,0 0 0,-1-1 1,1 1-1,0 0 0,1 3 0,0-3 1,0 0-1,1-1 1,-1 0-1,1 1 1,0-1-1,0 0 0,0 0 1,0 0-1,0 0 1,0 0-1,0 0 1,1 0-1,-1-1 0,1 1 1,-1-1-1,1 0 1,-1 0-1,1 0 1,3 1-1,13 5-20,0-2 1,1 0-1,0-1 1,0-1-1,0-1 1,0-1-1,0 0 1,40-5-1,-51 2-161,-1-1 1,0 0-1,0 0 1,0-1-1,-1 0 1,0 0-1,1-1 1,-1 1-1,-1-2 1,1 1-1,-1-1 1,0 0-1,0 0 1,6-9-1,9-12-2343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6:27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28301,'0'0'2457,"14"16"-2123,-7-7-292,3 1 1,-2 1-1,0 0 0,0 0 0,-1 1 0,0 0 0,-1 0 0,0 1 1,-1-1-1,5 21 0,2 35 78,-2 1 0,-4 0 0,-3 0 0,-8 96 0,2-127-119,-3 1 0,-1-1 1,-1-1-1,-2 1 0,-2-2 0,-2 1 1,-1-2-1,-1 0 0,-2-1 0,-41 58 0,57-90-24,-1 3-88,0 0 0,-1 0 0,1 0 0,-1 0 0,-1-1 0,1 0 0,0 0 0,-1 0 0,0-1 0,0 1 0,0-1 0,0 0 0,-1 0 0,-8 3 0,-10-5-1957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7:2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1 282 24235,'0'0'5683,"1"-32"-4232,11 14-951,-9 35-317,-2 0-234,3 147 80,-6-129-27,1 0 1,3 0 0,0 0 0,2 0 0,2-1 0,10 35-1,-15-66-1,0 0-1,0 0 0,1 1 1,-1-1-1,1 0 0,0 0 1,0-1-1,0 1 0,0 0 1,0-1-1,1 1 0,-1-1 0,1 0 1,0 0-1,0 0 0,4 3 1,-4-4-1,-1 0-1,1-1 1,-1 1 0,1-1 0,0 1-1,-1-1 1,1 0 0,-1 0 0,1 0-1,0 0 1,-1-1 0,1 1 0,-1-1 0,1 1-1,-1-1 1,1 0 0,-1 0 0,0 0-1,1 0 1,-1-1 0,0 1 0,0-1 0,2-1-1,22-20 8,-2 0 0,-1-2 0,-1-1 0,27-40 0,-13 18 1,55-78 9,136-256 1,-226 382-18,-1-1-52,0-1 0,0 1 0,1 0-1,-1 0 1,0 0 0,1-1 0,-1 1 0,1 0 0,0 0 0,-1 0 0,1 0 0,0 0 0,0 0 0,-1 0 0,1 0 0,0 1 0,0-1 0,0 0 0,0 0 0,0 1 0,0-1 0,0 0 0,1 1-1,-1-1 1,0 1 0,0 0 0,0-1 0,1 1 0,-1 0 0,0 0 0,0 0 0,0 0 0,1 0 0,-1 0 0,0 0 0,0 0 0,1 0 0,-1 0 0,0 1 0,0-1 0,0 1 0,1-1-1,-1 1 1,0-1 0,0 1 0,1 1 0,25 10-2528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17:2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28 404 26956,'0'0'3437,"9"-16"-3045,0-2-262,29-43 383,-44 97 10,-10 23-497,0-8-4,3 1 0,2 1 0,-6 81 0,15-109-14,0 38-2,2-59-6,0-1 0,0 1 0,0 0 0,1 0 0,0-1 0,-1 1 0,1 0 0,1-1 0,-1 1 0,0-1 0,5 7 0,-5-9 0,1 0 1,-1 1-1,1-1 1,-1 0-1,1 0 0,0 0 1,0 0-1,0 0 1,0 0-1,-1 0 1,1-1-1,0 1 1,0-1-1,0 0 1,0 1-1,0-1 1,1 0-1,-1 0 0,0 0 1,0 0-1,0-1 1,0 1-1,0 0 1,0-1-1,3-1 1,1 0 1,0-1 1,0 1-1,0-1 1,0 0-1,-1-1 1,0 1-1,6-6 1,31-30 16,-2-2 0,-2-2 0,-2-2 0,-2-1 0,-2-2 0,31-59 0,-11 1 68,77-222 0,-126 319-168,-4 11-55,-9 22-339,-1 5-464,-5 11-875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0T20:07:42.0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24575,'0'13'0,"0"-1"0,1 1 0,0-1 0,1 1 0,5 15 0,-5-21 0,1 0 0,1 0 0,-1 0 0,1-1 0,0 1 0,1-1 0,0 0 0,0 0 0,10 9 0,-10-11 5,0 1 1,1-2-1,-1 1 0,0-1 0,1 0 1,0 0-1,0 0 0,0-1 0,0 0 1,0 0-1,0 0 0,8 0 0,7 0-160,0-1 0,30-2 0,-17-1-813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0T20:07:44.9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 24575,'48'-2'0,"48"1"0,-89 1 0,0 1 0,0 0 0,-1 0 0,1 0 0,0 1 0,-1 0 0,1 1 0,-1-1 0,0 1 0,10 6 0,-12-5 0,1-1 0,-1 1 0,-1 0 0,1 0 0,0 0 0,-1 1 0,0-1 0,0 1 0,0 0 0,-1-1 0,0 1 0,0 1 0,0-1 0,2 7 0,-4-10 0,0 0 0,1 0 0,-1 0 0,0 1 0,0-1 0,0 0 0,-1 0 0,1 0 0,0 0 0,-1 0 0,1 0 0,-1 0 0,0 0 0,0 0 0,0 0 0,0 0 0,0 0 0,0-1 0,0 1 0,0 0 0,-1-1 0,1 1 0,-1-1 0,1 1 0,-1-1 0,0 0 0,0 1 0,1-1 0,-1 0 0,0 0 0,0 0 0,0-1 0,0 1 0,0 0 0,0-1 0,0 1 0,-4-1 0,-14 3-147,1-1 0,-1-1-1,-24-2 1,31 0-629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2:50.0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120 8 26396,'-20'-7'5008,"-57"8"-6019,54 0-1785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2:51.6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240 0 25884,'0'0'3575,"-21"23"-1420,5-9-2115,-1 0 0,-1-2 0,-35 20 0,33-20-39,16-10 0,-7 4-4,1 0 1,0 0-1,0 1 1,0 1-1,1 0 1,0 0-1,-12 14 1,21-21 0,-1 0 0,1 0 0,0 0 0,0 0 0,0 0 0,0 0 0,0 0 0,1 0 0,-1 0 1,0 0-1,0 0 0,1 0 0,-1 0 0,0 0 0,1-1 0,-1 1 0,1 0 0,-1 0 0,1 0 0,-1-1 0,1 1 0,0 0 0,0 0 0,-1-1 0,1 1 1,0-1-1,0 1 0,-1 0 0,1-1 0,0 0 0,0 1 0,0-1 0,0 0 0,0 1 0,0-1 0,1 0 0,42 15-81,-39-14 80,29 9 8,1-1 0,0-2-1,66 5 1,-100-12-3,-1 0 0,0 0 0,0 0 0,0 1 0,0-1 0,1 0 0,-1 0 0,0 0 0,0 0 0,0 0 0,0 0 0,0 1 0,0-1 0,1 0 0,-1 0 0,0 0-1,0 1 1,0-1 0,0 0 0,0 0 0,0 0 0,0 0 0,0 1 0,0-1 0,0 0 0,0 0 0,0 0 0,0 1 0,0-1 0,0 0 0,0 0 0,0 0 0,0 1 0,0-1 0,0 0 0,0 0 0,0 0 0,-1 1 0,1-1 0,0 0 0,0 0 0,0 0-1,0 0 1,0 0 0,0 1 0,-1-1 0,1 0 0,0 0 0,0 0 0,0 0 0,0 0 0,-1 0 0,1 0 0,0 0 0,0 0 0,0 1 0,-1-1 0,-10 9-1,-17 1 21,17-6-15,1-1 1,0 1-1,-1 1 0,1-1 0,1 2 0,-15 10 0,23-16-20,15 7-94,18-1 102,-1-2 1,2-1-1,-1-2 0,41-3 1,3 1 22,-39 7-248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3:01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208 252 23275,'0'0'6488,"-3"3"-6232,-8 5 162,6-17 417,8-33-76,-2 36-967,0 0 208,0 1 0,1-1 1,0 1-1,0-1 1,0 1-1,0 0 1,1 0-1,0 0 1,7-8-1,38-42 12,-22 27-12,10-9 1,-34 35-2,0-1-1,1 1 1,0 0 0,-1 0-1,1 0 1,0 0 0,0 0-1,0 1 1,0-1 0,0 1-1,0 0 1,5-1 0,33 2 1,-39 0 0,1 0 1,0 0 0,0 0 0,-1 0-1,1 1 1,0-1 0,0 1-1,-1 0 1,1 0 0,-1 0 0,1 0-1,0 1 1,-1-1 0,0 0 0,1 1-1,-1 0 1,0 0 0,0-1 0,0 1-1,0 0 1,0 1 0,-1-1 0,1 0-1,-1 1 1,1-1 0,-1 0 0,0 1-1,0 0 1,2 4 0,0 6 3,-1 0 0,0 0 0,-1 0 1,0 0-1,-1 15 0,0-19-3,-1-3 0,0 0-1,-1 0 1,1 0 0,-1-1 0,0 1 0,-1-1 0,1 1 0,-1-1 0,0 0 0,0 0 0,-1 0 0,-5 6 0,-52 52 16,59-61-17,-16 16 3,11-11-1,0 0 0,0 0 0,0 0-1,-1-1 1,-1-1 0,-12 9 0,20-14-15,4-1 8,-1 1 0,1-1 0,-1 1 0,1-1 0,-1 0 0,0 0 0,1 0 0,-1-1 0,4-2 0,-2 2 7,3-1-1,1 0 0,0 1 1,-1 0-1,1 1 1,0-1-1,0 1 1,0 1-1,0 0 1,0 0-1,10 1 1,-17 0-2,1 0 0,0 0 1,-1 0-1,1 0 0,-1 0 1,1 0-1,-1 1 0,0-1 1,0 0-1,1 1 0,-1-1 1,0 1-1,0-1 0,0 1 1,-1-1-1,1 1 1,0 0-1,0 2 0,14 39 9,-13-35-8,2 3 1,-1 1 0,0-1 0,-1 1 0,-1 0 1,0 0-1,0 0 0,-2 0 0,1 0 0,-1 0 0,-3 12 1,2-16-2,0 0 1,-1-1-1,0 1 1,0 0-1,0-1 1,-1 0-1,-1 0 1,1 0-1,-1 0 1,0-1-1,0 1 1,-1-1-1,0-1 1,0 1-1,-8 5 1,3-4 1,-1 0 0,1 0 0,-1-1 0,0-1 0,0 0 0,0-1 0,-25 5 0,8-4 4,0-2 0,-43-2 0,66-1-8,-1-1-1,1 0 1,-1-1 0,1 1 0,0-1-1,0-1 1,0 1 0,0-1-1,0 0 1,1 0 0,-1-1 0,-9-7-1,7 4 16,-1-1 0,1 0 0,1 0 0,-1-1-1,1 0 1,-9-15 0,16 24-24,0 0 1,0 0-1,0 0 0,0 0 1,0 0-1,0 0 0,-1 0 1,1 0-1,0 1 0,0-1 0,0 0 1,0 0-1,0 0 0,0 0 1,0 0-1,0 0 0,0 0 1,-1 0-1,1 0 0,0 0 1,0 0-1,0 0 0,0 0 1,0 0-1,0 0 0,0 0 0,0 0 1,-1 0-1,1 0 0,0 0 1,0 0-1,0 0 0,0 0 1,0 0-1,0 0 0,0 0 1,0 0-1,-1 0 0,1 0 1,0 0-1,0-1 0,0 1 0,0 0 1,0 0-1,0 0 0,0 0 1,0 0-1,0 0 0,0 0 1,0 0-1,0 0-46,0 0-1,0 1 1,0-1-1,0 1 1,0-1 0,1 0-1,-1 1 1,0-1 0,0 1-1,0-1 1,1 0-1,-1 1 1,0-1 0,1 0-1,-1 1 1,0-1 0,1 0-1,-1 0 1,0 1-1,1-1 1,-1 0 0,0 0-1,1 0 1,-1 1 0,1-1-1,-1 0 1,1 0-1,0 0 1,13 1-2631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3:0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28605,'0'0'1587,"2"5"-1461,10 43 58,-1 0 0,-3 1 0,-1 0 0,-3 0 0,-2 1 0,-5 56 0,-1-85-172,0 0-1,-1-1 0,-2 0 0,0 0 1,-1 0-1,-1-1 0,0 0 0,-2-1 1,0 0-1,-1-1 0,-1 0 0,0-1 1,-18 17-1,28-31 12,0 1 1,0-1-1,0 1 1,-1-1-1,1 0 1,-1 0-1,1-1 1,-1 1-1,-4 1 1,8-3 237,0 3-2683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3:54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356 245 29293,'0'0'1518,"3"-7"-1462,2-10 31,-1-1 0,-1 0-1,-1 0 1,0 0-1,-1 0 1,-1 0-1,-1 0 1,-3-22-1,3 37-75,-1 0-1,1 0 0,-1 0 0,0 0 1,0 0-1,0 0 0,0 0 0,0 1 1,0-1-1,-1 1 0,0 0 0,1 0 1,-1 0-1,0 0 0,0 0 0,0 1 1,0-1-1,0 1 0,0-1 0,0 1 1,-1 0-1,1 1 0,-6-2 0,3 1 4,-1 0 0,1 0 0,0 1 0,0-1 0,-1 2 0,1-1 0,0 0 0,0 1 0,-1 0 0,1 1 0,0 0-1,-8 3 1,0 3-2,1 0 0,1 1 0,0 1-1,0 0 1,0 1 0,2 0 0,-1 0-1,1 1 1,1 1 0,-13 23 0,9-13 1,1 1 1,1 0-1,2 0 1,0 1 0,-7 41-1,12-46-8,2 1 1,0 34-1,2-53-5,0-1 0,0 1 0,1 0-1,-1 0 1,1 0 0,0-1 0,-1 1 0,1 0-1,0-1 1,0 1 0,0-1 0,0 1 0,0-1-1,0 1 1,1-1 0,-1 1 0,0-1 0,1 0 0,-1 0-1,1 0 1,-1 0 0,1 0 0,-1 0 0,1 0-1,0-1 1,0 1 0,-1 0 0,1-1 0,0 0-1,0 1 1,0-1 0,-1 0 0,1 0 0,0 0-1,0 0 1,0 0 0,0 0 0,2-1 0,2 0 1,0 1 1,0-1-1,1 0 0,-1 0 1,0-1-1,0 0 1,-1 0-1,1 0 0,0-1 1,9-6-1,-3-2 4,0 0 0,0-1-1,-1-1 1,-1 0 0,0-1 0,13-22-1,39-95 8,-59 125-12,5-22 7,-5 17-2,-2 30-3,-4 31-33,1-32-6,0-1 0,1 1 1,1 0-1,1-1 1,4 29-1,-4-43 30,0 0 1,0 0-1,0 0 1,0 0-1,0 0 1,1 0-1,-1-1 1,1 1-1,0 0 1,0-1-1,0 1 1,0-1-1,0 0 1,1 0-1,-1 0 1,0 0-1,1 0 0,0 0 1,0 0-1,-1-1 1,1 0-1,0 1 1,0-1-1,0 0 1,0 0-1,0-1 1,0 1-1,1-1 1,-1 1-1,0-1 1,0 0-1,0 0 1,0-1-1,1 1 0,-1-1 1,0 1-1,4-2 1,-4 0-108,1 1 0,-1-1 1,1 0-1,-1 0 0,1 0 0,-1 0 0,0 0 1,0-1-1,0 0 0,-1 1 0,1-1 1,0 0-1,-1 0 0,4-7 0,-1 3-212,15-21-1256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3:54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29966,'0'0'525,"5"15"-63,2 4-320,15 44 215,23 112 0,-37-119-287,-3 1-1,-2-1 0,-2 1 1,-11 84-1,6-118-49,-2 1 0,0-1 0,-1 0 0,-2-1 0,-11 24 0,-65 101 76,25-47-74,59-112-1164,1-9-256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19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1 872 28909,'0'0'2644,"0"12"-2476,0 48 187,18-105-208,133-257-51,73-175-110,-219 463 23,-1 1 0,0-1 0,-1 0 0,-1 0-1,0 0 1,0-23 0,-20 59 7,-2 14-9,1 1-1,1 1 1,3 0 0,-21 80-1,31-102-4,-15 60 10,3 1 0,4 1 0,4 0 1,-1 130-1,10-200-18,1 0-1,0 0 1,0-1 0,1 1-1,0 0 1,0-1 0,0 0-1,4 8 1,-5-14 5,0 1-1,-1-1 1,1 1-1,0-1 1,0 1-1,0-1 0,0 0 1,0 1-1,0-1 1,0 0-1,1 0 1,-1 0-1,0 0 1,1 0-1,-1 0 1,1 0-1,-1 0 1,1-1-1,-1 1 1,1-1-1,-1 1 1,1-1-1,0 1 1,-1-1-1,1 0 1,0 0-1,-1 0 0,1 0 1,0 0-1,-1 0 1,1 0-1,0-1 1,-1 1-1,1 0 1,-1-1-1,1 0 1,0 1-1,-1-1 1,0 0-1,1 0 1,-1 0-1,1 0 1,-1 0-1,2-1 0,2-3 0,0 0 0,0-1 0,0 1-1,0-1 1,-1 0 0,0 0-1,0-1 1,-1 1 0,0-1-1,0 0 1,-1 0 0,4-11-1,0-9-5,0 1-1,2-30 0,-8 55 9,2-11-13,-1-1-1,0 1 1,0-1 0,-1 1 0,-1-1-1,0 1 1,-1 0 0,-5-18-1,6 25 6,1 9 7,0-1 0,0 0 0,0 0 0,1 1 0,-1-1-1,1 0 1,0 0 0,0 0 0,0 0 0,0 0 0,0 0-1,1 0 1,-1 0 0,1 0 0,0 0 0,3 3 0,-1-2-1,0-1 1,0 0 0,1-1 0,-1 1 0,1-1 0,-1 0 0,1 0 0,0 0 0,0 0-1,8 1 1,0-1-307,0 0-1,0-1 1,0-1-1,1 0 0,20-2 1,-7-3-1437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19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0 29550,'0'0'336,"8"95"112,-4-34 224,-4 8-336,0 10-128,0 11-63,-4 3-1,-20 3-32,-12-6-16,0-8-32,-4-10-48,-4-7-16,4-8-16,0-8-96,0-11-80,4-15-337,8-10-415,12-13-1441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0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1 371 26140,'0'0'6045,"2"-23"-5925,12-1-114,1 0 0,1 1 0,1 1 0,21-22 0,20-26-6,-24 20 0,-22 30 0,1 1 0,24-26 0,-37 44 0,0 1-1,0 0 1,0-1 0,0 1-1,0 0 1,1-1 0,-1 1 0,0 0-1,0 0 1,1-1 0,-1 1-1,0 0 1,0 0 0,1-1 0,-1 1-1,0 0 1,1 0 0,-1 0-1,0-1 1,1 1 0,-1 0 0,0 0-1,1 0 1,-1 0 0,0 0-1,1 0 1,-1 0 0,0 0 0,1 0-1,-1 0 1,1 0 0,-1 0-1,0 0 1,1 0 0,-1 0 0,0 0-1,1 0 1,-1 0 0,0 1-1,1-1 1,-1 0 0,0 0 0,1 0-1,-1 1 1,0-1 0,0 0-1,1 0 1,-1 1 0,0-1 0,0 0-1,1 0 1,-1 1 0,0-1 0,0 0-1,0 1 1,0-1 0,1 0-1,-1 1 1,0 0 0,3 22 3,-3-20-3,2 301 100,-3-155-826,0-149 606,1 1 1,0 0-1,0 0 1,0 0 0,0-1-1,-1 1 1,1 0-1,0-1 1,-1 1 0,1 0-1,0 0 1,-1-1-1,1 1 1,-1-1 0,1 1-1,-1 0 1,0-1 0,1 1-1,-2 0 1,-9 9-3144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09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51 27725,'0'0'2478,"-6"10"-909,12-16-1553,1 0 0,0 0 0,0 1 0,1 0 0,-1 0 0,1 1 0,0-1-1,0 2 1,1-1 0,-1 1 0,14-2 0,-18 4-9,1 0-1,-1 0 0,1 1 0,-1-1 1,1 1-1,-1 0 0,1 1 1,-1-1-1,1 1 0,-1 0 0,1 0 1,-1 0-1,0 1 0,1-1 1,-1 1-1,0 0 0,0 0 0,0 1 1,-1-1-1,1 1 0,0 0 1,-1 0-1,0 0 0,0 0 0,3 4 1,-2 0-5,0 0 0,0 0 0,-1 0-1,0 0 1,0 0 0,-1 1 0,1-1 0,-2 1 0,1 0 0,-1-1 0,-1 1 0,1 0 0,-1 0 0,0 0 0,-1-1 0,0 1 0,0 0 0,-1-1 0,0 1 0,0-1 0,-1 1 0,0-1 0,0 0-1,-1 0 1,-5 9 0,-18 13 6,-48 38-1,44-40-9,-31 33 0,60-58 0,0 1 0,0-1 0,0 0 1,1 1-1,-1-1 0,1 1 0,-1 0 0,1 0 0,0-1 0,0 1 0,0 0 0,0 0 1,0 5-1,1-6 2,0-1 0,0 0 0,0 0 0,1 0 0,-1 0 0,0 1 0,1-1 0,-1 0 0,1 0 0,-1 0 0,1 0 1,0 0-1,-1 0 0,1 0 0,0 0 0,0 0 0,0-1 0,0 1 0,-1 0 0,1 0 0,0-1 0,0 1 0,0-1 0,1 1 0,-1-1 1,0 1-1,0-1 0,0 1 0,0-1 0,0 0 0,1 0 0,-1 0 0,1 1 0,52 5 24,1-2 0,84-5 0,-40-1-3,-99 2-13,-2 5-2433,-12 3-1227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1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153 164 29325,'0'0'1217,"20"-25"-515,-6 9-643,1 2 1,0 0 0,1 0 0,1 2-1,0 0 1,0 1 0,1 0 0,1 2-1,32-12 1,-50 20-60,1 0 0,-1 1 1,0-1-1,1 1 0,-1-1 0,1 1 0,-1 0 0,1 0 0,-1 0 0,1 0 0,-1 0 0,1 0 1,-1 0-1,1 0 0,-1 1 0,1-1 0,-1 0 0,0 1 0,1-1 0,-1 1 0,1 0 0,-1-1 0,0 1 1,0 0-1,1 0 0,-1 0 0,0 0 0,0 0 0,0 0 0,0 0 0,0 0 0,0 0 0,0 1 1,1 1-1,-1 4 1,1-1 0,-1 1 0,0-1-1,0 1 1,-1-1 0,0 12 0,0-6 5,-1-2 6,-1 0-1,1 0 1,-1 0 0,-1-1-1,0 1 1,0-1-1,-1 1 1,0-1-1,-1 0 1,0-1 0,-9 13-1,-6 13 34,20-34-45,0 1-1,0-1 1,0 0-1,0 1 1,0-1 0,0 0-1,1 1 1,-1-1-1,0 0 1,0 0-1,0 1 1,0-1-1,1 0 1,-1 1-1,0-1 1,0 0-1,0 0 1,1 1 0,-1-1-1,0 0 1,1 0-1,-1 0 1,0 0-1,0 1 1,1-1-1,-1 0 1,0 0-1,1 0 1,-1 0 0,0 0-1,1 0 1,-1 0-1,0 0 1,1 0-1,-1 0 1,0 0-1,1 0 1,-1 0-1,0 0 1,1 0-1,-1 0 1,0 0 0,1 0-1,-1-1 1,36 2 12,-26-2-10,-1 1 0,0 0 0,0 0 0,0 1 0,0 0 0,11 3 0,-14 0-2,1 1 0,-1-1-1,-1 1 1,1 0 0,0 1 0,-1-1 0,0 1 0,-1 0 0,1 0 0,-1 0 0,0 1 0,-1 0 0,1 0 0,-1 0 0,-1 0 0,1 0-1,-1 0 1,0 1 0,-1-1 0,0 1 0,0-1 0,-1 12 0,1-8 1,-1 0 1,-1 0-1,0 0 0,0-1 0,-1 1 1,-1 0-1,1-1 0,-2 0 0,1 1 1,-2-1-1,1-1 0,-1 1 1,-1-1-1,1 1 0,-11 11 0,13-18 0,-18 19 9,-1-1 1,-30 23 0,45-38-11,0-1 0,0-1 0,-1 0 0,0 0 0,0 0 0,0-1 0,0 0 0,-1 0-1,1-1 1,-1 0 0,1-1 0,-14 1 0,15-2 4,0-1 0,0 0 0,0 0 0,1-1 0,-1 0 0,0 0 0,1 0 0,0-1 0,-1 0 0,1 0 0,-9-7 0,-6-6 15,-34-33 1,28 23 16,-57-65 79,76 81-33,1 3-455,5 16-1137,2 1-963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15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277 140 27821,'0'0'1582,"5"-12"-1403,-5 12-179,5-14 214,0-1-1,0 1 0,-2-1 1,0 0-1,0 1 0,0-20 1,-4 33-191,0 1 0,1-1 1,-1 0-1,0 1 0,0-1 0,0 1 1,0-1-1,0 1 0,0 0 1,0-1-1,0 1 0,0 0 1,0-1-1,0 1 0,0 0 1,0 0-1,0 0 0,0 0 1,0 0-1,0 0 0,-2 1 1,-27 0 108,23 1-124,1-1 0,-1 1 0,1 1 0,0-1 0,0 1 0,0 0 0,0 1 0,0-1 0,1 1 0,-1 0 0,-8 10 0,-5 4 52,-28 36 0,35-39-43,0 1 0,1 0 0,0 1 0,2 0 0,0 1 0,1 0 0,1 0-1,0 1 1,1 0 0,2 0 0,0 0 0,1 1 0,0-1 0,1 29 0,2-41-15,0 0-1,0 0 1,1 1 0,0-1 0,0 0-1,1 0 1,0 0 0,0 0 0,0 0 0,1 0-1,0-1 1,1 1 0,-1-1 0,1 0-1,1 0 1,-1 0 0,1-1 0,0 1 0,0-1-1,0 0 1,1-1 0,0 1 0,0-1-1,0 0 1,0-1 0,12 6 0,-12-7-2,0 1 1,1-1-1,-1 0 1,1 0 0,-1-1-1,1 0 1,0 0-1,0-1 1,-1 1-1,1-2 1,0 1 0,0-1-1,-1 0 1,1 0-1,0-1 1,-1 1-1,1-2 1,-1 1 0,0-1-1,0 0 1,0 0-1,0 0 1,0-1-1,-1 0 1,0 0 0,8-8-1,-5 4 1,0 1 0,-1-2 1,0 1-1,-1-1 0,0 1 0,0-2 0,-1 1 0,0-1 0,-1 1 0,0-1 1,-1-1-1,0 1 0,0 0 0,-1-1 0,0 0 0,0-12 0,-3 22 2,1 0 0,-1 0 0,0 1 0,1-1 0,-1 0 0,0 0 0,0 0 0,0 0 0,1 1 0,-1-1 0,0 0 0,0 1-1,0-1 1,0 1 0,0-1 0,0 1 0,-1-1 0,1 1 0,0 0 0,0 0 0,0-1 0,0 1 0,0 0 0,0 0 0,-1 0-1,1 0 1,0 0 0,0 1 0,-2-1 0,-39 3 32,32 0-31,1-1-1,-1 2 1,1-1-1,0 1 1,0 0 0,1 1-1,-1 0 1,1 0-1,0 1 1,1 0 0,-10 10-1,-6 7-787,2 1-1,-21 30 1,22-29-1865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1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14 25452,'0'0'5162,"4"-14"-3745,-5 25-1407,0-1 0,-1 1 0,-1-1-1,0 0 1,0 0 0,-1 0 0,-6 13 0,5-12-7,0 0 1,1 1-1,0 0 0,0 0 0,-2 24 0,-2 25 6,5-45-6,0-1 0,2 1-1,0-1 1,0 1-1,1-1 1,1 1-1,3 16 1,-3-29-3,0-1 0,0 0 0,0 1 0,1-1 0,-1 0 0,1 0 0,-1 0 0,1 0 0,-1 0 0,1-1 0,0 1 0,0 0 0,0-1 0,0 1 0,0-1 0,0 0 0,1 0 0,-1 0 0,0 0 0,1 0 0,-1 0 0,0 0 0,1-1 0,-1 1 0,1-1 0,-1 0 0,1 0 0,-1 0 0,4 0 0,0 0 0,0-1 0,0 1 0,0-1 0,0-1 0,0 1 0,0-1 0,-1 0 0,1 0 0,-1 0 0,1-1 0,7-5 0,57-54 6,-46 40-1,40-30 0,-62 50-3,-2 2 4,0 36-44,-2-5 49,-1-1 0,-12 50-1,-3 19 38,13-55-17,-4 48-78,8-91-35,1 0-1,0 0 0,-1-1 0,1 1 0,-1 0 0,1 0 0,-1-1 0,0 1 0,1 0 0,-1-1 1,0 1-1,0 0 0,1-1 0,-1 1 0,0-1 0,0 1 0,-1 0 0,-2 1-436,-11 8-1954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14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29598,'0'0'1851,"0"29"-1616,-1-18-158,0 0 0,-1 0-1,0 0 1,-6 17 0,5-17-52,0 0 0,0 0 0,1 1 0,-1 18 0,3-28-25,0 1 0,0-1 0,1 0 0,-1 1 0,1-1 0,-1 0-1,1 0 1,0 0 0,0 1 0,0-1 0,0 0 0,0 0 0,0 0 0,1-1-1,-1 1 1,1 0 0,-1 0 0,1-1 0,0 1 0,-1-1 0,1 1 0,3 1-1,5 2 2,0 0-1,0-1 1,20 6-1,-21-8-5,0 1-1,1 1 0,-1-1 1,11 8-1,-19-10 5,1 0 0,0 0 0,-1 0 0,0 1 0,1-1 0,-1 0 0,0 1 0,1-1 0,-1 1 0,0 0 0,0-1 0,-1 1 0,1 0 0,0 0 0,0-1 0,-1 1 0,1 0 0,-1 0 0,0 0 0,1 0 0,-1 0 0,0 0 0,0 0 0,0 0 0,0 0 0,-1 0 0,1-1 0,-1 1-1,1 0 1,-1 0 0,1 0 0,-1 0 0,0-1 0,0 1 0,0 0 0,-2 2 0,0 1 4,0-1-1,0 1 1,-1-1-1,0 0 1,0 0-1,0-1 1,0 1-1,-1-1 1,1 0-1,-1 0 1,0 0-1,-7 3 1,5-4 6,0 1 1,0-1-1,0-1 1,0 1-1,0-1 1,-1 0-1,1-1 1,0 0 0,0 0-1,0-1 1,-1 1-1,1-2 1,0 1-1,0-1 1,0 0-1,-9-4 1,11 3-148,1 1 1,0-1-1,0 0 0,0-1 1,0 1-1,0 0 0,1-1 1,0 0-1,0 0 0,0 0 1,0 0-1,0-1 1,1 1-1,0-1 0,0 0 1,0 1-1,1-1 0,-1 0 1,1 0-1,0 0 0,0 0 1,1 0-1,0 0 0,0-7 1,0-18-3291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1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29293,'0'0'1772,"17"1"-1543,250 1 311,-147-1-3055,-117-1 2383,2 0-2643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3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29726,'0'0'1000,"15"1"-867,534 63 645,31 3-801,-166-24 20,-266-26-12,-133-13 77,-23 0-170,-24 1-1290,23-5-329,4 0-2375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3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14 28637,'0'0'1814,"-12"-13"-605,12 15-1204,1-1-1,0 1 1,0 0 0,-1 0 0,1-1 0,0 1 0,1-1-1,-1 1 1,0-1 0,0 1 0,0-1 0,1 0 0,-1 1-1,1-1 1,-1 0 0,3 1 0,32 21 33,-28-18-43,153 78 48,-33-19-38,-127-64-6,0 1 1,0-1 0,0 0 0,0 1 0,0-1 0,0 1 0,0-1-1,0 1 1,0-1 0,0 1 0,0 0 0,0-1 0,0 1 0,-1 0-1,1 0 1,0 0 0,-1-1 0,1 1 0,0 0 0,-1 0 0,1 0-1,-1 0 1,0 0 0,1 0 0,-1 0 0,0 0 0,0 1 0,1-1-1,-1 0 1,0 0 0,0 0 0,0 0 0,0 0 0,-1 2 0,-1 0 1,0 0 0,-1 0 0,0 0 1,1 0-1,-1 0 0,0-1 1,0 0-1,-5 4 0,-3 2 11,-40 26 28,-77 40-1,75-46 7,-76 54 0,114-70-34,6-5-2,1-1-1,-1 1 0,-1-2 0,-11 7 1,20-12-48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40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28733,'0'0'1860,"8"0"-1636,441 60 555,-295-41-773,0-8 0,249-12 0,74-9-22,-391 6 20,86-14 0,-82 6-16,94 1 0,-183 11 12,-41-1-3481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4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29021,'0'0'1601,"1"25"-793,13-13-780,1-1-1,1 0 1,0-1-1,1-1 1,0 0 0,0-2-1,1 0 1,20 5-1,4 4-10,-34-13-22,26 12 20,-29-3 2,-20 4 1,-29 15-6,2 2 0,-66 68 1,8-8 30,48-43 10,46-48-1507,-1-2-648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4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28765,'0'0'1689,"29"5"-998,515 11 22,-401-17-671,146 4-44,229-3-9,-396-7 14,71-2 7,110 9-10,-302 0 96,-45 0-1331,32-3-638,0-6-2988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4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29421,'0'0'1220,"33"6"-12,19 11-1126,104 22 0,-10-4-16,-145-34-66,-1 0 0,1 0 0,-1-1 0,1 1 0,-1 0 0,1 0 0,-1 0 0,0 0 1,1 0-1,-1 0 0,0 0 0,0 0 0,0 0 0,1 0 0,-1-1 0,0 1 0,0 0 0,0 0 1,-1 0-1,1 0 0,0 0 0,0 0 0,0 0 0,-1 0 0,1 0 0,-1 1 0,-6 7 6,-1-1-1,1-1 0,-1 1 0,-1-1 0,-15 10 0,-15 13 7,-324 287 113,354-307-2262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2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1 418 16904,'0'0'13625,"-1"8"-13245,1-8-369,0 0 0,1 0-1,-1 0 1,0 0 0,0 0 0,0 0 0,0 0 0,0 0 0,0 0 0,0 0-1,0 0 1,1 0 0,-1 0 0,0 0 0,0 0 0,0 0 0,0 0 0,0 1 0,0-1-1,0 0 1,0 0 0,0 0 0,1 0 0,-1 0 0,0 0 0,0 0 0,0 0 0,0 0-1,0 0 1,0 0 0,0 0 0,0 1 0,0-1 0,0 0 0,0 0 0,0 0-1,0 0 1,0 0 0,0 0 0,0 0 0,0 0 0,0 1 0,0-1 0,0 0 0,0 0-1,0 0 1,0 0 0,0 0 0,0 0 0,0 0 0,0 0 0,0 1 0,0-1-1,0 0 1,0 0 0,0 0 0,66-95 215,-38 58-216,25-45 0,17-68-3,-42 85 15,-30 76-32,1 0 1,0-1-1,1 1 0,1 0 1,1 12-1,-1 16 23,1 82 44,-4 139 59,-9-161-1319,11-97-73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24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186 163 24731,'0'0'5195,"-4"7"-4953,0-2-145,2-3-60,1 0 0,-1 0 1,0 0-1,1 0 0,0 0 1,0 0-1,-1 0 0,1 1 1,1-1-1,-1 0 0,0 1 1,1-1-1,-1 4 721,0-9-745,1 0-1,1 0 1,-1 0 0,0-1 0,1 1-1,-1 0 1,1 0 0,0 0 0,0 0-1,1 0 1,-1 0 0,0 0 0,1 0-1,0 0 1,0 1 0,0-1 0,0 1-1,2-3 1,2-4 9,7-11-16,36-49 7,-44 63-11,0 0-1,0 0 1,1 1-1,0-1 0,0 1 1,0 1-1,0-1 1,9-4-1,-14 9-2,-1 0 0,0 0-1,1 0 1,-1 0 0,1 0 0,-1-1 0,1 1 0,-1 0-1,1 0 1,-1 0 0,1 0 0,-1 0 0,0 0 0,1 1-1,-1-1 1,1 0 0,-1 0 0,1 0 0,-1 0 0,1 0-1,-1 1 1,0-1 0,1 0 0,-1 0 0,1 1 0,-1-1-1,0 0 1,1 1 0,-1-1 0,0 0 0,0 1 0,1-1-1,-1 0 1,0 1 0,0-1 0,1 1 0,-1-1 0,0 0 0,0 1-1,0-1 1,0 1 0,5 21 11,-5-19-11,3 20 10,-1 0 0,-2 0 0,0 0 1,-1 0-1,-2 0 0,0 0 0,-1 0 0,-2-1 0,0 1 1,-12 28-1,0-13 2,-1-1-1,-1 0 1,-2-2 0,-49 60 0,64-87-10,-5 8 12,-1-1-1,-20 18 1,30-30-12,-1 0-1,0 0 1,-1 0 0,1 0-1,0-1 1,-1 1-1,1-1 1,-1 0-1,0-1 1,0 1-1,1-1 1,-1 0 0,0 0-1,-7 0 1,11-5-4,0 0 0,0 1 0,0-1 0,0 0 0,0 0 1,1 0-1,0 0 0,0 0 0,0 0 0,0 0 0,1 0 1,0 0-1,-1 1 0,2-1 0,0-4 0,1 6 3,1 0 0,-1 0 0,1 0 0,-1 1 0,1-1-1,0 1 1,-1 0 0,1 0 0,0 0 0,0 0 0,0 1 0,0 0 0,0 0-1,5 0 1,57 4 13,-6 7 0,-38-6-5,0-1 0,40 2 0,-55-6-3,-1 0 0,1 0 0,-1-1 1,1 0-1,-1 0 0,0 0 0,1-1 0,-1 0 0,0 0 0,0 0 0,11-7 0,-13 5-2,0 1 0,0-1 1,0 0-1,0 0 0,-1-1 0,1 1 1,-1-1-1,0 0 0,-1 1 0,1-1 1,-1-1-1,0 1 0,0 0 0,1-7 1,7-12-154,3-15-701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26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259 233 28701,'0'0'1403,"-1"-3"-1366,0 1 0,1-1 0,-1 1 0,1-1 0,0 0-1,0 1 1,0-1 0,0 1 0,1-5 0,11-14 110,0 0 0,2 1 0,1 1 1,0 0-1,1 0 0,1 2 1,35-28-1,-39 33-103,-13 12-44,1-1 0,0 0 1,0 0-1,0 0 0,-1 1 1,1-1-1,0 1 0,0-1 1,0 0-1,0 1 0,0 0 1,0-1-1,1 1 0,-1 0 1,0-1-1,0 1 0,0 0 1,0 0-1,0 0 0,0 0 1,0 0-1,1 0 0,-1 0 1,0 0-1,0 1 0,0-1 1,0 0-1,0 1 0,0-1 1,0 1-1,0-1 0,0 1 1,0-1-1,0 1 0,0 0 1,0-1-1,-1 1 0,1 0 1,0 0-1,0 0 0,-1 0 1,1-1-1,0 1 0,-1 0 1,1 0-1,-1 0 0,1 2 1,1 12 10,-1-1 1,0 0 0,-1 1 0,-1-1 0,0 0 0,-1 0 0,0 0 0,-1 0 0,-1 0 0,-1 0-1,1-1 1,-14 26 0,-42 63 122,61-103-140,0-2 3,0 0 0,0 0 1,1 0-1,-1 0 0,1 0 0,0 1 1,0-1-1,0 1 0,0-1 0,0 1 0,0 0 1,1-1-1,-1 1 0,1 0 0,0 1 0,-1-1 1,1 0-1,0 1 0,5-2 0,-5 1 3,-1 1-1,1 0 1,-1 0-1,1 0 1,-1 0-1,1 1 1,0-1 0,-1 1-1,1 0 1,0-1-1,-1 1 1,1 0-1,0 0 1,-1 1-1,1-1 1,0 1-1,-1-1 1,1 1-1,0 0 1,-1 0-1,1 0 1,-1 0 0,1 0-1,-1 1 1,0-1-1,0 1 1,0 0-1,0-1 1,0 1-1,0 0 1,0 0-1,0 0 1,-1 0-1,1 1 1,-1-1-1,1 0 1,-1 1 0,0-1-1,2 5 1,4 8-3,0 1 1,0 0 0,-2 0 0,0 0-1,-1 1 1,0 0 0,-2 0 0,0 0-1,0 0 1,-2 0 0,0 0 0,-3 18-1,1-28 9,-1-1 0,1 0-1,-1 1 1,-1-1 0,1 0-1,-1 0 1,0-1-1,-1 1 1,1-1 0,-1 0-1,0 0 1,0-1 0,-1 1-1,1-1 1,-1 0 0,0 0-1,0-1 1,-13 5 0,3-1 26,0 0 1,0-2 0,-1 0-1,0-1 1,0-1 0,-25 2-1,15-4 15,1 0 0,-1-2-1,1-2 1,-38-6-1,54 6-33,0 1 0,0-1 1,1-1-1,-1 0 0,1 0 0,-1-1 0,1 0 0,1-1 0,-1 0 0,1 0 0,0-1 1,0 0-1,1 0 0,-9-11 0,12 9-1950,11 7-208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28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28973,'0'0'1884,"-5"35"-1044,-25 48-677,17-51-136,1 0-1,2 0 1,1 1 0,2 0-1,1 1 1,-2 43 0,8-73-28,-1-1 0,1 0 1,1 1-1,-1-1 0,0 0 0,1 1 1,-1-1-1,1 0 0,0 1 1,0-1-1,1 0 0,-1 0 0,0 0 1,3 3-1,-2-4 0,1 0 1,-1-1-1,0 1 1,1-1-1,-1 0 0,1 1 1,0-1-1,-1 0 1,1-1-1,0 1 0,0 0 1,-1-1-1,1 0 1,0 1-1,0-1 1,0 0-1,3-1 0,1 1-1,5 0-62,0 0-1,0 0 1,20-5-1,-27 3 31,0 1-1,0-1 0,0-1 1,0 1-1,0-1 1,0 0-1,-1 0 1,1 0-1,-1-1 1,5-5-1,-2 3-186,0-1 0,-1 0 1,0-1-1,0 1 0,-1-1 0,1 0 0,-2 0 0,1-1 1,-1 0-1,-1 1 0,0-1 0,4-15 1534,-7 36-806,0 22-171,2 3-191,-2 1 0,-2-1 1,-1 0-1,-2 0 0,-1-1 1,-20 62-1,21-80-248,3-14-112,1 0-1,0 1 1,-1-1-1,0 0 1,0 1-1,-5 6 1,-7 1-1429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29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29165,'0'0'2191,"0"5"-2045,-1 5-111,-1 0 0,0 0 0,0 0 0,-1-1 0,-6 16 0,5-14-8,0 0 0,0 0-1,2 0 1,-1 0 0,-1 22 0,4-26-20,0 3-2,0 1 0,0-1 0,1 0 0,3 14 0,-2-20-5,-1 0-1,1 0 1,0 0 0,0 0 0,0 0 0,1-1 0,-1 1-1,1-1 1,0 0 0,0 1 0,0-1 0,0-1 0,5 4 0,15 12-4,-11-10-1,0 1 1,0 0-1,-1 1 0,0 0 0,14 18 1,-24-26 6,0 0 1,1 0-1,-1 0 1,0 0-1,0 0 1,0 1-1,-1-1 1,1 0-1,0 0 1,-1 1-1,0-1 1,1 0-1,-1 1 1,0-1-1,0 0 1,0 1-1,0-1 1,-1 0-1,1 0 1,-1 1-1,0 1 1,-1 0 7,0-1 0,0 1 0,0-1 0,0 0 0,-1 0 0,1 0 0,-1 0 0,0 0 0,0-1 0,0 1 1,-5 3-1,0-1 7,-1-1 1,1 0-1,0 0 1,-1-1 0,0 1-1,0-2 1,0 0 0,0 0-1,-15 1 1,21-3-32,1 0 1,-1 0 0,1 0 0,-1-1-1,1 1 1,-1-1 0,1 1-1,0-1 1,-1 0 0,1 0-1,0 0 1,0 0 0,0-1-1,0 1 1,0-1 0,0 1 0,0-1-1,0 1 1,1-1 0,-1 0-1,0 0 1,1 0 0,0 0-1,-1 0 1,1 0 0,-1-4-1,-2-5-384,1 0-1,0 1 1,0-1-1,0-19 0,2 27 281,0-32-1941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2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29518,'0'0'1120,"132"-34"-896,-92 25 0,-8 2-16,-4 3-128,-4 1-64,-8-1 0,-4 2-16,-4 2-16,-4 0-112,0 0-384,4 0-208,-1 9-241,-3 6-3697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30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 28317,'0'0'1809,"-6"4"-1729,-20 20 78,0 1 1,2 1-1,1 2 1,1 0-1,1 1 1,1 1-1,2 1 1,2 1-1,-21 52 1,33-73-151,1 0 0,0 0 0,1 0 0,0 0 0,0 0 0,1 0 0,1 1 0,0-1 0,0 0 0,3 14 0,-2-21-6,0 0 1,0 1-1,1-1 1,-1 0-1,1 0 0,0 0 1,0 0-1,1 0 1,-1-1-1,1 1 1,0-1-1,0 1 1,0-1-1,0 0 1,1 0-1,-1 0 1,1-1-1,0 1 1,-1-1-1,1 0 1,0 0-1,0 0 1,1-1-1,-1 1 1,0-1-1,1 0 1,-1 0-1,5 0 1,-2 0-4,1 0 0,-1 0 0,1 0 0,-1-1 0,1-1 0,-1 1 0,1-1 1,14-4-1,-17 3 0,0 0 0,0-1 1,0 1-1,-1-1 1,1 0-1,-1-1 0,1 1 1,-1-1-1,0 0 0,-1 0 1,1 0-1,5-9 1,-2 4 3,0-2 1,-1 1-1,0-1 1,0 1-1,-1-2 1,0 1-1,-1 0 1,-1-1-1,0 0 1,0 0-1,-1 0 0,1-23 1,-4 34-2,1 1 0,-1-1 0,1 0 0,-1 1 0,1-1 0,-1 0 0,1 1 0,-1-1 0,0 1 0,1-1 0,-1 1 0,0-1 0,1 1 0,-1-1 0,0 1 0,0 0 0,1-1 0,-1 1 0,0 0 0,0 0 0,0 0 0,1 0-1,-1-1 1,0 1 0,0 0 0,0 0 0,0 0 0,1 1 0,-1-1 0,0 0 0,0 0 0,0 0 0,1 1 0,-1-1 0,0 0 0,-1 2 0,-36 12 26,24-4-45,0 1-1,0 0 0,1 2 0,0-1 0,1 2 1,1-1-1,-18 28 0,23-30-955,0 1 0,0 1 0,-6 22 1,4-8-9884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52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28029,'0'0'2067,"10"9"-1861,1 1-112,0-1 0,1 0 0,0 0 0,0-2 0,1 1 0,0-2 0,17 7 0,166 44 149,-134-41-148,0 2 0,93 40 0,62 28 12,-29-13-21,-134-52-75,2-3 0,0-2 0,71 11 0,68 19 25,93 54 49,-123-39 22,-133-52-75,0-1 0,65 7 0,-18-3-32,-76-12 1,0 0-1,0 1 1,0-1 0,0 1 0,0 0 0,-1 0-1,1 0 1,0 0 0,-1 1 0,1-1 0,0 1-1,-1 0 1,0-1 0,1 1 0,-1 0 0,0 0-1,0 1 1,0-1 0,2 3 0,-4-5-9,0 1 0,0-1 0,0 0 1,0 0-1,0 1 0,0-1 0,0 0 0,0 1 1,0-1-1,0 0 0,0 1 0,0-1 0,0 0 1,0 0-1,0 1 0,0-1 0,0 0 0,0 0 1,0 1-1,-1-1 0,1 0 0,0 1 0,0-1 1,0 0-1,0 0 0,-1 0 0,1 1 1,0-1-1,0 0 0,0 0 0,-1 0 0,1 1 1,0-1-1,0 0 0,-1 0 0,1 0 0,0 0 1,0 0-1,-1 0 0,1 0 0,0 0 0,-1 1 1,1-1-1,0 0 0,0 0 0,-1 0 0,1 0 1,0-1-1,-1 1 0,1 0 0,0 0 1,0 0-1,-1 0 0,1 0 0,0 0 0,-1 0 1,1 0-1,0-1 0,-1 1 0,-17-15-1160,3-1-558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5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22955,'0'0'8107,"-8"18"-7541,9-12-543,1-1-1,0 0 1,0 0 0,0 0 0,1 0 0,0 0 0,0-1-1,0 1 1,0-1 0,1 0 0,0 0 0,0 0-1,0 0 1,4 3 0,20 22 48,14 22-36,90 84-1,-8-10-15,-99-93-35,-25-31 18,-1 0-1,1-1 0,-1 1 1,0 0-1,1-1 1,-1 1-1,0-1 0,0 1 1,1-1-1,-1 1 0,0-1 1,0 1-1,0-1 0,0 0 1,1 1-1,-1-1 1,0 0-1,0 0 0,0 0 1,0 0-1,0 0 0,-1 0 1,-26 3-26,27-3 22,-65 6 21,1 2 0,0 4 1,-90 27-1,138-33-1318,10-2-177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5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29165,'0'0'1329,"18"3"-1140,143 21 286,-93-9-308,-1 4 1,94 37-1,3 2-39,214 83 19,-326-122-124,1-3 0,95 17 0,-9-3 4,28 16 6,139 33-5,-227-63-24,-24-5 5,73 24-1,-121-32 2,3 1-9,1-1 0,-1 0 0,1 0 0,0-1 0,14 1 0,-25-3 13,0 0-27,0 1 1,0-1-1,-1 0 1,1 0-1,0 0 1,-1 0 0,1 0-1,0 0 1,0 0-1,-1 0 1,1 0-1,0 1 1,-1-1-1,1 0 1,0-1 0,-1 1-1,1 0 1,0 0-1,-1 0 1,1 0-1,0 0 1,-1 0-1,1 0 1,0 0-1,0 0 1,-1-1 0,1 1-1,0 0 1,0 0-1,-1 0 1,1-1-1,0 1 1,0 0-1,-1 0 1,1-1 0,0 1-1,0 0 1,0 0-1,0-1 1,-1 1-1,1-1 1,-13-11-999,5-2-1441,1-3-4255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54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29229,'0'0'1823,"-1"0"-1798,0 1 1,1 0 0,-1-1 0,1 1 0,-1 0 0,1-1 0,-1 1 0,1 0 0,0 0 0,-1 0 0,1-1 0,0 1-1,0 0 1,0 0 0,-1 0 0,1 0 0,0 0 0,0-1 0,0 1 0,1 2 0,11 13 26,0 0 1,1-1 0,1 0-1,1-1 1,0 0-1,25 16 1,-8-5-18,17 12-33,-31-24-2,0 0 0,-1 1 0,17 19 0,-33-32 0,0 0 0,0 0 1,0 0-1,0 0 0,0 0 0,0 0 0,0 1 0,0-1 0,-1 0 0,1 0 0,-1 1 0,1-1 0,-1 1 0,1-1 1,-1 0-1,0 1 0,0-1 0,1 1 0,-1-1 0,0 1 0,0-1 0,-1 0 0,1 1 0,0-1 0,-1 2 1,0-1-1,0 0 1,0 0 0,-1 0-1,1-1 1,-1 1 0,1-1-1,-1 1 1,0-1 0,0 1-1,0-1 1,1 0 0,-1 0-1,0 0 1,-3 1 0,-9 3 3,0 0 0,-1-2 0,-24 4 1,37-6-5,-157 9-697,113-9 86,0 2-1,-68 12 0,80-6-1338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3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3 302 29518,'0'0'848,"-1"-19"-709,1 12-119,-1-14 78,1 0 0,0 0 0,2 0 0,1 0 0,7-29 0,5 11 34,-11 30-73,0-1 0,0 1 0,-1-1-1,0 0 1,-1 0 0,2-13 0,-4 22 8,8 45 42,-8-44-109,2 18 5,2 0 1,0-1-1,0 0 0,2 0 0,8 18 0,-12-31-5,0 1 0,1-2 1,-1 1-1,1 0 0,0 0 1,0-1-1,0 0 0,1 1 0,-1-1 1,1 0-1,0-1 0,0 1 0,0-1 1,0 0-1,0 0 0,0 0 0,1 0 1,-1-1-1,0 1 0,1-1 1,0-1-1,-1 1 0,1 0 0,8-1 1,-9 0-2,1 0 0,-1 0 1,0-1-1,1 1 1,-1-1-1,0 0 1,0 0-1,0-1 0,0 1 1,0-1-1,0 0 1,0 0-1,0 0 1,6-5-1,-5 1 0,1 1 1,-1-1-1,-1 0 1,1-1-1,-1 1 0,0-1 1,4-11-1,63-124 28,-86 222 138,3-10-144,4 1-1,3 0 0,7 117 0,1-61-7,-3 77-29,-1-204-4,1 0 0,0 0 0,0 0 0,0 1-1,0-1 1,0 0 0,0 0 0,0 0 0,0 0 0,-1 1 0,1-1 0,0 0 0,0 0 0,0 0 0,0 0 0,-1 0 0,1 1 0,0-1 0,0 0 0,0 0 0,-1 0 0,1 0 0,0 0-1,0 0 1,0 0 0,-1 0 0,1 0 0,0 0 0,0 0 0,0 0 0,-1 0 0,1 0 0,0 0 0,0 0 0,-1 0 0,1 0 0,0 0 0,0 0 0,0 0 0,-1 0 0,1 0 0,0-1-1,0 1 1,0 0 0,0 0 0,-1 0 0,1 0 0,0 0 0,0-1 0,0 1 0,0 0 0,0 0 0,-1 0 0,1-1 0,0 1 0,0 0 0,0 0 0,0 0 0,0-1 0,0 1 0,-10-10-2039,2-6-2471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3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28525,'0'0'3250,"104"-3"-3138,-64 1 16,0-2-48,-4 1-48,-5 1 0,-15 0-32,0 0 0,0 1 0,-8-1-48,0 0-160,4-3-353,0-3-831,-4-4-4691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56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28669,'0'0'552,"22"3"-301,170 30 259,-126-15-48,-1 4 0,99 46 1,21 9-252,75 20-175,260 79 141,-340-123-150,-102-28-2,144 26 1,-80-28-10,191 55 0,-322-75-19,30 12-10,-41-15 15,1 1 1,-1-1 0,1 1 0,-1-1-1,0 0 1,1 1 0,-1-1-1,1 1 1,-1-1 0,0 1 0,1-1-1,-1 1 1,0-1 0,1 1 0,-1-1-1,0 1 1,0-1 0,0 1 0,0 0-1,1-1 1,-1 1 0,0-1-1,0 1 1,0 0 0,0-1 0,0 1-1,0 0 1,-1-1 0,1 1 0,0-1-1,0 1 1,0-1 0,0 1 0,-1 0-1,1-1 1,0 1 0,-1-1 0,1 1-1,-1 0 1,0 0 0,0 0 0,0 0-1,-1-1 1,1 1 0,0 0 0,-1 0 0,1-1 0,0 1-1,-1-1 1,1 1 0,-1-1 0,1 0 0,-1 0 0,1 1 0,-3-1-1,-11-3-1797,11-5-390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4:57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21418,'0'0'9567,"-2"5"-9351,2-3-199,-1-1 0,0 1 0,1-1 0,0 1 0,-1 0-1,1-1 1,0 1 0,0-1 0,-1 1 0,1 0 0,0-1 0,1 1 0,-1 0 0,0-1 0,0 1 0,1-1-1,-1 1 1,1 0 0,0-1 0,1 3 0,1 1 24,0-1 0,1 0 0,0 0 1,0 0-1,0 0 0,7 4 0,229 163 130,-202-143-182,-37-27 70,-22 8-14,-33 0-24,1 3-1,1 3 1,-59 23-1,31-10 61,-9 11 116,44-17-138,39-22-1897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 27212,'0'0'4066,"0"0"-4063,0 0-1,0 0 0,0 0 0,0 1 0,0-1 1,0 0-1,0 0 0,0 0 0,0 0 0,0 0 1,1 1-1,-1-1 0,0 0 0,0 0 0,0 0 1,0 0-1,0 0 0,0 0 0,1 1 1,-1-1-1,0 0 0,0 0 0,0 0 0,0 0 1,1 0-1,-1 0 0,0 0 0,0 0 0,0 0 1,0 0-1,1 0 0,-1 0 0,0 0 0,0 0 1,0 0-1,1 0 0,-1 0 0,0 0 1,0 0-1,0 0 0,0 0 0,1 0 0,-1 0 1,0-1-1,0 1 0,0 0 0,0 0 0,0 0 1,1 0-1,-1 0 0,0 0 0,0 0 0,0-1 1,0 1-1,0 0 0,0 0 0,0 0 1,0 0-1,0-1 0,1 1 0,-1 0 0,0 0 1,0 0-1,0 0 0,0-1 0,0 1 0,0 0 1,0 0-1,0-1 0,3 13 23,0 0-1,0 0 1,-1 0-1,-1 0 1,0 0-1,-1 0 1,-2 22-1,2 8 18,4 110-16,-6 1 1,-38 262 0,39-396-2447,1-26-323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29325,'0'0'1145,"2"-17"-961,0 2-137,-3 10-30,2 0 0,-1 0 0,1 0 0,-1 0 1,1-1-1,1 1 0,-1 0 0,1 1 1,0-1-1,0 0 0,0 0 0,1 1 0,-1-1 1,1 1-1,0 0 0,0 0 0,1 0 0,5-4 1,-3 2 35,7-5 35,1 0-1,0 1 1,0 0-1,18-8 1,-30 16-82,1 1 1,-1 0-1,0 0 1,1 0-1,-1 0 1,1 0-1,-1 0 1,1 1-1,-1-1 1,1 1-1,0 0 1,-1 0-1,1 0 1,0 0-1,-1 0 1,1 0-1,0 1 1,-1-1-1,1 1 1,-1 0 0,1 0-1,-1 0 1,1 0-1,-1 0 1,0 0-1,0 1 1,1-1-1,-1 1 1,0 0-1,0-1 1,0 1-1,-1 0 1,1 0-1,0 0 1,1 3-1,5 11 0,-1 0 0,-1 1 0,0-1 1,-2 1-1,1 0 0,-2 1 0,0-1 0,-2 1 0,1-1 0,-2 1 0,-1 0 0,0-1 0,-4 23 1,2-32 2,0 1 0,0 0 1,0-1-1,-1 0 0,-1 0 0,1 0 1,-1 0-1,-10 11 0,13-16-8,0 0 0,0-1 0,-1 1-1,1-1 1,-1 1 0,1-1 0,-1 0-1,0 0 1,1 0 0,-1 0 0,0-1-1,0 1 1,-1-1 0,1 1 0,0-1-1,0 0 1,-1-1 0,1 1 0,0 0-1,-1-1 1,1 0 0,-1 0 0,1 0-1,0 0 1,-1 0 0,-4-2 0,6 1-28,1 0 0,-1 0 1,1-1-1,-1 1 1,1 0-1,-1-1 0,1 1 1,0-1-1,0 0 1,0 1-1,0-1 1,0 0-1,0 1 0,0-1 1,1 0-1,-1 0 1,1 0-1,-1 0 0,1 0 1,0 0-1,-1-2 1,-1-51-1114,3 43 765,0-27-1431,6-4-2700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1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28733,'0'0'1286,"4"20"-923,0-4-320,4 23 164,-1 0-1,2 58 0,-8-81-125,0-13-54,-1 1-1,1 0 1,-1 0-1,0 0 1,0 0 0,0 0-1,-1 0 1,1 0-1,-1 0 1,0-1-1,0 1 1,0 0 0,-4 6-1,4-9 14,1-9-24,1 1 0,-1 0 0,1-1-1,1 1 1,-1 0 0,1-1 0,0 1 0,1 0 0,0 0-1,0 1 1,0-1 0,1 1 0,0-1 0,7-7 0,4-5 33,0 2 0,1-1 1,1 2-1,0 0 1,29-19-1,-41 31-171,1-1 0,1 1 0,-1 1-1,1-1 1,-1 1 0,1 0 0,0 1 0,0 0 0,0 0 0,0 0 0,1 1-1,-1 0 1,0 1 0,0-1 0,1 1 0,-1 1 0,1-1 0,-1 1-1,0 1 1,0-1 0,10 4 0,7 6-1649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2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27389,'0'0'3380,"-12"22"-3316,-10 13-10,6-10 34,2 1 1,-16 36 0,27-53-44,1 0 1,-1 0 0,1 0-1,1 0 1,-1 13-1,1-20-41,1 0-1,0 0 0,-1 0 1,1 0-1,0 1 1,0-1-1,1 0 0,-1 0 1,0 0-1,1 1 1,-1-1-1,1 0 1,0 0-1,-1 0 0,1 0 1,0 0-1,0 0 1,1 0-1,-1-1 0,0 1 1,1 0-1,-1 0 1,1-1-1,-1 1 1,1-1-1,2 2 0,4-1 1,0-1 1,-1 0-1,1 0 0,0-1 0,0 0 0,0 0 0,0-1 0,-1 0 0,1-1 0,0 1 0,-1-1 0,1-1 0,-1 0 0,0 0 0,14-8 0,-10 5 4,-1 0 0,0-1-1,-1 0 1,0-1 0,0 0-1,0 0 1,-1-1 0,0 0-1,-1-1 1,6-10 0,-11 17 2,0 0 0,0 0 1,-1 0-1,1 0 0,-1 0 1,0-1-1,0 1 0,0-1 1,-1 1-1,1 0 0,-1-1 0,0 1 1,1-1-1,-2 1 0,1-1 1,0 1-1,-1-1 0,1 1 1,-1-1-1,0 1 0,0 0 0,-1 0 1,1-1-1,-1 1 0,1 0 1,-1 0-1,0 0 0,0 1 0,-1-1 1,1 0-1,0 1 0,-1-1 1,1 1-1,-1 0 0,0 0 1,0 0-1,0 0 0,0 0 0,0 1 1,0 0-1,-1-1 0,-3 0 1,-5-1-8,1 0 0,-1 1 1,0 0-1,0 1 0,-23 0 1,31 1-33,0 0 1,0 0 0,0 0 0,0 0-1,0 1 1,0 0 0,0-1 0,1 1-1,-1 1 1,0-1 0,1 1-1,-1-1 1,1 1 0,-1 0 0,1 0-1,0 1 1,0-1 0,0 1 0,0-1-1,-5 7 1,3 21-1986,5-20-56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2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10 13174,'0'0'18000,"-10"-3"-17914,2 1-69,1 1 0,-1-1 0,0 1 0,1 1 1,-1 0-1,0 0 0,0 0 0,1 1 1,-11 2-1,15-2-11,0 0 0,0 0 0,1 0 0,-1 0 0,0 0 1,0 1-1,1 0 0,-1-1 0,1 1 0,-1 0 0,1 0 0,0 0 0,0 0 1,-1 1-1,2-1 0,-1 1 0,0-1 0,0 1 0,1-1 0,0 1 0,-1 0 1,1 0-1,0 0 0,0 0 0,1 0 0,-1 0 0,0 0 0,1 0 0,0 0 1,0 0-1,0 3 0,0 0-9,0 0 0,1 0 0,0 0-1,0 0 1,0 0 0,1 0 0,-1-1 0,1 1 0,1 0 0,-1-1 0,5 8 0,2-1-31,0-1 1,0 0-1,20 17 1,-28-28 32,41 45-67,-39-41 54,0-1-1,-1 0 1,0 1 0,0-1-1,0 1 1,0 0-1,0 0 1,-1 0 0,0 0-1,0 0 1,0 0-1,1 7 1,-3-9 23,1-1 1,-1 0-1,0 1 0,1-1 1,-1 0-1,0 1 0,0-1 1,0 0-1,0 0 1,0 0-1,0 0 0,-1 0 1,1 0-1,0 0 0,0 0 1,-1-1-1,1 1 0,-1 0 1,1-1-1,0 1 0,-1-1 1,1 1-1,-1-1 1,1 0-1,-1 0 0,-2 1 1,-47 4 243,49-5-247,-74 2-924,75-9-2232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3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29822,'0'0'1480,"-5"23"-1410,1-5-44,-38 137 247,24-102-169,-22 67-4,-30 149 0,65-251 117,3-12-905,1-23-8342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1 213 27100,'0'0'4024,"10"-4"-3867,19 1-88,0 1 1,36 3-1,-32 0-64,48-5 1,-57 1-8,0-1 0,0-2 0,32-11 1,-46 13-1,0 0 0,-1 0 0,0-1 0,1-1 0,-2 1 0,1-1-1,-1-1 1,0 0 0,0 0 0,9-12 0,-14 15 6,-1 0-1,0 0 1,-1 0-1,1-1 0,-1 1 1,1-1-1,-1 1 0,0-1 1,-1 1-1,1-1 0,-1 0 1,0 1-1,0-1 1,-1-5-1,0-5 32,1 14-30,-1 0 0,1 0 0,-1 1 1,1-1-1,-1 0 0,0 1 0,1-1 1,-1 0-1,0 1 0,0-1 0,1 1 1,-1-1-1,0 1 0,0 0 0,0-1 1,1 1-1,-1 0 0,0 0 0,0-1 0,0 1 1,0 0-1,0 0 0,0 0 0,0 0 1,1 0-1,-1 0 0,0 0 0,0 1 1,0-1-1,0 0 0,0 0 0,0 1 1,1-1-1,-1 0 0,-2 2 0,-34 11 26,28-6-12,0 0 0,0 1 0,1 0 0,0 0 1,0 1-1,1 0 0,-12 19 0,15-23-8,2 1-1,-1-1 1,1 0-1,-1 1 0,1 0 1,1-1-1,-1 1 1,1 0-1,0 0 1,1 0-1,-1 0 0,1 0 1,0 0-1,1 0 1,-1 0-1,1 0 1,2 5-1,-1-7-7,-1-1-1,1 1 1,1-1 0,-1 0 0,0 0-1,1 0 1,-1 0 0,1-1-1,0 1 1,0-1 0,0 1 0,0-1-1,0 0 1,1 0 0,-1-1-1,6 3 1,64 21 0,-60-22 4,30 8-4,67 9 0,-90-18-12,0 0-1,0-1 1,0-2-1,0 0 1,34-6-1,-43 4-22,-1-1 0,1 0 0,-1-1 0,0 0 1,0 0-1,-1-1 0,0 0 0,0-1 0,11-10 0,-6 3-843,-1 1-1,0-2 1,-1 0 0,16-28 0,-8 13-6590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3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29758,'0'0'1904,"-36"135"-1871,28-76-33,0 11-49,0 13-383,-16 5-672,-4 4-1585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4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29197,'0'0'2196,"2"-4"-2063,-2 4-130,0 0-1,0-1 0,0 1 0,0 0 0,0-1 0,1 1 0,-1 0 0,0 0 0,0-1 0,0 1 0,0 0 0,0-1 1,0 1-1,0 0 0,1 0 0,-1-1 0,0 1 0,0 0 0,0 0 0,0 0 0,1-1 0,-1 1 0,0 0 1,0 0-1,1 0 0,-1 0 0,0-1 0,0 1 0,1 0 0,-1 0 0,0 0 0,0 0 0,1 0 0,-1 0 1,0 0-1,1 0 0,-1 0 0,0 0 0,0 0 0,1 0 0,-1 0 0,0 0 0,1 0 0,-1 0 0,0 0 0,0 0 1,1 0-1,-1 0 0,0 1 0,0-1 0,1 0 0,-1 0 0,0 0 0,0 0 0,1 1 0,-1-1 0,0 0 1,1 1-1,6 26 79,-1 44 11,-5 21-37,5 55 18,-5-84-98,0-46-5,9-59 18,-2 8 15,2 1 0,1 0 0,2 0 0,1 1 1,24-40-1,-34 65-3,1 1 0,-1 0 0,1 0 0,1 0-1,-1 0 1,1 1 0,0 0 0,0 0 0,7-4 0,-11 8 0,-1 0 1,1 0-1,0 1 0,0-1 0,0 0 0,0 1 0,0-1 0,0 1 0,0-1 0,0 1 0,0 0 0,0 0 0,0 0 0,0 0 0,0 0 1,0 0-1,0 1 0,0-1 0,0 1 0,0-1 0,-1 1 0,1 0 0,0 0 0,0 0 0,0 0 0,-1 0 0,1 0 0,0 0 1,-1 0-1,1 1 0,-1-1 0,0 1 0,1-1 0,-1 1 0,0 0 0,0-1 0,0 1 0,1 3 0,43 91 61,-34-68-117,1-1 0,29 47 1,-39-72-79,1 0 0,-1 0 0,1 0 0,-1 0 0,1-1 0,0 1 0,0-1 0,0 1 0,0-1 0,0 0 0,0 0 0,0 0 0,0-1 0,0 1 0,0-1 0,0 1 0,7-2 0,14 2-2505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5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29485,'0'0'1292,"-16"1"-1204,3-2-72,7 1-8,0-1 1,1 1 0,-1 0-1,0 1 1,0-1-1,0 1 1,1 0 0,-1 1-1,0-1 1,1 1 0,-1 0-1,1 1 1,0-1 0,0 1-1,0 0 1,-8 7 0,2 0 107,0 1 1,1 0 0,-17 25-1,25-32-104,-1 0-1,1-1 0,-1 1 0,1 0 0,1 1 0,-1-1 0,0 0 0,1 0 0,0 1 1,0-1-1,0 1 0,1-1 0,-1 1 0,1-1 0,0 1 0,0-1 0,2 8 1,-1-10-14,1-1 0,-1 0 1,1 0-1,-1 0 1,1 0-1,0 0 1,-1 0-1,1 0 1,0 0-1,0-1 1,-1 1-1,1-1 1,0 1-1,0-1 1,0 0-1,0 0 0,0 0 1,0 0-1,0 0 1,-1 0-1,4-1 1,40-4-11,-28-2 11,-1 0-1,0-2 1,0 0-1,-1-1 1,0 0-1,-1-2 1,0 1-1,23-26 1,-22 15-5,-3 5 14,-8 16-3,-3 11-1,-3 33 5,0-34 3,1 1-1,1 0 1,0-1-1,0 1 1,1 0-1,2 14 0,-2-21-10,0 0-1,1 0 0,-1 0 0,1 0 1,0 0-1,-1 0 0,1 0 0,1-1 1,-1 1-1,0-1 0,0 1 0,1-1 1,0 0-1,-1 0 0,1 0 0,0 0 1,0-1-1,0 1 0,0-1 0,0 0 1,0 0-1,0 0 0,1 0 0,2 0 1,13 2-246,0 0 0,0-2 1,0 0-1,1-1 0,-1-1 1,0-1-1,0-1 0,0-1 1,34-10-1,-12-2-2927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5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29710,'0'0'925,"0"17"-709,1 2-190,-1 60 277,-17 142 1,9-161-307,28-62-40,-7-8 45,-1 0 0,0-1 0,-1 0 0,0 0 0,-1-1 0,0-1 0,15-25 0,3-5-2,2 2 0,1 1 0,3 1 0,1 2 0,42-36 0,-76 73 2,-1 0-1,0-1 1,1 1-1,-1 0 0,0 0 1,1-1-1,-1 1 1,0 0-1,1 0 0,-1-1 1,0 1-1,1 0 1,-1 0-1,1 0 0,-1 0 1,0 0-1,1 0 1,-1 0-1,1-1 0,-1 1 1,0 0-1,1 0 1,-1 1-1,1-1 0,-1 0 1,1 0-1,-1 0 1,0 0-1,1 0 0,-1 0 1,0 0-1,1 1 0,-1-1 1,1 0-1,-1 0 1,0 1-1,1-1 0,-1 0 1,0 0-1,0 1 1,1-1-1,-1 0 0,0 1 1,0-1-1,1 1 1,-1-1-1,0 0 0,0 1 1,0-1-1,0 0 1,0 1-1,1-1 0,-1 1 1,0-1-1,0 1 1,0-1-1,0 0 0,0 1 1,0-1-1,0 1 1,0-1-1,-1 1 0,2 37 109,-2-27-73,5 267 142,-4-278-200,4-1 16,-1-1 0,0 0 1,1 0-1,-1 0 1,0 0-1,0 0 1,0-1-1,0 1 1,-1-1-1,1 0 1,-1 0-1,0 0 1,1 0-1,1-6 0,9-7 2,4-3-11,1 0 0,1 2 0,0 0 0,25-16 0,-33 26 8,0 0 1,1 1 0,-1 1 0,1-1-1,0 2 1,1-1 0,-1 2-1,1 0 1,0 0 0,14 0-1,-26 3 8,1 0-1,-1 0 0,1 0 0,-1 1 0,1-1 0,-1 1 0,1-1 0,-1 1 0,0-1 0,1 1 0,-1 0 1,0 0-1,1-1 0,-1 1 0,0 0 0,0 0 0,0 0 0,0 0 0,0 1 0,0-1 0,0 0 0,0 0 1,0 1-1,-1-1 0,1 0 0,-1 1 0,1-1 0,-1 1 0,1-1 0,-1 0 0,1 3 0,6 59 34,-5-34-56,-1-24-124,-1 0 1,1 0 0,1 0 0,-1 0 0,1 0 0,0 0 0,0-1 0,0 1 0,0-1 0,1 1 0,0-1 0,0 0 0,0 0 0,5 4 0,4-1-1953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6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29277,'0'0'1100,"0"18"-804,2 38-147,-1 97 263,-1-126-378,-2-1 1,-1 1-1,-9 39 1,9-60-228,5-19 82,7-24 49,0 17 12,66-140-573,-66 144 588,0 2-1,1-1 1,1 1-1,0 0 0,1 1 1,0 1-1,28-22 0,-38 32 50,0 0 0,0 1 0,0 0 0,0-1 0,1 1 0,-1 0 0,0 0 0,1 0 0,-1 0-1,1 1 1,-1-1 0,1 1 0,4-1 0,-6 1-1,0 1 0,0-1-1,0 1 1,0-1 0,0 1 0,0-1 0,-1 1-1,1 0 1,0 0 0,0-1 0,-1 1-1,1 0 1,0 0 0,-1 0 0,1 0 0,-1 0-1,1 0 1,-1-1 0,1 1 0,-1 0-1,0 1 1,1-1 0,-1 0 0,0 0-1,0 0 1,0 0 0,0 0 0,0 0 0,0 0-1,0 0 1,0 0 0,-1 2 0,0 42 257,0-12-130,6 62 0,-4-87-173,0 0 0,0 0 0,1-1 0,0 1 0,1-1 0,0 1 0,0-1 0,0 0 0,1 0 0,0-1 0,0 1 0,1-1 0,7 8 0,-10-12 6,1 0 1,-1 0-1,1 0 1,0 0-1,0-1 1,-1 1 0,1-1-1,0 0 1,0 1-1,1-2 1,-1 1-1,0 0 1,0 0-1,0-1 1,1 0 0,-1 0-1,0 0 1,0 0-1,0 0 1,1-1-1,-1 1 1,0-1-1,0 0 1,0 0-1,0 0 1,0 0 0,4-3-1,6-3-13,0-1-1,0 0 0,0-1 1,14-14-1,-24 21 24,39-32-118,-19 16 113,-2 0 0,0-1-1,34-40 1,-78 86 905,13-18-856,1 1 1,0 1 0,1-1-1,0 2 1,-7 12 0,12-17-16,0 1 0,0 0 0,1 0 0,0 0 0,0 1 0,1-1 1,0 0-1,0 1 0,1-1 0,2 14 0,-2-20-12,1-1-1,-1 0 1,1 1-1,0-1 1,-1 0-1,1 0 1,0 0-1,0 0 1,0 0-1,0 0 1,0 0 0,0 0-1,0 0 1,1 0-1,-1 0 1,0 0-1,0-1 1,1 1-1,-1-1 1,0 1-1,1-1 1,-1 1 0,1-1-1,-1 0 1,0 0-1,1 0 1,-1 0-1,1 0 1,1 0-1,50-1 12,-46 0-5,4-1-2,1 0-1,-1 0 1,0-1 0,1-1 0,-1 0 0,-1 0 0,1-1 0,-1 0 0,0-1-1,0 0 1,0-1 0,9-9 0,-12 11 16,-1-1 0,0 0 0,-1 0 0,1 0 0,-1-1 0,-1 0 0,1 0 0,-1 0 0,0 0 0,0-1 0,-1 1 0,0-1 0,-1 0 0,0 0 0,0 0 1,0 0-1,0-12 0,-2 17-6,-1 1 0,1-1 1,0 0-1,-1 1 1,1-1-1,-1 1 0,0-1 1,0 1-1,0-1 1,0 1-1,0-1 0,-1 1 1,1 0-1,-1 0 1,1 0-1,-1 0 0,0 0 1,-3-3-1,0 1 1,0 1-1,1 0 1,-1 0-1,-1 1 1,1-1-1,0 1 1,-1 0-1,-8-1 1,1 0-54,0 1 1,0 1-1,0 0 1,0 0-1,-1 2 1,1-1-1,-15 4 1,24-3-118,1 0 1,-1 1 0,1-1-1,0 1 1,-1 0 0,1 0-1,0 0 1,0 0-1,0 0 1,1 1 0,-1-1-1,-4 6 1,-6 9-3105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7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11861,'0'0'18470,"12"-10"-18328,-8 7-121,3-2 21,-1 0 0,1 0 1,-1 0-1,1 1 0,1 0 1,-1 1-1,1-1 0,-1 1 1,1 1-1,0-1 0,0 2 1,0-1-1,13 0 0,-11 2 38,-7-1-61,0 1 0,1 0 0,-1 0 0,0 0 0,1 0 0,-1 1 0,0 0 0,0-1 1,1 1-1,3 2 0,-6-2-18,0 0 0,0 1 0,0-1 1,0 1-1,0-1 0,0 1 0,-1-1 0,1 1 1,0-1-1,-1 1 0,1 0 0,-1-1 1,1 1-1,-1 0 0,0-1 0,0 1 0,0 0 1,0 0-1,0-1 0,0 1 0,0 0 0,-2 3 1,1 0 8,0-1 0,0 1 0,-1 0 1,0-1-1,0 1 0,0-1 1,0 1-1,-1-1 0,0 0 0,1 0 1,-2 0-1,-2 3 0,-51 47 36,34-34-41,18-16-2,0 0-2,0 0-1,0 0 1,0 1-1,1-1 0,0 1 1,0 0-1,0 0 1,0 0-1,1 1 0,0-1 1,0 1-1,0 0 1,1 0-1,0 0 0,0 0 1,0 0-1,-1 10 0,4-15 0,-1 0-1,0 0 0,1 0 0,-1 0 0,1 0 0,-1 0 0,1 0 0,-1 0 0,1 0 0,0-1 0,-1 1 0,1 0 0,0 0 0,0-1 0,0 1 0,-1 0 0,1-1 0,0 1 0,0-1 0,0 1 0,0-1 0,0 0 0,0 1 0,0-1 0,0 0 1,0 0-1,0 0 0,0 1 0,2-1 0,35 2 35,-33-1-26,33 0 14,52 1 17,-83-2-58,0-1 0,0 1-1,-1-1 1,1-1-1,-1 1 1,1-1-1,-1-1 1,0 1 0,0-1-1,7-4 1,-11 6-61,0-1 0,0 1 0,-1-1 0,1 0 0,0 0 0,-1 0 0,1 0 1,-1 0-1,0 0 0,0 0 0,0-1 0,0 1 0,1-3 0,2-18-3566,-3 0-8082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29966,'0'0'1616,"132"-14"-1584,-88 14-16,0 7-16,-4 7-80,-4 3-288,-4 2-272,-4 5-208,-8-1-1009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8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45 369 29726,'0'0'1040,"-8"114"-912,0-73-32,4-1 0,-4-4-16,4-1-32,-4-6-16,8-4-32,-4-5-128,4-13-304,0-5-576</inkml:trace>
  <inkml:trace contextRef="#ctx0" brushRef="#br0" timeOffset="1">109 1 29245,'0'0'1297,"-8"9"-3890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09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27693,'0'0'2758,"0"20"-2571,0 39-110,-3-1 1,-18 97-1,21-153-70,-2 7 21,0 0-1,-1-1 0,1 1 0,-2 0 0,1-1 0,-7 11 1,12-45 180,11-7-200,2 1 1,2 1 0,1 1-1,1 1 1,1 0 0,2 1-1,26-26 1,-43 48-5,1 0 0,-1 0 0,1 1-1,1-1 1,-1 1 0,1 1 0,-1-1 0,1 1 0,1 1-1,-1-1 1,0 1 0,1 0 0,0 1 0,-1 0 0,13-2-1,-19 6 6,1 0 1,-1 0-1,0 0 0,0 1 0,-1-1 0,1 0 0,0 0 0,-1 1 0,1-1 0,-1 1 0,0-1 0,0 0 0,1 1 0,-2-1 0,1 4 0,0 3 25,3 21-9,1 0-1,2 0 0,0 0 1,2-1-1,1 0 0,22 45 1,-30-72-27,1 0-1,0-1 1,0 1-1,0 0 1,-1-1 0,1 0-1,0 1 1,1-1 0,-1 0-1,0 0 1,0 0 0,0 0-1,1-1 1,-1 1-1,0-1 1,1 1 0,-1-1-1,1 0 1,-1 0 0,0 0-1,1 0 1,-1 0 0,1-1-1,-1 1 1,0-1-1,5-1 1,2 0 5,1-1 0,-1 0 0,0-1 0,0 0 0,11-6 1,14-14-2,-1-1 1,-1-1 0,-1-2-1,-2-1 1,32-41 0,-51 54 29,-9 15 2,-11 9 54,3 0-81,0 1 0,1 0 0,0 0 0,1 1 0,0 0 0,1 0 0,0 0-1,0 0 1,1 0 0,1 1 0,0 0 0,0-1 0,1 1 0,0 0 0,1 0 0,1 20 0,0-29-7,0 1 0,-1 0 0,1 0 0,0 0 0,0-1 0,1 1 0,-1-1 0,1 1 0,-1-1 0,1 1 0,0-1 0,0 0 0,0 0 0,0 0 0,0 0 0,0 0 0,0 0 0,1-1 0,-1 1 0,1-1 0,-1 1 0,1-1 0,0 0 0,0 0 0,-1 0 0,1-1 0,0 1 0,0-1 0,0 1 0,0-1 0,0 0 0,5 0 0,1 0 0,0 0 0,0-1 0,-1 0 0,1 0 0,0-1 0,0 0 0,-1 0 0,1-1 0,13-6 0,-8 1-1,-1 0 0,-1-1 0,0-1 0,0 0 0,-1 0 0,0-2 0,-1 1 0,0-1 0,-1 0 0,0-1 0,-1 0 0,0 0 0,-1-1 0,-1 0 1,0 0-1,4-17 0,-12 31 1,0 1 0,1-1 1,-1 1-1,0-1 1,1 1-1,-1 0 0,1-1 1,-1 1-1,1 0 0,-1 0 1,1 0-1,0 0 1,-2 2-1,-4 5 10,1 1 0,-1 0 0,2 0 1,-1 0-1,1 1 0,1 0 0,0-1 0,0 2 0,1-1 0,0 0 0,1 1 1,0-1-1,1 1 0,-1 21 0,2-31-11,0 1 0,1 0 0,-1 0 0,0 0 0,0-1-1,1 1 1,-1 0 0,1 0 0,0-1 0,-1 1 0,1 0 0,0-1 0,0 1 0,0-1 0,0 1-1,0-1 1,1 1 0,-1-1 0,0 0 0,3 2 0,0 0 0,0-1 1,0 0-1,0-1 0,0 1 0,0-1 1,0 1-1,0-1 0,8 1 0,7-1 7,0 0 0,0-1 1,22-4-1,-36 4-4,18-3-1,-1-1-1,1-1 0,-1-2 0,0 0 1,0-1-1,-1-1 0,0-1 0,-1 0 1,0-2-1,20-15 0,-38 25-66,0 1 1,0-1-1,0 0 0,0 0 0,0 0 1,0 0-1,-1 0 0,1 0 0,-1-1 0,1 1 1,-1 0-1,0-1 0,0 1 0,0-1 1,0 0-1,1-4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1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26716,'0'0'4055,"0"-5"-3849,1-8-27,-1 25-30,5 48 115,125 827 48,-122-780-2483,-23-227-3624,10 60-6066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10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0 281 26268,'0'0'918,"2"-18"-169,-1-3-318,2 1-1,10-39 0,-10 49-312,0 1 0,1-1 0,0 1 0,0 0 0,1 0 0,0 0 0,1 1-1,0 0 1,0 0 0,8-8 0,-6 9-41,-1 1 0,1-1 0,0 1-1,0 0 1,1 1 0,0 0 0,16-7 0,-22 11-63,0 1 0,0-1 0,0 0 1,0 1-1,1 0 0,-1-1 0,0 1 0,0 0 1,0 1-1,0-1 0,0 0 0,0 1 1,0 0-1,0 0 0,0 0 0,0 0 1,0 0-1,0 1 0,-1-1 0,1 1 1,-1-1-1,1 1 0,-1 0 0,1 0 1,-1 0-1,0 1 0,0-1 0,3 4 0,4 8 3,1 0-1,-2 0 0,0 1 1,-1 0-1,0 0 0,-1 0 1,-1 1-1,0 0 0,-2 0 1,1 1-1,-2-1 0,0 1 1,-1 0-1,-1-1 0,-1 1 1,-2 19-1,1-30-4,0-1 0,0 1 0,-1-1-1,0 1 1,0-1 0,0 0 0,0 0 0,-1 0 0,0 0 0,0-1 0,0 1 0,-1-1-1,1 0 1,-1-1 0,0 1 0,0-1 0,0 0 0,-1 0 0,1 0 0,-1-1 0,-9 3-1,8-2-20,0-1 0,0 0 0,0 0 0,0-1 0,0 0 0,0 0-1,0-1 1,0 0 0,0 0 0,-1-1 0,1 1 0,0-1 0,0-1 0,0 0-1,0 0 1,0 0 0,1-1 0,-7-3 0,8 3-230,0 0 0,0-1 0,1 0 0,-1 0 0,1 0 0,0 0 0,0-1 0,1 1 0,-1-1 0,1 0-1,0 0 1,0 0 0,1 0 0,-3-7 0,3-14-6641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10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27341,'0'0'2198,"2"19"-1971,7 56 55,-4 0-1,-7 110 1,-16-116 519,19-92-820,1-1-1,2 1 1,0-1 0,2 1 0,0 0-1,2 1 1,0 0 0,1 0 0,2 0 0,0 1-1,1 1 1,1 0 0,1 1 0,24-27 0,-31 41-151,-1-1 0,0 1 0,1 0 0,0 1 0,0-1 0,1 2 1,-1-1-1,1 1 0,0 0 0,0 0 0,0 1 0,0 0 0,0 0 1,13 0-1,15 1-2282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11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241 125 29149,'0'0'1497,"-21"7"-1468,2-1-13,11-4-5,0 0 1,0 0-1,0 1 1,0 0-1,0 1 0,0 0 1,1 0-1,0 0 1,0 1-1,0 0 1,1 1-1,-1 0 0,1 0 1,-7 9-1,0 2 134,1 2-1,0-1 0,-16 38 1,24-47-127,1 0 1,0 1-1,0-1 0,1 1 1,0 0-1,1-1 0,0 1 0,0 0 1,1 0-1,0 0 0,2 10 1,-1-19-21,-1 1 1,1-1-1,-1 1 0,1-1 1,0 1-1,0-1 0,-1 1 1,1-1-1,0 0 0,0 1 1,0-1-1,1 0 1,-1 0-1,0 0 0,0 0 1,1 0-1,-1 0 0,1 0 1,-1 0-1,2 0 0,2 2 1,0-2-1,1 1 1,-1 0-1,0-1 1,1 0-1,6 0 0,0 0 2,1-1 0,-1-1 0,0 0 0,0 0 0,15-5 0,-12 1 0,-1-1 0,-1 0 0,1-1 0,-1-1 0,-1 0 0,1 0 0,-1-2 0,-1 1 0,18-20 0,-20 20 1,-1 0 1,0-1-1,-1 0 1,0 0-1,0-1 1,-2 1-1,1-1 1,-1-1-1,-1 1 1,0-1-1,0 0 1,2-17-1,-5 18 3,0 0 1,-1 0-1,0 0 0,-1 0 0,0 0 1,-1 0-1,0 1 0,-1-1 0,0 0 1,-1 1-1,0 0 0,-7-14 0,8 19-10,-1 0 0,1 0 0,-1 0 0,0 1 0,0 0 0,-1-1 0,1 1 0,-1 1 0,0-1 0,0 1-1,0 0 1,-1 0 0,1 0 0,-1 1 0,1 0 0,-1 0 0,0 0 0,0 1 0,0 0 0,0 0 0,0 0 0,0 1 0,-11 0-1,16 0-35,0 0-1,0 0 0,-1 0 1,1 0-1,0 1 0,0-1 1,0 0-1,0 0 0,0 1 1,-1-1-1,1 1 0,0-1 1,0 1-1,0-1 0,0 1 0,0-1 1,0 1-1,1 0 0,-1 0 1,0 0-1,0-1 0,0 1 1,1 0-1,-1 0 0,0 0 1,1 0-1,-1 0 0,1 0 1,-1 0-1,1 0 0,0 1 0,-1-1 1,1 0-1,0 0 0,0 0 1,0 0-1,0 0 0,0 1 1,0 1-1,0 11-1779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11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29614,'0'0'1179,"-17"8"-1065,-53 24-60,65-29-43,1-1-1,-1 1 1,1 0 0,0 1-1,0-1 1,0 1-1,0 0 1,0 0 0,1 0-1,0 0 1,0 0 0,0 1-1,0 0 1,1-1 0,0 1-1,0 0 1,0 0 0,1 0-1,-1 0 1,1 1 0,0-1-1,0 11 1,1-9-10,0 0 0,1 0-1,0 0 1,0 0 0,0 0-1,1 0 1,0 0 0,1 0 0,-1-1-1,1 1 1,1-1 0,-1 0-1,1 0 1,7 9 0,8 4-8,0-1 1,35 25-1,15 13-10,-68-55 18,0 0 1,0-1 0,0 1-1,0 0 1,0 0 0,0 0-1,0 0 1,0 0 0,-1 0-1,1 0 1,0 0 0,-1 0-1,1 1 1,-1-1 0,1 0-1,-1 0 1,0 0-1,0 1 1,1-1 0,-1 0-1,0 0 1,0 1 0,0-1-1,0 0 1,-1 2 0,1-1 19,-1-1-1,0 1 1,0-1 0,-1 0 0,1 1-1,0-1 1,0 0 0,-1 0 0,1 0 0,0 0-1,-1 0 1,1 0 0,-1 0 0,1-1-1,-1 1 1,-1 0 0,-10 3 105,1-1 0,0-1 1,-21 2-1,32-3-131,-125 2 212,93-3-265,32 0-67,3-12-1726,8-1-113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1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15687,'0'0'14650,"0"19"-14277,0 49 63,-17 129 0,-13-36-131,-22 103-215,43-244-409,2-17-2355,3-5-634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12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26700,'0'0'4637,"6"4"-4498,7 1-92,-1 1-1,1-2 1,0 0 0,0 0 0,0-1-1,25 2 1,87-3-37,-76-3 0,-36 2-9,0-2 0,0 0 0,0 0 0,0-1 1,-1-1-1,1 0 0,19-8 0,-26 8 2,0 0 0,0 0 0,-1-1 0,1 1-1,-1-1 1,0-1 0,0 1 0,-1-1 0,1 1 0,-1-1 0,0-1 0,-1 1 0,1-1-1,-1 1 1,0-1 0,0 0 0,2-7 0,-2 2 0,0 0 0,-1 1 0,0-1 0,-1 0 0,0 0 0,-1-12 0,-1 22 1,1 0 0,-1 0 0,0 0 0,0 0-1,0 0 1,0 0 0,0 0 0,0 0 0,0 1-1,0-1 1,0 0 0,0 1 0,0-1 0,-1 1-1,1-1 1,0 1 0,0-1 0,-1 1 0,1 0 0,0 0-1,-1 0 1,1 0 0,0 0 0,0 0 0,-1 0-1,1 0 1,-2 0 0,-38 2 73,35 0-69,0-1 0,1 1 0,-1 1 0,1-1 0,-1 1 0,1-1 0,0 2 0,0-1 0,1 0 0,-1 1 0,1 0 0,-1 0 0,1 0 0,0 1 0,1-1 0,-4 6-1,0 1 10,0-1 0,1 1-1,0 1 1,1-1-1,0 1 1,-4 17-1,7-20-5,-1 1-1,2 0 0,-1 0 1,1 0-1,1 0 0,0 0 1,2 20-1,-1-25-7,1-1-1,-1 1 1,1-1 0,0 1-1,0-1 1,0 1 0,0-1-1,1 0 1,0 0 0,0 0-1,0-1 1,0 1 0,0-1-1,1 1 1,0-1 0,0 0-1,-1-1 1,7 4 0,1 0 0,0-1 1,1 0-1,0 0 1,0-1 0,0-1-1,1 0 1,17 2-1,89-1 22,-107-4-25,-5 0-19,0-1 0,0 0-1,0-1 1,-1 0 0,1 0 0,-1 0 0,1-1 0,-1 0 0,0 0-1,0-1 1,0 1 0,0-1 0,-1-1 0,1 1 0,-1-1 0,0 0-1,7-10 1,7-9-209,-1-2 0,24-44-1,-32 53 125,0-2-850,0 0 0,8-23-1,-4-6-3436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12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30062,'0'0'1761,"-32"148"-1633,24-57-96,-4 8-32,0 7-80,-4 6-241,-12 7-1151,-12 1-22923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3:41.1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27341,'16'3'4434,"-20"-3"-4437,4 0-10,0 44-51,1-41 62,0 0 0,0 0 0,1 0 0,0 0 0,0 0 1,0 0-1,0 0 0,0-1 0,0 1 0,1 0 1,-1-1-1,1 0 0,5 4 0,8 9-5,-14-14 9,0 0 0,0 1 0,0-1-1,0 0 1,0 0 0,0 0 0,1 0-1,-1 0 1,0-1 0,0 1-1,1-1 1,-1 1 0,1-1 0,-1 0-1,5 0 1,35 8 19,-42-8-21,0 1 1,1-1 0,-1 0-1,0 1 1,1-1 0,-1 0-1,0 1 1,0-1 0,1 1-1,-1-1 1,0 1 0,0-1-1,0 1 1,0-1 0,0 0-1,1 1 1,-1-1 0,0 1-1,0-1 1,0 1 0,0-1 0,-1 1-1,1-1 1,0 1 0,0-1-1,0 1 1,0-1 0,0 1-1,0-1 1,-1 0 0,1 1-1,0-1 1,0 1 0,-1-1-1,1 0 1,0 1 0,-1-1-1,1 0 1,0 1 0,-1-1-1,1 0 1,-1 1 0,-13 13 44,8-10-26,-2 0 0,1 0 1,0-1-1,-1 0 0,1 0 0,-1-1 0,0 1 0,0-2 0,0 1 0,0-1 1,-16 0-1,24-1-3,45-2-51,-20 1 38,-20 1-3,-1 0 0,1 0 1,-1 0-1,0-1 0,1 1 0,-1-1 1,1 0-1,4-2 0,-9 3 40,-2 13-461,-12 6-865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3:46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10 25740,'0'0'4837,"8"-9"-3498,-10 24-1318,0 1 0,-2-1 1,0 0-1,-1 0 0,0 0 0,-1-1 1,-1 0-1,-15 25 0,7-12-15,-120 195 44,77-134-38,53-84-15,4-3-13,18-2-8,3-1 53,0-1 0,28-7-1,-27 4-20,1 2 0,25-3-1,77 6 23,-124 1-108,0-33-2307,0 17 414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3:46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28797,'0'0'2727,"-2"8"-2605,-38 98 145,-54 101-1,54-125-254,28-61-304,8-42-1799,4-5-88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3:47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28477,'0'0'2012,"2"11"-1756,12 88 49,-5 1-1,-4 0 1,-8 108 0,-2-170-291,-2 0 1,-1 0 0,-2 0-1,-2-1 1,-1-1-1,-2 0 1,-1-1-1,-30 46 1,29-53 6,-2 0 0,-1 0 1,-1-2-1,-1-1 0,-1 0 1,-37 28-1,56-50-5,3-3-35,1-32-1064,0 15-429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30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329 178 28285,'0'0'1267,"3"-1"-1101,0-2-133,-1 0 0,0 0-1,0-1 1,0 1 0,0 0 0,0-1 0,-1 0 0,0 1 0,0-1 0,0 0 0,0 1 0,0-1 0,-1 0 0,0 0 0,1 0 0,-2 0 0,1-4 0,0 2-24,0 0 1,0 0-1,0 0 1,-1 0-1,1 0 1,-2 0-1,1 0 1,-1 0-1,0 0 1,0 0-1,-5-8 1,6 12 10,-1-1 1,0 1 0,0 0-1,0 0 1,0 0 0,-1 1-1,1-1 1,-1 0 0,1 1-1,-1-1 1,1 1 0,-1 0 0,0 0-1,1 0 1,-1 0 0,0 1-1,0-1 1,0 1 0,0-1-1,1 1 1,-1 0 0,0 0-1,0 0 1,0 1 0,0-1-1,0 1 1,0 0 0,1-1-1,-1 1 1,0 0 0,1 1 0,-1-1-1,0 0 1,-2 3 0,-8 6-3,0 0 1,1 0-1,0 2 1,1-1-1,-11 15 1,7-8 34,-7 6 48,2 1-1,1 1 1,-18 33-1,30-47-73,0 1 0,2 0-1,-1 1 1,1-1 0,1 1 0,1 0-1,0 0 1,0 1 0,0 20 0,3-34-27,0 1 1,0-1 0,0 1 0,0-1 0,0 1 0,0 0 0,0-1-1,1 1 1,-1-1 0,0 1 0,1-1 0,-1 0 0,1 1 0,0-1-1,-1 1 1,1-1 0,0 0 0,0 1 0,0-1 0,0 0 0,0 0-1,0 0 1,0 0 0,0 0 0,0 0 0,1 0 0,-1 0-1,0 0 1,1-1 0,-1 1 0,0-1 0,1 1 0,-1-1 0,1 1-1,-1-1 1,1 0 0,-1 1 0,1-1 0,0 0 0,-1 0 0,1 0-1,-1 0 1,1-1 0,-1 1 0,1 0 0,-1-1 0,1 1 0,1-1-1,5-2 9,-1 1-1,1-1 1,-1-1-1,1 1 1,-1-1-1,0-1 1,12-9-1,3-7 8,0-2 1,-2-1-1,-1 0 1,-1-1-1,-1-1 0,23-46 1,-41 76-13,1 0 0,-1 0 1,1 1-1,0-1 0,1 0 1,-1 1-1,1-1 0,0 0 1,0 0-1,2 7 0,18 45 15,-19-52-14,1 1-1,0-1 0,0 0 1,0 0-1,0 0 0,1 0 0,-1-1 1,1 1-1,0-1 0,0 0 0,0 0 1,1 0-1,-1-1 0,1 1 1,-1-1-1,1 0 0,0-1 0,0 1 1,0-1-1,0 0 0,0 0 0,0-1 1,0 1-1,0-1 0,0 0 1,0 0-1,0-1 0,0 0 0,7-1 1,-4 0-152,0 0 0,0 0 0,0-1 1,-1 0-1,1-1 0,-1 0 0,1 0 1,-1 0-1,-1-1 0,1 0 0,0-1 1,-1 1-1,0-1 0,-1 0 1,1-1-1,-1 1 0,5-10 0,3-12-1984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30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28029,'0'0'1859,"18"9"-1282,-6-3-487,-6-4-54,0 1-1,0 0 1,-1 0 0,1 0-1,-1 1 1,1 0 0,-1 0-1,0 0 1,0 1-1,-1-1 1,1 1 0,-1 0-1,0 1 1,-1-1 0,1 1-1,-1-1 1,0 1-1,0 0 1,2 10 0,3 21 86,-3 1 0,0 1 0,-3-1-1,-1 0 1,-2 1 0,-1-1 0,-15 74 0,6-65-256,-2 0 0,-2-1 0,-2-1 0,-2-1 0,-47 82-1,35-80-1049,-1-5-1009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4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42 29117,'0'0'857,"5"0"-668,33-2 219,1-2-1,42-10 1,-42 6-391,1 2-1,48-1 1,-88 7-19,1 0-1,0 0 1,-1 0 0,1 0 0,0 0-1,0 0 1,-1 0 0,1 0 0,0 0-1,-1 0 1,1 1 0,0-1 0,-1 0 0,1 0-1,0 1 1,-1-1 0,1 1 0,0-1-1,-1 0 1,1 1 0,-1-1 0,1 1-1,-1 0 1,1-1 0,-1 1 0,1-1 0,-1 1-1,0 0 1,1-1 0,-1 1 0,0 0-1,1 1 1,-1 0 2,0 0 0,0 1 0,0-1 0,0 0 0,-1 1 0,1-1 0,-1 0 0,1 1 0,-1-1 0,-2 4 0,-1 3 18,0-1-1,-1 1 0,0-1 1,-11 14-1,-100 94 51,65-68 18,-69 85 0,117-129-81,-1 0-1,1 0 1,1 0-1,-1 0 0,1 1 1,-1-1-1,1 1 1,1 0-1,-1-1 1,1 1-1,-1 0 1,1 0-1,1 0 0,-1 7 1,1-11-6,1 1 1,-1-1 0,1 0-1,-1 0 1,1 0-1,-1 0 1,1 0-1,0 0 1,-1-1-1,1 1 1,0 0-1,0 0 1,0 0-1,0-1 1,0 1 0,0 0-1,0-1 1,0 1-1,0-1 1,0 1-1,0-1 1,0 0-1,0 1 1,0-1-1,0 0 1,1 0 0,-1 0-1,0 0 1,2 0-1,42 2 16,-38-2-11,27-1-7,-1 0-1,0-2 1,0-2 0,49-13-1,-63 12-288,-1 0 0,1-2 0,-2 0 0,1-1 0,-1 0 0,0-2 0,-1 0 0,0-1 0,14-13 0,0-6-3078,1 1-6317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4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83 26716,'0'0'3589,"-12"17"-3416,-42 60 11,51-72-157,-1 0-1,1 1 0,0-1 1,1 1-1,-1 0 1,1-1-1,0 1 1,1 0-1,-1 0 1,1 1-1,0-1 1,1 0-1,0 0 1,0 0-1,1 9 1,-1 7 61,1-22-87,-1 1 0,0 0 0,1 0 1,-1 0-1,1-1 0,-1 1 0,1 0 0,-1 0 0,1-1 0,0 1 0,-1 0 0,1-1 0,0 1 0,-1-1 0,1 1 0,0-1 0,0 1 0,0-1 0,-1 0 0,1 1 1,0-1-1,0 0 0,0 0 0,0 1 0,0-1 0,0 0 0,-1 0 0,1 0 0,0 0 0,0 0 0,0 0 0,0 0 0,2-1 0,36-7 65,-27 1-54,0 0 1,0-1 0,-1 0-1,0-1 1,0 0 0,-1-1-1,9-12 1,-2 2-3,-1 0 0,-1-2 0,13-23 0,-25 40-4,-1 0 0,1 0 1,-1 0-1,0 0 0,-1 0 0,1 0 1,-1-1-1,0 1 0,0 0 0,-1-1 0,0 1 1,0-7-1,0 10-4,-1-1 1,0 1-1,1 0 0,-1 0 1,0 0-1,0 0 1,0 0-1,-1 0 0,1 0 1,0 0-1,-1 0 1,1 1-1,-1-1 0,0 1 1,1-1-1,-1 1 1,0-1-1,0 1 0,0 0 1,0 0-1,0 0 1,0 0-1,0 0 0,0 1 1,0-1-1,-1 1 0,1-1 1,0 1-1,0 0 1,-1 0-1,-2 0 0,-2-1-62,1 0 0,0 0 0,-1 1 0,1 0 0,-1 1 0,1-1 0,0 1-1,-1 0 1,1 1 0,0-1 0,0 1 0,0 1 0,0-1 0,0 1-1,0 0 1,1 0 0,-1 1 0,1-1 0,0 1 0,0 1 0,0-1 0,1 1-1,-1-1 1,1 1 0,-6 10 0,-7 13-2002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45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29502,'0'0'763,"-8"21"-641,2-3-85,-7 16 134,-16 71 0,1 22 297,-31 183-136,57-292-318,-1 10-52,9-48 94,-2 5-46,1 1 0,1 0-1,1 0 1,0 0-1,0 1 1,1 0-1,1 0 1,0 1-1,15-15 1,-5 7-10,1 1 0,1 0 0,1 2 0,31-19 1,-52 34-1,1 1 1,0 0-1,0 0 1,-1 0-1,1 0 1,0 0-1,0 0 1,0 1-1,0-1 1,0 1-1,0-1 1,0 1 0,0 0-1,0 0 1,0 0-1,0 0 1,0 0-1,0 0 1,0 0-1,0 1 1,3 0-1,-4 0 0,1 0 0,0 0-1,-1 1 1,0-1 0,1 0 0,-1 1-1,0-1 1,0 1 0,0-1-1,0 1 1,0 0 0,0 0-1,0-1 1,0 1 0,-1 0 0,1 0-1,-1 0 1,1 2 0,1 7 3,-1 0 1,-1 0 0,0 0-1,0 0 1,-1 0 0,-4 20 0,2-21 3,-1 0 1,0 1 0,-1-2 0,0 1 0,0-1-1,-1 1 1,0-1 0,-1-1 0,-15 16 0,-9 7 61,-39 28 0,53-45-48,-67 51 51,86-97-1078,10 2-136,10-4-589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45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11 28493,'0'0'224,"-2"20"488,-4 24-454,-2-1-1,-2 0 0,-1 0 0,-24 54 0,29-88 241,2-9-199,3-23-121,10-37-222,-3 43 46,1 1-1,0 1 0,1-1 1,1 1-1,0 1 0,1-1 0,1 2 1,20-22-1,-23 28 0,0 0 0,1 0-1,0 0 1,1 2 0,-1-1 0,1 1-1,0 0 1,0 1 0,0 0 0,1 1 0,0 0-1,-1 1 1,1 0 0,0 0 0,12 1-1,3 1-385,0 1 0,-1 2 0,1 0-1,-1 2 1,0 1 0,36 13-1,-21-6-1423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4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26892,'0'0'2327,"-20"4"-1922,2 0-320,10-3-45,0 0-1,0 0 0,0 1 1,0 1-1,0-1 0,1 1 1,-1 1-1,1-1 0,0 1 1,0 0-1,0 1 0,1 0 1,-1 0-1,-7 8 0,5-4 38,0 1 1,1 0-1,0 0 0,0 1 0,1 0 0,1 0 1,0 1-1,0 0 0,1 0 0,0 0 0,1 1 1,1-1-1,0 1 0,1 0 0,-1 15 0,3-28-78,0 1 0,0-1 0,0 1 0,1 0 0,-1-1 0,0 1 0,0-1 0,1 1 0,-1-1 0,0 1 0,1-1 0,-1 1 0,0-1 0,1 0 0,-1 1 1,1-1-1,-1 1 0,1-1 0,-1 0 0,1 0 0,-1 1 0,1-1 0,-1 0 0,1 0 0,-1 1 0,1-1 0,0 0 0,-1 0 0,1 0 0,-1 0 0,1 0 0,-1 0 0,1 0 0,0 0 0,0 0 0,27-3-7,-25 3 11,12-3 5,0-2 0,0 1 0,0-2 0,-1 0 0,0-1 0,0 0 0,0-1 0,16-13 0,-6 3-15,-1-1 1,-1-1-1,30-35 1,-46 49 2,-2 1 6,1 1 0,-1-1 1,0 0-1,-1 0 1,1 0-1,-1 0 0,0-1 1,-1 1-1,1-1 1,-1 0-1,0 0 0,0 0 1,1-6-1,-10 15 54,0 3-46,1 0-1,-1 1 1,1 0-1,1 0 1,-1 0 0,1 1-1,1-1 1,-1 1-1,1 0 1,1 1 0,-1-1-1,1 0 1,1 1-1,0 0 1,0 0-1,0 0 1,1 0 0,1 0-1,0 0 1,0 0-1,2 13 1,-1-19-25,0-1-1,1 1 1,-1-1 0,1 1-1,-1-1 1,1 1 0,0-1 0,0 0-1,0 0 1,0 0 0,0 0-1,0 0 1,1-1 0,-1 1 0,1-1-1,-1 1 1,1-1 0,-1 0-1,1 0 1,0 0 0,0 0 0,0-1-1,-1 1 1,1-1 0,0 1-1,0-1 1,4 0 0,6 1-400,1-1 1,-1 0 0,1 0-1,20-5 1,17-11-2046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46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16 27773,'0'0'2273,"18"-3"-1830,57-8-195,-72 11-231,-1-1 1,0 1-1,0 0 1,1 0-1,-1-1 1,0 2-1,0-1 0,1 0 1,-1 0-1,0 1 1,0-1-1,1 1 1,-1-1-1,0 1 1,0 0-1,0 0 1,0 0-1,0 0 1,0 1-1,0-1 0,2 3 1,-3-2-6,1 0 1,-1 0-1,0 0 0,0 0 1,-1 0-1,1 1 0,0-1 1,-1 0-1,1 1 0,-1-1 1,0 0-1,0 1 0,0-1 0,0 0 1,0 1-1,-1 3 0,-2 4 16,1 0 0,-1 0-1,-1 0 1,0-1 0,0 1-1,-11 16 1,-22 23 57,22-29-62,0 1 0,-15 27 0,25-39-23,1 1-1,0-1 1,1 1-1,0-1 1,1 1-1,0 0 1,0 0-1,1 0 1,0 12-1,1-20 1,0-1 0,1 1-1,-1 0 1,0-1 0,1 1 0,0 0 0,-1-1-1,1 1 1,0-1 0,-1 1 0,1-1-1,0 1 1,0-1 0,0 1 0,0-1-1,1 0 1,-1 0 0,0 0 0,1 0 0,-1 0-1,0 0 1,1 0 0,-1 0 0,1 0-1,-1 0 1,1-1 0,0 1 0,-1-1-1,1 1 1,0-1 0,2 1 0,9 0 11,-1 1-1,0-2 1,19 0 0,-14-1-9,3 0 1,0-1 1,0-1 0,0-1 0,0-1-1,-1-1 1,0 0 0,0-2 0,29-15 0,-13 4 0,-1-2 0,-1-1 0,44-39 0,-56 43 2,-1-1-1,30-37 0,-46 52-2,0-1-1,-1 0 0,1 0 0,-1-1 1,0 1-1,-1-1 0,1 1 0,-1-1 1,0 0-1,-1 0 0,1 0 0,-1 0 0,0 0 1,-1 0-1,1 0 0,-1-1 0,0 1 1,-2-9-1,1 15-3,1-1 0,-1 0 0,1 1 0,-1-1 0,1 1 0,-1-1 0,0 1 1,1-1-1,-1 1 0,0 0 0,1-1 0,-1 1 0,0 0 0,0-1 0,1 1 0,-1 0 0,0 0 0,0 0 0,0 0 1,1 0-1,-1 0 0,0 0 0,0 0 0,0 0 0,0 0 0,-26 3-31,18 0 33,-1 0-1,1 1 1,0 0-1,1 0 1,-1 1 0,1 0-1,0 1 1,0 0 0,-8 7-1,-4 6 17,1 0-1,-19 25 1,31-37-11,1 1 0,0 1 1,1-1-1,0 1 0,0 0 0,1 0 0,0 1 1,0-1-1,1 1 0,1 0 0,-1-1 1,2 1-1,-1 0 0,1 1 0,1-1 0,0 0 1,2 16-1,-1-22-8,0-1 1,0 1-1,0-1 1,1 0-1,0 0 1,0 1-1,-1-1 1,2 0-1,-1-1 1,0 1-1,1 0 1,-1-1-1,1 1 1,0-1-1,-1 0 1,1 0-1,0 0 1,1 0-1,-1 0 1,0-1-1,0 1 1,1-1-1,-1 0 1,1 0-1,6 1 1,8 1-90,1-1 1,0-1-1,31-1 1,-41 0 8,0 0-122,0-1 0,-1 0 0,1 0 0,-1-1 0,1 0 0,-1-1 0,0 0 1,10-4-1,20-14-1973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47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29053,'0'0'2327,"-6"18"-2154,2-6-144,-3 7 16,0-1 0,2 1 0,0 0 0,1 1 0,-2 30 0,5-21 9,0-18-51,1 0 0,0-1 0,0 1 0,4 18 0,-3-27-3,0-1 0,0 0 0,0 1 0,0-1 0,0 0 0,1 0 0,-1 0-1,1 0 1,-1 0 0,1 0 0,-1 0 0,1 0 0,-1 0 0,1-1 0,0 1 0,-1-1-1,1 1 1,0-1 0,0 0 0,-1 0 0,1 1 0,0-1 0,0 0 0,-1-1 0,1 1-1,2 0 1,2-1 4,-1 1 0,1-1-1,0 0 1,0 0 0,-1 0 0,1-1-1,5-2 1,4-6 2,0-1-1,-1 0 1,0-1 0,-1 0 0,-1-1-1,0-1 1,0 0 0,-2 0-1,1-1 1,-2-1 0,0 0 0,-1 0-1,9-27 1,-27 51 125,-5 11-113,13-16-15,1 0 0,-1 0-1,1 0 1,0 0-1,0 0 1,0 1 0,1-1-1,-1 0 1,1 1-1,-1-1 1,1 0 0,0 1-1,0-1 1,1 1 0,-1-1-1,1 0 1,0 1-1,-1-1 1,2 0 0,-1 0-1,0 0 1,1 0-1,-1 0 1,1 0 0,0 0-1,0 0 1,0-1-1,0 1 1,0 0 0,1-1-1,-1 0 1,1 0-1,0 0 1,-1 0 0,1 0-1,0 0 1,0-1 0,0 1-1,0-1 1,1 0-1,-1 0 1,0 0 0,0 0-1,4 0 1,12 2 4,0 0 0,0-1 0,1-2 0,-1 1 0,0-2 0,0-1 0,24-4 0,-32 4-6,-1-1 0,0 0 0,0 0 1,0-1-1,0 0 0,-1-1 0,0 0 1,0-1-1,0 0 0,0 0 0,-1-1 1,0 0-1,-1 0 0,12-14 0,-10 2 15,-8 18-16,-1 38-26,-1-30 32,1 0 1,0 0-1,1 0 0,0-1 1,0 1-1,0 0 0,1 0 1,0-1-1,0 1 0,5 8 1,-5-12-5,1 0 0,-1 0 1,1-1-1,0 1 0,-1-1 0,1 1 1,0-1-1,1 0 0,-1 0 1,0 0-1,1-1 0,-1 1 0,1-1 1,-1 1-1,1-1 0,0-1 0,-1 1 1,1 0-1,0-1 0,0 0 1,5 0-1,-2 1-80,1-1 0,-1-1 0,1 1 0,-1-1 0,0 0 0,1-1 0,-1 0 0,0 0 0,0 0 0,0-1 0,0 0 0,-1-1 1,1 1-1,-1-1 0,0 0 0,0-1 0,0 0 0,0 0 0,-1 0 0,0 0 0,0-1 0,4-6 0,11-20-1555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47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30414,'0'0'1104,"-52"115"-1056,44-57-48,4 5-64,-4 7-592,-8 4-1089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48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21 27869,'0'0'261,"1"15"155,3 81-2,-4 0-1,-5-1 1,-3 1-1,-32 141 1,30-195-410,0-1-10,-1 0-1,-2 0 1,-29 63 0,37-95 15,-1 0-99,6-15-33,1-15 119,-1 7 10,-1-12 21,2 1 1,0 0 0,2 0-1,9-42 1,25-67 55,39-123-22,-62 219-43,2 0-1,2 0 1,1 2-1,34-49 1,-42 70 13,0 0 0,28-25 1,-35 36-8,0 1 0,0-1 1,1 1-1,-1 0 0,1 0 1,0 0-1,0 1 0,0-1 1,0 1-1,1 1 0,-1-1 1,0 1-1,1 0 0,6-1 1,-11 2-22,0 0 1,0 0-1,0 1 1,0-1 0,0 0-1,0 1 1,0-1-1,0 0 1,-1 1-1,1-1 1,0 1 0,0-1-1,0 1 1,-1 0-1,1-1 1,0 1-1,-1 0 1,1 0 0,-1-1-1,1 1 1,-1 0-1,1 0 1,-1 0-1,1 0 1,-1-1 0,0 1-1,1 0 1,-1 1-1,5 30 64,-4-27-48,1 11-5,0-1-1,-1 1 1,-1 0-1,0 0 1,-2-1-1,1 1 1,-2 0-1,0-1 1,-1 0-1,0 0 1,-1 0 0,-12 22-1,2-9 28,-32 42-1,40-61-35,0 0 0,0-1 0,0-1 0,-1 1 0,0-1 0,-1-1 0,0 1 0,-16 8 0,24-17-178,0 0 0,0 1 0,0-1 0,1 0 1,-1 0-1,1 0 0,-1 0 0,1 0 0,0 0 1,0 0-1,0 0 0,0 0 0,0-1 0,1-2 1,-1 2-326,0-30-2735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4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 29453,'0'0'483,"-4"19"35,1 4-403,3-12-78,-2 1 0,0-1-1,0 0 1,-1 0 0,0 0-1,-1 0 1,-1 0 0,-5 11-1,-9 15 89,6-10-35,-2 0 0,0-1 1,-38 47-1,43-66-114,11-13 5,-1 5 14,24-37 17,2 0 0,1 1-1,2 2 1,2 1 0,0 2 0,48-39 0,-74 68-121,-1 0 1,0 1 0,1-1-1,-1 1 1,1 0-1,-1 0 1,1 0 0,0 1-1,0-1 1,0 1 0,0 1-1,0-1 1,0 1-1,0-1 1,10 2 0,5 1-1341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49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78 27421,'0'0'2435,"-14"16"-2112,8-9-295,-13 14 68,1 1 0,0 0 0,2 1-1,-20 38 1,33-54-78,0 0 0,0 0 0,0 0 0,1 0 0,0 0 0,1 0 0,-1 1 0,1-1 0,1 1 0,-1-1 0,2 9 0,-1-15-19,1 0-1,0 0 1,-1-1-1,1 1 1,-1 0-1,1-1 1,0 1-1,0-1 1,-1 1-1,1-1 1,0 1-1,0-1 1,0 0-1,0 1 1,0-1 0,-1 0-1,1 1 1,0-1-1,0 0 1,0 0-1,0 0 1,0 0-1,0 0 1,0 0-1,0 0 1,1-1-1,27-1 21,-21-1-14,1 0-1,-1 0 1,0-1 0,0 0 0,-1 0 0,1-1-1,-1 0 1,0 0 0,0-1 0,6-6 0,6-6 8,-2-1 1,19-25-1,-29 34-5,-1-1 1,0 0-1,-1 0 0,0 0 0,-1-1 1,0 0-1,-1 0 0,4-22 0,-7 29-4,1 1 0,-1-1 0,0 0 0,0 1 0,-1-1 0,0 1 0,1-1 0,-1 1 0,-1-1 0,1 1 0,-4-8 0,4 10-4,-1 0 1,1 0 0,-1 0-1,0 0 1,0 0 0,0 0-1,0 0 1,0 1 0,0-1-1,0 1 1,0-1 0,-1 1-1,1 0 1,-1 0 0,1 0-1,-1 0 1,1 0 0,-1 1-1,1-1 1,-1 1 0,-4 0-1,1-1 19,0 1 0,1 0 1,-1 0-1,0 0 0,0 1 0,1 0 0,-1 0 0,0 1 0,1-1 0,-11 6 0,-10 16-1201,24-20 480,-1 0 1,2 1 0,-1-1 0,0 1 0,1 0 0,-1 0 0,-1 7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 28605,'0'0'2788,"-6"6"-2761,-1 2-24,1 0 1,0 1-1,0-1 0,1 1 1,1 0-1,-1 0 1,1 0-1,1 1 1,0 0-1,0 0 0,1-1 1,0 1-1,0 17 1,2-17-5,1 1 0,0 0 0,1-1-1,0 0 1,0 1 0,1-1 0,1 0 0,0 0 0,0-1 0,1 1 0,0-1 0,0 0 0,1 0 0,12 13 0,-16-21-4,-1 1 0,0-1 1,0 1-1,0-1 0,0 1 0,0 0 1,0-1-1,0 1 0,-1 0 0,1 0 1,0-1-1,-1 1 0,0 0 0,1 0 1,-1 0-1,0 0 0,0 0 0,0-1 1,0 1-1,0 0 0,0 0 0,-1 2 1,0-2 9,0-1 0,-1 1 0,1 0 0,0-1 0,-1 1 1,1-1-1,-1 0 0,1 1 0,-1-1 0,1 0 0,-1 0 0,0 0 1,0 0-1,0 0 0,1-1 0,-1 1 0,-2 0 0,-13 3 60,1-1 0,0-1 0,0 0 0,-19-1 0,17-1-40,-48 2-137,94-26-1315,-4 8 26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0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0 29566,'0'0'731,"-13"15"-289,0 1-331,-2 0-12,1 1-1,1 0 1,1 1-1,-14 26 0,-34 86 160,-58 184-1,112-292-276,-15 37-490,19-61 254,1 0 0,0 0 0,-1 0 0,1 0 0,0 0-1,0 0 1,0 0 0,1 0 0,-1-1 0,0 1 0,1 0 0,-1-4 0,-7-69-1305,-5-29 384,11 93 1683,-1-1 0,-1 1 1,-9-19-1,3 18 1629,5 18-1135,5 24-574,2-26-406,0 0-1,1 0 1,-1 0-1,1 0 1,0 0-1,0-1 0,0 1 1,0-1-1,0 0 1,1 0-1,0 0 1,-1 0-1,1-1 1,0 1-1,0-1 1,1 0-1,-1 0 1,8 2-1,4 1 13,1 0 0,1-1 0,27 4-1,-16-5-14,-1 0 0,1-2 0,-1-2 0,1 0 0,-1-2-1,35-7 1,-53 8-15,-1-1-1,1 0 0,-1-1 1,0 0-1,0 0 0,0 0 1,-1-2-1,1 1 0,-1-1 1,-1 0-1,1 0 0,-1-1 1,0 0-1,0 0 0,-1-1 1,0 0-1,-1 0 0,1-1 0,-1 1 1,-1-1-1,5-14 0,-8 21-2,0 0-1,0-1 1,0 1-1,-1 0 0,1-1 1,-1 1-1,0-1 1,1 1-1,-1 0 1,0-1-1,-1 1 0,1-1 1,0 1-1,-1-1 1,-1-3-1,2 5 0,-1-1 0,0 1 0,0 0-1,0-1 1,0 1 0,0 0 0,0 0 0,0 0 0,-1 0 0,1 0 0,0 0 0,-1 0-1,1 0 1,0 1 0,-1-1 0,1 1 0,-1-1 0,-2 0 0,-3 0 11,0 0 0,0 1 1,0 0-1,1 0 0,-1 1 1,0 0-1,0 0 0,0 0 1,1 1-1,-9 3 0,5-1 13,0 0 0,0 1 0,1 0 0,-1 1 0,1 0 0,1 1 0,-1-1 0,1 2 0,0-1 0,1 1 0,-8 10 0,11-12-13,-1 0 0,1 0 0,0 1 0,1 0 0,-1-1 0,1 2 0,1-1 0,-1 0 0,1 0 0,1 1 0,-1-1 0,1 1 0,0-1 0,1 1 0,0 0 0,1 11 0,1-14-9,-1-1-1,1 0 1,0 0 0,0 0 0,0 0 0,1-1 0,-1 1 0,1-1 0,0 1 0,0-1 0,0 0-1,1 0 1,-1 0 0,1-1 0,-1 1 0,1-1 0,0 0 0,0 0 0,0 0 0,6 2 0,3 1-5,1-1 0,-1 0-1,1 0 1,0-1 0,16 1 0,-21-3-139,-1 0 0,0 0 0,1-1-1,-1 0 1,1 0 0,-1-1-1,1 0 1,-1-1 0,0 1 0,1-2-1,-1 1 1,0-1 0,0 0-1,-1-1 1,1 0 0,13-10 0,11-12-2283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29662,'0'0'1456,"-44"135"-1456,28-81-352,0 3-993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340 121 27837,'0'0'2163,"2"-12"-1997,-2 10-143,7-46 84,-7 46-87,1 0 0,-1 0 0,0 0 0,0-1 0,0 1 0,0 0 0,0 0 0,0 0 0,0 0 0,-1 0 0,1 0 0,-1 0 0,0 0 0,0 0 0,1 0 0,-1 0 0,-1 0 0,1 0 0,0 1-1,0-1 1,0 0 0,-3-1 0,-3 0 8,1 1-1,-1 0 1,0 1-1,0 0 1,0 0-1,0 0 1,0 1-1,0 0 0,0 0 1,0 1-1,0 0 1,0 0-1,0 1 1,0 0-1,-12 4 1,5 0 2,-1 1 0,1 0 1,1 1-1,-1 1 1,-22 18-1,23-15 18,-1 0 1,2 1-1,-21 27 1,28-34-44,1 0 0,1 0 0,-1 1 0,1 0 0,0-1 0,1 1 0,-1 0 0,2 0 0,-1 1 0,1-1 0,0 0 0,0 8 0,1-14-6,1 0 0,0 0 0,0 0 0,0 0 0,0 0 0,0 0 0,0-1 0,0 1 0,0 0 0,0-1 0,0 1 0,0 0 0,0-1 0,0 1 0,1-1 0,-1 0 0,0 0 0,0 1 0,1-1 0,-1 0 0,0 0 0,0 0 0,1 0 0,-1 0 0,0 0 0,0-1 0,1 1 0,-1 0 1,0-1-1,2 0 0,46-9 44,-22-3-36,0 0 1,0-2-1,-2-1 1,0-1-1,-1-1 0,0-1 1,39-42-1,-63 61-7,0 0 0,0 0 0,0-1 1,0 1-1,0 0 0,0 0 0,1 0 0,-1 0 1,0-1-1,0 1 0,0 0 0,0 0 0,1 0 1,-1 0-1,0 0 0,0 0 0,0 0 0,1-1 1,-1 1-1,0 0 0,0 0 0,0 0 0,1 0 1,-1 0-1,0 0 0,0 0 0,1 0 0,-1 0 1,0 0-1,0 0 0,0 0 0,1 0 0,-1 0 0,0 1 1,0-1-1,0 0 0,1 0 0,-1 0 0,0 0 1,0 0-1,0 0 0,1 0 0,-1 1 0,0-1 1,0 0-1,0 0 0,0 0 0,0 0 0,1 1 1,-1-1-1,0 0 0,0 0 0,0 0 0,0 1 1,0-1-1,0 0 0,0 1 0,7 20 66,4 10 9,-5-24-75,1 0-1,0-1 1,1 0-1,-1-1 1,1 0 0,0 0-1,0 0 1,1-1 0,-1 0-1,1-1 1,0 0-1,0 0 1,13 1 0,12 2-52,0-1 0,43-1 1,-75-4 42,88 4-868,0-4 1,110-15-1,-108-2-1644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2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29934,'0'0'771,"-1"18"-470,-4 28-161,-2 0-1,-20 72 1,14-86-97,9-25-40,1 1 0,0-1 0,0 1 0,1-1 0,-1 1 0,2 0 0,-1 0-1,0 10 1,3-19-3,0-1 0,-1 1-1,1-1 1,0 1 0,0-1-1,0 1 1,0 0 0,0 0-1,0-1 1,1 1 0,-1 0-1,0 0 1,0 0 0,3-1-1,3-4 6,71-75 49,-38 37-48,3 1-1,1 2 0,51-36 0,-95 77-3,0 0 0,0 0-1,0 1 1,0-1 0,0 0 0,0 0 0,0 1-1,0-1 1,0 0 0,0 0 0,0 0 0,0 1-1,0-1 1,1 0 0,-1 0 0,0 1-1,0-1 1,0 0 0,0 0 0,0 0 0,0 1-1,1-1 1,-1 0 0,0 0 0,0 0 0,0 1-1,0-1 1,1 0 0,-1 0 0,0 0-1,0 0 1,0 0 0,1 0 0,-1 1 0,0-1-1,0 0 1,1 0 0,-1 0 0,0 0 0,0 0-1,1 0 1,-1 0 0,0 0 0,0 0-1,1 0 1,-1 0 0,0 0 0,0 0 0,1 0-1,-1 0 1,0-1 0,0 1 0,0 0 0,1 0-1,-1 0 1,-10 23 62,9-22-60,-14 29 80,9-21-78,0 0 1,1 1-1,1 0 1,-1 1-1,2-1 1,-1 0-1,1 1 1,1 0-1,0 0 1,0 0-1,1 0 1,1 13-1,0-22-6,1 0 0,0 1 0,-1-1 1,1 0-1,0 0 0,0 0 0,0 0 0,1 0 0,-1 0 0,0 0 0,1 0 0,-1-1 0,1 1 0,0-1 0,-1 1 0,1-1 0,0 1 1,0-1-1,0 0 0,0 0 0,0 0 0,0 0 0,1 0 0,-1 0 0,0-1 0,0 1 0,1-1 0,-1 0 0,3 1 0,11 1-32,1-1 0,-1 0 0,18-2-1,-14 0-101,-5 1-79,-1 1-632,0-1 1,0-1-1,25-5 1,-14-2-5871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32 28141,'0'0'1619,"-22"-6"-1251,-72-16-39,88 21-287,1 0 1,-1 0 0,0 1 0,0 0 0,0 0 0,0 1 0,0-1-1,0 1 1,0 1 0,0-1 0,1 1 0,-1 0 0,1 0 0,-1 1 0,1-1-1,0 1 1,-7 6 0,4-3 16,0 0-1,1 1 1,-1 0 0,2 1-1,-1-1 1,1 1 0,-9 16-1,11-16-44,0-1-1,1 1 1,0 0-1,1 0 0,0 0 1,0 1-1,1-1 1,-1 0-1,1 10 1,1-16-17,0 0 1,0 0 0,0 1-1,0-1 1,0 0 0,1 1-1,-1-1 1,1 0 0,-1 0-1,1 0 1,0 1 0,0-1-1,0 0 1,0 0 0,0 0-1,1 0 1,-1-1 0,0 1-1,1 0 1,0 0 0,-1-1-1,1 1 1,0-1 0,0 0-1,-1 1 1,1-1 0,0 0-1,1 0 1,-1 0 0,0 0-1,0-1 1,0 1 0,0 0-1,1-1 1,-1 0 0,3 1-1,8-1 8,-1 0-1,0-1 1,1-1-1,-1 0 0,0 0 1,0-1-1,0-1 1,0 0-1,0 0 1,-1-1-1,0-1 1,0 0-1,-1 0 0,1-1 1,-1-1-1,-1 0 1,1 0-1,-1 0 1,-1-1-1,15-20 1,-29 97 195,6-64-203,-1 1 1,1-1 0,0 0 0,0 0 0,1 0 0,-1 0 0,1 0-1,0 1 1,0-1 0,0 0 0,1 0 0,-1-1 0,1 1-1,4 7 1,-2-7-6,0 0 0,0-1 0,0 1 0,1-1 0,-1 0 0,1 0 0,0-1 0,0 1 1,-1-1-1,2 0 0,7 2 0,23 4-319,0-2 0,0-1 1,1-2-1,-1-1 0,66-6 1,-66 2-206,70-4-1723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4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28797,'0'0'2353,"1"16"-2073,-1-5-235,1 4-11,0-1 0,-2 1 0,1 0 0,-2-1 0,0 1 0,-5 14 0,-5 15 44,-46 182 34,66-230-116,-1 0 1,1-1-1,-1 0 1,0 0-1,0-1 1,8-8 0,105-124 30,-87 96-22,2 2 0,59-54 0,-84 86-17,16-11 76,-22 24-13,-8 17-20,-40 87 88,28-75-109,2 1 0,-9 38 0,22-73-11,1 1 0,0-1 1,0 0-1,0 0 0,0 0 0,0 0 0,0 1 1,0-1-1,0 0 0,0 0 0,0 0 0,0 0 0,0 1 1,0-1-1,1 0 0,-1 0 0,0 0 0,0 0 1,0 0-1,0 1 0,0-1 0,0 0 0,0 0 0,0 0 1,0 0-1,1 0 0,-1 0 0,0 1 0,0-1 1,0 0-1,0 0 0,0 0 0,1 0 0,-1 0 0,0 0 1,0 0-1,0 0 0,0 0 0,0 0 0,1 0 1,-1 0-1,0 0 0,0 0 0,0 0 0,0 0 1,1 0-1,-1 0 0,0 0 0,0 0 0,1 0 0,14-4-2,14-10 21,51-41 8,-58 38-31,2 1 0,46-25 0,-66 39 2,12-2-23,-14 40-38,-3-30 23,1 1 0,1-1 1,-1 0-1,1 0 1,0 1-1,1-1 0,-1 0 1,1 0-1,0 0 0,4 6 1,-4-9 0,0 0-1,0-1 1,0 1 0,1-1-1,-1 0 1,1 1 0,-1-1-1,1 0 1,0-1 0,0 1-1,0 0 1,0-1 0,0 1-1,0-1 1,0 0 0,0 0-1,1-1 1,-1 1 0,0-1-1,1 1 1,4-1 0,29 1-1268,3-1-1333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4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29566,'0'0'1595,"-5"17"-1286,-41 141-63,40-138-244,0-1 0,2 1 0,0 1 0,-1 29 1,22-60-97,11-13 116,39-42-1,-42 38-13,47-37 0,-32 33-6,-20 14 5,1 1 1,1 1-1,37-20 1,-59 35-7,0 0 0,1 0-1,-1 0 1,0 0 0,0 0 0,0-1 0,1 1 0,-1 0-1,0 0 1,0 0 0,0 0 0,1 0 0,-1 0 0,0 0-1,0 0 1,0 0 0,1 0 0,-1 0 0,0 0 0,0 0-1,0 0 1,1 0 0,-1 0 0,0 0 0,0 1 0,0-1-1,1 0 1,-1 0 0,0 0 0,0 0 0,0 0 0,0 0-1,0 0 1,1 1 0,-1-1 0,0 0 0,0 0 0,0 0-1,0 0 1,0 1 0,0-1 0,1 0 0,-1 0 0,0 0-1,0 1 1,0-1 0,0 0 0,0 0 0,0 0 0,0 1-1,0-1 1,0 0 0,-3 18 24,-8 15 37,4-14-107,2 0 0,0 0 0,1 1-1,0 0 1,2 0 0,0-1 0,2 24 0,0-42-50,0 0 0,0 1 0,0-1 0,0 0-1,1 0 1,-1 0 0,0 0 0,1 0-1,-1 0 1,1 0 0,-1 0 0,1 0 0,-1-1-1,1 1 1,-1 0 0,1 0 0,0 0 0,0 0-1,0-1 1,-1 1 0,1 0 0,0-1-1,0 1 1,0-1 0,0 1 0,0-1 0,0 1-1,0-1 1,0 0 0,0 1 0,0-1-1,0 0 1,0 0 0,0 0 0,0 0 0,0 0-1,1 0 1,-1 0 0,0 0 0,0 0-1,1-1 1,26 1-5550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106 101 28061,'0'0'2318,"-16"18"-2056,-49 61-65,63-76-175,-1 0-1,1 0 0,-1 0 1,1 1-1,0-1 0,0 1 1,1-1-1,-1 1 1,1 0-1,0 0 0,0-1 1,0 1-1,0 0 1,1 0-1,0 0 0,-1 0 1,2 0-1,0 7 1,0 6 11,-1-16-32,0 1-1,0-1 1,0 1-1,0 0 1,1-1-1,-1 1 1,1-1-1,-1 1 1,1-1-1,0 0 1,-1 1-1,1-1 1,0 0-1,0 1 1,0-1-1,0 0 1,0 0-1,0 0 1,0 0-1,1 0 1,-1 0-1,0 0 1,1 0-1,1 1 0,1 0 4,1 0-1,0-1 1,0 1-1,0-1 0,0 0 1,0 0-1,10 0 1,-5-1 1,0 0 1,1 0-1,-1-2 0,0 1 1,0-1-1,0 0 1,16-7-1,-20 6 0,0 0 1,0-1-1,-1 0 0,0 0 1,0 0-1,0-1 0,0 0 1,-1 0-1,0 0 0,0 0 1,0-1-1,0 0 0,-1 1 1,0-1-1,-1 0 0,5-12 1,-4 6 22,-1 1-1,0-1 1,-1 1 0,0-1 0,0 1 0,-1-1 0,-1 0 0,-4-22 0,4 28-25,-1 1 0,0-1 1,-1 1-1,1 0 1,-1 0-1,0 0 1,0 0-1,-1 1 1,1-1-1,-1 1 0,0 0 1,0 0-1,-1 0 1,1 1-1,-7-5 1,8 6-24,0 0 1,-1-1-1,0 1 1,1 1-1,-1-1 1,0 0-1,0 1 1,0 0-1,0 0 1,0 0-1,0 0 1,-1 1-1,1-1 1,0 1-1,0 0 1,0 1-1,-1-1 1,1 1-1,0 0 1,0-1-1,-7 4 1,8-2-63,1 0 0,0-1-1,0 1 1,0 0 0,0 1 0,0-1-1,0 0 1,0 0 0,1 1 0,-1-1 0,1 1-1,0 0 1,-1-1 0,1 1 0,-1 4-1,-2 13-3993,4 2-10784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27837,'0'0'2649,"17"-7"-2372,55-24 36,-68 29-269,0 1 0,0-1 0,-1 1 0,1 0 0,0 0 0,0 0 0,0 1 0,0 0 1,0-1-1,1 1 0,-1 1 0,7 0 0,-9 0-35,0-1 0,0 1 0,-1 0 0,1 0-1,0 0 1,-1 0 0,1 0 0,-1 0 0,1 0 0,-1 0 0,1 1 0,-1-1 0,0 0 0,0 1-1,0-1 1,1 1 0,-1 0 0,-1-1 0,2 3 0,0 1-9,-1-1-1,0 1 1,-1-1 0,1 1 0,-1-1-1,0 1 1,0-1 0,0 1 0,-1-1 0,1 1-1,-1-1 1,0 0 0,0 1 0,-1-1-1,1 0 1,-1 0 0,-4 8 0,-74 102 50,79-113-50,0 0 0,0 0 0,0 1 0,0-1 0,1 1 0,-1-1 0,0 0 0,1 1 0,-1-1 0,1 1 0,0-1 0,0 1 1,-1-1-1,1 1 0,0 0 0,0-1 0,0 1 0,0-1 0,1 1 0,-1-1 0,0 1 0,1-1 0,-1 1 0,1-1 0,-1 1 0,1-1 0,0 0 0,0 1 0,-1-1 0,1 0 0,0 0 0,0 1 0,0-1 0,0 0 0,1 0 0,-1 0 0,0 0 0,0 0 0,1-1 0,-1 1 0,0 0 0,1 0 0,-1-1 0,1 1 0,-1-1 0,4 1 0,7 2 0,0-1-1,0-1 0,0 0 0,22-1 1,-25 0 0,3 0-102,-1 0 1,1-1-1,-1-1 1,1 0 0,-1 0-1,18-7 1,-24 7-8,1-1-1,-1 1 1,0-1-1,0 0 1,-1 0 0,1-1-1,-1 1 1,1-1-1,-1 0 1,0 0 0,-1 0-1,1-1 1,-1 1 0,1-1-1,3-9 1,2-9-2666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6995,'0'0'24651,"104"-5"-24586,-56 5-49,-4 7 0,-4 4-16,0 5-97,-4 4-255,-4 1-320,-8 3-416,-4-1-1105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6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104 303 26380,'0'0'4306,"0"102"-4018,-11-75-32,-1 0-128,-4 0-32,-4-2-48,4 1 0,4-7-48,0-6-48,8-4-192,4-5-400</inkml:trace>
  <inkml:trace contextRef="#ctx0" brushRef="#br0" timeOffset="1">240 17 24171,'0'0'6947,"-8"-16"-7507,0 36 272,-4 1-561,0 3-1488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7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29405,'0'0'1137,"-3"16"-766,-2 8-248,-1 0 0,-1-1 1,-2 0-1,-17 38 0,-101 125 184,154-221-307,2 2 1,2 0-1,1 2 0,1 1 1,1 2-1,2 1 0,52-29 1,-88 55-1,0 1 0,1 0 0,-1 0 0,0-1 0,1 1 0,-1 0 0,0 0 0,1 0 1,-1 0-1,0-1 0,1 1 0,-1 0 0,0 0 0,1 0 0,-1 0 0,1 0 1,-1 0-1,0 0 0,1 0 0,-1 0 0,0 0 0,1 0 0,-1 0 0,1 1 0,-1-1 1,0 0-1,1 0 0,-1 0 0,0 0 0,1 1 0,-1-1 0,0 0 0,1 0 0,-1 0 1,0 1-1,0-1 0,1 0 0,-1 1 0,0-1 0,0 0 0,0 1 0,1-1 1,-1 0-1,0 1 0,0-1 0,0 0 0,0 1 0,0-1 0,0 0 0,1 1 0,-1-1 1,0 1-1,0-1 0,0 0 0,0 1 0,0-1 0,-1 1 0,-2 24 49,3-24-46,-8 36 15,2 1-1,2 0 0,0 39 1,4-74-17,0-1-1,1 1 1,-1-1 0,1 1 0,-1-1 0,1 1 0,0-1 0,0 0 0,0 1 0,0-1 0,0 0 0,0 0-1,1 0 1,-1 0 0,1 0 0,0 0 0,-1 0 0,1-1 0,0 1 0,0 0 0,0-1 0,0 0 0,0 1-1,1-1 1,-1 0 0,0 0 0,1 0 0,-1 0 0,0-1 0,1 1 0,-1-1 0,1 1 0,-1-1 0,1 0-1,2 0 1,4 0 3,0 1-1,0-2 0,-1 1 0,1-1 0,0-1 0,0 0 1,0 0-1,16-6 0,1-5 1,0-1 1,0-1-1,-2-1 1,0-1-1,-1-1 1,0-1-1,-2-1 1,20-23-1,-48 53 12,1 0-1,0 0 1,1 0-1,0 1 1,0 0-1,1 0 1,1 0 0,0 0-1,0 1 1,1-1-1,0 17 1,1-24-16,1-1 1,0 1-1,0 0 1,0-1 0,1 1-1,-1 0 1,1-1-1,0 1 1,0 0-1,0-1 1,1 1-1,-1-1 1,1 0-1,0 1 1,0-1 0,3 4-1,-1-4 1,-1-1 0,1 0 1,0 0-1,0 0 0,-1 0 0,1-1 0,0 1 0,0-1 0,1 0 1,-1-1-1,0 1 0,0-1 0,0 1 0,7-2 0,7 1 1,-1-1 0,0-1 0,1-1 0,-1 0 0,0-2-1,-1 0 1,1 0 0,-1-2 0,0 0 0,0 0 0,-1-2-1,0 0 1,-1-1 0,0 0 0,0-1 0,-1 0-1,-1-1 1,20-24 0,-30 33-5,0 1-1,0-1 1,-1 1-1,1-1 1,-1 0 0,0 0-1,1 1 1,-1-1-1,0 0 1,-1 0-1,1 0 1,0 0 0,-1-5-1,0 8-15,0 3-15,-15 48 48,10-36-9,1 0 0,0 0-1,1 0 1,1 0 0,-1 17-1,3-27-2,-1-1-1,1 1 1,0 0-1,0-1 0,1 1 1,-1-1-1,1 1 1,0-1-1,0 1 1,0-1-1,1 0 0,0 1 1,0-1-1,0 0 1,0 0-1,0 0 0,1-1 1,0 1-1,0 0 1,0-1-1,0 0 0,0 0 1,1 0-1,-1 0 1,1 0-1,0-1 1,0 1-1,0-1 0,0 0 1,0 0-1,1-1 1,-1 1-1,6 0 0,25 6 19,1-1-1,0-2 0,0-1 1,1-2-1,60-5 0,-58 2-12,-6 0-14,0-1 1,-1-2-1,1-1 0,-1-1 1,0-2-1,-1-2 0,31-12 1,-25 0-177,-36 21 148,0 1 0,0-1 0,0 0 0,0 0 0,0 0 0,0 0 1,0 0-1,-1 0 0,1 0 0,0 0 0,-1 0 0,1 0 0,0 0 0,-1 0 0,0 0 0,1 0 1,-1-1-1,0 1 0,1 0 0,-1 0 0,0-1 0,0 1 0,0 0 0,0 0 0,0-1 1,-1 1-1,1 0 0,0 0 0,-1-2 0,-12-15-1673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8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0 699 29774,'0'0'1456,"4"4"-1341,-3-3-108,0 0 0,0 1 0,0-1 0,0-1 0,0 1 0,0 0 0,0 0 0,0 0 0,0 0 0,0-1 1,0 1-1,1-1 0,-1 1 0,0-1 0,1 1 0,-1-1 0,0 0 0,2 1 0,-1-2 1,1 0 1,-1 0-1,0 1 0,0-2 1,0 1-1,0 0 0,0 0 0,0-1 1,0 1-1,0-1 0,-1 1 1,1-1-1,0 0 0,1-2 1,54-65 9,-2-2 1,-4-2 0,75-143 0,-114 194-27,0-1 1,-2 0 0,0 0 0,-1-1 0,-2 0 0,-1-1 0,0 0 0,3-45-1,-9 70 8,0 0 0,0-1 0,0 1 0,-1 0 0,1-1 0,0 1 0,0 0 0,0-1 0,0 1 0,0 0 0,-1 0 0,1-1 0,0 1 0,0 0 0,-1 0 0,1-1 0,0 1 0,0 0 0,-1 0 0,1 0 0,0-1 0,-1 1 0,1 0 0,0 0 0,-1 0 0,1 0 0,0 0 0,-1 0 0,1 0 0,0 0 0,-1-1 0,1 1 0,0 0 0,-1 1 0,1-1 0,-1 0 0,1 0 0,0 0 0,-1 0 0,1 0 0,0 0 0,-1 1 0,-16 5 0,8 2 4,1 1 0,0 0 0,0 0 0,1 0 0,0 1 0,1 0 0,-9 18 0,-32 83 39,44-103-43,-12 37 28,1 0 1,3 1-1,2 1 0,2 0 0,2 0 0,1 70 1,4-111-32,0-1 0,0 0 1,0 1-1,1-1 1,0 0-1,0 0 0,0 0 1,1 0-1,0 0 0,0 0 1,4 7-1,-4-9 1,0-1-1,0 0 1,0 1-1,1-1 0,-1 0 1,1 0-1,0 0 1,-1-1-1,1 1 1,0-1-1,0 0 0,0 1 1,0-1-1,0 0 1,0-1-1,0 1 1,0 0-1,1-1 0,5 0 1,-3 1 1,0-1-1,-1 0 1,1-1 0,0 1 0,0-1 0,0 0-1,0 0 1,-1-1 0,1 0 0,0 0-1,-1 0 1,0-1 0,1 0 0,-1 0-1,9-7 1,-8 5-2,0-1-1,-1 0 1,0-1-1,0 1 1,0-1-1,-1 0 1,0 0-1,0-1 1,-1 1-1,3-11 1,2-9-14,-2-2 1,-1 1-1,-1-1 1,-1 0-1,-2-38 0,-1 49 19,0 3 112,10 19 24,21 10-125,-9-8-216,1-1-1,-1-2 1,1 0 0,0-1-1,1-1 1,-1-2-1,37-4 1,-25-3-1510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5:59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 29373,'0'0'129,"0"99"623,0-38-112,0 11-144,0 14-191,0 9-129,-20 6 0,-8 2-48,-8-5-16,-3-4-32,3-4-48,-4-11-32,0-13 0,8-15-32,4-17-96,8-14-96,0-13-321,12-7-799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00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16 123 26908,'0'0'3178,"8"-12"-3144,-1 3 12,0 0-1,0 0 1,1 0-1,0 1 0,0 1 1,1-1-1,0 1 0,0 1 1,19-10-1,-28 15-43,6-2 56,0 0 0,1 0 0,0 0 0,-1 1 0,1 0-1,0 0 1,0 1 0,14-2 0,-21 4-55,1 0 0,0 0 0,0 0-1,0 0 1,-1 1 0,1-1 0,-1 0 0,1 0 0,-1 0 0,1 1 0,-1-1-1,0 0 1,1 0 0,-1 1 0,0-1 0,0 0 0,0 0 0,0 1-1,0-1 1,0 0 0,0 1 0,-1-1 0,0 2 0,1 0 16,0 4 6,-1 1 0,0 0 0,-1-1 0,1 1 0,-2-1 0,1 1 0,-1-1 0,0 0 0,0 0 0,-1 0 0,-5 8-1,-9 9 45,-34 37-1,-8 12 35,55-68-100,1 1 1,0 0 0,0 0-1,0 0 1,1 0 0,0 1-1,0-1 1,1 1-1,-1 0 1,1 0 0,1 0-1,0 0 1,0 0-1,0 0 1,1 0 0,0 9-1,1-15-5,-1 0-1,1 0 1,0 1-1,0-1 0,0 0 1,0 0-1,0-1 1,0 1-1,0 0 1,0 0-1,0 0 1,1-1-1,-1 1 0,0 0 1,0-1-1,1 1 1,-1-1-1,0 0 1,1 1-1,-1-1 1,0 0-1,1 0 1,-1 0-1,3 0 0,43 1 12,-37-1-15,10-1-134,1-1 1,-1 0 0,0-2-1,0 0 1,0-1-1,-1-1 1,35-16 0,-29 10-1078,-1-1 1,42-30-1,-28 9-3108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00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87 26220,'0'0'4130,"-14"18"-3935,-45 62 29,52-71-167,1 0 1,0 1 0,0-1 0,1 1-1,1 0 1,-1 1 0,2-1 0,-1 1-1,2-1 1,-1 1 0,2 0 0,-1 0-1,1 19 1,1-29-58,0 0 1,1 0-1,-1-1 0,0 1 0,1 0 0,-1 0 1,1 0-1,-1 0 0,1-1 0,-1 1 1,1 0-1,-1-1 0,1 1 0,0 0 1,-1-1-1,1 1 0,0-1 0,0 1 0,-1-1 1,1 1-1,0-1 0,0 1 0,0-1 1,0 0-1,-1 0 0,1 1 0,0-1 1,0 0-1,0 0 0,0 0 0,0 0 0,0 0 1,0 0-1,1-1 0,38-5 27,-17-5-20,-2-1 1,1-1-1,-2-1 0,1-1 1,-2-1-1,0-1 1,-1 0-1,20-25 1,-33 34-6,0 1 0,0-1 0,-1 0 0,0 0 0,0-1 0,-1 1 0,0-1 1,-1 0-1,0 1 0,0-1 0,-1 0 0,0-1 0,0 1 0,-2-16 1,1 23-3,0 0 1,-1 0-1,1-1 1,-1 1 0,1 0-1,-1 0 1,0 0-1,0 0 1,0 0 0,0 1-1,0-1 1,0 0-1,0 0 1,-1 1 0,1-1-1,-1 1 1,1-1-1,-1 1 1,0-1 0,-2 0-1,0-1 0,-1 1 1,1 0-1,-1 0 1,1 1-1,-1-1 0,0 1 1,0 0-1,-9-1 0,6 2-7,1-1 0,-1 1 0,0 1 0,1 0 0,-1 0 0,1 0 0,-1 1 0,1 0-1,-1 0 1,1 1 0,-13 6 0,14-4-71,-1 0 1,1 0-1,0 0 0,1 1 0,-1 0 0,1 0 1,0 0-1,1 1 0,-7 11 0,10-14-356,-1-1 0,1 1 0,0-1 0,0 1 0,0 0 0,1 0 0,-1 7 0,1 9-8773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01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 28893,'0'0'1785,"-5"12"-1641,-23 65 174,4 1 1,-21 117-1,25-96-264,-44 127-1,62-219-53,3-20 0,0 0 1,1 0-1,0 0 1,1 0-1,1 0 1,0 0 0,0 1-1,7-12 1,10-16 0,26-37 1,-31 52-5,26-33 4,-39 55-1,0 0 1,-1 0-1,1 0 1,0 1-1,1 0 0,-1-1 1,0 1-1,1 0 1,-1 1-1,1-1 1,-1 0-1,1 1 1,0 0-1,-1 0 0,1 0 1,6 0-1,-8 1-1,-1 1 0,1 0 0,0-1 1,-1 1-1,1 0 0,0 0 0,-1 0 0,1 0 0,-1 0 0,0 0 0,1 0 0,-1 0 0,0 1 0,0-1 0,1 0 0,-1 1 0,0-1 0,0 1 0,-1 0 0,1-1 1,0 1-1,0 0 0,-1-1 0,1 1 0,-1 0 0,0-1 0,1 1 0,-1 0 0,0 0 0,0 2 0,3 67 23,-3-61-15,0 3-2,0-1-1,-1 0 0,0 1 0,-1-1 0,0 0 1,-1 0-1,-1 0 0,0-1 0,0 1 1,-1-1-1,-1 0 0,0 0 0,0-1 1,-1 0-1,0 0 0,-15 16 0,1-4 65,-38 32 1,50-47-54,1-1 0,-1 1 0,-1-1 0,0-1 0,1 0 0,-1 0 0,-19 5 0,28-9-26,0-1 0,0 0 1,1 0-1,-1 0 0,0 1 0,0-1 0,0 0 0,1 0 0,-1 0 1,0 0-1,0 0 0,0 0 0,1 0 0,-1-1 0,0 1 0,0 0 0,1 0 1,-1-1-1,0 1 0,0 0 0,1-1 0,-1 1 0,0-1 0,1 1 1,-1-1-1,0 1 0,1-1 0,-1 1 0,1-1 0,-1 0 0,1 1 1,-1-1-1,1 0 0,0 1 0,-1-1 0,1 0 0,0 0 0,-1 1 1,1-1-1,0 0 0,0-1 0,1-36-1161,0 36 1041,5-26-1194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01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28717,'0'0'211,"-3"19"469,-19 100 75,17-101-633,0 0 0,-1-1 1,-1 0-1,0 0 1,-19 30-1,15-29-22,8-12-64,-1-1 0,1 1 0,-1-1 0,0 1 0,0-1 1,-1 0-1,0-1 0,1 1 0,-11 6 0,14-11 66,1-10-94,1-1 1,0 1 0,0-1-1,1 1 1,1-1-1,-1 1 1,2 0 0,-1 0-1,9-15 1,-1 7-1,0 1 1,2 0-1,27-29 1,-32 37-140,-1 1 0,2 0-1,0 0 1,0 1 0,0 0 0,0 1 0,1 0-1,0 0 1,1 1 0,-1 0 0,1 1 0,0 0-1,0 1 1,0 0 0,1 1 0,-1 0 0,1 1-1,-1 0 1,1 1 0,-1 0 0,1 1 0,21 4 0,0 5-1644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02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28333,'0'0'1169,"-16"2"-620,5 0-479,4-1-35,0-1 0,0 2 0,0-1 0,0 1 0,0 0 0,0 1 0,0 0 0,1 0 0,-1 0 0,1 1 0,0 0 0,0 0 0,0 0 0,-8 9 0,-2 3 130,-10 10 241,-42 55-1,62-73-376,0 0-1,1 1 0,0 0 1,1 0-1,0 0 0,0 0 1,1 1-1,0-1 0,1 1 1,0 0-1,0 0 0,1 10 1,1-19-33,0 0 0,0 0 0,1 1 0,-1-1 0,0 0 0,1 0 0,-1 0 0,1 0 1,-1 0-1,1 0 0,0-1 0,-1 1 0,1 0 0,0 0 0,0 0 0,0-1 0,0 1 0,-1 0 0,1-1 1,0 1-1,0-1 0,0 1 0,0-1 0,0 1 0,0-1 0,1 0 0,-1 1 0,0-1 0,0 0 1,0 0-1,0 0 0,0 0 0,0 0 0,0 0 0,1 0 0,-1 0 0,0 0 0,1-1 0,6 0 5,-1 0-1,0 0 1,1-1-1,-1 0 1,8-3-1,3-3-19,-1-1 1,0-1-1,-1 0 0,0-2 0,-1 1 0,0-2 0,-1 0 0,0-1 1,-1 0-1,-1-1 0,0-1 0,-1 0 0,-1 0 0,12-26 0,-12 29 5,-10 29 66,-9 27 68,6-30-98,0 1 0,1-1 0,0 0 0,1 1 0,0-1-1,2 1 1,-1-1 0,4 14 0,-4-25-31,1 0-1,-1-1 0,1 1 1,-1-1-1,1 1 0,0 0 1,0-1-1,0 0 0,0 1 1,0-1-1,0 0 0,1 1 1,-1-1-1,0 0 0,1 0 1,-1 0-1,1 0 0,-1 0 1,1 0-1,-1 0 0,1-1 1,-1 1-1,3 0 0,41 4-1350,-17-5-196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0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13 28173,'0'0'2009,"15"-1"-1862,3-2-114,-12 1-19,0 1-1,1 0 1,0 0-1,-1 1 1,1 0-1,-1 0 0,1 0 1,11 3-1,-17-3 0,0 1-1,0-1 1,1 0-1,-1 1 1,0-1-1,0 1 1,0-1-1,0 1 0,0 0 1,0-1-1,0 1 1,-1 0-1,1 0 1,0 0-1,0-1 1,0 1-1,-1 0 1,1 0-1,0 0 1,-1 0-1,1 0 1,-1 0-1,1 3 0,1 32 267,-3-29-239,-1-1 0,1 1 0,-1 0 0,0 0 1,-1-1-1,0 1 0,-6 10 0,-54 52 130,41-47-76,-31 41 0,50-60-94,1-1-1,0 1 1,1 0-1,-1-1 1,0 1 0,1 0-1,-1 0 1,1 0 0,0 0-1,0 0 1,0 1 0,1-1-1,-1 0 1,1 0-1,0 1 1,-1-1 0,1 0-1,1 0 1,-1 1 0,0-1-1,1 0 1,0 0 0,1 5-1,0-5 0,1 0 0,-1 0 0,1 0 0,0 0 0,-1 0 0,1-1 0,0 1 0,1-1-1,-1 0 1,0 0 0,1 0 0,-1 0 0,1-1 0,-1 1 0,1-1 0,0 0 0,0 0 0,6 0 0,9 3 2,0-2 0,0 0 0,0-1 0,0-1 0,0-1 0,0-1 0,0 0 0,-1-2 0,1 0 1,-1-1-1,0-1 0,0 0 0,0-1 0,-1-1 0,0-1 0,27-20 0,-8 5-1,-1-3 1,44-43-1,-66 57-1,0 0 1,-2-1 0,0 0-1,0-1 1,-1 0 0,-1-1-1,-1 0 1,11-27 0,-18 41 0,-1 1 1,1-1-1,0 0 1,-1 0 0,1 0-1,-1 0 1,0 0-1,0 0 1,1 0 0,-1 0-1,-1 0 1,1 0-1,0 0 1,0 0 0,-1 0-1,1 0 1,-2-2 0,2 3-1,-1 1 1,0-1 0,1 0 0,-1 1 0,0-1 0,0 1 0,0-1 0,1 1 0,-1 0 0,0-1 0,0 1 0,0 0 0,0-1 0,1 1 0,-1 0 0,0 0 0,0 0 0,0 0 0,0 0 0,0 0 0,0 0 0,0 0 0,0 0 0,1 1 0,-3-1 0,-3 2 3,0 0 0,1 1 1,-1-1-1,0 1 1,1 1-1,0-1 0,0 0 1,0 1-1,-8 8 1,-5 8 22,0 0 1,2 1-1,-26 43 1,38-57-22,-1 1 0,1 0 0,1 1 0,0-1 0,0 1 0,0-1 0,1 1-1,1 0 1,-1 0 0,1 0 0,1 0 0,0 0 0,0 0 0,1 0 0,2 14 0,-1-20-8,-1 0-1,1-1 1,-1 1-1,1 0 1,0-1 0,0 1-1,0-1 1,0 0-1,0 1 1,1-1-1,-1 0 1,1-1 0,-1 1-1,1 0 1,0-1-1,-1 1 1,1-1 0,0 0-1,0 0 1,0 0-1,0 0 1,0 0-1,5 0 1,9 1-46,1 0 1,33 0-1,-44-2 6,4 0-11,3 0-236,0 1 1,0-2-1,0 0 1,0-1-1,0 0 1,0-1 0,23-8-1,0-8-2019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03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28445,'0'0'2828,"-4"17"-2567,-16 67-23,6-36-135,3 0 1,1 0-1,-3 64 0,13-111-106,1 0 0,-1 0 0,1 0 0,0-1 0,-1 1 0,1 0 0,0 0 0,-1-1 0,1 1 0,0 0 0,0-1 0,0 1 0,-1-1 0,1 1 0,0-1 0,0 0 0,0 1 0,0-1 0,0 0 0,0 1 0,0-1-1,0 0 1,0 0 0,0 0 0,0 0 0,0 0 0,0 0 0,0 0 0,0 0 0,0-1 0,0 1 0,0 0 0,0-1 0,1 0 0,39-11 5,-17-6-5,-2-1 1,0-1-1,-1-1 0,-1-1 0,-2-1 0,22-33 0,-19 29-9,-17 57 31,-5 2 17,0-20-30,0-1 0,1 0-1,1 0 1,0 0-1,0 0 1,5 17 0,-5-25-6,1 0-1,-1 0 1,1 0 0,0 0 0,0 0 0,0 0 0,0 0 0,0-1 0,1 1-1,-1-1 1,1 0 0,0 0 0,-1 0 0,1 0 0,0 0 0,0-1-1,0 1 1,0-1 0,1 0 0,-1 1 0,0-2 0,1 1 0,-1 0-1,0-1 1,1 1 0,4-1 0,13 1-2,0-2 0,0 0 0,0-1 0,0-1 0,0-1 0,-1 0 0,0-2 0,0 0 0,0-2 0,0 0 0,-1-1 0,-1-1 0,0-1 0,0 0 0,-1-1 0,0-1-1,-1-1 1,-1 0 0,0-1 0,14-20 0,-29 35 3,0 0 0,0 0 0,0 0 0,1 1 0,-1-1 0,0 0 0,0 0 0,0 0 0,0 0 0,0 0 0,0 1 0,0-1 0,0 0 0,0 0 0,0 0-1,0 0 1,0 0 0,1 1 0,-1-1 0,0 0 0,0 0 0,0 0 0,0 0 0,0 0 0,1 0 0,-1 0 0,0 0 0,0 0 0,0 0 0,0 0 0,0 0 0,1 0 0,-1 1-1,0-1 1,0 0 0,0 0 0,0 0 0,1 0 0,-1-1 0,0 1 0,0 0 0,0 0 0,0 0 0,0 0 0,1 0 0,-1 0 0,-5 36 58,3-23-41,0 0 1,0 0-1,1 0 0,1 0 1,0 0-1,2 18 0,1-25-17,0-1-1,0 0 0,1 0 0,0 0 0,0 0 1,0-1-1,0 1 0,0-1 0,1 0 0,0 0 0,0-1 1,0 1-1,0-1 0,1 0 0,-1-1 0,1 1 0,0-1 1,0 0-1,-1 0 0,1-1 0,0 0 0,1 0 1,-1 0-1,8-1 0,-3 1-32,0-1 1,1 0-1,-1 0 1,0-1-1,1-1 1,-1 0-1,0 0 1,0-1-1,0-1 1,0 0-1,-1 0 0,13-8 1,-18 9-150,0-1 1,0 0-1,-1 0 1,1 0-1,-1 0 1,0-1-1,0 1 1,-1-1-1,0 0 1,1 0-1,3-11 1,2-10-1901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04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27132,'0'0'3298,"-36"116"-2722,28-58-304,8 3-272,0 0 0,0-3-384,0-1-928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1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 29293,'0'0'1767,"-6"12"-1506,-45 102-17,-129 314-37,18 13-188,153-415-25,0-4-4,6-43 31,6-4 2,0 1-1,2 0 1,0 0 0,2 1-1,17-43 1,2-5-7,14-44-27,4 2 1,6 3-1,111-182 0,-159 288 10,7-12 3,1 1-1,0-1 0,2 2 0,-1-1 1,2 1-1,16-14 0,-29 28-1,1-1-1,-1 0 0,1 0 0,0 0 1,-1 1-1,1-1 0,0 0 0,0 1 1,0-1-1,-1 1 0,1-1 0,0 1 1,0-1-1,0 1 0,0 0 1,0-1-1,0 1 0,0 0 0,0 0 1,0 0-1,0-1 0,0 1 0,0 0 1,0 0-1,0 1 0,0-1 0,0 0 1,0 0-1,0 0 0,0 1 0,0-1 1,0 0-1,0 1 0,-1-1 1,1 1-1,0-1 0,0 1 0,0 0 1,0-1-1,-1 1 0,1 0 0,0-1 1,-1 1-1,1 0 0,-1 0 0,1 0 1,0 0-1,-1-1 0,0 1 0,1 0 1,-1 0-1,0 0 0,1 0 1,-1 2-1,2 7 1,0-1 0,-1 1-1,0 0 1,-1 14 0,0-17 1,0 29 8,-5 101 14,3-119-19,-1 0 1,0 0-1,-2 0 1,0-1-1,-12 28 1,9-27 29,-1 0 0,0 0-1,-1-1 1,0 0 0,-2-1 0,0 0 0,-1-1-1,-20 19 1,32-33-35,1-1-1,-1 1 1,0 0 0,0-1-1,1 1 1,-1-1-1,0 1 1,0-1 0,1 1-1,-1-1 1,0 0-1,0 1 1,0-1 0,0 0-1,0 0 1,1 0 0,-1 0-1,0 1 1,0-1-1,0 0 1,0-1 0,0 1-1,0 0 1,0 0 0,0 0-1,1 0 1,-1-1-1,0 1 1,0 0 0,0-1-1,-1 0 1,1 0-20,-1-1-1,1 0 1,0 0 0,-1 0 0,1 0-1,0 0 1,0 0 0,0 0 0,0 0-1,1 0 1,-1-1 0,0-1 0,-5-63-1289,8 33-381,12-2-1804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1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25740,'0'0'3855,"2"17"-3319,2 10-388,-2 0 0,-1 1 0,-1-1 0,-1 1 0,-1-1-1,-12 52 1,7-58-45,4-5-39,-2-1 1,0 0-1,-1 0 1,0-1-1,-1 0 1,-1 0-1,0 0 1,-16 18-1,23-31-29,1-4-34,-1-1 1,1 1-1,0 0 0,0-1 1,1 1-1,-1-1 0,0 1 1,1 0-1,0-1 0,0 1 1,0 0-1,0 0 1,1 0-1,1-4 0,30-43-3,-19 30 5,9-14 5,1 2-1,48-49 1,-59 67-4,2 1 1,0 1-1,1 0 1,0 1-1,0 0 1,1 1-1,30-12 1,-40 20-103,-1 0-1,1 0 1,0 0-1,0 1 1,-1 0 0,1 0-1,0 0 1,0 1 0,0 0-1,0 1 1,0 0-1,0 0 1,0 0 0,-1 1-1,1 0 1,0 0 0,-1 0-1,1 1 1,-1 0-1,0 1 1,0-1 0,0 1-1,9 9 1,6 5-1828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15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28733,'0'0'2089,"-23"23"-1897,-79 78 32,88-87-166,1 1-1,1 0 1,1 1-1,0 0 1,-10 22-1,17-28-36,0 0 1,0 1-1,1 0 0,0 0 0,1 0 1,0 0-1,1 0 0,0 14 1,1-23-22,0-1 0,0 0 1,0 1-1,0-1 1,0 0-1,1 1 0,-1-1 1,1 0-1,-1 0 1,1 0-1,-1 1 0,1-1 1,0 0-1,-1 0 1,1 0-1,0 0 1,0 0-1,0 0 0,0 0 1,0 0-1,0-1 1,0 1-1,1 1 0,2-1 0,-1 1-1,0-1 1,1 0-1,-1 0 1,1 0-1,-1 0 1,1-1-1,5 1 1,4-1 4,0-1 0,0 0 1,0-1-1,15-4 0,-9 1-2,-1-1 0,0-1 0,0-1 0,-1 0 1,0-1-1,0-1 0,-1-1 0,-1 0 0,18-17 0,-26 22 2,1-1 0,-1-1 0,-1 1 0,1-1 0,-1-1 1,-1 1-1,1-1 0,-1 0 0,-1 0 0,0 0 0,0-1 0,-1 1 0,0-1 0,-1 0 0,0 0 1,0 0-1,-1 0 0,0-20 0,-2 26-2,0 1 0,0-1 0,0 1 0,0 0 0,-1 0 0,1-1 0,-1 1 0,0 0 0,0 0 0,0 1 0,0-1 0,0 0 0,-1 1 0,1-1-1,-1 1 1,0 0 0,0 0 0,0 0 0,0 0 0,0 0 0,0 1 0,0-1 0,0 1 0,-1 0 0,1 0 0,0 0 0,-7-1 0,-9-1-37,-1 0 0,0 1 0,-29 1 0,41 1-41,6-1 19,0 1 1,1 0-1,-1 0 1,0 0-1,0 0 1,0 0-1,0 0 1,0 1-1,0-1 1,0 1-1,0-1 1,1 1-1,-1-1 1,0 1-1,0 0 1,1 0-1,-1 0 1,0 0-1,-2 3 1,-4 8-1564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15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 29822,'0'0'1069,"-18"3"-967,-58 12-62,68-13-16,0 1 1,0 0 0,1 1-1,-1 0 1,1 0-1,0 1 1,0 0-1,1 0 1,-1 0-1,1 1 1,0 0-1,1 0 1,-1 1-1,-4 7 1,7-11-18,1 0-1,0 0 1,-1 1-1,1-1 1,0 1-1,1-1 1,-1 1-1,0-1 1,1 1-1,0 0 1,0 0-1,0 0 1,1 0-1,-1 0 1,1 0-1,0 0 1,0 0-1,0 0 1,1 0-1,-1 0 1,1-1-1,0 1 1,0 0-1,2 5 1,2 0 4,1 1 0,0-2 0,0 1 0,1-1 0,0 0 0,1 0 0,-1-1 0,10 7 0,-11-8-10,0 0 1,0 1 0,0-1-1,-1 1 1,0 0 0,-1 1-1,1-1 1,-1 1 0,-1-1-1,0 1 1,0 1 0,3 12 0,-5-17-1,0 1 1,0-1 0,-1 0 0,1 0 0,-1 1 0,0-1-1,0 0 1,-1 1 0,0-1 0,1 0 0,-1 0 0,0 0 0,-1 1-1,1-1 1,-1 0 0,0-1 0,0 1 0,0 0 0,-1 0 0,1-1-1,-1 0 1,0 1 0,0-1 0,0 0 0,0 0 0,-4 2 0,0 0 31,-1 0 1,0-1 0,0 0 0,0 0 0,0-1 0,-1 0 0,0 0 0,1-1 0,-1 0 0,0-1 0,0 1 0,0-2-1,-10 0 1,18-3-157,0 0 1,0 0-1,1-1 0,-1 1 0,1-1 0,-1 1 0,1 0 0,0-1 0,0 1 0,1-1 0,0-4 0,8-16-1824,9-2-2877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16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29453,'0'0'2132,"0"0"-2129,1 0 0,-1 0 0,0 0 0,0 0 0,0 0 0,0 0 0,0 0 0,1-1 0,-1 1 0,0 0 0,0 0 0,0 0 0,0 0 0,1 0 0,-1 0 0,0 0 0,0 0 0,0 0 0,0 0 0,1 0 0,-1 0 0,0 0 0,0 0 0,0 0 0,0 0 0,0 0 0,1 0 0,-1 1 0,0-1 0,0 0 0,0 0 0,0 0 0,0 0 0,1 0 0,-1 0 0,0 0 0,0 0 0,0 1 0,0-1 0,0 0 0,0 0 0,0 0 0,0 0 0,1 0 0,-1 1 0,0-1 0,0 0 0,0 0 0,0 0 0,0 0 0,0 1 0,0-1 0,0 0 0,0 0 0,0 0 0,0 0 0,0 1 0,0-1 0,0 0 0,0 0 0,0 0 0,0 0 0,-1 1 0,1 6 22,-1-1-1,-1 1 0,1 0 1,-1 0-1,0-1 0,0 1 1,-1-1-1,0 0 1,0 0-1,-7 10 0,-7 15 31,-161 307 229,50-101-299,116-219 2,10-15 0,0-1 0,0 1 0,0 0 0,0 0 0,1 0 0,-1 0 0,1 0 0,-2 7 0,3-10-46,-1-4 42,0-1-1,0 1 1,1 0-1,-1-1 1,1 1 0,0 0-1,1-1 1,0-6-1,1-9-1,-2-173-16,0 193 49,12 23 4,-9-19-16,0 1 0,0-1 1,1-1-1,0 1 0,0 0 0,0-1 0,0 0 0,0 0 0,1 0 0,-1 0 0,1-1 0,0 0 0,0 0 0,0 0 0,0 0 0,0-1 0,0 0 0,6 1 1,12 1 5,1-1 1,41-3 0,-30 0-11,-21 0 3,0 0 0,0-1 0,-1 0-1,1-1 1,-1-1 0,0 0-1,0-1 1,0 0 0,0-1 0,17-12-1,-25 16 3,0-1-1,0-1 1,-1 1-1,1-1 1,-1 0-1,0 0 1,0 0-1,0 0 1,0-1-1,-1 1 1,0-1-1,0 0 1,0 0-1,-1-1 0,1 1 1,-1 0-1,0-1 1,-1 1-1,1-1 1,-1 0-1,-1 1 1,1-1-1,-1 0 1,1 0-1,-2 0 1,1 1-1,-2-11 1,1 15-3,0 0 0,0 0 0,0-1 0,-1 1 0,1 0 0,0 0 0,0 0 0,-1 0 0,1 0 0,0 1 0,-1-1 0,1 0 0,-1 1 0,1-1 0,-1 1 0,1-1 0,-1 1 0,1 0 0,-1-1 0,0 1 0,1 0 0,-4 0 0,-42 0 10,41 0-4,-2 1-1,1 1 1,-1-1-1,0 2 1,0-1-1,1 1 0,-1 0 1,1 0-1,0 1 1,0 0-1,0 0 1,1 1-1,0 0 0,-1 0 1,2 1-1,-1-1 1,1 1-1,-9 12 1,7-9 1,0 0 0,1 1 0,1-1 0,0 1 0,0 1 0,1-1 0,0 0 0,0 1 0,1 0 0,1 0 0,0 0 0,0 13 0,1-18-7,1 0 1,1 0-1,-1-1 0,1 1 0,0 0 0,0-1 0,1 1 1,0-1-1,0 1 0,0-1 0,0 0 0,1 0 1,5 8-1,-3-8 0,0 1 0,1-2 1,-1 1-1,1 0 0,0-1 0,0 0 1,0-1-1,0 1 0,1-1 0,12 4 0,13 2 7,1-2 0,0-1 0,0-1 0,1-2 0,-1-1-1,39-3 1,-52 1-6,-9-1 2,-1 0 0,1-1 0,-1 0 0,0-1 1,1 0-1,-1-1 0,-1 0 0,1 0 0,0-1 1,-1 0-1,0-1 0,-1 0 0,1 0 1,-1-1-1,0 0 0,7-9 0,13-14-621,-2-2-1,40-61 1,-47 61-3288,-2-1-10047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17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29229,'0'0'2369,"-28"151"-2256,8-84-49,0 5-64,-4 7-80,-16 6-689,-4 4-1696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23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256 161 20954,'0'0'9006,"-1"7"-8782,0-1-222,-3 12 411,2-31-51,4-26-294,-1 28-59,1 1-1,-2 0 1,0-1 0,0 1-1,-1 0 1,0-1 0,0 1-1,-1 0 1,-6-17 0,7 26 3,0-1 0,0 1 0,0 0 1,0 0-1,0-1 0,0 1 1,-1 0-1,1 0 0,0 0 1,-1 0-1,1 0 0,0 0 1,-1 1-1,1-1 0,-1 0 0,0 1 1,1-1-1,-1 1 0,1 0 1,-1-1-1,0 1 0,1 0 1,-1 0-1,0 0 0,1 0 0,-1 0 1,0 1-1,1-1 0,-1 0 1,0 1-1,1-1 0,-1 1 1,1-1-1,-1 1 0,1 0 0,-1 0 1,-2 2-1,-3 1 4,1 1 0,-1 0 0,1 0 0,0 0 0,0 1 0,-7 9 0,-3 6 18,1 1 0,1 0 0,1 1 1,1 1-1,1 0 0,1 0 0,1 1 1,1 0-1,2 1 0,0 0 1,2 0-1,-3 48 0,8-71-34,-1 1 0,1-1 0,-1 0 0,1 1 0,0-1 0,0 0 0,1 0 0,-1 0-1,1 0 1,-1 0 0,1 0 0,0 0 0,0-1 0,0 1 0,0-1 0,1 1 0,-1-1 0,1 0 0,-1 0 0,1 0 0,0 0 0,0 0-1,0-1 1,0 1 0,0-1 0,0 0 0,0 0 0,1 0 0,-1 0 0,7 0 0,7 2-2,0-1 1,1 0-1,0-1 0,27-3 0,-28 0-15,0-2-1,0 1 0,0-2 0,-1 0 1,0-1-1,0-1 0,29-17 1,-14 5-756,-1-2 0,47-40 1,-47 32-853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23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 29101,'0'0'681,"2"21"-164,8 318 1175,-12-302-1619,-1 1 1,-2-1-1,-2 0 1,-1 0 0,-17 45-1,-2-9 5,-55 107 0,52-129-265,-2-3-1,-2 0 1,-74 80 0,79-102-774,1-11-912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28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4 109 27132,'0'0'4683,"6"-8"-4659,3-3-16,0 2 0,0-1 0,1 2 0,0-1 1,12-7-1,-15 12-4,0-1-1,0 1 1,0 0 0,1 0 0,0 1-1,0 0 1,0 0 0,0 1 0,0 0 0,16-1-1,-22 6-2,-1 0-1,0 0 1,-1 0-1,1 0 0,0 0 1,-1 0-1,0 0 1,1 0-1,-1 0 1,-1 0-1,1 0 0,-1 4 1,1 0 1,-1 4 3,0 1-1,0 0 0,-1-1 1,-1 1-1,0-1 1,-1 0-1,0 0 0,-6 13 1,-9 12 14,-25 35 0,-10 19 10,48-79-24,1-1 0,0 1-1,0 0 1,1 1 0,1-1 0,0 1 0,1-1-1,0 1 1,-1 15 0,3-25-6,1-1 1,-1 0-1,1 0 0,-1 0 0,0 0 1,1 0-1,0 0 0,-1 0 0,1 0 0,0 0 1,0 0-1,-1 0 0,1 0 0,0 0 1,0 0-1,0-1 0,0 1 0,0 0 1,0-1-1,0 1 0,0-1 0,0 1 1,0-1-1,1 1 0,-1-1 0,0 0 1,0 0-1,0 1 0,1-1 0,-1 0 1,2 0-1,49 1 1,-39-1 8,1-1-36,0 0 1,0-2-1,0 1 1,0-2-1,0 0 1,-1 0-1,1-2 0,18-9 1,101-67-848,-113 69 659,1-2 169,0 0 0,-1-2 0,-1 0 0,0-1 0,-2-1 0,0-1 0,-1 0 0,-1-1 1,-1-1-1,-1 0 0,15-35 0,-27 56 428,-2 3-320,1 1 0,-1-1-1,1 0 1,-1 1 0,0-1 0,0 0-1,0 0 1,0 0 0,0 1 0,0-1-1,-1 0 1,1 0 0,-1-1-1,-2 4 1,-7 9 2,-9 19 51,-25 53 0,39-73-79,1 1 0,0 0 0,1 0 1,1 0-1,0 0 0,1 1 0,0 19 1,2-33-36,0 0-1,0 0 1,0-1 0,0 1 0,0 0 0,0 0 0,0 0 0,0 0 0,1-1 0,-1 1-1,0 0 1,1 0 0,-1-1 0,0 1 0,1 0 0,-1-1 0,1 1 0,-1 0 0,1-1-1,-1 1 1,1-1 0,0 1 0,-1-1 0,1 1 0,0-1 0,-1 1 0,1-1 0,0 0-1,0 1 1,1-1 0,31-1-14,-25-1 14,1-1-1,-1 0 0,0-1 1,0 0-1,11-6 0,0-5 4,-1-1 1,-1 0-1,-1-1 0,0-1 0,14-21 0,-23 29 0,0 0 1,-1 0-1,0-1 0,-1 0 1,0 0-1,-1-1 0,0 1 1,0-1-1,-2 0 0,1 0 1,0-19-1,-2 26 0,-1 1 0,0-1 0,-1 0 0,1 1 0,-1-1 1,0 1-1,0-1 0,0 1 0,0 0 0,-4-7 0,3 8 3,0 1 0,1 0-1,-1 1 1,-1-1 0,1 0 0,0 0 0,0 1-1,-1 0 1,1-1 0,0 1 0,-1 0 0,0 0-1,1 0 1,-1 0 0,1 1 0,-1-1-1,0 1 1,-5-1 0,-2 0 7,0 1 1,0 0-1,0 0 0,0 1 1,0 0-1,0 1 0,0 0 1,0 0-1,0 1 0,1 1 1,-1 0-1,-14 8 0,19-9-84,-1 0-1,2 0 1,-1 1-1,0 0 1,1 0 0,0 0-1,-1 0 1,2 1-1,-1-1 1,0 1-1,1 0 1,0 0-1,0 1 1,1-1 0,-1 0-1,1 1 1,0 0-1,1-1 1,0 1-1,-1 0 1,2 0 0,-1 9-1,4 1-1361,14-6-1120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28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 29357,'0'0'379,"-5"20"13,-86 328 1025,-13-85-966,130-311-455,3 2 0,1 0-1,3 2 1,1 1 0,2 2 0,54-47 0,-89 87 4,-1 1 0,0-1 0,1 1 0,-1 0 0,0-1 0,1 1 0,-1 0 0,0 0 1,1-1-1,-1 1 0,0 0 0,1 0 0,-1-1 0,1 1 0,-1 0 0,1 0 0,-1 0 0,0 0 0,1 0 1,-1-1-1,1 1 0,-1 0 0,1 0 0,-1 0 0,1 0 0,-1 1 0,1-1 0,-1 0 0,1 0 1,-1 0-1,0 0 0,1 0 0,-1 0 0,1 1 0,0-1 0,5 20 10,-6 42 19,0-44-15,-1 1 1,-1 1 0,-1 0-1,0-1 1,-2 0 0,0 0 0,-1 0 0,-1-1 0,0 0 0,-16 26 0,8-19 41,-1-1-1,0 0 1,-2-2-1,-1 0 1,-42 38 0,56-55-54,3-3 2,0 0 0,0-1 1,1 1-1,-1-1 0,0 1 1,0-1-1,-1 0 0,1 0 0,0 1 1,0-1-1,0-1 0,-1 1 1,1 0-1,-5 0 0,6-4-10,-1 0-1,1 0 0,0 0 0,1 0 1,-1 0-1,0 0 0,1 0 0,0 0 1,0-5-1,-1 0-16,-2-15-47,1 0 0,1-1 1,2-25-1,0 42-74,0-1 1,0 1-1,0-1 0,1 1 1,0 0-1,1 0 0,0 0 1,0 0-1,0 0 1,1 0-1,0 1 0,0 0 1,0 0-1,6-6 0,13-6-1811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29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29389,'0'0'1342,"-12"22"-1155,-97 174 333,78-144-361,17-31-58,2 0 0,-16 38 0,47-98-43,1 1-1,3 0 1,1 2-1,48-57 1,-69 90-81,0 0 0,1 0 0,-1 0 0,1 0 0,0 0 0,0 1 0,0-1 0,0 1 0,1 0 1,-1 1-1,0-1 0,1 1 0,-1 0 0,1 0 0,0 0 0,-1 0 0,1 1 0,0 0 0,5 0 0,7 2-365,0 1 0,0 0 1,32 12-1,10 1-1129,-7-6-540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29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6 27901,'0'0'2796,"-10"-2"-2444,7 1-331,-1 0-1,0 0 1,1 1 0,-1 0 0,0-1-1,1 2 1,-1-1 0,0 0-1,0 1 1,1-1 0,-1 1 0,1 0-1,-1 0 1,0 1 0,1-1 0,0 1-1,-1 0 1,-4 3 0,-6 6 54,1 0 1,0 0 0,-16 19-1,24-24-56,-21 22 133,-26 36 1,45-54-129,1-1 0,0 1 0,1 1-1,0-1 1,0 1 0,1 0 0,1 0 0,-4 15 0,7-25-25,0 0-1,-1 0 1,1 1-1,0-1 1,0 0-1,0 0 1,0 0-1,0 1 1,0-1-1,1 0 1,-1 0-1,0 0 1,0 0-1,1 0 1,-1 0-1,1 1 1,-1-1-1,1 0 1,-1 0-1,1 0 1,0 0-1,0-1 1,-1 1-1,1 0 1,0 0-1,1 1 1,0-1-3,0 0 1,1 0 0,-1-1 0,0 1-1,0 0 1,1-1 0,-1 1 0,1-1-1,-1 0 1,0 0 0,1 0-1,2-1 1,5 0-4,0 0 0,0-2 0,0 1 0,-1-1 0,16-7 0,15-13-39,0-3 1,-2 0 0,-1-3-1,-1-1 1,53-58 0,-82 82 42,-6 5 3,0 0 0,0 0 1,0 0-1,0 0 0,0-1 1,0 1-1,0 0 0,0 0 0,0-1 1,0 1-1,-1 0 0,1-1 1,-1 1-1,1-1 0,-1 1 0,1-1 1,-1 1-1,1-4 0,-8 12 75,-3 3-68,0 2 1,1-1-1,1 1 1,0 0-1,1 1 1,0 0-1,0 0 0,2 0 1,0 1-1,0 0 1,1 0-1,1 0 1,-2 21-1,5-34-22,0 0 0,0 0 0,0 0 0,0 0 0,0 0 0,0 0 0,1 0 0,-1 0 0,1 0 0,-1 0 0,0 0 0,1 0 0,-1 0 0,1 0 1,0-1-1,-1 1 0,1 0 0,0 0 0,-1-1 0,1 1 0,0 0 0,0-1 0,0 1 0,-1-1 0,1 1 0,0-1 0,0 1 0,0-1 0,0 0 0,0 0 0,1 1 0,36 2-931,-30-3 621,35 0-1548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0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46 29069,'0'0'1814,"17"-8"-1603,57-23-51,-72 30-152,1 0 0,-1 0 1,1 0-1,0 0 0,0 1 0,-1-1 0,1 1 0,0 0 0,0 0 0,-1 0 0,1 0 0,0 0 0,0 0 0,-1 1 0,1-1 0,0 1 0,2 1 1,-3-1-4,-1 0 1,1 0-1,-1 0 1,1 0 0,-1 1-1,0-1 1,0 0-1,0 1 1,0-1 0,0 1-1,0-1 1,0 1-1,0 0 1,-1-1 0,1 1-1,-1 0 1,1-1-1,-1 1 1,1 2 0,0 4 22,-1 0 1,0 0-1,-1 0 1,1-1 0,-2 1-1,1 0 1,-1-1 0,-5 15-1,-1-6-4,0-2-1,-1 1 1,0-1-1,-2 0 1,-18 19-1,20-23-10,-1-1 0,2 2 1,0 0-1,0 0 0,0 0 0,2 1 0,-1 0 0,2 0 0,-8 23 0,12-31-14,0-1 1,0 1-1,1-1 0,-1 1 0,1-1 0,0 1 0,0-1 0,1 1 0,-1-1 0,1 1 1,-1-1-1,1 0 0,0 1 0,2 4 0,-1-6 0,-1 0 1,1 0-1,0-1 1,-1 1-1,1-1 0,0 1 1,0-1-1,0 0 1,0 1-1,0-1 0,0 0 1,0 0-1,0 0 1,1-1-1,-1 1 0,0-1 1,0 1-1,1-1 0,-1 0 1,0 1-1,4-2 1,15 2 2,0-2 0,0-1 0,0 0 0,0-2 0,-1 0 0,1-2 0,-1 0 0,0-1 0,36-19 0,-6-2 7,-2-1-1,65-54 0,-98 72-7,0-1-1,-1-1 1,23-28 0,-33 36 0,0-1 1,0 0-1,0 0 0,-1-1 1,0 1-1,0-1 0,-1 0 0,1 1 1,-1-1-1,-1 0 0,0 0 1,0 0-1,1-9 0,-5 16 1,0 0-1,0-1 0,0 1 1,0 0-1,0 1 0,1-1 1,-1 0-1,0 1 0,-5 1 1,-2 4 2,-1 0 0,1 1 0,0 0 0,1 0 0,0 1 0,0 0 0,1 1 0,-13 16 0,9-9 5,1 0-1,1 1 1,0 1 0,-12 29 0,19-39-8,0 1 1,0-1-1,1 0 1,0 1-1,1-1 1,0 1-1,0-1 1,1 1 0,0 0-1,1-1 1,2 17-1,-2-21-2,0 0 0,1 0-1,0 0 1,0 0 0,0 0 0,0-1 0,0 1-1,1-1 1,0 1 0,-1-1 0,1 0-1,0 0 1,1 0 0,-1 0 0,1-1 0,-1 0-1,1 1 1,0-1 0,-1 0 0,1-1 0,0 1-1,0-1 1,1 1 0,-1-1 0,6 0-1,4 1-5,1 0-1,0-2 0,0 1 0,0-2 1,0 0-1,-1-1 0,1-1 0,-1 0 0,1 0 1,-1-2-1,0 0 0,0 0 0,-1-2 1,0 1-1,0-2 0,0 0 0,16-13 0,7-9-40,-1-1-1,-1-2 0,-2-1 0,34-47 0,-57 69 48,9-12 3,40-41 0,-67 92 201,-45 67-40,36-65-130,-22 45-1,35-62-25,1 0 0,0 0 0,0 1 1,2-1-1,-1 1 0,1-1 0,0 22 0,2-33-8,0 0-1,0 0 1,0 0-1,0 0 1,0 0-1,0 1 1,1-1 0,-1 0-1,0 0 1,1 0-1,-1 0 1,0 0-1,1 0 1,-1 0-1,1 0 1,0 0 0,-1 0-1,1 0 1,0 0-1,-1-1 1,1 1-1,0 0 1,0 0-1,0-1 1,0 1 0,1 0-1,0 0 0,0-1-1,0 0 1,0 1 0,0-1-1,0 0 1,0 0-1,0 0 1,1 0 0,-1-1-1,0 1 1,0 0-1,0-1 1,0 1 0,0-1-1,3-1 1,11-8-2,-1 0 1,0-1 0,0 0 0,-1-2-1,0 1 1,-1-2 0,12-15-1,9-7-4,30-35-40,-63 70 40,-4 12 21,-10 15-5,8-18-2,0 1-1,0-1 1,0 2 0,1-1 0,1 0-1,0 1 1,0-1 0,1 1-1,0 0 1,0 0 0,1 0 0,1 0-1,0 0 1,1 17 0,0-25-7,1 1 1,-1-1 0,0 0-1,1-1 1,-1 1 0,1 0-1,0 0 1,-1 0 0,1-1 0,0 1-1,0-1 1,0 0 0,0 0-1,1 1 1,-1-1 0,0 0-1,0-1 1,1 1 0,-1 0-1,0-1 1,1 1 0,-1-1-1,0 0 1,1 0 0,-1 0-1,3 0 1,66-2-5,-58 0 9,0-1-1,-1 0 1,1-1-1,-1 0 1,0-1-1,0 0 1,0-1-1,17-11 0,-22 12-5,0 1 0,-1-1 0,1-1-1,-1 1 1,0-1 0,-1 0 0,0 0-1,0-1 1,0 0 0,0 1 0,-1-2-1,-1 1 1,1 0 0,3-13 0,-6 19 2,-1 1 0,0-1 0,1 0 1,-1 1-1,0-1 0,1 0 0,-1 1 1,0-1-1,0 0 0,0 1 0,0-1 0,0 0 1,0 0-1,0 1 0,0-1 0,0 0 1,0 0-1,0 1 0,0-1 0,-1 0 0,1 1 1,0-1-1,0 0 0,-1 1 0,1-1 1,-1 0-1,1 1 0,-1-1 0,-15 9 9,-17 30 37,28-28-32,0-1-1,1 1 0,1 0 1,0 0-1,0 0 1,1 0-1,-2 17 0,3-23-9,1 0 0,0 0 0,0 0 0,0 0-1,0 0 1,1 0 0,-1 0 0,1-1 0,0 1-1,0 0 1,1 0 0,-1-1 0,1 1 0,0 0-1,0-1 1,0 0 0,0 1 0,0-1 0,1 0-1,0 0 1,-1-1 0,6 5 0,6 0-6,-1 0 1,2-1-1,-1-1 1,1 0-1,-1-1 1,1 0-1,0-2 1,1 1-1,-1-2 1,0 0-1,1-1 1,-1-1-1,30-4 1,-38 3-32,-1 1 0,1-1 0,-1-1 0,0 1 0,0-1 0,0 0 1,0-1-1,0 1 0,-1-1 0,1 0 0,-1-1 0,0 1 0,8-11 1,-3 3-375,-1 0 1,-1-1-1,0 0 1,12-28 0,-4 4-1627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1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23035,'0'0'9012,"-12"106"-8900,-8-50-112,0 3 0,4 0-176,-4 2-657,12-1-2256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2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25 29566,'0'0'2096,"2"15"-1965,-6 16-67,-2 1 0,-1-1 0,-1 0 0,-2-1-1,-17 39 1,15-38-44,-6 12 14,5-12-15,-11 41 0,99-174-80,8-28 67,36-51 4,-115 174-10,-4 6 0,1-1 0,0 1 0,-1 0 0,1-1 0,0 1 0,0 0 0,0 0 0,0 0 0,0-1 0,0 1 0,0 0 0,0 0 0,0 0 0,1 1 0,-1-1 0,0 0 0,3-1 0,-2 9-3,-4 13 6,0 1 0,-1-1-1,-8 25 1,6-24 7,0 1 0,1 0 0,0 29 0,4-38-7,-1-5 1,1 0 1,0 0-1,1 1 0,0-1 0,0 0 0,4 14 1,-3-19-7,-1-1 0,1 1 0,-1-1-1,1 1 1,0-1 0,0 0 0,0 1 0,0-1 0,0 0 0,0 0 0,1-1 0,-1 1 0,1 0 0,-1-1 0,1 0 0,-1 1 0,1-1 0,0 0 0,0-1 0,0 1 0,0 0 0,0-1 0,3 1 0,21 2-108,-1-1 0,1-1-1,-1-2 1,1 0 0,-1-2 0,36-8 0,-23 2-1101,0-3 1,0-1-1,55-27 1,-49 16-3454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291 141 25724,'0'0'1504,"7"-16"-524,19-52-212,-25 66-703,0 0 0,0-1-1,0 1 1,-1-1 0,1 1 0,-1-1-1,0 0 1,1 1 0,-1-1 0,0 1 0,-1-1-1,1 1 1,0-1 0,-2-4 0,1 6-35,1 0 1,-1 0 0,0 0-1,1 0 1,-1 0 0,0 0 0,0 0-1,0 0 1,0 1 0,0-1-1,0 0 1,0 1 0,0-1-1,0 1 1,0-1 0,0 1 0,0-1-1,0 1 1,0 0 0,0 0-1,-1-1 1,0 1 0,-4 0 33,0 0 0,0 1 1,-1 0-1,1 0 0,0 0 1,1 1-1,-1 0 0,0 0 1,-6 3-1,-8 6 8,0 1 0,2 0-1,-1 2 1,2 0 0,0 1 0,0 1 0,2 0-1,0 1 1,1 1 0,0 0 0,-13 27 0,7 4 39,19-47-110,0 1 1,0 0 0,1-1-1,-1 1 1,1 0-1,-1 0 1,1-1 0,0 1-1,0 0 1,0 0 0,1 0-1,-1-1 1,1 1 0,-1 0-1,1-1 1,1 4-1,0-5-2,0 0-1,-1 0 1,1 0-1,0 0 1,0 0 0,0 0-1,0 0 1,0-1-1,0 1 1,0-1-1,0 0 1,0 0-1,0 0 1,0 1-1,0-2 1,4 1-1,36-5-15,-29 1 11,-1 0 1,1-1 0,-1-1-1,0 0 1,0-1 0,-1 0-1,0-1 1,0 0 0,-1-1-1,0 0 1,-1 0 0,1-1-1,-2 0 1,0-1 0,0 0-1,-1 0 1,0-1 0,-1 0-1,9-22 1,-13 7 2,-2 25 19,0 19 62,0-14-78,0 0 1,0 0 0,0 1-1,0-1 1,1 0-1,-1 0 1,1 1 0,0-1-1,0 0 1,0 0-1,1 0 1,-1 0-1,1 0 1,-1-1 0,1 1-1,0 0 1,0-1-1,0 1 1,1-1 0,-1 0-1,1 0 1,-1 0-1,1 0 1,-1 0 0,1 0-1,0-1 1,0 1-1,0-1 1,0 0 0,0 0-1,0 0 1,0 0-1,1 0 1,-1-1 0,4 1-1,40 4-382,-1-1 1,0-3-1,57-5 0,-80 3 36,77-8-2060,10-6-2348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3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28749,'0'0'1854,"-3"22"-1523,-79 338 352,43-233-573,36-121-116,110-125-23,-1-55 49,-13 18-5,-85 147-7,-7 31 77,-3 0-51,-1 0 0,0 0 1,-2 0-1,-1 0 0,-16 40 0,11-32-21,1 0-1,-7 42 1,17-71-14,0-1 0,0 0 0,-1 0 0,1 0 0,0 0 0,0 0 0,0 1 0,0-1 0,0 0 0,0 0 0,0 0 0,0 0 0,0 1 0,0-1 0,0 0 0,0 0 0,0 0 0,0 0 0,0 1 0,0-1 0,1 0 0,-1 0 0,0 0 0,0 0 0,0 0 0,0 1 0,0-1 0,0 0 0,0 0 0,0 0 0,1 0 0,-1 0 0,0 0 0,0 1 0,0-1 0,0 0 0,0 0 0,0 0 0,1 0 0,-1 0 0,0 0 0,0 0 0,0 0 0,0 0 0,1 0 0,-1 0 0,0 0 0,0 0 0,0 0 0,0 0 0,1 0 0,-1 0 0,0 0 0,0 0 0,1 0 0,13-8-9,17-17 27,-29 23-19,62-60-8,-49 45 1,1 0 1,1 1 0,1 1-1,0 0 1,1 2-1,0 0 1,28-13 0,-47 26 7,1-1 1,-1 1-1,0 0 1,1 0-1,-1 0 1,1 0-1,-1 0 1,1 0 0,-1 0-1,0 0 1,1 0-1,-1 0 1,1 0-1,-1 0 1,1 0-1,-1 0 1,0 0 0,1 0-1,-1 1 1,1-1-1,-1 0 1,0 0-1,1 0 1,-1 1-1,1-1 1,-1 0-1,0 0 1,1 1 0,-1-1-1,0 0 1,0 1-1,1-1 1,5 19 3,-7 32 44,1-38-21,-1 12-6,0-15-9,1 0 0,0-1 0,1 1 0,0 0 0,3 14 0,-4-21-18,1-1-1,0 0 0,0 0 1,0 0-1,0 0 1,0 0-1,1 0 1,-1 0-1,0 0 0,1 0 1,-1-1-1,1 1 1,0-1-1,0 1 1,0-1-1,-1 1 0,1-1 1,1 0-1,-1 0 1,0 0-1,0 0 1,0-1-1,0 1 0,1 0 1,-1-1-1,0 1 1,0-1-1,4 0 1,50 0-1413,-20-1-626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3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26412,'0'0'4082,"-6"18"-3407,-12 39-320,0 4-166,-3-1-1,-31 60 0,48-112-174,0-2-5,0 1 1,1-1 0,-1 1 0,2-1 0,-1 1 0,1 0 0,0 0 0,0 0 0,0 12-1,2-19-35,17-14-6,25-24 6,54-64-1,-71 73 22,1 0 0,2 2 0,0 0 0,2 2 0,49-32 0,-79 57 5,0 1 0,0-1-1,0 0 1,0 0 0,0 0 0,0 1 0,0-1 0,0 0-1,0 0 1,0 0 0,0 1 0,0-1 0,0 0-1,0 0 1,0 1 0,0-1 0,0 0 0,0 0 0,0 0-1,0 1 1,0-1 0,0 0 0,0 0 0,0 0-1,0 0 1,1 1 0,-1-1 0,0 0 0,0 0 0,0 0-1,0 0 1,1 0 0,-1 1 0,0-1 0,0 0-1,0 0 1,0 0 0,1 0 0,-1 0 0,0 0 0,0 0-1,0 0 1,1 0 0,-1 0 0,0 0 0,0 0-1,0 0 1,1 0 0,-1 0 0,0 0 0,0 0 0,1 0-1,-1 0 1,0 0 0,0 0 0,0 0 0,1 0-1,-1 0 1,0 0 0,0 0 0,0-1 0,0 1 0,1 0-1,-1 0 1,0 0 0,0 0 0,0-1 0,0 3-1,-1 15 16,-1 0 1,-1 0 0,-1 0 0,-7 20 0,5-16-20,0-1-1,-4 42 1,9-48-40,0-8-55,0 1 1,0 0-1,1 0 1,0-1-1,1 1 1,-1 0-1,3 7 1,-2-14 4,0 1 1,0-1-1,0 1 1,0-1-1,0 0 1,0 1-1,0-1 1,0 0-1,0 0 1,0 1-1,0-1 1,0 0-1,0 0 0,0 0 1,0-1-1,0 1 1,2 0-1,0-1-300,17 1-1484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4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18 28429,'0'0'2054,"-11"17"-1728,1-3-260,-3 5 62,0 1 0,1 0 0,1 0 1,-14 41-1,21-47-89,2 1 0,0 0 0,1 0 0,1 21 0,0-26-26,0-9-13,0 0 0,0 0 1,0 0-1,1 0 0,-1 0 0,0 0 1,1 0-1,-1-1 0,0 1 0,1 0 1,-1 0-1,1 0 0,-1 0 0,1-1 1,0 1-1,-1 0 0,1-1 0,0 1 1,0 0-1,-1-1 0,1 1 0,0-1 1,0 1-1,0-1 0,1 1 0,33 7 10,35-11 19,-55 1-26,0-1-1,-1 0 0,1-1 0,-1-1 1,0 0-1,0 0 0,-1-2 1,0 0-1,0 0 0,18-14 1,-26 17 0,1-1 0,-1 1 0,0-1 1,0 0-1,0-1 0,-1 1 0,0-1 1,0 0-1,0 0 0,-1 0 1,0 0-1,0-1 0,0 1 0,-1-1 1,0 0-1,0 1 0,-1-1 1,0 0-1,0 0 0,0 0 0,-1 0 1,0 0-1,-2-13 0,0 15 2,1 1 0,-1-1 0,0 1 0,0 0 0,0 0 0,-1 0 0,1 0 0,-1 0-1,0 1 1,0-1 0,0 1 0,-1 0 0,1-1 0,-1 2 0,0-1 0,0 0 0,0 1 0,0 0 0,0 0 0,0 0-1,0 0 1,-1 1 0,1-1 0,-8 0 0,-9-2-16,0 0-1,0 1 1,-40 1 0,57 2-89,0 0 0,1 0 0,-1 1 1,0-1-1,0 1 0,1-1 0,-1 1 1,0 1-1,1-1 0,-1 0 0,1 1 1,0-1-1,-1 1 0,1 0 0,0 0 1,0 1-1,0-1 0,0 1 0,1-1 1,-1 1-1,1 0 0,0 0 0,-1 0 1,1 0-1,0 0 0,1 1 1,-1-1-1,1 1 0,-1-1 0,0 6 1,-6 14-4637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4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28525,'0'0'1972,"18"-10"-1818,56-34 4,-70 41-108,0 1 1,1 0-1,-1 0 1,1 0-1,-1 1 1,1-1 0,0 1-1,0 0 1,0 1-1,0-1 1,0 1-1,-1 0 1,1 0-1,0 0 1,0 1-1,8 2 1,-12-2-47,0 0 1,0 0 0,0 1-1,0-1 1,0 1 0,0-1-1,-1 0 1,1 1 0,0 0-1,-1-1 1,1 1 0,-1-1-1,0 1 1,0 0 0,1-1-1,-1 1 1,0 0 0,0-1-1,-1 1 1,1 2 0,-4 39 84,-1-31-69,0 0 1,0 0 0,-1 0-1,-1 0 1,-13 17 0,14-21-9,0 0 0,0 1 1,1-1-1,0 1 0,0 0 1,1 0-1,1 0 0,-1 1 1,1-1-1,1 1 0,-3 19 1,6-28-14,0 0 1,-1 0-1,1-1 1,0 1-1,0 0 1,0-1-1,0 1 1,0-1-1,-1 1 0,1-1 1,0 1-1,0-1 1,0 0-1,0 1 1,0-1-1,0 0 1,1 0-1,-1 0 1,0 0-1,0 0 1,0 0-1,0 0 1,1 0-1,36-1-16,-32 1 15,15-1-23,0-1 1,0-1 0,0-1 0,-1-1-1,1-1 1,-1 0 0,-1-2-1,1 0 1,22-14 0,-39 20-104,0 1 0,0-1 1,0 0-1,0 0 0,-1-1 0,1 1 1,-1-1-1,1 1 0,-1-1 0,0 0 1,0 0-1,0 0 0,0 0 0,-1 0 1,1 0-1,1-4 0,-2-12-1635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5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30590,'0'0'1617,"136"2"-1553,-84 7-16,0 2-48,-4 1-32,-8 3-144,0 1-144,0 4-369,-4 1 17,0-1-1745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5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26540,'0'0'4098,"-4"110"-3730,-8-65-192,-8 0 32,4 0-16,-4-6-47,-4-1-49,4-7-32,4-8-32,-4-5-32,20-9 0,-4-4-32,4-12-4803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5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27677,'0'0'4130,"0"7"-5187,0 15-608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6:36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9 28493,'0'0'2724,"2"10"-2511,0-1-182,0 1 0,-1-1-1,0 1 1,0-1 0,-1 1-1,-1 0 1,0-1 0,0 1 0,-1-1-1,0 0 1,-4 14 0,-8 6 9,0 0 1,-27 41 0,32-57-30,-1 0 1,0-1 0,-1 0 0,0-1-1,0 0 1,-1 0 0,-16 9 0,21-16-15,5-3-13,5-3-11,17-15 26,0 0 0,-2-2 0,0 0 0,18-25 0,9-9 4,-19 23 2,-2 2 23,52-46 0,-69 69-24,-1-1 0,1 1 0,0 0 0,1 1 0,-1 0 0,1 0 0,0 0 0,0 1 0,0 0 0,1 1 0,-1 0 0,1 0 0,13-1 0,-21 4-3,-1-1 0,1 0 1,-1 1-1,1-1 0,-1 1 0,1-1 0,-1 1 0,1-1 1,-1 1-1,1-1 0,-1 1 0,1-1 0,-1 1 0,0 0 1,0-1-1,1 1 0,-1-1 0,0 1 0,0 0 0,0-1 1,1 1-1,-1 0 0,0-1 0,0 1 0,0 0 0,0 0 1,0-1-1,-1 2 0,1 29 19,0-21-13,-4 247 9,29-254-34,-20-3 18,7-2 0,0 0 0,0 0-1,-1-1 1,1 0 0,-1-1 0,1-1 0,-1 0 0,0 0 0,-1-1 0,0 0 0,17-13 0,3-5 4,0-1 1,36-41 0,-47 46 0,-1-2-1,-1 0 1,20-35 0,-65 103 20,18-33-12,1 1 1,1 0-1,0 0 0,1 1 0,0 0 0,1 1 0,1-1 1,-4 19-1,8 36-16,1-69 3,1 0-1,0 0 0,-1 0 1,1-1-1,0 1 1,-1 0-1,1 0 0,0-1 1,0 1-1,0-1 1,0 1-1,0 0 0,0-1 1,0 0-1,0 1 1,0-1-1,0 0 0,0 1 1,0-1-1,0 0 1,0 0-1,0 0 0,0 0 1,0 0-1,0 0 1,0 0-1,3-1 0,32-2-11,-19-3 12,0-2 0,-1 1 0,0-2 0,0-1 0,-1 0 0,0 0 0,19-18 0,-21 17 0,14-10 2,-13 11 2,0 0 0,0-1-1,-1-1 1,-1 0 0,0-1-1,-1 0 1,11-17 0,-44 67 15,14-27-9,2 0 0,-1 0 0,1 1 0,1 0 1,0 0-1,1 1 0,0-1 0,0 1 0,1 0 0,-1 12 1,3-17-11,1 0 0,0-1 0,0 1 0,0 0 0,1-1 0,0 1 0,2 8 0,-2-13 0,0 0 0,0 0 0,0 0 0,1 0 0,-1 0-1,1-1 1,-1 1 0,1 0 0,-1-1 0,1 1 0,0-1 0,0 0 0,0 1-1,-1-1 1,1 0 0,1 0 0,-1 0 0,0-1 0,0 1 0,0 0-1,0-1 1,0 1 0,1-1 0,-1 0 0,3 0 0,19 1 5,1-1 1,0-1 0,-1-1-1,1-1 1,-1-1 0,0-1-1,0-2 1,0 0 0,-1-2-1,0 0 1,0-1-1,-1-2 1,-1 0 0,0-1-1,-1-1 1,0-1 0,31-32-1,-41 37-14,-1-1 0,-1 0 0,1-1 0,-2 1 0,0-2 0,0 1-1,-1-1 1,-1 0 0,0 0 0,-1 0 0,5-27 0,-9 40-30,0-1 0,0 1 0,0-1 0,0 1 0,0-1 0,0 1 1,0-1-1,0 0 0,0 1 0,-1-1 0,1 1 0,0-1 0,0 1 0,-1-1 0,1 1 0,0-1 1,-1 1-1,1 0 0,0-1 0,-1 1 0,1-1 0,0 1 0,-1 0 0,1-1 0,-1 1 0,1 0 1,-1-1-1,1 1 0,-1 0 0,1 0 0,-1 0 0,1 0 0,-1-1 0,1 1 0,-1 0 0,0 0 1,1 0-1,-1 0 0,1 0 0,-1 0 0,1 0 0,-1 0 0,1 0 0,-1 1 0,0-1 0,1 0 0,-1 0 1,1 0-1,-1 1 0,0-1 0,-4 1-1120,-29 2-8672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9:09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 26204,'0'0'3127,"0"0"-3059,0 0-1,0 0 1,0 0 0,0 0 0,0-1-1,1 1 1,-1 0 0,0 0 0,0 0 0,0 0-1,0-1 1,0 1 0,0 0 0,0 0 0,0 0-1,0-1 1,0 1 0,0 0 0,0 0 0,0 0-1,0-1 1,0 1 0,0 0 0,0 0-1,0 0 1,0 0 0,0-1 0,0 1 0,0 0-1,-1 0 1,1 0 0,0 0 0,0-1 0,0 1-1,0 0 1,0 0 0,0 0 0,-1 0 0,1 0-1,0 0 1,0-1 0,0 1 0,-1 0-1,-6 1-66,0 0-1,0 0 0,0 1 1,0 0-1,0 0 0,0 0 1,0 1-1,1 0 0,-1 1 1,1-1-1,0 1 0,0 0 1,0 1-1,1 0 0,-1 0 1,1 0-1,0 0 0,1 1 1,-1-1-1,1 1 0,-5 10 1,-4 6 2,2 1 0,0 0 1,1 1-1,-12 46 0,10-23 0,2 1-1,2 1 0,2-1 0,3 1 1,4 91-1,-1-134-3,1 0 1,0 1-1,0-1 1,0 0-1,1 0 1,0 0-1,0 0 1,1 0-1,0 0 1,0 0-1,0-1 1,0 0 0,1 0-1,0 0 1,0 0-1,1 0 1,-1-1-1,1 1 1,0-1-1,0-1 1,0 1-1,1-1 1,-1 0-1,1 0 1,0 0-1,0-1 1,0 0-1,0 0 1,0 0-1,0-1 1,1 0-1,5 0 1,-6-1 2,1-1 0,-1-1 1,0 1-1,0-1 0,0 0 1,0 0-1,0-1 0,0 0 1,-1 0-1,1 0 0,-1 0 1,0-1-1,0 0 0,0 0 1,-1-1-1,1 1 0,3-7 1,3-2 3,-1 0 0,0-1 1,-1-1-1,-1 0 0,9-20 1,-15 28-5,0 0 0,-1-1-1,0 1 1,0-1 0,-1 1 0,0-1 0,-1-12 0,0-5 4,0 23-4,0 0 0,0 0 0,0 0 0,0 0 0,-1 0 0,1 1 0,-1-1 0,1 0 0,-1 1 0,1-1 1,-1 1-1,0-1 0,0 1 0,0 0 0,0-1 0,0 1 0,0 0 0,0 1 0,0-1 0,-4-1 0,-48-14-5,48 16 0,0 0-1,0 0 1,0 0-1,0 1 0,0 0 1,0 0-1,0 0 1,1 1-1,-1 0 1,0 0-1,1 1 1,0-1-1,-1 1 0,1 0 1,0 1-1,0-1 1,1 1-1,-1 0 1,1 0-1,0 0 1,0 1-1,0-1 0,1 1 1,-1 0-1,1 0 1,0 0-1,1 1 1,-1-1-1,1 1 1,0-1-1,0 1 0,0 7 1,0-5-213,0 1 0,1-1 0,0 0-1,1 0 1,0 1 0,0-1 0,2 9 0,-2-16 142,0-1 1,0 1-1,0-1 1,1 1-1,-1-1 0,0 1 1,1-1-1,-1 1 1,0-1-1,1 0 0,-1 1 1,0-1-1,1 1 1,-1-1-1,1 0 1,-1 1-1,1-1 0,-1 0 1,1 0-1,-1 0 1,1 1-1,-1-1 0,1 0 1,-1 0-1,1 0 1,-1 0-1,1 0 0,-1 0 1,1 0-1,0 0 1,-1 0-1,1 0 0,-1 0 1,1 0-1,0 0 1,2 0-610,13 0-4397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29:10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28749,'0'0'1884,"0"5"-1700,2 3-104,-1 0 0,1 0 0,1 0 0,-1-1 1,1 1-1,1-1 0,-1 0 0,1 0 0,0 0 0,7 7 0,22 46 114,-23-30-141,0 0-1,-2 1 1,-1 0-1,4 48 1,-5 129 28,-7-184-75,-1-1 0,-1 1-1,-1-1 1,-2 0 0,0 0-1,-14 34 1,0-10 31,-3-1-1,-28 43 1,43-76-21,-3 7 0,-2-1 0,0-1 0,-20 23 0,31-40-91,1 1 0,-1 0 0,0 0 1,1 0-1,0 0 0,0 0 1,-1 0-1,1 0 0,0 1 1,1-1-1,-1 0 0,0 0 0,1 1 1,-1-1-1,1 0 0,0 3 1,0 3-1877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8:19.9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10741 1342 26300,'0'0'3954,"0"-11"-3829,0-50 35,0 60-154,-1 0-1,1 0 0,-1-1 1,0 1-1,0 0 0,1 0 0,-1 0 1,0 0-1,0 0 0,0 0 1,0 0-1,0 1 0,0-1 1,0 0-1,0 1 0,-1-1 0,1 0 1,0 1-1,0-1 0,-1 1 1,-1-1-1,-35-9 114,32 8-112,-62-11 9,-113-9-1,12 3 2,-95-24-16,-384-55 8,-5 49-3,538 47-9,-161 3-10,108 20 27,-26 2 4,20-5-25,-37 0-2,211-18 9,0 0-1,0 0 1,0 0-1,0 0 1,0 0-1,0 0 1,0 0-1,0 0 1,1 0-1,-1 0 1,0 0-1,0 0 1,0 1-1,0-1 1,0 0-1,0 0 1,0 0-1,0 0 1,0 0-1,0 0 1,0 0-1,0 0 1,0 0-1,1 0 1,-1 0-1,0 0 1,0 1-1,0-1 1,0 0-1,0 0 1,0 0 0,0 0-1,0 0 1,0 0-1,0 0 1,0 0-1,0 0 1,0 1-1,0-1 1,0 0-1,0 0 1,0 0-1,0 0 1,0 0-1,0 0 1,0 0-1,-1 0 1,1 0-1,0 1 1,0-1-1,0 0 1,0 0-1,0 0 1,0 0-1,0 0 1,0 0-1,0 0 1,0 0-1,0 0 1,11 6-46,37 5 42,1-2-1,84 4 1,-68-7 9,1289 110 13,-1133-98-17,-211-17-1,48 3 0,-1 3 0,63 15 0,-178-14 59,-845-16-9,355-4-108,952 10 155,484 6-82,-842-2-33,-31-1 43,-26-1 136,-366-31-51,219 12-100,-2275-87 9,1598 106 47,1381-15-76,-27 0 28,208 29-2,-913-10 13,70 1-7,-1456 2 7,907-9-42,1157-2-40,495 8 55,-201 64 17,-743-60-22,-43-8 3,0 0 1,0 0-1,0 0 0,0 1 1,-1-1-1,1 0 0,0 0 0,0 0 1,0 0-1,0 0 0,0 0 0,0 0 1,0 0-1,0 1 0,0-1 0,0 0 1,0 0-1,0 0 0,0 0 1,0 0-1,0 0 0,0 1 0,0-1 1,0 0-1,0 0 0,0 0 0,0 0 1,0 0-1,0 1 0,0-1 0,0 0 1,0 0-1,0 0 0,0 0 0,0 0 1,0 0-1,0 0 0,0 1 1,0-1-1,0 0 0,0 0 0,1 0 1,-1 0-1,0 0 0,0 0 0,0 0 1,0 0-1,-68 6 31,40-5-29,-1102 16-1,750-19 8,-904 14 29,1262-10-50,35 1-41,42 1 0,885 9 76,-163-7-19,681 111 9,-1442-116-10,-13-1 40,-15 1-25,-331 70 46,300-56-104,43-15 40,-1 0-1,1 1 0,0-1 1,-1 0-1,1 0 0,0 0 1,0 0-1,-1 0 0,1 1 1,0-1-1,0 0 0,0 0 1,-1 1-1,1-1 0,0 0 1,0 0-1,0 1 0,-1-1 1,1 0-1,0 0 0,0 1 1,0-1-1,0 0 0,0 1 1,0-1-1,0 0 0,0 0 1,0 1-1,0-1 0,0 0 1,0 1-1,0-1 0,0 0 1,0 1-1,0-1 0,0 0 1,0 0-1,0 1 0,0-1 1,1 1-1,25 9-12,29-3 56,-1-3 0,98-3-1,-69-2-7,-136-14 88,-225-24-98,13 2-2,120 12-33,-327-72-12,454 93 23,11 3-2,0-1 0,1 1 0,-1-1-1,0 0 1,1-1 0,0 0 0,0 0 0,0 0-1,-9-7 1,14 10 1,1 0 0,0 0 0,0-1-1,0 1 1,-1 0 0,1 0 0,0-1 0,0 1 0,0 0-1,0-1 1,0 1 0,0 0 0,0-1 0,-1 1-1,1 0 1,0-1 0,0 1 0,0 0 0,0 0-1,0-1 1,1 1 0,-1 0 0,0-1 0,0 1 0,0 0-1,0-1 1,0 1 0,0 0 0,0 0 0,1-1-1,-1 1 1,0 0 0,0-1 0,0 1 0,1 0-1,-1 0 1,0 0 0,0-1 0,1 1 0,-1 0 0,0 0-1,1 0 1,17-9-10,44-8 3,1 4 1,0 2 0,94-4 0,-69 7 4,2132-260-57,-2135 257 45,16-2-8,130-33-1,-232 46 24,1 0-1,0 0 0,-1 0 0,1 0 0,0 0 1,-1 0-1,1 0 0,0-1 0,-1 1 1,1 0-1,0 0 0,-1 0 0,1 0 0,0-1 1,-1 1-1,1 0 0,0 0 0,0-1 0,-1 1 1,1 0-1,0 0 0,0-1 0,-1 1 0,1 0 1,0-1-1,0 1 0,0 0 0,0-1 0,0 1 1,0 0-1,-1-1 0,1 1 0,0-1 0,0 1 1,0 0-1,0-1 0,0 1 0,0 0 0,0-1 1,1 1-1,-1 0 0,0-1 0,0 1 0,0 0 1,0-1-1,0 1 0,0 0 0,1-1 1,-1 1-1,0 0 0,0-1 0,1 1 0,-1 0 1,0 0-1,0-1 0,1 1 0,-1 0 0,0 0 1,1-1-1,-1 1 0,0 0 0,0 0 0,1 0 1,0 0-1,-40-10-30,-1 3-1,0 1 1,-66-1 0,26 2 1,-21-3-32,-809-86-286,869 88 347,-45-13 0,71 12 0,16-1 0,27-5-8,87-11-12,2 5-1,182-7 0,-190 19 24,356-22-2,450-41 1,-890 67 0,-10 2-2,0 0 0,0-2-1,0 0 1,-1 0 0,1-1-1,14-7 1,-28 11 1,0 0-1,0-1 1,0 1-1,0 0 1,0-1-1,0 1 1,-1-1-1,1 1 1,0-1 0,0 1-1,-1-1 1,1 0-1,0 1 1,0-1-1,-1 0 1,1 1-1,-1-1 1,1 0-1,-1 0 1,1 0-1,-1 1 1,0-1-1,1 0 1,-1 0 0,0 0-1,1 0 1,-1 0-1,0 0 1,0 0-1,0 0 1,0 0-1,0 0 1,0 0-1,0 0 1,0 0-1,-1 1 1,1-1-1,0 0 1,0 0 0,-1 0-1,1 0 1,-1 0-1,1 0 1,-1 1-1,1-1 1,-1 0-1,1 0 1,-1 1-1,0-1 1,1 0-1,-1 1 1,0-1-1,-1 0 1,-4-4 2,1 1-1,-1 0 1,0 0 0,0 1 0,-12-6 0,-42-9-13,-1 2 1,0 3 0,-81-7-1,53 8-3,-1485-199-43,1549 206 64,25 5-8,0-1 0,0 1 0,0 0 0,0 0 0,-1 0 0,1 0 0,0 0 0,0 0 0,0-1 0,0 1 0,0 0-1,0 0 1,0 0 0,0 0 0,0 0 0,0-1 0,0 1 0,0 0 0,0 0 0,1 0 0,-1 0 0,0 0 0,0-1 0,0 1 0,0 0 0,0 0 0,0 0 0,0 0-1,0 0 1,0 0 0,0 0 0,0-1 0,1 1 0,-1 0 0,0 0 0,0 0 0,0 0 0,0 0 0,0 0 0,0 0 0,1 0 0,-1 0 0,0 0 0,0 0 0,0 0-1,0 0 1,0 0 0,1 0 0,-1 0 0,0 0 0,0 0 0,0 0 0,0 0 0,0 0 0,1 0 0,-1 0 0,0 0 0,0 0 0,0 0 0,0 0 0,0 0 0,0 0-1,1 0 1,-1 0 0,50-6-18,984-15 209,-713 23-208,323 17 16,-5 0 5,-638-19 9,-28 0 32,-664-2-7,673 1-38,14 1-1,0-1-1,-1 1 1,1 0 0,0 0 0,-1 1-1,1-1 1,0 1 0,0 0 0,0 0-1,-8 3 1,48 1-92,395 12 96,480 45 47,-901-61-50,13 2 0,0 1-1,-1 1 0,30 10 1,-52-15-1,0 0 1,0 0 0,1 0 0,-1 0-1,0 0 1,0 0 0,0 0 0,1 0 0,-1 0-1,0 0 1,0 0 0,1 0 0,-1 1-1,0-1 1,0 0 0,0 0 0,1 0-1,-1 0 1,0 0 0,0 0 0,0 1 0,1-1-1,-1 0 1,0 0 0,0 0 0,0 1-1,0-1 1,0 0 0,0 0 0,1 0 0,-1 1-1,0-1 1,0 0 0,0 0 0,0 1-1,0-1 1,0 0 0,0 0 0,0 1 0,0-1-1,0 0 1,0 0 0,0 0 0,0 1-1,0-1 1,0 0 0,0 0 0,-1 1-1,1-1 1,0 0 0,0 0 0,0 0 0,0 1-1,-1-1 1,-17 10-2,-28 3 9,-64 6 18,-132 5 1,154-19-20,0 4 0,0 4-1,-99 29 1,185-42-7,-1 1 0,1-1 0,0 1 0,0 0 0,-1 0 0,1 0 0,0 0 0,0 0-1,0 1 1,0-1 0,0 0 0,-2 3 0,9 3-20,19-2 0,309 19 77,48 4 24,-356-24-79,2-2 2,1 2 0,-1 2 0,0 0 0,36 14 0,-54-14-3,-9-6 0,0 0 0,0 0 0,0 0 0,1 0 0,-1 1 0,0-1 0,0 0 0,0 0 0,0 0 1,0 1-1,0-1 0,0 0 0,0 0 0,0 0 0,0 1 0,0-1 0,0 0 0,0 0 0,0 1 0,0-1 0,0 0 0,0 0 0,0 0 0,0 1 0,0-1 0,0 0 0,0 0 0,-1 0 0,1 1 0,0-1 0,0 0 1,0 0-1,0 0 0,0 0 0,0 0 0,-1 1 0,1-1 0,0 0 0,0 0 0,0 0 0,-1 0 0,1 0 0,0 0 0,0 0 0,0 1 0,-1-1 0,1 0 0,0 0 0,0 0 0,0 0 0,-1 0 0,1 0 0,0 0 1,0 0-1,0 0 0,-1 0 0,1 0 0,0 0 0,0-1 0,0 1 0,-1 0 0,1 0 0,0 0 0,0 0 0,-81 10 19,0-4 0,-122-5 1,95-2-17,-548 1 59,629-2-51,1 0 1,-38-9 0,-9-1-13,-2088-222-31,1448 165 36,187 16-5,138 32-22,-106-12 25,600 29-144,1010 49 172,-1064-36-46,-62-10 23,0 0 0,0 1 0,-1 0 0,-11 3-1,-15 0-6,-253 7 5,-241 5 6,-1252-13-8,1780-2 0,1 0-1,0 0 0,-1 1 0,1-1-1,0 0 1,-1 0 0,1 0 0,0-1 0,-1 1-1,1-1 1,0 1 0,-1-1 0,1 0 0,0 0-1,0 0 1,-3-1 0,16-2-63,604-9 51,-385 15 14,-178-4-4,-34 1 3,0 0 0,0 2 1,0 0-1,19 3 0,-35-3 0,-32 0 24,-618-7-25,-398 4 1,627 29 5,584-22-115,53-19 118,181-3 5,-380 18-28,-15-1 3,0 1 0,1-1-1,-1 0 1,0 0 0,1 0 0,-1 0 0,8-3 0,-12 3 8,0 0 1,0-1-1,0 1 1,0 0-1,0-1 1,-1 1-1,1 0 1,0-1-1,0 1 1,0 0-1,-1 0 1,1 0-1,0-1 1,0 1-1,-1 0 1,1 0-1,0 0 1,-1-1 0,1 1-1,0 0 1,-1 0-1,1 0 1,0 0-1,-1 0 1,1 0-1,0 0 1,-1 0-1,1 0 1,0 0-1,-1 0 1,1 0-1,0 0 1,-1 0-1,1 0 1,0 0-1,-1 0 1,1 0-1,-1 0 1,-521-2 11,260 4-9,-486 12 12,928-11-76,-96 1 14,116-10 0,-269 3 102,22 0-28,-481-25-13,291 14-10,203 13-3,-408-15 0,428 15-1,1-1 0,0 0-1,-16-5 1,-30-5-7,-645-7 24,674 21-15,-1 1 0,-52 14 0,72-14-1,-376 83-38,356-82 49,0 0 0,-60-3 0,58-1-9,10-9 28,22 9-32,1-1 1,-1 0 0,0 1-1,1-1 1,-1 1 0,0-1-1,0 1 1,0-1-1,1 1 1,-1 0 0,0-1-1,0 1 1,0 0 0,0 0-1,0 0 1,0 0 0,0-1-1,1 1 1,-1 0 0,0 1-1,0-1 1,0 0 0,0 0-1,0 0 1,0 0 0,0 1-1,1-1 1,-1 0 0,0 1-1,0-1 1,0 1 0,1-1-1,-1 1 1,0-1 0,0 1-1,1-1 1,-1 1 0,1 0-1,-1 0 1,0-1 0,1 1-1,-1 0 1,1 0 0,0-1-1,-1 1 1,1 0 0,-1 1-1,-3 4-1,0 1-1,0 0 1,1-1-1,0 1 1,0 0 0,0 1-1,1-1 1,0 0-1,1 1 1,-1-1-1,2 1 1,-1-1 0,1 16-1,0 103 23,-8-52-22,8-12 6,8-29-3,4 76 13,-8-8-15,-1-55-4,-6 86 1,-3-103 9,0 0 0,-2-1 0,-18 44 0,17-52-4,2-1 0,1 1 0,0 0 0,1 1 0,1 0 0,-1 20 0,1 42-5,4-83-9,29 0 1,22-3 30,0-3 0,-1-2 0,1-3 0,50-17 0,37-7-3,340-46 74,-270 49-82,232-28 22,364 17 68,-403 27-40,-3-1 0,1028 25 56,-1415-8-112,-5-1 0,1 1 0,-1 0 0,1 0 0,-1 1 0,1-1 0,-1 2 0,0-1 0,1 1 0,8 3 0,-14-4 0,-1-1 0,0 0 0,1 1 0,-1-1 0,1 1 0,-1-1 0,0 1-1,0-1 1,1 1 0,-1 0 0,0-1 0,0 1 0,0-1 0,1 1 0,-1 0 0,0-1-1,0 1 1,0-1 0,0 1 0,0 0 0,0-1 0,0 1 0,0-1 0,-1 1-1,1 0 1,0-1 0,0 1 0,0-1 0,-1 1 0,1-1 0,0 1 0,-1 0-1,-13 15 5,-19-2 4,-1-1 0,0-2 0,0-1 0,-1-2 0,-60 7 0,80-13-8,-936 102 15,705-82-14,-802 11-13,563-30 8,213 20-12,271-23 15,0 0-1,0 1 0,0-1 0,0 0 0,0 1 1,1-1-1,-1 0 0,0 1 0,0-1 0,1 1 0,-1-1 1,0 1-1,0-1 0,1 1 0,-1 0 0,1-1 0,-1 1 1,1 0-1,-1-1 0,1 1 0,-1 0 0,1 0 1,-1 0-1,1-1 0,0 1 0,0 0 0,-1 0 0,1 0 1,0 0-1,0 0 0,0 0 0,0-1 0,0 1 1,0 0-1,0 0 0,0 0 0,0 0 0,1 0 0,-1 0 1,0-1-1,0 1 0,1 0 0,-1 0 0,1 0 0,-1-1 1,1 1-1,-1 0 0,1 0 0,-1-1 0,1 1 1,0 0-1,-1-1 0,1 1 0,0-1 0,-1 1 0,1-1 1,0 1-1,0-1 0,1 1 0,70 8 1,0-2 0,112-5 1,-116-2-1,1187-10 17,-1101 8-14,900 7 31,-732 23-4,-319-28-29,-8-1 2,0 0-1,0 0 1,0-1-1,0 0 1,0 0-1,1 0 1,-1 0-1,1-1 1,-1 0-1,1 0 1,0 0-1,0 0 1,0-1-1,-3-4 1,-3-3 6,1 0 0,1-1 1,0 0-1,1 0 0,-7-15 0,3 1 4,1 0 1,1-1-1,1 0 0,1 0 0,-4-40 0,7-251-21,7 169 7,5-102 10,-8 250-21,-13 1-38,0 0 49,0 0 0,0 2-1,0 0 1,-24 6 0,-10 2 13,-498 35-19,-6-42-20,301-5 2,-222 1 15,-711 6-10,1129-1 25,-1 3 0,2 2-1,-71 21 1,55-12-3,46-13 2,-1-2 0,1 0-1,-1-1 1,-25-2 0,-5-31-1,-12 26-9,52 5 5,1-1 0,-1 0 0,-25-6-1,27-28-15,-8-5 15,7 11-1,-2 2 0,0-1 0,-27-33 0,36 54 3,-1-1 1,0 1-1,-1 0 1,1 0-1,-2 1 1,1 0-1,0 0 1,-1 1-1,0 0 1,0 0-1,-1 1 1,1 1-1,-1 0 1,-17-4-1,3 2-1,16 3-4,0 0 1,0 0-1,0 1 0,0 0 1,0 1-1,0-1 0,0 2 0,-11 0 1,16 1 2,0-1-1,1 1 1,-1 0 0,1 0 0,-1 0 0,1 0 0,0 0 0,-1 0 0,1 1-1,1-1 1,-1 1 0,0-1 0,0 1 0,1 0 0,0 0 0,-1 0 0,1 0-1,0 0 1,0 3 0,-17 29-14,-4-11 3,14-14 14,0-1 0,0-1 0,-1 1 0,-14 10 0,20-16-2,0 0 0,1-1 0,0 1-1,-1 0 1,1 0 0,0 1 0,1-1 0,-1 0-1,0 1 1,1-1 0,0 1 0,0-1-1,0 1 1,0 0 0,1-1 0,-1 1 0,1 0-1,0-1 1,0 5 0,0-3 0,0 0 1,1-1-1,-1 1 1,1 0-1,0 0 1,0-1-1,0 1 0,1 0 1,-1-1-1,1 0 1,0 1-1,1-1 1,-1 0-1,1 0 1,3 5-1,9 3-1,1 0 0,0-1 0,1-1 0,0 0 0,0-1 0,1-1 0,0-1 0,1 0 0,24 5 1,26 3 6,81 7 0,516 35 23,-54-6-12,-560-45-8,1387 121 48,-546-107 17,119 6 53,838 123 11,-1490-106-134,572 90-1,-644-90-8,291 4 1,-475-41 6,230 36 10,-123-12-2,279-12 5,-404-18-12,232-20 15,-289 16-33,-34 3-87,-49 4-688,-12-1-937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23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466 112 28925,'0'0'1588,"4"0"-1442,-4 0-126,1 0 0,-1 1 0,1-1 0,-1 0 0,1 0 0,-1 0 0,1 0 0,-1 0-1,1 0 1,-1 0 0,1 0 0,-1 0 0,1 0 0,-1 0 0,1-1 0,-1 1 0,1 0-1,-1 0 1,1 0 0,-1-1 0,0 1 0,1 0 0,-1 0 0,1-1 0,-1 1 0,0 0-1,1-1 1,-1 1 0,0-1 0,1 1 0,-1 0 0,0-1 0,0 1 0,1-1 0,-1 1-1,0-1 1,0 1 0,0-1 0,0 1 0,1 0 0,-1-1 0,0 1 0,0-1 0,0 1 0,0-1-1,0 1 1,0-1 0,0 1 0,-1-2 0,-19-29 258,14 24-277,-1 1 1,1 0-1,-1 1 1,0 0-1,0 0 1,0 0-1,-1 1 1,0 0-1,0 0 1,0 1-1,0 0 1,-15-4-1,16 6 0,1 0 0,0 1 0,-1-1 0,1 1-1,0 0 1,-1 1 0,1 0 0,0 0 0,-1 0-1,1 0 1,0 1 0,0 0 0,0 1 0,0-1-1,1 1 1,-1 0 0,1 1 0,-7 4 0,-11 11 6,2 1-1,0 1 1,2 1 0,0 1 0,1 0 0,1 2 0,2 0 0,0 0 0,2 2 0,1-1-1,-16 52 1,23-56 3,2 0 0,1 1 0,0 0 0,4 37 1,-2-15-14,1-42 3,-1 0 0,0 0 0,1 0 0,-1 0 0,1 0 0,0 0 0,0 0 0,0 0 0,1 0 0,-1-1 0,1 1 0,-1-1 0,1 1 0,0-1-1,0 1 1,0-1 0,0 0 0,0 0 0,1 0 0,-1 0 0,1 0 0,-1-1 0,1 1 0,0-1 0,-1 0 0,1 0 0,0 0 0,0 0 0,0 0 0,0 0-1,4 0 1,-1 0-1,0 0 1,0-1-1,0 1 0,1-1 0,-1 0 0,0-1 0,0 1 0,0-1 0,1-1 0,-1 1 0,0-1 0,0 0 0,-1 0 0,11-6 0,2-5 2,-1 0 0,-1-2-1,0 0 1,-1 0-1,-1-1 1,0-1-1,19-32 1,-15 20 1,-2-2-1,-1 0 1,-2-1 0,11-36 0,-18 40 8,-1 1 0,-1-1 0,-2 0 0,-1-46 0,-1 72-10,0 2 78,0 29-62,0-8-16,0 42 4,10 79 0,-8-124-3,1 0 0,1 1 0,1-1 0,1-1-1,0 1 1,1-1 0,1 0 0,20 31 0,-26-44-2,0 0 0,1-1 1,0 1-1,0 0 0,0-1 1,0 0-1,0 1 0,1-1 1,-1-1-1,1 1 0,0 0 0,0-1 1,0 0-1,0 0 0,0 0 1,1 0-1,-1-1 0,1 0 1,-1 0-1,1 0 0,-1 0 1,1-1-1,-1 1 0,1-1 0,0 0 1,7-2-1,-12-36-2125,-6 21-1156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2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26892,'0'0'3871,"14"19"-3689,47 63 42,-54-69-174,0 0-1,-1 0 1,-1 1-1,0 0 1,-1 0-1,0 0 1,-1 0 0,-1 1-1,0-1 1,0 27-1,0-11 9,2 19-31,-2 0-1,-2 0 1,-2 0 0,-3 0-1,-1 0 1,-3-1 0,-2 0-1,-30 84 1,22-84-24,1-2 10,-42 76 0,-15-5 113,71-113-1337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27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0 405 28029,'0'0'2091,"2"13"-1234,8-20-814,0-1 0,0 0 1,-1 0-1,-1-1 0,1 0 0,-1-1 1,-1 0-1,9-14 0,-2 4-21,167-268-17,-181 287-4,0 0 0,1 0 1,-1 1-1,0-1 0,1 0 0,-1 0 0,1 0 0,-1 0 1,1 0-1,0 0 0,-1 1 0,1-1 0,0 0 0,0 1 1,-1-1-1,1 0 0,0 1 0,0-1 0,0 1 1,0-1-1,0 1 0,1-1 0,3 18 48,-10 37 14,-10 5 10,-4 0-1,-38 84 1,-23 71-3,75-165-2418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2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30702,'0'0'977,"-4"21"-1682,8-21-2656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2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29710,'0'0'445,"0"17"-34,0 17-225,-6 219 649,2-207-797,-2-1-1,-1 1 1,-24 75-1,25-96-59,6-21-10,-1-1 1,1 1-1,-1-1 0,0 0 1,0 1-1,0-1 1,-1 0-1,-1 4 0,27-62-1888,-20 49 1860,80-111-1395,-73 102 1547,2 1 1,-1 1 0,2 0 0,0 1 0,28-19 0,-42 31-73,0 0 1,0-1-1,0 1 0,0 0 1,1 0-1,-1 0 1,0-1-1,0 1 0,0 0 1,0 0-1,0 0 1,0-1-1,1 1 0,-1 0 1,0 0-1,0 0 1,0 0-1,1 0 0,-1-1 1,0 1-1,0 0 1,0 0-1,1 0 0,-1 0 1,0 0-1,0 0 1,1 0-1,-1 0 0,0 0 1,0 0-1,1 0 1,-1 0-1,0 0 0,0 0 1,0 0-1,1 0 1,-1 0-1,0 0 0,0 0 1,1 0-1,-1 1 1,0-1-1,0 0 0,0 0 1,1 0-1,-1 0 1,0 0-1,0 0 0,0 1 1,0-1-1,1 0 1,-1 0-1,0 0 0,0 1 1,0-1-1,0 0 1,0 0-1,0 0 0,0 1 1,0-1-1,1 0 1,-1 0-1,0 1 0,0-1 1,0 0-1,0 0 1,0 1-1,-10 17 610,-5-3-438,-1 0 1,0 0-1,-22 13 1,21-16-137,0 1 0,1 1 1,-24 26-1,39-39-57,0 0 1,0 0-1,0 1 1,0-1 0,0 0-1,1 0 1,-1 0-1,1 1 1,-1-1-1,1 0 1,-1 0-1,1 1 1,0-1-1,-1 1 1,1-1 0,0 0-1,0 1 1,0-1-1,0 0 1,0 1-1,0-1 1,1 1-1,-1-1 1,0 0 0,1 1-1,-1-1 1,1 0-1,-1 0 1,1 1-1,0-1 1,0 0-1,-1 0 1,1 0 0,0 0-1,0 0 1,0 0-1,0 0 1,0 0-1,0 0 1,0 0-1,1-1 1,1 2-1,7 4 2,0-1 0,0 0 0,1-1 0,14 4-1,-13-4 2,2 1-190,0-1-1,1 0 0,-1-1 1,1 0-1,0-1 0,0-1 1,0-1-1,0 0 0,0-1 1,16-2-1,-10-8-1369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28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26412,'0'0'2433,"-2"17"-1784,-2 14-448,0 18 67,-3 1 0,-2-1-1,-16 52 1,26-123 300,-1 14-572,0-1 0,0 1 0,1-1 0,0 1 0,3-14 0,-2 17-29,0-1 1,1 0-1,-1 0 0,1 1 0,0 0 0,1-1 0,-1 1 0,1 0 0,0 1 0,0-1 0,0 1 0,1 0 1,0 0-1,0 0 0,0 0 0,0 1 0,0 0 0,1 0 0,-1 1 0,1-1 0,0 1 0,0 0 1,0 1-1,0-1 0,0 1 0,0 0 0,0 1 0,0 0 0,9 0 0,57 3-819,-44-1 132,-1-1 1,1-1-1,-1-2 1,38-6-1,-32-8 1056,-32 16-180,0-1 0,0 0 1,0 0-1,-1 1 0,1-1 1,0 0-1,-1 0 0,1 0 0,0 0 1,-1 0-1,1 0 0,-1 0 1,1 0-1,-1 0 0,0 0 1,1 0-1,-1 0 0,0-2 462,-8 10-66,-5 4-509,1 0 0,0 1 0,0 0 0,1 1 0,1 0-1,0 1 1,1 0 0,0 0 0,1 1 0,1 0 0,0 0-1,1 1 1,1 0 0,1 0 0,0 0 0,1 1 0,0 0-1,0 21 1,3-37-43,0 0 1,0 1-1,0-1 0,0 0 0,0 0 0,1 0 1,-1 0-1,0 0 0,0 0 0,1 0 0,-1 0 0,1 0 1,-1 0-1,1 0 0,-1 0 0,1 0 0,-1 0 1,1 0-1,0-1 0,-1 1 0,1 0 0,0 0 1,0-1-1,0 1 0,0 0 0,0-1 0,1 1 1,0 0-1,1-1 0,-1 1 1,1-1-1,-1 0 0,0 1 1,1-1-1,-1-1 0,1 1 1,-1 0-1,1 0 0,3-2 1,2-1 2,0 1 0,0-1 0,-1-1 1,1 1-1,-1-2 0,11-6 0,-8 3 9,0-1-1,-1 0 1,0-1-1,0 0 1,-1 0 0,0 0-1,-1-1 1,0-1-1,-1 1 1,0-1-1,-1 0 1,0 0-1,-1-1 1,0 1 0,-1-1-1,-1 0 1,2-21-1,-4 33-8,0-1 0,-1 1 1,1 0-1,0-1 0,-1 1 0,1-1 0,-1 1 0,0 0 0,0 0 0,1-1 0,-1 1 0,0 0 0,0 0 0,0 0 0,0 0 0,0 0 1,0 0-1,0 0 0,-1 0 0,1 0 0,0 1 0,0-1 0,-1 0 0,1 1 0,-1-1 0,1 1 0,0 0 0,-1-1 0,1 1 0,-1 0 1,1 0-1,-1 0 0,1 0 0,-1 0 0,-1 0 0,-5 0-9,1 1 0,-1-1 0,1 1 0,0 0 0,-1 1 1,-8 3-1,8-2-104,0 1 1,1 0 0,-1 0-1,1 1 1,0 0-1,0 0 1,0 0 0,1 1-1,0 0 1,0 1-1,-7 8 1,3 6-1769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2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 29325,'0'0'1036,"-4"17"-876,-10 43 108,-27 73 0,11-55-129,4 0 1,4 1-1,-20 132 0,42-210-140,-1-1 0,1 0-1,0 0 1,0 0 0,0 1-1,0-1 1,0 0-1,0 0 1,-1 1 0,1-1-1,0 0 1,0 0 0,0 1-1,0-1 1,0 0-1,0 0 1,0 1 0,0-1-1,0 0 1,0 1-1,1-1 1,-1 0 0,0 0-1,0 1 1,0-1 0,0 0-1,0 0 1,0 0-1,0 1 1,1-1 0,-1 0-1,0 0 1,0 0 0,0 1-1,0-1 1,1 0-1,-1 0 1,0 0 0,0 0-1,1 1 1,-1-1-1,0 0 1,0 0 0,1 0-1,11-10-19,19-34 29,-22 30-13,8-10 2,-2 1-11,1 1 1,1 0-1,0 1 1,2 1-1,0 1 0,1 1 1,27-19-1,-47 37 14,1 0 0,-1 0 0,0 0 0,0 0 0,0 0-1,1 0 1,-1 0 0,0 0 0,0 0 0,0 1 0,1-1-1,-1 0 1,0 0 0,0 0 0,0 0 0,1 0 0,-1 0 0,0 0-1,0 0 1,0 1 0,0-1 0,0 0 0,1 0 0,-1 0-1,0 0 1,0 1 0,0-1 0,0 0 0,0 0 0,0 0-1,0 1 1,0-1 0,1 0 0,-1 0 0,0 0 0,0 1-1,0-1 1,0 0 0,0 0 0,0 0 0,0 1 0,0-1 0,0 0-1,0 0 1,-1 0 0,1 1 0,0-1 0,0 0 0,0 0-1,0 0 1,0 1 0,0-1 0,0 0 0,-4 17-5,-1-6 9,-1 0 0,0-1 0,-15 19 0,-6 10 7,8-8-9,13-24 2,1 0-1,0 0 0,1 0 0,-1 1 0,2 0 1,-1 0-1,1 0 0,0 0 0,1 0 0,-1 1 1,2-1-1,-1 1 0,1-1 0,1 18 0,0-24-1,1 0 0,0 0 0,-1-1 0,1 1 0,0 0 0,0-1 0,0 1 0,1 0 0,-1-1 0,0 0 0,1 1 0,-1-1 0,0 0 0,1 1 0,0-1 0,-1 0 0,1 0 0,0-1 0,-1 1 0,1 0 0,0 0-1,0-1 1,0 1 0,0-1 0,0 0 0,-1 1 0,4-1 0,60 3 61,-54-3-45,13 0-202,-3 1 333,0-1-1,36-6 0,-52 6-295,-1-1 0,1 0-1,-1 0 1,1-1-1,-1 1 1,0-1 0,1 0-1,-1 0 1,0-1-1,0 1 1,-1-1 0,1 0-1,-1 0 1,1 0-1,-1 0 1,0 0-1,0-1 1,4-5 0,1-6-3885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29293,'0'0'1825,"8"2"-3345,-8 10-1138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0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30206,'0'0'1489,"0"7"-2258,0-5-800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2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0 248 27885,'0'0'2492,"6"-22"-1881,25-23-499,2 1 1,1 1 0,41-38-1,-75 81-111,0-1-1,0 1 0,0 0 1,0-1-1,1 1 1,-1 0-1,0-1 0,0 1 1,0 0-1,1-1 0,-1 1 1,0 0-1,0 0 1,1-1-1,-1 1 0,0 0 1,1 0-1,-1-1 0,0 1 1,1 0-1,-1 0 0,0 0 1,1 0-1,-1-1 1,1 1-1,-1 0 0,0 0 1,1 0-1,-1 0 0,0 0 1,1 0-1,-1 0 1,1 0-1,-1 0 0,0 0 1,1 0-1,-1 1 0,1-1 1,-1 0-1,0 0 0,1 0 1,-1 0-1,0 0 1,1 1-1,-3 22 39,-19 46 40,17-58-70,-1 2-3,1 0-1,0 0 0,1 0 1,1 0-1,-2 23 0,5-36-5,-1 1 0,1 0 0,-1 0 0,1 0 0,-1 0 0,1-1 0,-1 1 0,1 0 0,0-1 0,-1 1 0,1 0 0,0-1 0,0 1 0,0-1 0,0 1 0,-1-1 0,1 1 0,0-1 0,0 0 0,0 1 0,0-1 0,0 0 0,0 0 0,0 0 0,0 0 0,0 0 0,0 0 0,0 0 0,0 0 0,0 0 0,1-1 0,36-2 0,-18-3 3,-1-2 0,0 0 0,0-2 0,-1 0 0,0 0 0,-1-2-1,22-17 1,-18 13-20,-3 3 25,0-2 1,-1 1-1,-1-2 1,27-33-1,-42 48 443,-1 1-424,0-2-8,0 2-1,0-1 9,0 0-6,-3 2-16,1-1 0,-1 1 0,1 0 0,-1 0 0,1 0 0,-1 0 0,1 0-1,0 0 1,-1 0 0,1 1 0,0 0 0,0-1 0,0 1 0,0 0 0,0 0-1,1 0 1,-1 0 0,0 0 0,1 0 0,-2 4 0,-28 58 1,21-41-8,-223 494-11,228-506 4,2-2-8,0 0 1,-1 0 0,-1 0 0,0 0 0,0-1-1,-11 15 1,14-22 8,2 0-5,-6-20-844,3-13-2819,-4 13-5301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3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29662,'0'0'1760,"88"-35"-1680,-60 34-16,-4-1-48,0 0-16,-8 2 0,4 0-64,-4 0-336,-4-2-240,4-3-433,0-6-1952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27244,'0'0'2991,"21"-8"-2415,14-24-167,-4 3-330,1 1 0,56-38 0,-78 61-66,-8 26 27,-1 14 25,-2 1 0,-2 0 0,-1-1 0,-2 0 0,-12 42 0,-4 5-54,20-69-527,0-1 1,0 1 0,1 0-1,2 13 1,-1-23-54,0 7-4505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29213,'0'0'1969,"80"9"-1873,-56-9-32,-4 0-48,0 0-16,0 0 0,0 0-128,0 0-336,4 0-640,-4 0-1442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4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0 310 29469,'0'0'1196,"10"-12"-1146,124-121 168,20-22 66,-153 155-271,-1-1 0,0 1-1,0-1 1,0 1 0,1-1 0,-1 1 0,0-1-1,0 1 1,1-1 0,-1 1 0,0-1 0,1 1-1,-1 0 1,1-1 0,-1 1 0,1 0 0,-1-1-1,0 1 1,1 0 0,-1-1 0,1 1-1,-1 0 1,1 0 0,0 0 0,-1-1 0,1 1-1,-1 0 1,1 0 0,-1 0 0,1 0 0,-1 0-1,1 0 1,0 0 0,-1 0 0,2 1 0,-5 21 74,-18 36-86,21-57 5,-119 346 237,111-318-234,2-4-4,-1-1 1,-1 1 0,-18 35 0,25-57-9,-10-3-2139,10-3-323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4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29437,'0'0'1249,"116"0"-1153,-88-4-16,12 1-64,-8-3 0,-4 1-16,-12 3-16,8 0-160,-12 0-352,-4 2-433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5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29485,'0'0'1825,"100"7"-1713,-72-7-80,0 0-16,4-4-16,-4-3-64,0 0-432,4 0-336,0-2-1057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 28013,'0'0'2276,"-16"9"-2186,4-3-66,-2 1 21,0 1-1,1 0 1,0 1-1,0 0 1,1 2 0,-17 16-1,-2 7 93,2 0 0,1 2 0,-27 46 0,48-70-107,0 0 0,1 0-1,1 1 1,0 0 0,0 0 0,1 0 0,1 0 0,0 1-1,1-1 1,0 1 0,1 0 0,1-1 0,0 1 0,4 27 0,-2-35-31,1-1 0,-1 0 0,1 0 1,0 0-1,0 0 0,0 0 1,1-1-1,0 1 0,0-1 1,0 0-1,0 0 0,0 0 0,1-1 1,0 0-1,0 0 0,0 0 1,0 0-1,0-1 0,1 0 1,-1 0-1,7 2 0,-6-2 0,0 0 0,0-1 0,0 1 0,1-1 0,-1-1 0,0 1 0,1-1 0,-1 0 0,1 0 1,-1-1-1,0 0 0,1 0 0,-1 0 0,0-1 0,0 0 0,0 0 0,0-1 0,0 0 0,6-3 0,-4-1 4,1-1-1,-1 0 1,0 0 0,-1 0 0,0-1 0,0 0 0,-1-1-1,0 0 1,-1 0 0,0 0 0,0 0 0,-1-1-1,-1 0 1,0 1 0,0-2 0,-1 1 0,1-22 0,-3 32-2,0 0 1,0 1 0,0-1 0,0 0-1,0 0 1,0 0 0,0 1 0,-1-1 0,1 0-1,0 0 1,-1 1 0,1-1 0,-1 0-1,1 1 1,-1-1 0,1 0 0,-1 1 0,1-1-1,-1 0 1,1 1 0,-1-1 0,0 1 0,1 0-1,-1-1 1,0 1 0,0-1 0,1 1-1,-1 0 1,0 0 0,-1-1 0,-33 1 61,27 1-54,-1 1 0,0 1 0,1-1 1,0 1-1,-14 7 0,8 0 13,1 0-1,0 1 1,1 1-1,0-1 1,0 2 0,-9 14-1,15-20-199,1 1 0,0 0-1,1 1 1,0-1 0,0 1 0,0 0-1,1 0 1,1 0 0,0 0-1,0 0 1,0 1 0,1 9 0,1 0-2984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6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33 28189,'0'0'1971,"0"-5"-1776,0-17 24,0 17-11,0 20 19,-1 10-198,-1 0 1,-1 0-1,-2 0 0,-8 26 1,-37 100 51,36-112-69,-60 141 21,64-159-33,-1-2 0,-1 1 0,0-1 0,-2-1-1,0 0 1,-24 23 0,37-41 0,1 0 0,0 1 0,-1-1 0,1 1 0,0-1 0,-1 0 0,1 1 0,0-1 0,-1 0 0,1 0 0,-1 1 0,1-1 0,-1 0 0,1 0 0,-1 1 0,1-1 0,-1 0 0,1 0 0,-1 0 0,1 0 0,-1 0 0,1 0 0,-1 0 0,1 0 0,-1 0 0,1 0 0,-1 0-1,1 0 1,-1 0 0,1-1 0,-1 1 0,0 0 0,-6-18 4,7-37 5,1 42-8,-1 1-1,1-1 0,1 1 0,0-1 0,1 1 0,0 0 0,1 0 0,0 0 0,1 0 0,0 1 0,1-1 0,0 2 0,1-1 0,0 1 0,13-14 0,-9 12 0,0 0 0,1 1 0,1 1 0,0 0 0,0 0 0,1 1 0,0 1 0,0 1 0,1 0 0,28-9 0,-9 5 4,0-2 0,0 0 0,59-35 0,-75 37-2,0-1 0,-1-1 0,-1-1 0,0 0 0,0-1 0,-2 0 0,25-35 0,-36 46 2,0-1 0,-1 1-1,1-1 1,-1 0 0,0 0 0,0 0-1,-1-1 1,0 1 0,0 0-1,0-1 1,0 1 0,-1-8-1,-18 16 72,11 1-64,0 1 0,0 1 1,1-1-1,0 1 0,0 0 0,0 0 0,1 1 1,0 0-1,0 0 0,-7 15 0,0-1 29,2 1 0,-13 40 0,18-46-44,0 0-1,1 0 1,1 0-1,1 1 1,0-1 0,1 1-1,3 32 1,-2-49-14,0 1 0,1 0-1,-1-1 1,0 1 0,0-1 0,1 1-1,-1 0 1,0-1 0,1 1 0,-1-1-1,1 1 1,-1-1 0,1 1-1,-1-1 1,1 0 0,-1 1 0,1-1-1,-1 0 1,1 1 0,0-1 0,-1 0-1,1 1 1,-1-1 0,1 0 0,0 0-1,-1 0 1,1 0 0,0 0 0,-1 0-1,1 0 1,0 0 0,22-3-919,-3-9-210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6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30222,'0'0'1168,"20"17"-2080,-4 2 16,8 1-1442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284 191 28301,'0'0'2212,"-12"-3"-2127,5 1-70,3 1-8,0 0 0,1 0 0,-1 0 0,0 0 0,1 1 0,-1-1-1,0 1 1,0 0 0,0 0 0,0 0 0,1 1 0,-1 0 0,0-1 0,0 1-1,1 1 1,-1-1 0,1 0 0,-1 1 0,1 0 0,-1 0 0,1 0 0,-6 4-1,-12 13 101,0 1-1,2 1 1,0 0-1,-21 33 1,33-43-92,0 1 0,0 0 1,1 0-1,1 0 0,0 1 0,1 0 0,0 0 1,1 0-1,1 1 0,0-1 0,0 17 0,2-29-15,-1 0-1,1 1 1,0-1-1,0 0 1,1 0-1,-1 0 1,0 0-1,0 1 1,1-1-1,-1 0 1,0 0-1,1 0 1,-1 0-1,1 0 1,-1 0-1,1 0 1,0 0-1,-1 0 1,1 0-1,0 0 1,0 0-1,0 0 1,0-1-1,0 1 1,0 0-1,0-1 1,2 2-1,-1-1-2,1-1 0,0 0 0,-1 1 0,1-1 0,0 0 0,-1 0 0,1 0 0,0-1 0,-1 1 0,1 0 0,-1-1 0,4-1 0,3-1-4,1-1 0,-1 0 0,0 0 0,0-1-1,15-11 1,22-28-43,-2-3 0,-2-1 0,-2-2 0,43-70-1,-30 43 76,11-31 81,-64 107 1,0 3-91,-1 0 0,0 0 0,0-1 0,0 1 1,0 0-1,0-1 0,0 1 0,0-1 0,-1 1 0,1-1 0,-1 1 0,-2 1 0,-3 5-4,-11 14-5,0 1 0,2 1 0,1 0 0,2 1 0,0 1 0,1 0-1,2 1 1,0 0 0,2 0 0,1 1 0,1 0 0,2 0 0,-2 38 0,7-64-8,0 0 0,-1 0 0,1 0 0,0-1 0,0 1 0,0 0 0,0-1 0,0 1 0,1-1 0,-1 1 0,0-1 0,1 0 0,-1 1 0,1-1 0,-1 0 0,1 0 0,0 0 0,-1 0 0,1 0 0,0-1 0,0 1 0,-1 0 0,1-1 0,0 0 0,0 1 0,0-1 0,0 0 0,0 0 0,0 0 1,2 0-1,4 1-2,-1-1 1,1 1 0,-1-2 0,1 1-1,0-1 1,-1 0 0,8-2-1,-2-4 5,-1 0-1,1-1 0,-2 0 1,1-1-1,-1 0 0,-1-1 1,1 0-1,-2-1 0,14-17 1,15-15 0,-30 34-1,37-42 15,-42 48-14,0-1-1,-1 1 1,1-1 0,-1 0-1,0 0 1,0 0-1,-1 0 1,1-1 0,-1 1-1,0 0 1,0 0-1,0-6 1,-8 13 38,-1 4-39,-1 0 1,1 0-1,0 1 1,1 1-1,0-1 1,0 1-1,1 0 1,0 1-1,1-1 1,-8 20-1,7-13-1,1 0 1,1 0-1,1 1 1,0 0-1,1 0 0,0 27 1,2-42-2,0 1 1,1-1-1,-1 1 1,0-1 0,1 1-1,0-1 1,0 1-1,0-1 1,0 1 0,0-1-1,0 0 1,0 0-1,1 1 1,-1-1 0,1 0-1,0 0 1,-1-1-1,1 1 1,0 0-1,0 0 1,0-1 0,0 1-1,1-1 1,-1 0-1,0 0 1,0 0 0,1 0-1,-1 0 1,1 0-1,-1-1 1,4 1 0,-1 0-10,-1 0 1,0-1-1,1 1 0,-1-1 1,1-1-1,-1 1 1,1 0-1,-1-1 1,1 0-1,-1 0 0,0 0 1,0-1-1,1 0 1,-1 1-1,0-1 1,-1-1-1,1 1 0,4-3 1,0-3-245,1 0 0,-1-1-1,0 0 1,-1 0 0,0-1 0,-1 0 0,11-20 0,-4-7-2065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7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29085,'0'0'2545,"20"-3"-2513,4 15 1,4 3-33,0 5-33,4 1-255,0 1-592,-4-1-417,-8-3-3153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8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1 284 27965,'0'0'1715,"20"-18"-1515,143-153 307,-151 156-381,-7 10-45,0 0 1,0 0-1,0-1 0,-1 0 0,0 0 0,0-1 1,0 1-1,-1-1 0,0 1 0,4-14 0,-7 19 71,-23 19 70,2 2-208,0 1 0,2 1 0,1 1 1,0 0-1,2 1 0,1 1 0,1 1 0,1 0 0,1 1 0,1 0 1,2 0-1,-11 50 0,18 12 18,2-87-32,-1 0 0,2 1-1,-1-1 1,0 0 0,0 0 0,1 0 0,-1 1 0,1-1 0,-1 0-1,1 0 1,0 0 0,0 0 0,0 0 0,0 0 0,0 0-1,0-1 1,1 1 0,-1 0 0,1-1 0,-1 1 0,1 0-1,3 1 1,-2-1-1,1-1 1,-1 1-1,1-1 0,-1 0 0,1 0 0,-1-1 0,1 1 1,0-1-1,-1 0 0,1 0 0,0 0 0,6-1 1,3-1 0,0-1 0,-1-1 0,1 0 0,0 0 0,-1-1 0,22-13 1,1-5-7,-1-1 0,-2-2 0,0-1 0,39-45 0,-67 69 5,-3 2 1,0 0 0,-1 0 0,1 1 0,0-1 0,0 0 0,-1 0 0,1 0 1,0 0-1,-1 0 0,1 0 0,-1 0 0,1 0 0,-1 0 0,0 0 0,1 0 0,-1 0 0,0 0 0,0 0 0,0 0 0,0 0 0,0 0 0,0-2 0,-25 35 78,17-22-109,1 0 1,0 1-1,0-1 0,1 1 1,1 0-1,0 1 1,0-1-1,1 1 0,0 0 1,1 0-1,1 0 1,-2 15-1,6-25-903,8-2-632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38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27116,'0'0'3170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15 484 25468,'0'0'4194,"-15"4"-3279,40-34-772,1 2-1,43-37 1,28-30-160,55-97-26,-143 182 48,-9 14 19,-11 21 8,-132 189 139,97-151-62,2 2 1,-58 116-1,94-158-104,8-23-6,0 0 1,0 0-1,0 0 1,0 0 0,0 0-1,0-1 1,0 1 0,0 0-1,0 0 1,1 0-1,-1 0 1,0 0 0,0 0-1,0 0 1,0 0 0,0 0-1,0 0 1,0 0 0,0 0-1,0 0 1,0 0-1,1 0 1,-1 0 0,0 0-1,0 0 1,0 0 0,0 0-1,0 0 1,0 0-1,0 0 1,0 0 0,1 0-1,-1 0 1,0 0 0,0 0-1,0 0 1,0 0 0,0 0-1,0 0 1,0 0-1,0 0 1,0 0 0,0 0-1,1 0 1,-1 0 0,0 0-1,0 0 1,0 1-1,0-1 1,0 0 0,0 0-1,0 0 1,0 0 0,0 0-1,0 0 1,0 0-1,0 0 1,0 0 0,0 0-1,0 1 1,0-1 0,27-32-46,-14 16 62,7-7-42,-1-1 0,-1-1 1,-1-1-1,-1 0 0,20-45 0,-46 95 11,6-17 13,0 0 0,1 1 1,0-1-1,0 1 0,1 0 0,0-1 1,1 1-1,-1 0 0,2 0 0,-1 0 1,1 0-1,0 0 0,2 11 0,-1-17 3,0 0-1,0 0 0,0-1 0,0 1 0,0-1 1,0 1-1,1-1 0,-1 1 0,0-1 0,1 1 1,-1-1-1,1 0 0,0 0 0,-1 0 0,1 0 1,0 0-1,0 0 0,0-1 0,0 1 0,-1 0 1,1-1-1,0 0 0,0 1 0,3-1 1,55 0 11,-46-1-8,2 0-1,0-2 1,0 0 0,0-1-1,0-1 1,-1 0 0,0-2 0,0 1-1,16-11 1,16-11 9,46-37-1,-87 61-10,0 0 0,-1 0-1,0 0 1,0-1-1,0 0 1,-1 0 0,0 0-1,0 0 1,5-9-1,-8 8 23,-26 24 51,9-4-63,1 1-1,1 1 1,0 0-1,1 1 1,-13 22-1,20-28-10,0 0 0,0 1 0,1-1-1,0 1 1,1 0 0,1 0-1,0 1 1,1-1 0,0 1 0,0 13-1,2-24 0,0-1-1,0 1 0,0-1 0,1 1 0,-1-1 1,1 0-1,-1 1 0,1-1 0,0 1 0,-1-1 0,1 0 1,0 0-1,0 0 0,0 1 0,0-1 0,0 0 1,0 0-1,0 0 0,0 0 0,0-1 0,0 1 1,1 0-1,-1 0 0,0-1 0,1 1 0,-1-1 0,1 1 1,-1-1-1,0 1 0,1-1 0,-1 0 0,1 0 1,-1 0-1,1 0 0,1 0 0,6 0-2,-1 0 1,0 0-1,0-1 0,1 0 1,13-5-1,15-8-9,-2-3 0,0 0 0,-1-3 0,58-42 0,-79 53 3,31-23-1,0-2-1,-3-2 1,55-60 0,-76 73 7,-1 0 1,0-2-1,-3 0 1,0-1-1,-1-1 1,-2-1-1,18-50 0,-28 68 6,-1 1 0,0 0-1,-1-1 1,0 1 0,0-13-1,-1 21 0,-1 1-1,1-1 1,0 1-1,-1-1 0,1 1 1,0-1-1,-1 1 0,1-1 1,-1 1-1,1-1 1,-1 1-1,1 0 0,-1-1 1,1 1-1,-1 0 0,1-1 1,-1 1-1,0 0 1,1 0-1,-1 0 0,1-1 1,-1 1-1,0 0 1,1 0-1,-1 0 0,1 0 1,-1 0-1,0 0 0,1 0 1,-1 0-1,1 0 1,-1 1-1,0-1 0,1 0 1,-1 0-1,1 0 1,-1 1-1,1-1 0,-1 0 1,1 1-1,-1-1 0,1 1 1,-2 0-1,-27 14 18,12 1-1,0 0 0,1 1 0,1 1 0,-24 38-1,-41 86 60,64-105-69,1 0 0,1 2 1,2-1-1,2 1 0,2 1 1,1 0-1,3 0 0,-1 50 1,5-89-10,0 0 0,0-1 0,0 1 0,0 0 0,0-1 0,0 1 0,0 0 0,0-1 0,0 1 0,1 0 0,-1-1 0,0 1 0,0-1 0,1 1 0,-1 0 0,0-1 0,1 1 0,-1-1 0,0 1 0,1-1 0,-1 1 0,1-1 0,-1 1 0,1-1 0,-1 0 0,1 1 0,-1-1 0,1 0 0,0 1 0,-1-1 0,1 1 0,23-5-13,-18 1 13,0 0 1,0-1 0,0 1-1,0-1 1,7-7-1,100-111 31,-61 64-14,76-68 0,-127 125-17,0 0 0,-1 1 1,0-1-1,1 1 1,-1-1-1,1 0 1,0 1-1,-1-1 1,1 1 0,-1-1-1,1 1 1,0-1-1,-1 1 1,1 0-1,0-1 1,0 1-1,-1 0 1,1 0 0,0-1-1,0 1 1,-1 0-1,1 0 1,0 0-1,0 0 1,0 0-1,-1 0 1,2 0 0,-2 3 0,0-1 0,0 0 0,-1 1 0,1-1 1,-1 1-1,1-1 0,-1 0 0,0 1 1,0-1-1,-2 3 0,-30 54 23,25-48-23,0 1 0,1 0 0,1 0 0,0 1 1,1 0-1,0 0 0,1 0 0,0 1 0,1-1 0,-2 22 0,5-35-24,3-1 17,0-1 0,0 0 0,0 0 1,-1 0-1,1 0 0,0 0 0,-1-1 0,0 1 0,1-1 0,-1 1 0,2-4 0,4-5-9,113-134-522,-121 154 540,-1 0 1,1 0 0,1 0-1,0 0 1,2 12 0,-1-18 0,0-1 0,-1 0 1,1 0-1,0 0 0,0 0 0,0 0 1,1 0-1,-1 0 0,0-1 1,1 1-1,-1-1 0,1 0 1,-1 0-1,1 1 0,0-2 1,-1 1-1,1 0 0,0-1 1,0 1-1,3-1 0,65 2 74,-49-3-50,-1 1-17,-1-1-1,1-2 1,-1 0 0,1-1-1,-1-1 1,0 0-1,-1-2 1,0 0 0,0-2-1,0 0 1,-1-1 0,20-14-1,-34 20-5,1 0-1,-1 0 0,0-1 1,0 1-1,0-1 1,0 0-1,-1-1 0,0 1 1,0 0-1,-1-1 0,1 0 1,-1 1-1,0-1 1,-1 0-1,1 0 0,-1 0 1,-1-1-1,1-8 0,-1 15-1,-1-1-1,1 0 1,-1 0-1,0 0 0,1 0 1,-1 1-1,0-1 0,1 0 1,-1 1-1,0-1 0,0 0 1,0 1-1,0-1 1,0 1-1,0-1 0,1 1 1,-1 0-1,0-1 0,0 1 1,0 0-1,0 0 1,0-1-1,0 1 0,-1 0 1,1 0-1,0 0 0,0 1 1,0-1-1,-1 0 0,-36 3 20,30 0-8,0 0 0,1 0 1,-1 0-1,1 1 0,0 0 0,0 1 1,0-1-1,0 1 0,1 1 1,0-1-1,0 1 0,1 0 0,-1 0 1,1 1-1,0 0 0,-6 12 0,6-9 5,0 1-1,0 0 0,1 0 0,0 0 0,1 1 1,0-1-1,1 1 0,0 0 0,1 0 1,1 0-1,0 12 0,0-21-17,1 0 1,-1 0-1,1-1 1,0 1-1,0 0 0,0-1 1,0 1-1,0-1 1,0 1-1,1-1 0,-1 0 1,1 0-1,0 1 1,0-1-1,-1 0 1,1 0-1,1-1 0,-1 1 1,0 0-1,0-1 1,1 1-1,-1-1 0,1 0 1,-1 0-1,1 0 1,-1 0-1,1 0 0,5 1 1,7 0-2,0 1 0,1-2 1,-1 0-1,17-2 0,-13 1 4,-10 0-182,0-1 1,1 0-1,-1-1 1,0 0-1,0 0 1,0-1-1,0 0 1,0-1-1,-1 1 1,1-2-1,-1 1 1,0-1 0,0-1-1,-1 1 1,0-1-1,0 0 1,0-1-1,11-14 1,9-12-5836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0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28733,'0'0'2305,"-108"75"-2081,84-30-224,4 5 0,0 1-528,8-1-1217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13 27741,'0'0'2347,"-11"-12"-1858,1 12-450,1 0 0,0 1 0,0 0 1,-1 0-1,1 1 0,0 1 1,0 0-1,0 0 0,1 0 0,-1 1 1,1 0-1,0 1 0,0 0 0,0 0 1,1 1-1,0 0 0,-8 8 1,-8 9 52,1 2 0,1 0 0,-28 44 0,39-53-76,1 0 1,0 0-1,1 1 1,1 0-1,1 0 1,0 1-1,1 0 1,1 0-1,1 0 1,-1 22-1,3-32-10,1 1-1,0 0 1,1-1-1,0 1 1,0-1 0,1 1-1,0-1 1,0 1-1,1-1 1,0 0-1,1 0 1,0-1-1,0 1 1,0-1 0,1 1-1,0-1 1,1-1-1,0 1 1,0-1-1,0 0 1,0 0 0,1-1-1,10 6 1,-12-7-6,1-1 1,0 0 0,0-1-1,0 0 1,0 0 0,0 0-1,1-1 1,-1 1 0,1-2-1,-1 1 1,1-1 0,-1 0-1,1 0 1,-1 0 0,0-1-1,1 0 1,-1-1 0,12-3-1,-9 1 2,0 0-1,0 0 0,-1-1 1,0 0-1,1 0 1,-2-1-1,1 0 0,-1-1 1,0 1-1,0-1 1,10-14-1,-7 7 6,25-40-1,-33 52 4,-1 0 0,0-1 0,0 1 0,0-1 0,-1 1 0,1-1 1,0 1-1,-1-1 0,0 1 0,0-1 0,1 1 0,-1-1 0,-1 0 0,1 1 0,0-1 0,-1 1 0,1-1 0,-1 1 0,0-1 0,-2-4 0,1 6-1,-1-1-1,1 1 0,-1 0 1,1 0-1,-1 0 1,0 0-1,1 0 1,-1 1-1,0-1 1,0 1-1,1 0 1,-1-1-1,0 1 0,0 1 1,0-1-1,1 0 1,-4 1-1,-6 0 3,3 0-54,-1 0 0,0 1 0,0 0 0,0 1 0,1 0 0,-1 0 0,1 1 0,0 1 0,0-1 0,0 1 0,-10 8 0,1 1-321,-1 1 1,2 0 0,-29 33 0,18-19-2086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3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159 292 29566,'0'0'1357,"7"-15"-1258,8-19-38,3 0 0,0 2 0,2 0 0,29-34-1,-32 44-48,-13 17-8,0-1-1,0 1 0,1-1 0,0 1 1,0 1-1,0-1 0,0 1 1,1 0-1,0 0 0,9-5 0,-15 10-2,1-1-1,0 0 0,-1 1 0,1-1 1,0 1-1,-1-1 0,1 1 0,-1-1 1,1 1-1,-1-1 0,0 1 0,1 0 1,-1-1-1,1 1 0,-1 0 0,0-1 1,0 1-1,1 0 0,-1-1 0,0 1 0,0 0 1,0 0-1,0-1 0,0 1 0,0 0 1,0-1-1,0 1 0,0 0 0,0 0 1,0-1-1,0 1 0,-1 1 0,0 33 49,0-34-44,-1 17 26,-2 1 0,-1-1 1,0 0-1,-1 0 0,-1-1 1,0 0-1,-14 21 0,-76 112 108,79-123-108,-2-1 0,-1-1 0,0-1 0,-2-1 0,-1-1-1,-31 22 1,54-43-28,1 0-1,-1-1 0,0 1 1,0 0-1,1-1 0,-1 0 1,0 1-1,0-1 0,0 1 0,0-1 1,0 0-1,0 1 0,0-1 1,0 0-1,0 0 0,0 0 1,0 0-1,0 0 0,0 0 1,0 0-1,1 0 0,-1 0 1,0-1-1,0 1 0,0 0 1,0-1-1,-1 0 0,1 0-1,0 0-1,0 0 1,0-1 0,0 1-1,0 0 1,0-1 0,1 1-1,-1-1 1,1 1 0,-1-1-1,1 1 1,-1-1 0,1 1-1,0-1 1,0-1 0,-1-6-2,1 1 0,0-1 0,1 0 0,0 1 0,3-11 0,-3 15 1,1 0 0,-1 1 0,1-1 1,0 0-1,0 1 0,0 0 0,1-1 0,-1 1 1,1 0-1,0 0 0,0 0 0,0 1 1,0-1-1,0 1 0,1-1 0,-1 1 0,1 0 1,-1 1-1,1-1 0,0 0 0,0 1 1,0 0-1,0 0 0,0 0 0,0 1 0,0-1 1,0 1-1,0 0 0,0 0 0,0 0 0,0 1 1,0-1-1,0 1 0,0 0 0,0 0 1,0 0-1,-1 1 0,1-1 0,0 1 0,-1 0 1,1 0-1,-1 1 0,0-1 0,1 0 1,-1 1-1,0 0 0,-1 0 0,5 5 0,22 29-356,-19-23 518,1 0 1,0 0 0,1-2 0,21 19-1,-29-28-404,0 0 0,0-1 0,0 1 0,0-1-1,0 0 1,1 0 0,-1-1 0,1 1 0,0-1-1,-1 0 1,1 0 0,0 0 0,0-1-1,0 0 1,-1 0 0,1 0 0,0 0 0,0-1-1,0 0 1,-1 0 0,8-2 0,20-15-14186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3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30638,'0'0'608,"36"67"-8355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4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29261,'0'0'1422,"0"24"-1051,0-5-322,0 52 327,-15 129 0,8-160-284,5-21-72,-1 0 1,-1-1-1,-1 1 1,0-1-1,-1 0 1,-1 0-1,-15 26 1,54-87-192,2 2 1,2 1 0,2 1 0,1 2-1,55-39 1,-206 181 933,108-102-752,1-1 1,0 1 0,1 0-1,-1 0 1,0 0-1,1 0 1,0 0-1,0 1 1,0-1 0,0 1-1,0-1 1,1 1-1,-1 0 1,1 0-1,0 0 1,0 0-1,1-1 1,-1 1 0,1 0-1,0 7 1,1-9-12,0 0 0,0 0 0,0-1 0,0 1 0,1 0 0,-1-1 0,1 1 0,-1-1 0,1 1 0,-1-1 0,1 0 0,0 0 0,0 0 0,0 0 0,0 0 0,-1 0 0,1 0 0,0-1 0,0 1 0,0-1 0,1 1 0,-1-1 0,3 0 0,57 9-3,-51-8-45,18 2-51,50-3-1,-71 0-131,0-1-1,0 0 0,0-1 0,0 0 0,0 0 1,0-1-1,-1 0 0,1 0 0,-1 0 1,1-1-1,6-5 0,10-10-2132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29293,'0'0'1286,"-3"22"-1056,-23 165 322,7-91-162,21-105-385,-1-1 0,1 1 1,1 0-1,-1 0 0,2 0 1,-1 0-1,1 1 1,1-1-1,-1 1 0,1 0 1,1 0-1,12-13 1,2-2 10,1 1 1,42-34 0,-58 52-45,0 0 1,1 0-1,-1 0 1,1 0-1,0 1 1,0 0-1,0 0 1,1 0-1,-1 1 1,1 0-1,-1 0 1,1 1-1,0 0 1,-1 0 0,1 1-1,0-1 1,0 2-1,0-1 1,-1 1-1,1 0 1,0 0-1,0 0 1,-1 1-1,1 0 1,-1 1-1,10 4 1,2 0-376,1 0 0,-1-2 0,1 0 1,0-2-1,1 0 0,-1-1 0,1 0 0,35-4 0,-54 2 476,1 0 1,0 0-1,0 0 0,0-1 0,0 1 0,-1-1 1,1 0-1,0 1 0,-1-1 0,1 0 0,0 0 1,-1 0-1,1 0 0,-1 0 0,1-1 0,-1 1 1,0 0-1,1-1 0,-1 1 0,0-1 0,0 1 1,0-1-1,0 1 0,0-1 0,-1 0 0,1 1 1,0-1-1,-1 0 0,1 0 0,-1 0 0,1-3 1,-1 5 347,-10 11 51,-6 7-367,1 1-1,1 0 1,-16 30-1,25-39-57,0 1 0,1-1 0,0 2-1,1-1 1,0 0 0,0 0 0,2 1 0,-1 0-1,1 13 1,2-24-47,0 0-1,-1 0 0,1 0 1,0 0-1,0 0 0,0 0 1,0 0-1,1-1 1,-1 1-1,0 0 0,0-1 1,0 1-1,1-1 1,-1 1-1,0-1 0,0 0 1,1 1-1,-1-1 0,0 0 1,1 0-1,-1 0 1,0 0-1,1 0 0,-1 0 1,0-1-1,3 1 1,43-6-11,-38 2 14,0 0 0,1-1 0,-1 1-1,0-2 1,-1 1 0,0-1 0,0-1-1,0 1 1,0-1 0,-1-1 0,0 1-1,7-12 1,-10 13 4,0 0-1,0 0 0,-1 0 1,1 0-1,-1-1 1,-1 1-1,1-1 0,-1 0 1,-1 0-1,1 0 1,-1 0-1,0 0 0,-1 0 1,1 0-1,-1 0 1,-1 0-1,0 0 0,-2-12 1,2 16-5,-1-1 0,0 1 0,1 0 0,-1 0 0,0 0 0,-1 0 0,1 0 0,-1 0 0,1 1 0,-1-1 0,0 1 0,0 0 0,0-1 0,0 1 0,0 1 0,0-1 0,0 0 0,-1 1 0,1 0 0,-1 0 0,1 0 0,-1 0 0,0 0 0,1 1 0,-1-1 0,-4 1 0,3 0-25,0-1 1,0 1 0,0 1-1,0-1 1,0 1-1,0 0 1,-1 0 0,1 0-1,1 1 1,-1-1 0,0 1-1,0 0 1,1 1 0,-1-1-1,1 1 1,0 0 0,0 0-1,-5 5 1,-21 36-2166,27-26-1093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29598,'0'0'637,"-8"22"-285,-48 140 91,13-46-147,23-66-141,3 0 0,-14 63 0,31-106-158,9-13-50,60-67 43,-51 52-9,1 1 0,0 1 0,37-29 0,-76 103 34,-1-3-1,19-47-12,0 0 0,1 0-1,0 0 1,0 0 0,0 1-1,1-1 1,0 0 0,0 0-1,0 1 1,1-1-1,1 6 1,-2-9 0,1 0-1,0 0 0,0 0 1,0-1-1,0 1 1,0 0-1,0 0 1,0-1-1,1 1 0,-1 0 1,1-1-1,-1 1 1,1-1-1,0 0 1,-1 0-1,1 1 1,0-1-1,0 0 0,0-1 1,0 1-1,0 0 1,0 0-1,0-1 1,0 1-1,0-1 1,0 0-1,0 0 0,4 0 1,11 1 21,1-2 0,-1 0 0,1-1 1,-1-1-1,1 0 0,19-7 0,-28 7-139,1 0 0,-1-1 0,0 0 0,0 0 0,0-1-1,-1 0 1,0 0 0,0-1 0,0 0 0,0-1 0,-1 0 0,9-11 0,-10 5-1336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30494,'0'0'1665,"0"4"-1969,0 10-177,0 3-975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29277,'0'0'2498,"8"0"-7077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9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87 28637,'0'0'2161,"-4"5"-1918,-15 17 10,16-21-87,4-8 52,6-9 55,19-14-273,37-31 0,-63 61 0,1 0 0,-1 0 0,0 0 0,1 0 0,-1 0 0,0-1 0,1 1 0,-1 0 0,0 0 0,1 0 0,-1 0 0,0 0 0,1 0 0,-1 0 0,0 1 0,1-1 0,-1 0 0,0 0 0,1 0 0,-1 0 0,0 0 0,1 0 0,-1 1 0,0-1 0,0 0 0,1 0 0,-1 0 0,0 1 0,0-1 0,1 0 0,-1 0 0,0 1 0,0-1 0,0 0 0,1 1 0,-1-1 0,0 0 0,0 1 0,0-1 0,0 0 0,0 1 0,0-1 0,0 0 0,0 1 0,0-1 0,0 0 0,0 1 0,0-1 0,0 0 0,0 1 0,0-1 0,0 0 0,0 1 0,0-1 0,0 1 0,0-1 0,3 23 4,-1 0 0,0-1 0,-4 42 0,1-40 0,1 1 0,0-1 0,6 33 0,-6-56-5,1 1 1,-1-1 0,0 1 0,1-1 0,-1 1 0,1-1-1,-1 1 1,1-1 0,0 0 0,-1 1 0,1-1-1,0 0 1,0 0 0,0 0 0,0 1 0,0-1-1,0 0 1,0 0 0,1 0 0,-1-1 0,0 1-1,0 0 1,1 0 0,1 0 0,0 0-1,0-1 0,0 0 0,-1 0 1,1 0-1,0 0 0,0 0 0,-1-1 0,1 1 1,0-1-1,-1 1 0,1-1 0,4-2 0,6-4-3,1 0 0,-1-1 0,21-16 0,-32 22 4,41-42 7,-37 37-6,0 0 1,0 0-1,1 1 1,0-1-1,9-5 1,-20 51 27,-23 33-10,-51 94 1,13-33-8,56-110-36,7-15-64,-1-1 1,0 1-1,0-1 0,-1 0 0,0 0 1,-7 10-1,10-35-4413,-3-2 1284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49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27421,'0'0'3921,"76"-65"-3697,-40 59-111,-8 1-81,4 1-16,-4-1-16,0 3 0,0-1-65,0 1-223,4 0-544,-8-5-257,-4 1-2144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0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9 28397,'0'0'1854,"0"-1"-1817,0 1 0,0-1 0,1 1 0,-1-1-1,0 1 1,1 0 0,-1-1 0,0 1 0,1-1 0,-1 1-1,0 0 1,1-1 0,-1 1 0,1 0 0,-1-1 0,1 1-1,-1 0 1,1 0 0,-1-1 0,1 1 0,-1 0 0,1 0-1,-1 0 1,1 0 0,1 0 0,-4 8-3,1 1 1,-2 0-1,1 0 1,-1-1-1,0 0 1,-1 1-1,0-1 1,-5 8-1,-10 24 69,-10 30 20,-52 92 0,121-217-117,2 2 0,79-78 1,-111 120-7,1 1 0,0 0 0,0 1 0,1 0 0,1 0 0,15-7 0,-28 16 0,1 0 0,-1 0-1,1-1 1,-1 1 0,1 0 0,-1 0 0,1 0 0,-1 0 0,1 0 0,-1 0 0,1 0 0,-1 0 0,1 0 0,-1 1 0,1-1 0,-1 0 0,1 0 0,-1 0 0,1 0 0,-1 1 0,0-1 0,1 0 0,-1 0 0,1 1-1,-1-1 1,0 0 0,1 1 0,-1-1 0,0 1 0,1-1 0,-1 0 0,0 1 0,1 0 0,8 23-2,-1 26 6,-7-10-168,-1-1 0,-2 1 0,-2-1 0,-14 63 1,13-76-1275,2-3-1444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0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29646,'0'0'1088,"128"7"-1056,-92-7-32,-4 0-48,4 0-384,-8 0-737,0-2-5090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1 288 29037,'0'0'1054,"21"-15"-966,252-207 713,-258 209-729,-11 9-55,0 0-1,0 0 1,0 1 0,1-1-1,-1 1 1,1 1 0,0-1-1,0 0 1,0 1-1,0 0 1,6-1 0,-11 18 89,-7 9-65,-1 0 1,-1 0-1,-1-1 0,-1-1 0,-1 0 0,-19 25 0,-11 25 26,-55 146-188,97-218 117,-11 20-2659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2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59 24859,'0'0'2930,"1"-4"-2234,1 1-495,-1 0-1,0 0 1,-1 0-1,1 0 1,0-1-1,-1 1 1,0 0 0,0 0-1,0-5 1,0 7-163,-1 0 0,1 0 1,-1 0-1,1 0 0,-1 0 1,1 0-1,-1 0 0,0 0 1,1 0-1,-1 1 0,0-1 1,0 0-1,0 0 0,1 1 1,-1-1-1,0 0 0,0 1 1,0-1-1,0 1 0,0-1 1,0 1-1,0 0 0,0-1 1,-1 1-1,1 0 0,0 0 1,0 0-1,0 0 0,0 0 1,0 0-1,0 0 1,-2 0-1,-5 1-30,1 0 0,-1 1 0,1 0 1,0 0-1,0 0 0,0 1 0,0 0 0,0 0 0,0 1 0,1 0 1,0 0-1,-1 1 0,2 0 0,-1 0 0,0 0 0,1 0 1,-6 10-1,-10 10-1,2 2 0,-24 45 0,25-42 5,2 1 1,1 0-1,1 2 0,2-1 1,2 2-1,1-1 1,1 1-1,2 1 0,1-1 1,0 36-1,6-66-12,-1 0 0,0 0 0,1 0 0,0 0 0,0-1 0,0 1-1,1 0 1,-1-1 0,1 1 0,0-1 0,0 1 0,0-1 0,0 0 0,0 0 0,1 0 0,0 0 0,-1 0 0,1-1 0,0 1-1,0-1 1,1 0 0,-1 0 0,0 0 0,1 0 0,-1-1 0,1 1 0,0-1 0,-1 0 0,1 0 0,7 1 0,-3 0 0,-1-1 0,0 0 1,1-1-1,-1 0 0,1 0 0,-1 0 1,0-1-1,1 0 0,-1 0 1,0-1-1,0 0 0,0 0 1,0-1-1,0 0 0,11-6 1,-9 3-1,-1 0 0,1 0 0,-1 0 0,0-1 0,-1-1 0,0 1 1,0-1-1,-1-1 0,0 1 0,0-1 0,-1 0 0,0 0 0,0 0 0,-1-1 1,0 0-1,-1 0 0,0 0 0,-1 0 0,0 0 0,1-19 0,-3 28 1,0 0 0,0 0 0,0 0 0,0 1 0,-1-1 0,1 0 0,0 0 0,-1 0 0,1 1 0,0-1 0,-1 0 0,1 0 0,-1 1 0,1-1 0,-1 0 0,1 1 0,-1-1 0,1 0-1,-1 1 1,0-1 0,1 1 0,-1-1 0,0 1 0,0-1 0,1 1 0,-1 0 0,-1-1 0,-30-3 5,26 4-7,0 1-1,0 0 1,0 0 0,0 0 0,0 0-1,1 1 1,-1 0 0,-8 5 0,9-4-165,0 0 1,1 0 0,0 0 0,-1 1-1,1 0 1,0 0 0,1 0 0,-1 1-1,1-1 1,0 1 0,0-1 0,0 1-1,1 0 1,0 0 0,0 1 0,-3 8-1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3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0 29325,'0'0'1284,"-2"17"-1138,-3 35 127,-2-1 0,-15 52 0,-81 212 223,-3 14-455,99-288-2349,7-52 454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4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26348,'0'0'4050,"124"-49"-4018,-68 35 16,-4 5-48,-4 0 0,-9 2-80,5-1-64,-16 3-160,-8 0-177,-12 3-911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28765,'0'0'2321,"92"-1"-2129,-40-10-96,-12-4-80,-1 1-16,5 1-16,-4-1-272,-8 0-208,0 1-609,-12-5-2368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5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29614,'0'0'1285,"20"3"-1146,66 15-19,-74-13-104,0-1 0,-1 2 0,0 0 0,0 0 0,-1 1 0,1 0 0,-2 1 0,1 0 0,-1 1 0,0 0 0,-1 0 0,0 1 0,0 0 0,-1 0 0,0 1 0,9 20 0,-13-25-2,0 0 0,0 1 0,-1-1-1,0 1 1,0-1 0,0 1-1,-1 0 1,0 0 0,-1-1 0,1 1-1,-1 0 1,0 0 0,-1 0 0,0 0-1,0-1 1,0 1 0,-4 11-1,0-7 16,-1 0-1,0 0 0,0-1 1,-1 1-1,0-1 0,-1-1 0,0 0 1,-18 16-1,-6 6-86,-1-3 0,-2 0 1,-1-2-1,-1-2 0,-47 24 0,82-48-705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5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0 29646,'0'0'1568,"-22"17"-1498,0-3-33,12-7-16,0 0-1,0 0 0,0 0 1,1 1-1,0 1 0,0 0 0,1 0 1,0 1-1,1-1 0,0 2 1,1-1-1,-7 14 0,-48 124 336,55-127-321,0 0 0,1 0 0,1 1 0,1 0 0,0 27 0,3-39-34,0 0 1,0 0 0,1 0-1,0 0 1,0 0 0,7 18-1,-7-25-3,1 0 0,0 0 0,0 0 0,0 0 0,1 0 0,-1-1 0,1 1 0,-1-1 0,1 1 0,0-1 0,0 0 0,0 0 0,0 0 0,0-1 0,0 1 0,0-1 0,1 0 0,-1 0 0,1 0 0,-1 0 0,1 0 0,5-1 0,-2 2-2,0-1 0,0-1 0,1 1 0,-1-1 0,0-1 0,0 1 0,1-1 0,-1-1 0,0 1 0,0-1 0,0 0 0,-1-1 0,1 0 0,0 0 0,-1 0 0,0-1 0,0 1 0,0-2 0,7-5 0,-7 4 5,0 0-1,-1-1 1,0 1 0,-1-1-1,0 0 1,0 0 0,0 0-1,-1-1 1,0 0-1,0 1 1,-1-1 0,0 0-1,0 0 1,-1 0-1,0 0 1,0-15 0,-1 19 2,1 0 0,-1 0 0,0 1 0,0-1 0,-1 0-1,1 0 1,-1 1 0,0-1 0,0 1 0,0-1 0,-1 0 0,1 1 0,-1 0 0,-2-5 0,1 5 0,0 2 0,0-1 0,0 0 0,0 1 0,0-1-1,0 1 1,-1 0 0,1 0 0,0 0 0,-1 0 0,1 1 0,0-1 0,-1 1-1,1 0 1,-1 0 0,-4 1 0,2-1-49,0 0 1,0 1-1,0 0 1,1 0-1,-1 1 1,0-1-1,1 1 0,-1 0 1,1 1-1,0-1 1,-1 1-1,1 0 1,1 1-1,-1-1 0,0 1 1,1 0-1,0 0 1,0 0-1,0 0 1,0 1-1,1 0 0,-1 0 1,1 0-1,1 0 1,-1 0-1,1 1 0,0-1 1,0 1-1,0-1 1,1 1-1,0 0 1,0 0-1,0-1 0,1 1 1,0 8-1,3 5-1704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6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28765,'0'0'1942,"0"16"-1856,-7 102 345,-4-1 0,-47 209 1,-81 123-264,146-487-914,0 1-2483,-2 11-6499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7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2 220 27517,'0'0'2641,"-1"-4"-2366,1-2-240,0 0 1,0 0 0,1 0-1,-1 0 1,1 0 0,1 1 0,-1-1-1,1 0 1,0 0 0,0 1-1,1 0 1,-1-1 0,7-7 0,8-13 86,30-34 1,-15 20-55,-32 40-63,0 0 0,0 0-1,0 1 1,0-1-1,0 0 1,0 0 0,0 0-1,1 0 1,-1 0 0,0 1-1,0-1 1,0 0-1,0 0 1,0 0 0,0 0-1,1 0 1,-1 0 0,0 0-1,0 0 1,0 0-1,0 0 1,0 1 0,1-1-1,-1 0 1,0 0 0,0 0-1,0 0 1,0 0-1,1 0 1,-1 0 0,0 0-1,0 0 1,0 0 0,0-1-1,1 1 1,-1 0 0,0 0-1,0 0 1,0 0-1,0 0 1,0 0 0,1 0-1,-1 0 1,0 0 0,0 0-1,0 0 1,0-1-1,0 1 1,0 0 0,1 0-1,-1 0 1,0 0 0,0 0-1,0-1 1,0 1-1,0 0 1,0 0 0,0 0-1,0 0 1,0-1 0,0 1-1,0 0 1,0 0-1,0 0 1,0-1 0,-2 23 60,-13 31-68,8-34 19,0 0 0,1 0 0,1 0-1,0 1 1,2-1 0,0 1-1,2 0 1,0 23 0,1-43-16,1 1 0,-1 0 0,0-1 0,1 1 0,-1 0 0,1-1 1,0 1-1,-1-1 0,1 1 0,-1-1 0,1 1 0,0-1 0,-1 1 0,1-1 0,0 0 0,0 1 0,-1-1 1,1 0-1,0 0 0,0 1 0,-1-1 0,1 0 0,0 0 0,0 0 0,0 0 0,-1 0 0,1 0 0,0 0 1,0 0-1,1-1 0,28-1 0,-21 0 1,-1-1 1,0 1-1,0-1 1,0-1-1,0 1 1,0-2-1,12-8 1,53-44 6,-44 33 1,-7 8-4,39-37 17,-73 70 3,0-1 1,-11 24-1,4-9-8,-14 28 23,2 1 1,3 1 0,2 1-1,-24 90 1,43-105-39,7-38-150,-1 0-1,0-1 1,-1 0-1,0 1 1,-5 13-1,-2-14-1734,2-8-276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7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28653,'0'0'2641,"104"-52"-2465,-64 49-80,4 3-48,4 0-32,-4 0-16,-4 0-64,0-6-240,-5-3-512,-3-7-481,4-9-5970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8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28061,'0'0'2212,"-5"20"-2018,-102 294 721,84-247-872,60-107-49,-11 15 36,33-46-9,-41 47-16,0 0 1,2 1-1,1 2 1,1 0-1,0 1 0,45-30 1,-67 50-3,1-1-1,-1 1 1,1-1 0,0 1 0,0-1 0,-1 1 0,1-1 0,0 1-1,0 0 1,0-1 0,-1 1 0,1 0 0,0 0 0,0-1 0,0 1-1,0 0 1,0 0 0,0 0 0,-1 0 0,1 0 0,0 0-1,0 0 1,0 1 0,0-1 0,0 0 0,-1 0 0,1 1 0,0-1-1,0 0 1,0 1 0,-1-1 0,1 1 0,0-1 0,-1 1 0,1 0-1,0-1 1,-1 1 0,1 0 0,-1-1 0,1 1 0,-1 0 0,1-1-1,-1 1 1,1 0 0,-1 0 0,0 0 0,1-1 0,-1 1-1,0 0 1,0 0 0,0 1 0,2 8 18,-2-1 1,0 0-1,0 1 0,-2 11 0,1 2 48,-1-2-42,0 0 1,-1 0 0,-1 0 0,-1 0-1,-8 20 1,4-12-81,-8 47 1,16-56-1733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8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29694,'0'0'832,"-32"99"-624,17-65-32,3-3-80,0-2-32,-4-6-32,8-3-32,-4-1-48,0-4-256,4-6-672,-4-6-1618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9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29678,'0'0'1792,"24"-2"-1776,-8 2-32,12 4-80,0 1-448,4-3-400,-5-2-1986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39:59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27741,'0'0'2772,"9"-6"-2615,221-193 334,-230 198-489,1 0 0,-1 0-1,1 1 1,0-1 0,-1 0 0,1 1 0,0-1 0,0 1-1,0-1 1,-1 1 0,1-1 0,0 1 0,0 0 0,0 0-1,0-1 1,0 1 0,0 0 0,-1 0 0,1 0 0,0 0-1,2 0 1,-3 15 92,-17 27 13,17-42-108,-141 266 433,139-262-532,0-1 0,0 1 0,0 0 1,1 0-1,-1 0 0,1 0 0,0 0 0,0 0 0,0 0 0,0 8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01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23387,'0'0'429,"2"-4"-720,12-12 7145,16 14-6677,-1-1 0,39-10 0,-26 4-86,-35 7-12,-7 1-71,1 1 0,0-1 0,0 1 0,0-1 0,0 1 0,0 0-1,0-1 1,0 1 0,0 0 0,0 0 0,0 0 0,0 0 0,0 0 0,0 0 0,0 0 0,0 0-1,0 0 1,1 1 0,-8 4-2281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01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28669,'0'0'2057,"15"1"-1710,262 0-1516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02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3 297 28077,'0'0'2620,"0"8"-2369,-1 4-135,0 5-45,3-15 134,2-8 235,11-15-375,1 0 1,29-27-1,2-5-58,93-133 25,-168 253 146,6-22-142,2 1-1,2 0 0,-22 90 1,-14 152 41,53-285-77,1 0 2,-7 36 8,-2 63 0,9-97-216,-1-7 20,-2-12-470,2 8-212,-6-10-2261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06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27 24475,'0'0'6043,"0"-6"-5704,0 1-296,0-10 275,-2 22-20,-9 32-202,-4 5-59,1 1 1,3 0-1,1 0 0,3 1 1,-3 69-1,10-114-37,0-1-1,1 1 1,-1 0 0,0 0-1,0 0 1,1 0 0,-1-1 0,1 1-1,-1 0 1,0-1 0,1 1-1,0 0 1,-1 0 0,1-1-1,-1 1 1,1-1 0,0 1-1,-1-1 1,1 1 0,0-1 0,0 1-1,-1-1 1,1 0 0,0 1-1,0-1 1,0 0 0,0 0-1,-1 1 1,1-1 0,0 0 0,0 0-1,0 0 1,0 0 0,0 0-1,-1 0 1,1 0 0,0-1-1,0 1 1,0 0 0,0 0 0,1-1-1,37-12-15,-3-9-699,-1-1 1,-1-2-1,-1-2 1,32-33-1,-44 38-2868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07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23739,'0'0'6787,"-3"17"-6507,-1 2-206,-3 18 233,-3 67 0,11-103-306,-1 0 0,1 0 0,0-1-1,1 1 1,-1 0 0,0-1 0,0 1-1,0-1 1,0 0 0,0 1 0,0-1-1,1 0 1,-1 1 0,0-1 0,0 0 0,1 0-1,-1 0 1,0 0 0,0 0 0,0-1-1,2 1 1,32-2 4,33-12 2,-55 10-9,1 1 1,0 0 0,0 0-1,17 1 1,-30 2 0,0 0 1,0 0-1,0 0 1,0 0-1,-1 0 1,1 1-1,0-1 1,0 0-1,0 1 1,0-1-1,0 1 1,0-1-1,-1 1 1,1-1-1,0 1 1,0 0-1,-1-1 1,1 1-1,0 0 1,-1-1 0,1 1-1,-1 0 1,1 0-1,-1 0 1,1 1-1,6 32 0,-11 37 14,3-69-12,-2 18-1,-2-1 1,-1 0 0,0 0-1,-1-1 1,-1 0-1,-20 33 1,2-9 6,-50 60 0,67-91 0,-24 26-10,32-35 14,-1 0-1,0-1 1,0 1 0,-1 0-1,1-1 1,0 0-1,0 1 1,-1-1 0,1 0-1,-1 0 1,1 0-1,-1-1 1,1 1 0,-5 0-1,6-1-6,0 0 1,0-1-1,0 1 0,1 0 1,-1-1-1,0 1 0,1-1 1,-1 1-1,0-1 0,1 1 1,-1-1-1,0 1 0,1-1 0,-1 1 1,1-1-1,-1 0 0,1 1 1,-1-1-1,1 0 0,-1 0 1,1 1-1,0-1 0,0 0 0,-1 0 1,1 1-1,0-1 0,0 0 1,0 0-1,0 0 0,0-1 1,-1-32-32,1 27 32,-1-9-82,0 0-1,2 0 0,0-1 1,1 1-1,0 0 1,1 1-1,1-1 0,1 0 1,0 1-1,1 0 1,8-14-1,12-15-1061,-1 1-1259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0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27917,'0'0'2945,"-36"113"-2913,16-63-32,4 4 0,-4 8-208,4 0-432,0-4-1617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07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28733,'0'0'611,"-3"21"-307,0-1-254,-2 15 44,-2 0 1,-12 35 0,-60 150 656,15-49-382,59-152-357,-7 18 42,12-36-53,0-1 0,0 0 0,0 0 0,0 0 0,0 0 0,0 0 0,0 0 0,0 0 0,0 0 0,0 1 0,0-1-1,0 0 1,0 0 0,0 0 0,0 0 0,0 0 0,-1 0 0,1 0 0,0 0 0,0 1 0,0-1 0,0 0 0,0 0 0,0 0 0,0 0 0,0 0 0,0 0 0,0 0 0,0 0 0,0 0 0,0 0 0,-1 0 0,1 0-1,0 0 1,0 1 0,0-1 0,0 0 0,0 0 0,0 0 0,0 0 0,0 0 0,-1 0 0,1 0 0,0 0 0,0 0 0,0 0 0,0 0 0,0 0 0,0 0 0,0 0 0,-1 0 0,1 0 0,0-1 0,0 1-1,0 0 1,0 0 0,0 0 0,0 0 0,0 0 0,0 0 0,0 0 0,0 0 0,-1 0 0,1 0 0,0 0 0,0 0 0,0-1 0,-2-20 103,5 0-92,1-1 0,0 1 0,2 0 1,0 0-1,1 1 0,2 0 0,16-31 0,-1-2-5,-2 0-4,3 0 0,2 1 1,2 2-1,63-83 0,-92 132-2,1 1-1,-1-1 1,0 1-1,0 0 1,0-1-1,1 1 1,-1-1 0,0 1-1,0 0 1,1-1-1,-1 1 1,0 0-1,1-1 1,-1 1 0,0 0-1,1 0 1,-1-1-1,0 1 1,1 0-1,-1 0 1,1-1 0,-1 1-1,0 0 1,1 0-1,-1 0 1,1 0-1,-1 0 1,1 0 0,-1 0-1,1 0 1,-1 0-1,0 0 1,1 0-1,-1 0 1,1 0 0,-1 0-1,1 0 1,-1 0-1,0 1 1,1-1-1,-1 0 1,1 0 0,-1 0-1,0 1 1,1-1-1,0 1 1,4 27 8,-8 42 32,1-61-35,0 0-1,0 0 0,-1 0 0,0-1 0,-1 1 0,0-1 0,0 0 0,-1 0 0,0 0 1,0 0-1,-7 6 0,-7 8 12,-1-2 0,-28 23-1,32-31 64,16-12-128,-1 0 0,1 1 0,0-1 0,-1 1 0,1-1 0,-1 0 0,1 0 0,0 1-1,-1-1 1,1 0 0,-1 0 0,1 0 0,-1 1 0,1-1 0,-1 0 0,1 0 0,-1 0 0,1 0 0,-1 0-1,1 0 1,-1 0 0,1 0 0,-1 0 0,1 0 0,-1 0 0,1 0 0,-1-1 0,1 1 0,-1 0 0,1 0-1,0 0 1,-1-1 0,1 1 0,-1-1 0,0-6-2078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08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34 29133,'0'0'766,"-8"17"-454,-1 2-276,-14 26 249,-26 78 0,45-86-99,4-36-181,0 1 0,-1-1 0,1 0 0,0 1 0,0-1 0,0 0 1,0 0-1,0 1 0,0-1 0,1 0 0,-1 1 0,0-1 0,1 0 1,-1 0-1,1 1 0,-1-1 0,1 0 0,0 0 0,-1 0 0,1 0 0,2 2 1,2-4 0,1 0 0,-1 0 0,1-1 0,-1 0 1,0 0-1,1 0 0,-1 0 0,0-1 1,0 0-1,-1 0 0,1-1 0,-1 1 0,1-1 1,-1 0-1,0 0 0,-1 0 0,1-1 0,-1 1 1,0-1-1,0 0 0,3-6 0,1-1 25,-1 0 0,0-1 0,-1 1-1,0-1 1,-1 0 0,-1-1 0,0 1-1,1-15 1,-3 21-21,-1 1 0,1-1 1,-1 1 0,0-1 0,0 1-1,0 0 1,-1-1 0,0 1 0,-3-8-1,3 12-8,0 0 0,-1 0-1,1 0 1,-1 1-1,1-1 1,-1 0 0,0 1-1,0-1 1,1 1-1,-1 0 1,0 0 0,-1 0-1,1 0 1,0 0-1,0 0 1,0 0 0,0 1-1,-1-1 1,1 1-1,0-1 1,-1 1 0,1 0-1,0 0 1,-1 0-1,1 0 1,-3 1 0,2-1-12,-1 1 0,0 0 1,1 0-1,-1 0 0,1 0 1,-1 0-1,1 1 0,0-1 1,-1 1-1,1 0 1,0 0-1,0 0 0,0 0 1,0 1-1,1-1 0,-1 1 1,-2 4-1,0-2-175,1 1-1,0 0 0,0 0 1,1 0-1,0 0 1,0 0-1,0 1 1,-2 9-1,0 8-1844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0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90 141 27212,'0'0'3239,"2"-10"-3036,4-28 5,-9 32 4,-7 12-151,-5 13-59,3 0 14,0 0 1,2 1 0,-8 22-1,14-33-12,1 0 0,1-1 0,-1 1 0,1 0 0,1 0 0,0 1 0,0-1 0,1 0-1,0 0 1,2 13 0,-2-21-4,1 1 0,-1-1 0,1 1 0,-1-1 0,1 1 0,0-1 0,0 1 0,-1-1 0,1 0 0,0 1 0,0-1 0,0 0-1,0 0 1,1 0 0,-1 0 0,0 0 0,0 0 0,1 0 0,-1 0 0,1 0 0,2 1 0,0-1-1,0 0 0,0 0 0,1 0 0,-1 0 0,0-1 0,1 0 0,-1 0 1,5 0-1,2-1 2,0-1 0,0 0 0,0-1 0,0 0 0,18-8 1,2-4 0,-2-2 0,0-1 0,0-1 0,40-37 0,-57 46 2,-1-1-1,0-1 0,-1 1 0,0-2 0,-1 0 0,-1 0 0,0 0 0,0-1 0,-2 0 0,0-1 0,0 1 0,4-20 0,-10 34 1,1-1 0,-1 1 0,0-1 0,1 0 0,-1 1 0,0-1 1,0 0-1,0 0 0,0 1 0,1-1 0,-1 0 0,0 1 0,0-1 0,0 0 0,0 0 0,0 1 0,-1-1 0,1 0 0,0 1 0,0-1 0,0 0 0,-1 1 0,1-1 0,0 0 0,-1 1 0,1-1 0,0 0 0,-1 1 0,1-1 0,-1 1 0,1-1 0,-1 1 0,0-1 0,-1 1-2,0 0 1,1 0-1,-1 1 0,1-1 0,-1 1 0,1 0 0,-1-1 1,1 1-1,0 0 0,-1 0 0,1 0 0,0 0 1,-3 2-1,-40 43-7,34-35 8,1 1-1,1 1 1,0-1 0,1 2-1,1-1 1,0 1 0,0 0-1,2 0 1,-1 0 0,2 1-1,0-1 1,-2 26 0,5-38-2,0-1 1,0 1 0,0-1-1,1 1 1,-1-1 0,0 0-1,1 1 1,-1-1 0,0 0-1,1 1 1,0-1 0,-1 0-1,1 1 1,0-1-1,0 0 1,-1 0 0,1 0-1,0 0 1,0 0 0,0 0-1,0 0 1,1 0 0,1 1-1,0 0-16,0-1 0,0 0-1,0 0 1,1 0 0,-1-1-1,0 1 1,0-1 0,0 0-1,1 1 1,3-2 0,2 1-114,0-2 0,-1 1 0,1-1 0,-1 0 0,1-1 0,-1 1 0,11-7 0,7-9-917,1-1-1299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09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26092,'0'0'5362,"60"7"-5314,-20 6 0,7 1-16,1 1-32,16-1 0,-12-3-80,-4-4-384,-4-3-288,4-4-529,-4 0-1728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09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0 25804,'0'0'5261,"-1"17"-5157,0 3-65,-2 0 0,0 0 0,-1 0 0,-11 34 0,-124 350 388,126-357-510,11-37 15,0 0 0,-1 0 1,-1 0-1,-5 12 0,8-21 27,1 0 0,0 0-1,-1-1 1,1 1 0,0 0 0,-1-1-1,1 1 1,0-1 0,-1 1 0,1 0-1,-1-1 1,1 1 0,-1-1 0,0 1-1,1-1 1,-1 1 0,1-1 0,-1 0 0,0 1-1,1-1 1,-1 0 0,0 0 0,0 1-1,1-1 1,-1 0 0,0 0 0,0 0-1,1 0 1,-1 0 0,0 0 0,1 0-1,-1 0 1,0 0 0,0 0 0,1 0-1,-1-1 1,0 1 0,0 0 0,1 0 0,-1-1-1,0 1 1,1 0 0,-1-1 0,1 1-1,-1-1 1,0 1 0,1-1 0,-1 1-1,1-1 1,-1 1 0,1-1 0,0 0-1,-1 1 1,1-1 0,-1 0 0,1 1 0,0-1-1,0 0 1,-1-1 0,-17-40-702,6 10 730,10 27 396,0-1 0,0 0 1,0 1-1,0-1 1,1 0-1,0 0 1,0-9-1,54 5 57,38 1-980,133 3-1,-174 6-1109,-13 0-2133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1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27837,'0'0'2964,"3"-31"-2257,6 16-685,1 0 0,0 1 0,24-25-1,14-19-15,-5-3 10,-40 61-3,-3 0 19,-4 157 33,4-155-65,0 0 0,0-1 0,0 1 0,1 0 0,-1-1 0,0 1 0,1 0 0,-1-1 0,1 1 0,0-1 0,-1 1 0,1-1 0,0 1 0,0-1 0,0 1 0,0-1 0,0 0 0,0 1 0,0-1 0,0 0 0,1 0 0,-1 0 0,3 1 0,-1 0 0,1-1 0,-1 1 0,1-1 0,-1 0 0,1 0 0,0-1 0,0 1 0,-1-1 0,1 0 0,5 0 0,1 0 0,-1-2 0,1 1 0,-1-1 0,0 0 0,1-1 0,-1 0 0,15-8 0,20-14-4,-2-2 0,-1-2 0,68-62 0,-109 90 4,0 0 0,1 0 1,-1 0-1,0 1 1,1-1-1,-1 0 1,1 1-1,0-1 1,-1 0-1,1 1 1,-1-1-1,1 1 0,0-1 1,0 1-1,-1-1 1,1 1-1,0-1 1,0 1-1,-1 0 1,1-1-1,0 1 0,0 0 1,0 0-1,0 0 1,-1 0-1,1 0 1,2 0-1,-11 29 17,-156 417 187,116-313-229,44-119-46,2-8-126,1 1 1,-1-1-1,0 0 1,-1 1-1,0-1 1,0 0-1,0 0 0,-1-1 1,0 1-1,-8 9 1,4-14-1509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29582,'0'0'1952,"136"-38"-1904,-96 36-32,-12 0 0,8 1-16,-8-1-64,0-2-448,-4-3-192,0-4-833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27725,'0'0'2849,"0"15"-2689,0 7-75,0-1 1,-2 0-1,-1 0 1,0-1-1,-1 1 0,-8 21 1,-74 149 226,95-205-329,0 0 1,1 0 0,1 1-1,16-16 1,70-63-27,-20 20-48,-70 65 88,0 0 5,1-1 1,-1 1-1,1 1 0,0 0 1,0 0-1,12-6 0,-20 13 1,1 0-1,0 0 1,-1-1-1,1 1 1,-1 0-1,0 0 1,1 0-1,-1 0 1,0 0 0,1 0-1,-1 0 1,0 0-1,0 0 1,0 0-1,0 0 1,0 0-1,0 0 1,0 0-1,-1 1 1,1-1 2,-1 24 35,-2-1 0,-1 0-1,-2 1 1,0-1 0,-1-1-1,-1 0 1,-16 32 0,17-38-22,3-4-225,0-1-1,1 1 1,0 0 0,2 0-1,-1 0 1,1 0-1,2 14 1,-1-23-1778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3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15687,'0'0'14919,"-60"117"-14791,48-81 0,0-2-96,-4-1 0,8-5 0,-4-1-32,4-3-192,-8-4-512,8-10-1585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29502,'0'0'1504,"72"16"-1504,-36-5-80,-4-1-304,8-2-512,8-7-833</inkml:trace>
  <inkml:trace contextRef="#ctx0" brushRef="#br0" timeOffset="1">472 222 29181,'0'0'715,"20"-18"-653,148-128 189,-158 136-187,-6 5-21,1 0 1,-1 0-1,1 1 1,0 0-1,0 0 0,0 0 1,1 0-1,-1 1 0,1 0 1,9-3-1,-16 24 120,-8 9-63,-1-1 1,-25 47-1,-5 14 12,28-58-346,1 1 0,2 1 0,0-1 0,3 2 0,0-1 0,-1 41 0,7-41-2354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3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28893,'0'0'2257,"108"-17"-2209,-76 17-48,8 0 0,0 0-240,4 0-160,-4 0-689,4-5-3329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4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1 501 28893,'0'0'1185,"12"-22"-1071,76-136 95,-53 99-92,-13 18-50,3 1-1,1 0 1,2 2 0,62-65-1,-91 141 324,-8 8-316,-18 53 1,-4 16 40,-12 49 43,-7 32-14,49-153-4162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4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29662,'0'0'1568,"108"-1"-1536,-88 1-16,-8 0-16,4 0 0,-8 0-240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29053,'0'0'2690,"80"15"-2642,-40-15-32,4 0-16,4-2-32,16-2-177,-12 1-639,4-3-881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6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0 325 27004,'0'0'3709,"1"-27"-3016,2 14-681,1 0 0,1 0 0,0 1 0,0-1 0,1 1 0,1 0 0,0 1 0,1 0 0,13-16 0,-7 8-8,23-39 0,-33 51 2,0-1 0,-1 1-1,0-1 1,0 0 0,-1 0-1,0 0 1,0 0 0,0-12-1,-2 19 70,-3 27-38,-26 59-12,18-56-19,-14 52 1,19-43 11,1 0 1,0 66 0,5-101-20,1-1 1,-1 0 0,0 1 0,1-1 0,0 0 0,-1 1 0,1-1 0,0 0 0,0 0 0,0 0-1,1 0 1,-1 0 0,0 0 0,1 0 0,-1 0 0,1 0 0,0-1 0,-1 1 0,1-1 0,0 1-1,0-1 1,0 0 0,0 1 0,0-1 0,1 0 0,-1 0 0,0-1 0,0 1 0,1 0 0,-1-1-1,0 0 1,5 1 0,-1 0 0,0-1 0,0 0 0,0 0 0,0 0 0,0 0 1,0-1-1,0 0 0,0-1 0,-1 1 0,1-1 0,-1 0 0,1 0 0,5-4 0,12-11 2,-1-1 1,-1-2-1,-1 0 0,0-1 1,-1-1-1,25-40 0,4-2 1,-63 89 9,0 0 0,2 0 0,1 2 0,-10 32 0,-43 142 56,-19 80-613,84-280 444,0-1-1,0 1 0,0-1 0,-1 1 0,1-1 0,0 1 1,0-1-1,-1 1 0,1-1 0,0 1 0,-1-1 0,1 1 1,0-1-1,-1 1 0,1-1 0,0 0 0,-1 1 1,1-1-1,-1 0 0,1 1 0,-1-1 0,1 0 0,-1 0 1,1 1-1,-1-1 0,1 0 0,-1 0 0,0 0 0,0 0 1,-7 1-6257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6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29838,'0'0'1552,"104"-24"-1392,-68 24-96,8 0-32,-4 0-32,0 7-16,-4 4-160,-4 2-448,0-1-352,-4-3-977</inkml:trace>
  <inkml:trace contextRef="#ctx0" brushRef="#br0" timeOffset="1">779 148 30718,'0'0'1409,"0"-4"-3234,0-5-5058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28589,'0'0'1134,"12"-17"-859,1-1-231,90-116 507,-92 122-473,-6 6-24,0 0 1,0 1-1,0-1 0,1 1 1,0 0-1,10-6 1,-15 11 75,-1 8-36,-1 11-84,-1 1 1,-1-1 0,-7 22-1,5-21-3,1-1 0,1 1-1,-1 24 1,4-39-5,-1-1-1,1 1 1,0-1-1,1 1 1,-1-1 0,1 0-1,0 1 1,0-1-1,0 0 1,3 6-1,-2-9 0,-1 1 0,1 0-1,0-1 1,0 0-1,0 1 1,0-1-1,0 0 1,0 0-1,0 0 1,1 0-1,-1 0 1,0-1-1,0 1 1,1-1 0,-1 1-1,1-1 1,-1 0-1,0 0 1,1 0-1,-1 0 1,3-1-1,4 1 5,0-1 0,0-1 0,0 1 1,0-2-1,-1 1 0,1-1 0,-1 0 0,1-1 0,-1 0 0,10-7 0,11-8 7,36-32 1,-36 28-11,-22 17 25,0 0 0,0-1 0,-1 1 0,0-2 0,0 1 0,-1-1 0,0 1-1,0-1 1,-1-1 0,6-13 0,-85 167 11,21 4 8,-40 184 1,87-301-127,3-12-549,-1-1-1,-11 28 0,12-44-899,-7-1-717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28893,'0'0'1921,"128"-36"-1841,-92 34-64,4 2-16,-4 0-112,-4-5-352,0-4-593,-8-6-2768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8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24283,'0'0'5853,"0"22"-5602,1-2-193,-1-3 9,0 1-1,-1 0 0,-1 0 1,-1 0-1,-6 24 0,-32 161 593,160-313-627,-92 85-33,-12 9 6,0 1-1,2 1 0,0 1 1,0 0-1,1 1 0,30-15 1,-47 27-4,-1-1 1,1 1 0,0 0-1,0 0 1,-1 0 0,1-1-1,0 1 1,0 0 0,0 0-1,-1 0 1,1 0-1,0 1 1,0-1 0,-1 0-1,1 0 1,0 0 0,0 1-1,-1-1 1,1 0 0,0 1-1,-1-1 1,1 0 0,0 1-1,-1-1 1,1 1-1,-1-1 1,1 1 0,-1-1-1,1 1 1,-1 0 0,1-1-1,-1 1 1,1-1 0,-1 1-1,0 0 1,1 0 0,-1-1-1,0 1 1,0 0-1,1 0 1,-1-1 0,0 1-1,0 0 1,0 0 0,0-1-1,0 1 1,0 0 0,0 0-1,-1 0 1,-1 51 82,1-43-61,-3 10-6,0-1-1,-1 0 0,0 0 0,-9 18 1,-1 3-8,6-13-339,0 0-1,2 1 1,2 0 0,-4 35-1,8-34-2008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29886,'0'0'1696,"68"16"-1648,-40-13-16,0-1-32,4 0 0,0-2-112,4 0-480,-4 0-384,-4-2-1714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19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0 377 28845,'0'0'1169,"16"-18"-1095,112-146 89,-95 116-73,47-77 402,-66 103-224,-14 22-262,0 0 1,1 0 0,-1 0-1,0 0 1,0 0-1,0 1 1,1-1 0,-1 0-1,0 0 1,0 0-1,0 0 1,1 0 0,-1 0-1,0 0 1,0 0-1,0 0 1,0 0 0,1 1-1,-1-1 1,0 0 0,0 0-1,0 0 1,0 0-1,0 0 1,0 1 0,1-1-1,-1 0 1,0 0-1,0 0 1,0 0 0,0 1-1,0-1 1,0 0-1,0 0 1,0 0 0,0 1-1,0-1 1,0 0-1,0 0 1,0 0 0,0 1-1,0-1 1,0 0-1,0 0 1,0 0 0,0 1-1,0-1 1,0 0 0,0 0-1,0 0 1,-1 1-1,-7 48 164,-46 277 27,41-232-169,-12 49 36,21-120-57,-1-1 0,-1 0 1,-14 36-1,11-48 272,2 0-3482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2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27949,'0'0'3057,"135"-6"-2977,-95 1-16,4 3-32,-4 0-32,-4 0 0,-4 1-32,-12 1-224,-12 0-176,0 0-512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20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26188,'0'0'5362,"108"16"-5185,-69-16-129,9 0-32,0 0 0,-4 0-16,0 0-161,-8 0-495,-4 0-400,-8 0-1890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23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1 248 26684,'0'0'3821,"1"-22"-2607,3 10-1207,1 1 0,0 0 0,1 1 0,0-1 1,1 1-1,0 0 0,1 1 0,0 0 0,10-9 1,26-36 5,-33 37-10,-8 11-3,1-1 0,0 1 1,1 0-1,-1 1 1,9-8-1,-12 40 0,-3-9 9,0 0 1,0 0-1,-8 26 0,5-26 4,1 0 0,1 0-1,-1 29 1,3-46-13,1 0 0,0 1 0,0-1 0,0 0 0,0 0-1,0 0 1,0 0 0,1 1 0,-1-1 0,0 0 0,1 0-1,-1 0 1,1 0 0,-1 0 0,1 0 0,-1 0 0,1 0 0,-1 0-1,1 0 1,0 0 0,0 0 0,0-1 0,-1 1 0,1 0 0,0 0-1,0-1 1,0 1 0,0 0 0,2 0 0,35-1-6,-28-1 6,12-4 3,-1-1 0,-1 0 1,1-2-1,-1 0 0,0-2 1,-1 0-1,30-21 0,-26 17 0,1-1-2,-1 0-1,-1-2 1,40-37 0,-89 92 31,1 2 1,3 0 0,-19 45-1,-53 160 84,33-75-120,40-123-93,-27 45-1,29-58-478,20-34 538,0 0 0,0 0 0,0 0-1,0 0 1,0-1 0,0 1 0,0 0-1,0 0 1,0 0 0,0 0-1,0 0 1,0 0 0,0 0 0,0 0-1,0 0 1,-1 0 0,1-1 0,0 1-1,0 0 1,0 0 0,0 0 0,0 0-1,0 0 1,0 0 0,0 0-1,0 0 1,0 0 0,-1 0 0,1 0-1,0 0 1,0 0 0,0 0 0,0 0-1,0 0 1,0 0 0,0 0 0,0 0-1,-1 0 1,1 0 0,0 0-1,0 0 1,0 0 0,0 0 0,0 0-1,0 0 1,0 0 0,0 0 0,-1 0-1,1 0 1,0 0 0,0 1 0,0-1-1,0 0 1,0 0 0,0 0-1,0 0 1,0 0 0,0 0 0,0 0-1,0 0 1,0 0 0,0 0 0,0 1-1,0-1 1,0 0 0,0 0 0,0-12-2841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23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29790,'0'0'1856,"143"-25"-1807,-99 21 15,4 1-48,-8-4 0,0-1-16,0-1-64,-8-3-145,4-4-511,-8-2-320,-8-6-1666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24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27100,'0'0'3117,"1"3"-2936,1 10-82,-1 0 0,0 1 0,-1-1 0,0 1 1,-1-1-1,-1 0 0,-3 16 0,-31 94 132,23-83-183,6-27-21,6-12-40,7-17-11,5 0 35,1 0 1,0 0 0,2 1-1,-1 1 1,2 0 0,0 1-1,24-17 1,-3 6-12,2 2 0,53-24 0,-88 44 1,2 0 1,0-1-1,0 1 0,0 0 1,1 1-1,-1-1 0,0 1 1,1 0-1,5 0 0,-10 2 0,0 0-1,0 0 0,-1 0 0,1 1 0,0-1 0,-1 0 1,1 0-1,-1 1 0,0-1 0,1 0 0,-1 1 0,0-1 0,0 1 1,0-1-1,0 0 0,0 1 0,0-1 0,0 0 0,0 1 0,-1 2 1,1 1 3,-1 11 18,-1 0-1,0 0 0,-1-1 1,-1 1-1,0-1 0,-11 27 1,-50 88 3,46-95-90,17-31-181,0 0-1,0 0 1,1 0 0,-1 1 0,1-1-1,0 1 1,0-1 0,0 1 0,1 8-1,0-4-2770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2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30526,'0'0'1136,"112"0"-1055,-72 0 31,0 0-80,-4 0-32,0 0 16,-4 0-16,-4 0-144,0 0-177,0 0-495,-4-4-369,-8-5-3040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25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1 361 29453,'0'0'1262,"4"-3"-931,22-20-131,-2-1 0,38-48-1,-11 11-168,-24 30-21,-1-2 0,-2-1 0,24-45 0,-54 125 163,-2-24-166,-13 31 34,3 1 0,2 0 0,-11 72 0,23-96-37,-53 359 91,52-379-710,3-24-1147,2 2-1224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28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29261,'0'0'2482,"5"0"-2413,71-9 23,1 4 1,150 11-1,-205-1 80,-2 0-3102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2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27629,'0'0'3327,"0"6"-3085,-1 9-157,0 0-1,-1 0 1,-1 0-1,0 0 1,-1 0 0,0 0-1,-12 25 1,-5 2-13,-33 48 0,19-34-68,35-55-41,-5 6-261,1 0 0,0 0 0,0 0 0,1 0 0,0 0 0,1 1 0,-1-1 0,-1 14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29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54 28845,'0'0'2097,"0"-9"-1827,0-36 119,-14 58-237,-15 15-98,2 1-1,2 1 1,0 1-1,2 1 1,-24 45-1,35-54-32,1 0 0,1 1 0,1 0 0,1 0 0,1 1 0,2 0 0,0 1 0,2-1 0,-1 32 0,3-51-20,1 0-1,0-1 0,1 1 1,-1-1-1,1 1 0,0-1 1,1 1-1,-1-1 1,1 1-1,0-1 0,1 0 1,3 7-1,-4-9 1,1-1-1,0 1 1,0 0-1,0-1 1,0 0 0,1 0-1,-1 0 1,0 0-1,1 0 1,-1 0-1,1-1 1,0 0 0,0 0-1,-1 0 1,1 0-1,0-1 1,0 1 0,4-1-1,7 1 0,0-1 0,-1-1 0,1 0 0,-1-1-1,1-1 1,-1 0 0,1-1 0,-1-1 0,-1 0 0,1 0 0,-1-2-1,0 1 1,0-2 0,-1 0 0,0 0 0,0-1 0,-1-1 0,17-17-1,-24 22 6,0-1-1,0 1 0,-1-1 1,0 0-1,0 0 0,0-1 0,-1 1 1,0-1-1,2-9 0,-3 14-3,0 0 0,-1 1 0,0-1 1,1 0-1,-1 0 0,0 0 0,0 0 0,0 0 0,0 0 0,0 1 0,-1-1 0,1 0 0,0 0 0,-1 0 1,1 0-1,-1 1 0,0-1 0,0 0 0,0 1 0,0-1 0,0 0 0,0 1 0,0-1 0,0 1 0,0 0 1,-1-1-1,1 1 0,-1 0 0,1 0 0,-1 0 0,1 0 0,-1 0 0,0 0 0,1 0 0,-1 1 1,0-1-1,0 0 0,-3 0 0,-8 0-14,0 1 0,0 0 1,0 0-1,0 1 0,0 1 0,0 0 0,0 1 1,1 0-1,-1 1 0,1 1 0,0 0 1,0 0-1,0 1 0,-16 12 0,11-8-25,2 2-1,-1 0 0,2 0 0,0 2 1,0 0-1,1 0 0,1 1 0,0 1 1,-12 21-1,22-32-255,-1 1 1,1-1 0,1 0-1,-1 1 1,1 0 0,0-1-1,0 1 1,1 0-1,-1-1 1,2 11 0,-1-16 273,0 12-3021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3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25516,'0'0'3116,"1"-4"-2857,3-2-161,0-1 0,0 1 1,1 0-1,0 1 0,0-1 1,0 1-1,0 0 1,1 0-1,0 0 0,0 1 1,1 0-1,-1 0 0,1 1 1,0 0-1,8-3 1,5-2-78,0 1 0,1 0 1,0 2-1,30-4 0,-44 8-21,-6 1 120,-1 5-1774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32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 30606,'0'0'1969,"-4"-10"-1905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33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1 221 28301,'0'0'2380,"0"-9"-2199,0 3-133,0-1 0,0 0 0,1 1 0,0-1 0,1 0 0,-1 1 0,1-1 0,0 1 0,1 0 0,0-1 0,6-9 0,6-7 58,-8 11-81,0 0 0,2 0-1,-1 1 1,1 0 0,1 1 0,0 0 0,15-12 0,-24 22-24,-1 0 1,1 0-1,-1 0 1,0 0-1,1 1 1,-1-1-1,1 0 1,-1 0-1,1 0 1,-1 1-1,0-1 1,1 0-1,-1 0 1,0 1 0,1-1-1,-1 0 1,0 1-1,0-1 1,1 0-1,-1 1 1,0-1-1,0 1 1,1-1-1,-1 0 1,0 1-1,0-1 1,0 1 0,0-1-1,0 1 1,0-1-1,0 0 1,0 1-1,0-1 1,0 1-1,0-1 1,0 1-1,0-1 1,0 1-1,0-1 1,0 0-1,0 1 1,0-1 0,-1 1-1,1 0 1,-2 27-5,-4 19 15,0 1 13,0 51 0,6-98-25,0 0 0,1 0 0,-1 0 0,0 0 1,1 1-1,-1-1 0,1 0 0,0 0 0,-1 0 1,1 0-1,0 0 0,0 0 0,-1 0 0,1 0 1,0-1-1,0 1 0,0 0 0,0 0 0,0-1 0,0 1 1,0-1-1,1 1 0,-1-1 0,0 1 0,0-1 1,0 0-1,0 1 0,1-1 0,-1 0 0,0 0 1,0 0-1,3 0 0,50-1 9,-42 0-8,6-1 0,-1-1 1,1 0-1,-1-2 1,0 0 0,0-1-1,0-1 1,27-15-1,6-7 8,49-38-1,-92 63-3,-7 22 9,-6 5 7,-1 1 0,-1-1 1,-22 43-1,-6 14 40,-126 326-39,158-394-161,4-10 51,0-1 0,0 0 0,0 0 0,0 0 0,0 0 0,-1 0 0,1 1 0,0-1 0,-1 0-1,1 0 1,-1 0 0,1 0 0,-1 0 0,1 0 0,-1 0 0,0 0 0,0 0 0,1-1 0,-1 1 0,0 0 0,0 0 0,0-1 0,0 1 0,0 0 0,0-1 0,0 1 0,0-1 0,-1 1 0,-5-1-2511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33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30478,'0'0'992,"108"-17"-864,-65 16-96,1-3-16,-8 0-16,8-3-32,-4 0-128,-8-4-432,0-3-224,-4-6-1185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34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13 26140,'0'0'4565,"6"-4"-4379,-5 3-181,-1 1 0,1-1-1,0 0 1,-1 1-1,1-1 1,0 0-1,0 1 1,0-1-1,-1 1 1,1 0-1,0-1 1,0 1-1,0 0 1,0-1-1,0 1 1,0 0-1,0 0 1,0 0-1,0 0 1,0 0-1,0 0 1,0 0 0,0 0-1,0 0 1,0 0-1,0 1 1,1-1-1,-1 3 15,0 0 0,0-1 0,-1 1 0,1 0 0,-1 0 0,1-1 0,-1 1 0,0 0 0,0 0 0,0-1 0,0 1 0,-1 0 0,0 4 0,-7 25 61,0 0 1,-2 0 0,-2-1-1,-27 53 1,32-69-76,-3 2-3,8-15-3,0 1-1,0-1 1,1 1-1,-1 0 1,1 0 0,0 0-1,-1-1 1,1 1-1,0 1 1,1-1 0,-1 0-1,0 6 1,32-37-12,-20 19 26,52-44-1,2 3 0,2 3 0,78-42 0,-137 85-7,-7 29 49,-4-5-21,-1 0 1,-1 0-1,-1-1 1,-8 20 0,-9 29 11,16-37-88,1 1 0,-3 35 0,7-11-6010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50.3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38 27052,'0'0'4232,"-3"-3"-4091,3 3-136,-1-1-1,1 1 1,0 0 0,0-1-1,0 1 1,0 0-1,0-1 1,-1 1 0,1 0-1,0-1 1,0 1-1,-1 0 1,1 0 0,0-1-1,-1 1 1,1 0 0,0 0-1,0-1 1,-1 1-1,1 0 1,-1 0 0,1 0-1,0 0 1,-1-1-1,1 1 1,0 0 0,-1 0-1,1 0 1,-1 0 0,1 0-1,0 0 1,-1 0-1,1 0 1,0 0 0,-1 0-1,1 0 1,-1 1-1,1-1 1,0 0 0,-1 0-1,1 0 1,0 0 0,-1 0-1,1 1 1,0-1-1,-1 0 1,1 0 0,0 1-1,0-1 1,-1 0-1,1 1 1,0-1 0,0 0-1,-1 1 1,0 28 218,2-10-238,0-8 19,0 0 0,1 0 1,0 0-1,0-1 1,1 1-1,1-1 1,0 0-1,0 0 0,1 0 1,0 0-1,1-1 1,0 0-1,0 0 1,1-1-1,0 0 1,1 0-1,0 0 0,13 10 1,-6-7-8,0-1-1,0 0 1,1-1 0,0-1-1,1 0 1,-1-1 0,2-1 0,-1 0-1,1-1 1,29 3 0,-36-7 4,1 0 0,0-1 0,0-1 0,-1 0 1,1 0-1,-1-2 0,1 1 0,-1-1 1,0-1-1,0 0 0,0 0 0,17-10 0,3-6 10,-1-1 0,47-43 0,27-19 11,-91 74-21,0 1 1,1 0-1,0 1 1,0 1-1,1 0 0,19-5 1,-32 11-2,18-6 4,0 1 0,1 0 0,0 2 0,0 1 0,0 0 0,0 2 0,32 2 0,-50 0-5,0-1 1,0 0-1,0 0 1,0 1-1,0 0 1,-1 0-1,1 0 0,0 0 1,-1 0-1,1 0 1,-1 0-1,0 1 1,0-1-1,0 1 1,0 0-1,0 0 1,-1 0-1,1-1 1,-1 2-1,0-1 1,1 0-1,-2 0 1,1 0-1,0 0 1,0 7-1,2 10-5,-1 1 0,-1 41 1,-1-44 4,0-3 1,2-20 0,-2 1 0,1 1 0,0-1 0,0 1 0,0-1 0,1 1 0,-1-1 0,1 1 0,2-4 0,8-5 2,1 1 0,0 0 0,1 1 0,0 0 0,0 2 0,1-1 0,21-8 0,13-2 6,55-14 0,-77 27-8,1 2 0,0 1 0,0 1 1,53 3-1,-25 0 12,-17 2-12,0 2 1,0 2-1,-1 1 1,0 2-1,0 1 1,38 19-1,26 6 13,-92-34-12,0 1-1,0-1 1,0-1 0,1 0-1,-1 0 1,0-1 0,1 0-1,-1-1 1,0 0 0,20-5-1,-10 0 3,0-1-1,0-1 0,-1-1 0,24-13 1,-25 11 22,-1 0-1,22-19 1,-33 24-13,0 1 0,0-1 0,-1 0 0,1 0 0,-1-1 0,-1 1-1,1-1 1,6-14 0,-11 20-59,0 1 0,0-1-1,0 1 1,0 0 0,0-1 0,0 1-1,0-1 1,-1 1 0,1-1 0,0 1-1,0-1 1,0 1 0,0 0 0,-1-1-1,1 1 1,0-1 0,-1 1 0,1 0-1,0-1 1,0 1 0,-1 0 0,1-1-1,-1 1 1,1 0 0,0 0 0,-1-1-1,1 1 1,-1 0 0,1 0 0,0 0-1,-1 0 1,1-1 0,-1 1 0,1 0-1,-1 0 1,1 0 0,-1 0 0,1 0-1,-1 0 1,1 0 0,0 0 0,-1 0-1,1 1 1,-1-1 0,1 0-1,-1 0 1,1 0 0,-1 0 0,1 1-1,0-1 1,-1 0 0,1 0 0,-1 1-1,0-1-215,-19 6-6276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54.4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265 259 25276,'0'0'4436,"0"-49"-3273,1 29-1154,-3-24 10,1 43-17,1 0 0,0 0 0,-1-1-1,0 1 1,1 0 0,-1 0-1,0 0 1,1 0 0,-1 0-1,0 0 1,0 0 0,0 1-1,0-1 1,0 0 0,0 0-1,0 1 1,0-1 0,0 0-1,0 1 1,-1-1 0,1 1-1,0 0 1,0-1 0,0 1-1,-1 0 1,1 0 0,0-1-1,-1 1 1,1 0 0,-2 1-1,-6 0 3,0 0-1,0 1 0,0 0 1,0 1-1,0 0 0,0 0 1,1 1-1,-1 0 0,1 1 0,0 0 1,1 0-1,-1 1 0,1-1 1,0 2-1,0-1 0,1 1 0,0 0 1,0 0-1,-8 13 0,6-7 16,-1 0-1,2 1 1,-1 0-1,2 0 1,0 0-1,1 1 1,0-1 0,1 1-1,1 1 1,0-1-1,0 19 1,3-30-11,0 1 0,0 0 0,0 0 1,1 0-1,-1-1 0,1 1 0,0 0 1,1-1-1,2 7 0,-3-8-5,1-1 1,0-1-1,-1 1 0,1 0 1,0 0-1,0-1 0,0 1 1,0-1-1,0 1 0,0-1 1,0 0-1,1 0 0,-1 0 0,0 0 1,1 0-1,-1-1 0,1 1 1,-1-1-1,1 0 0,4 1 1,2 0 3,-1-1-1,1 0 1,0 0 0,0-1 0,-1 0 0,1 0-1,0-1 1,-1 0 0,0-1 0,1 0 0,-1 0-1,0-1 1,0 0 0,-1 0 0,1-1 0,10-9-1,-2 0-2,-1-1-1,0-1 1,-1-1-1,-1 0 0,19-33 1,-10 13-6,-1-2 1,-2 0-1,-2-1 1,-2-1-1,-2-1 1,9-43-1,-101 287 141,73-185-129,1 0 0,1 1-1,1 0 1,0 0 0,1 0 0,1 0 0,1 0 0,1 1 0,3 20 0,-3-37-10,0 1 1,1-1-1,0 1 1,-1-1 0,1 0-1,0 0 1,0 0 0,0 0-1,1 0 1,-1 0-1,0 0 1,1-1 0,-1 1-1,1-1 1,-1 1-1,1-1 1,0 0 0,0 0-1,-1-1 1,1 1 0,0 0-1,0-1 1,0 0-1,0 1 1,5-2 0,3 2-1,1-1 0,-1 0 0,1-1 0,-1-1 0,16-3 0,-11-1 0,-1 0 0,0 0 0,0-2 1,-1 0-1,0 0 0,-1-1 1,1-1-1,18-18 0,-22 19 0,-1 0 1,-1-1-1,1 0 0,-2 0 0,1 0 1,-2-1-1,1 0 0,-1-1 0,-1 1 0,0-1 1,5-20-1,-10 31 0,1 0 0,-1-1-1,1 1 1,-1 0 0,0-1 0,1 1 0,-1 0-1,0 0 1,0-1 0,0 1 0,0 0 0,0-1 0,-1 1-1,1 0 1,0-1 0,0 1 0,-1 0 0,1 0 0,-1-1-1,0 0 1,0 2 0,0 0 0,0 0-1,0 0 1,1 0 0,-1 0-1,0 0 1,0 0 0,0 1-1,1-1 1,-1 0 0,0 1-1,0-1 1,1 0 0,-1 1-1,0-1 1,1 1 0,-1-1-1,0 1 1,1-1 0,-1 1-1,1 0 1,-1 0 0,-36 44-8,31-36 9,0 1 0,1 1 0,0-1 0,1 1 0,0 0 0,0 0 0,1 0 0,1 1 0,0-1 0,0 1 1,1-1-1,1 21 0,0-32-2,1 1 1,-1 0 0,0-1-1,0 1 1,0 0 0,1-1 0,-1 1-1,0 0 1,1-1 0,-1 1-1,1-1 1,-1 1 0,1 0 0,-1-1-1,1 1 1,-1-1 0,1 1-1,-1-1 1,1 0 0,-1 1-1,1-1 1,0 0 0,-1 1 0,1-1-1,0 0 1,-1 0 0,2 1-1,31 3-55,-25-4-128,-1-1 1,1 1-1,0-1 1,0-1-1,14-4 1,2-10-1143,-4-6-1321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54.8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30174,'0'0'1008,"100"22"-1008,-60-3-48,0-1-208,4-1-320,-4-3-753,-4-5-6690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55.1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92 28061,'0'0'1587,"10"-15"-1437,30-46 26,-30 46 45,-17 23 185,-20 25-271,2 1 0,1 1 0,-25 49 0,40-65-78,0 1-1,1 0 0,1 0 1,1 1-1,1-1 1,1 1-1,0 1 1,0 33-1,4-54-55,0 1 0,0-1 0,0 0 0,0 1 0,0-1 0,1 0 0,-1 0 0,0 1 0,1-1 0,-1 0 0,1 0 0,0 1 0,-1-1 0,1 0 0,0 0 0,-1 0 0,1 0 0,0 0 0,0 0 0,0 0 0,0 0 0,0 0 0,0-1 0,0 1 0,2 1 0,0-1 0,1 0 0,-1 0 0,0 0 0,1-1 0,-1 1 0,0-1-1,1 0 1,-1 0 0,0 0 0,4 0 0,3-2 3,-1 1-1,0-1 1,0-1 0,0 1-1,0-1 1,14-8 0,6-6 2,-2-2 0,0 0 1,-2-2-1,0-1 1,-1-1-1,27-33 1,-48 56 19,-3 9-10,-4 13 9,-6 10 11,6-22-26,0 2 0,1-1 0,0 0 0,1 1 0,0-1 0,0 16 0,2-25-28,1-1 0,0 0-1,-1 0 1,1 0 0,0 0-1,0 0 1,0 0 0,0 0 0,-1 0-1,2 0 1,-1 0 0,0 0-1,0 0 1,0-1 0,0 1-1,0 0 1,1-1 0,-1 1-1,0-1 1,0 0 0,1 1 0,-1-1-1,0 0 1,1 0 0,-1 0-1,1 0 1,-1 0 0,0 0-1,1 0 1,1 0 0,45-3-2573,-16-6-2569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55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 28253,'0'0'1937,"-16"3"-5427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57.0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23 420 21690,'0'0'7809,"14"-16"-7409,-14 16-398,35-43 296,61-55 0,-39 43-168,-35 32 9,37-30 0,-84 108 234,-93 157-238,-45 72 114,270-482-230,-96 174-22,-16 46 3,-4 17 0,8-35 0,1-1 0,-1 0 0,1 1 0,0-1 1,0 0-1,0 1 0,0-1 0,1 0 0,-1 1 0,1-1 0,0 0 0,0 0 0,0 1 0,0-1 0,1 0 0,-1 0 0,1 0 0,2 3 0,0-4 0,-1 1 0,1-1 0,0-1 0,0 1 0,-1 0-1,1-1 1,0 0 0,0 0 0,1 0 0,-1 0 0,0-1 0,0 0 0,0 0 0,0 0 0,5 0 0,8 0 2,1 0 0,-1-1 0,0-1 0,1-1 0,-1 0 0,0-1 0,0-1 0,-1-1-1,1 0 1,-1-1 0,0-1 0,-1 0 0,0-1 0,0-1 0,-1 0 0,21-20 0,-29 25 0,-1 0 1,0 0-1,0 0 1,-1-1-1,1 1 1,-1-1-1,-1 0 1,1 0-1,-1-1 1,0 1-1,0-1 1,-1 1-1,1-1 1,-2 0-1,1 0 1,-1 0-1,1-9 1,-26 17-19,17 2 16,-1 0 0,1 0 0,0 1 0,1 0 0,-1 0 0,1 1 0,0 0-1,0 0 1,0 0 0,1 1 0,-1 0 0,-5 9 0,0 0 1,1 1 0,0 0 0,-15 35 0,23-46-4,0 0 1,0 1 0,0-1-1,1 0 1,0 1 0,0-1-1,1 1 1,-1 8 0,2-12 1,-1 0 0,0-1 0,1 1 1,-1 0-1,1-1 0,-1 1 0,1 0 0,0-1 1,-1 1-1,1-1 0,0 1 0,0-1 0,0 1 1,0-1-1,1 0 0,-1 1 0,0-1 1,1 0-1,-1 0 0,0 0 0,1 0 0,-1 0 1,1 0-1,0-1 0,-1 1 0,1 0 0,0-1 1,-1 1-1,1-1 0,3 1 0,13 1 3,0-1 0,-1 0 0,1-2 0,0 0 0,0 0 0,0-2 0,-1 0 0,1-2-1,-1 1 1,0-2 0,0 0 0,-1-1 0,0-1 0,18-11 0,-9 3-4,0-1 1,-1-1-1,-1-1 1,-1-1-1,-1-1 0,0-1 1,30-43-1,-35 42 1,11-13-15,-1-2 0,-2 0 0,-2-2 1,-2-1-1,24-65 0,-38 67-10,-6 38 27,0 1-1,0-1 1,0 0-1,0 1 1,-1-1-1,1 0 1,0 0-1,0 1 1,-1-1-1,1 1 1,0-1-1,-1 0 1,1 1-1,0-1 0,-1 1 1,1-1-1,-1 1 1,1-1-1,-1 1 1,1-1-1,-1 1 1,0-1-1,1 1 1,-1 0-1,1 0 1,-1-1-1,0 1 1,1 0-1,-1 0 1,0-1-1,0 1 1,1 0-1,-1 0 1,0 0-1,1 0 1,-1 0-1,0 0 1,1 0-1,-1 0 1,0 1-1,1-1 1,-1 0-1,0 0 1,1 0-1,-1 1 0,0-1 1,0 1-1,-5 2 5,1-1-1,0 1 0,0 0 0,0 1 0,1-1 0,-1 1 0,1 0 0,0 0 0,0 1 0,-6 7 0,-35 55 53,40-60-46,-14 27 10,1 1 1,2 0 0,2 1 0,1 1 0,1 0-1,3 0 1,1 1 0,1 0 0,3 1 0,0 77 0,3-115-23,1 1 0,0 0 0,-1-1 0,1 1 0,0 0 0,0 0 0,1-1 0,-1 1 0,0 0 0,0-1 0,1 1 0,-1 0 0,1-1 0,0 1 0,-1-1 0,1 1 0,0-1 0,0 1 0,0-1 0,0 1 0,0-1 0,0 0 1,0 0-1,2 2 0,-1-3 0,0 0 1,0-1-1,0 1 1,0-1 0,0 1-1,0-1 1,0 1 0,0-1-1,0 0 1,0 0-1,-1 0 1,1 0 0,0 0-1,-1-1 1,1 1 0,0 0-1,-1-1 1,0 1-1,1-1 1,0-2 0,42-44 30,45-65 0,-16 18-53,-66 86 22,0 1 0,0 0 1,1 0-1,0 0 0,0 1 0,13-7 1,-21 14 0,1 1 0,-1-1 0,0 1 0,1-1 0,-1 1 0,1-1 0,-1 1 0,0-1 0,1 1 0,-1 0 0,0-1 0,0 1 0,0-1 0,1 1 0,-1 0 0,0-1 0,0 1 0,0 0 0,0-1 0,0 1 0,0 0 0,0-1 0,0 1 0,0 0 0,-1 1 0,1-2 0,-4 249 32,5-249-33,-1 1 0,0-1 0,1 0 0,-1 1 0,1-1 0,-1 0 0,1 1 0,-1-1 0,1 0 0,-1 0 0,1 1 0,0-1 0,-1 0 0,1 0 1,-1 0-1,1 0 0,-1 0 0,1 0 0,0 0 0,-1 0 0,1 0 0,-1 0 0,1 0 0,-1 0 0,1 0 0,0 0 0,-1-1 0,1 1 0,-1 0 0,1 0 0,-1-1 1,1 1-1,0-1 0,21-8-31,0-8 26,-2-1 0,0 0 0,-1-2 0,21-27 0,-25 13 3,-10 21 9,-3 30-11,-2 4 11,-1-12-4,1 0 0,0-1 0,0 1 0,1 0 0,0-1 0,4 14 0,-4-20-1,0 0 0,0 1-1,1-1 1,-1 0 0,1 0 0,-1 1 0,1-1 0,0 0 0,0-1 0,0 1 0,0 0 0,0 0 0,0-1 0,0 1 0,0-1 0,1 0 0,-1 0 0,1 0-1,-1 0 1,1 0 0,-1 0 0,1-1 0,-1 1 0,1-1 0,0 0 0,3 0 0,4 1 1,0-1-1,0 0 1,0-1 0,0 0 0,0 0-1,-1-1 1,1-1 0,-1 0 0,1 0-1,-1 0 1,0-1 0,0-1-1,0 0 1,-1 0 0,0 0 0,0-1-1,0 0 1,-1-1 0,1 0 0,-2 0-1,1-1 1,-1 1 0,0-1-1,-1-1 1,1 1 0,-2-1 0,1 0-1,-1 0 1,-1 0 0,0 0 0,0-1-1,-1 0 1,0 1 0,0-1 0,-1 0-1,0-15 1,-2 25-2,1-1 1,-1 1-1,0-1 1,1 1-1,-1 0 1,1-1-1,-1 1 1,0 0-1,1-1 1,-1 1-1,0 0 1,0 0-1,1 0 1,-1 0-1,0 0 1,1 0-1,-1 0 0,0 0 1,0 0-1,1 0 1,-1 0-1,0 0 1,1 0-1,-1 1 1,0-1-1,1 0 1,-1 0-1,0 1 1,-23 8 9,17-4-4,1 1 0,1 1 0,-1-1 1,1 1-1,0 0 0,0 1 0,1-1 0,0 1 0,1-1 0,-1 1 1,1 0-1,1 1 0,0-1 0,0 0 0,0 1 0,1-1 1,0 1-1,1-1 0,0 1 0,1-1 0,-1 1 0,4 15 0,-2-21-5,0 0 0,-1 1-1,1-1 1,0 0 0,0 0 0,1 0-1,-1-1 1,1 1 0,-1 0-1,1-1 1,0 0 0,0 0-1,0 1 1,0-2 0,0 1-1,1 0 1,-1-1 0,1 1-1,-1-1 1,1 0 0,-1 0 0,6 0-1,9 2-4,0-1 0,1 0 0,20-2 0,-28 0-1,-1 0-27,-1-1 0,1-1 0,-1 1 1,0-1-1,0-1 0,0 0 0,0 0 0,0-1 0,0 0 0,-1 0 0,11-7 0,-1-3-1157,0 1 1,-1-2-1,26-28 0,-11 4-9069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57.4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248 0 29854,'0'0'1664,"-108"92"-1568,76-36-96,4 10-16,-8 10-352,-8 5-1184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0:59.2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333 264 26188,'0'0'4661,"-13"-25"-4072,10 23-574,-1 0 1,0 1-1,0-1 0,-1 1 0,1 0 0,0 0 0,0 1 0,-1-1 0,1 1 0,0 0 0,-1 0 0,1 0 1,0 1-1,-8 1 0,3 1-9,0 0 0,0 0 0,0 1 0,0 0 0,0 1 0,-9 7 0,-3 3 10,0 2 1,2 0-1,-35 40 0,47-49-5,0 0-1,1 0 1,0 1 0,1 0-1,0 0 1,0 1 0,1-1-1,0 1 1,1 0 0,0 0-1,1 1 1,0-1 0,0 0-1,1 1 1,1-1 0,-1 1-1,3 17 1,-1-26-11,0 0 0,-1 1 1,1-1-1,1 0 0,-1 0 0,0 1 1,0-1-1,1 0 0,-1 0 0,1-1 0,0 1 1,0 0-1,-1 0 0,1-1 0,0 1 1,0-1-1,0 1 0,1-1 0,-1 0 0,0 0 1,1 0-1,-1 0 0,0-1 0,1 1 1,-1-1-1,1 1 0,-1-1 0,1 0 0,3 0 1,5 1 5,-1 0 0,1-1 1,0 0-1,-1-1 0,1 0 0,11-3 1,-7-1-3,1-1 0,-1-1 1,0 0-1,-1-1 1,0 0-1,0-1 1,15-14-1,7-7-14,42-47 1,-45 41 1,-2-1 1,-1-2-1,-3-1 0,0-1 1,24-55-1,-41 78 18,-6 17 5,-14 33 6,-44 67-7,36-69-3,1 1-1,-22 59 0,30-65-7,2 0 0,0 1 0,1 0 0,2 0 1,-2 39-1,6-64-4,0 0 1,0 0 0,0 0 0,0 0-1,1 0 1,-1 0 0,0-1 0,0 1-1,1 0 1,-1 0 0,1 0 0,-1 0-1,1 0 1,-1 0 0,1-1 0,0 1-1,-1 0 1,1 0 0,0-1 0,-1 1-1,1-1 1,0 1 0,0 0 0,0-1-1,-1 1 1,1-1 0,2 1 0,33 3-17,-24-5 12,-1-1-1,1 0 1,-1-1-1,16-5 1,7-8-1,0-2 1,-1-1-1,0-1 0,35-31 1,113-107 17,-156 135-10,-1 0 1,0-2-1,-2-1 0,-1 0 1,-1-2-1,-2 0 0,26-51 1,-42 74-3,0 0 0,-1-1 1,1 1-1,-1 0 0,-1-1 0,1 1 1,-1-1-1,0-7 0,-2 13 3,-1 0-1,0 0 1,0 1-1,0-1 0,1 1 1,-1 0-1,0-1 1,1 1-1,-1 1 1,-4 1-1,-6 8 0,0-1 1,0 2-1,1-1 1,1 2-1,-17 23 1,-46 77 48,72-112-50,-8 16 5,0 0 1,1 1-1,1 0 1,0 0-1,1 1 0,1-1 1,1 2-1,1-1 1,1 0-1,0 1 1,1 23-1,2-41-6,0 0-1,0 0 1,0 0 0,0 0-1,0-1 1,1 1-1,-1 0 1,1 0 0,0 0-1,0 0 1,-1-1-1,1 1 1,0 0 0,0-1-1,0 1 1,1-1-1,-1 1 1,0-1 0,1 1-1,-1-1 1,1 0-1,1 2 1,1-1 0,0 0 0,0-1 0,0 1 0,0-1 0,0 0 0,0 0 0,0 0 1,1 0-1,7-1 0,0 0 3,-1 0 0,1-1 0,-1-1 0,0 0 0,0-1 0,0 0 0,12-5 0,7-5-2,-2-2 0,29-20 0,-47 29-1,-1-1 0,0 0 0,0-1 0,-1 0 0,0 0 0,0-1 0,-1 0 0,0 0 0,7-13 0,-2 9 0,-12 12 2,0 0 12,16-134 18,-17 134-32,-1 0 0,0 1 0,1 0 0,-1-1 0,0 1 0,1 0 0,-1 0 0,0 0 0,1 0 0,-1 0 0,0 0 0,0 0 0,1 1 0,-1-1 0,-1 1 0,-4 2 2,1 0 1,0 1 0,1 0-1,-1 0 1,1 0 0,0 0-1,0 1 1,0 0 0,0 0-1,1 0 1,-6 10 0,-1 1 13,1 1 0,-15 34 0,22-43-7,0 1-1,0 0 1,1 0 0,0 0 0,0 17-1,1-24-7,1 0-1,0 0 0,0 0 1,0 0-1,0 0 0,0 0 1,0 0-1,1 0 1,-1 0-1,1 0 0,-1 0 1,1 0-1,0 0 0,0-1 1,0 1-1,0 0 0,0 0 1,0-1-1,0 1 1,0 0-1,1-1 0,-1 0 1,1 1-1,-1-1 0,1 0 1,0 1-1,-1-1 0,1 0 1,0 0-1,0-1 1,3 2-1,15 1-196,0-1-1,0-1 1,1-1 0,-1 0-1,0-2 1,0 0 0,0-1-1,0-2 1,0 0 0,-1 0-1,36-17 1,-32 11-2955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0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254 1 29213,'0'0'1660,"0"15"-1399,-1 18-149,-3-1 0,0 1 0,-2-1 0,-11 32 1,-71 178 67,67-196-173,-2-1 0,-1-1 0,-35 47 0,52-81-10,8-35-69,8-1 77,1 0 0,1 0 1,23-37-1,4-8 1,-5-2 0,53-104-19,-68 145 15,1 0-1,2 1 1,29-33 0,-49 63-4,0 0 1,0 0 0,0 0 0,0 0-1,0 0 1,0 0 0,0 0 0,0 0 0,0 1-1,0-1 1,1 0 0,-1 1 0,0-1 0,0 1-1,2-1 1,-2 1 1,-1 0 0,1 0 0,-1 0 0,1 0 0,-1 0-1,1 1 1,-1-1 0,1 0 0,-1 0 0,1 0 0,-1 1 0,0-1 0,1 0 0,-1 1 0,1-1-1,-1 0 1,0 1 0,1-1 0,-1 0 0,0 1 0,0-1 0,1 1 0,-1-1 0,0 1-1,0-1 1,1 1 0,4 34 8,-4-32-9,1 28 2,0-9 3,-1-1 1,0 1-1,-4 29 0,2-45-3,-1 1 0,1 0 0,-1-1 0,0 1 0,-1-1 0,1 0 0,-1 0-1,-1 0 1,1 0 0,-1 0 0,0-1 0,0 0 0,-1 0 0,-9 9 0,5-5-2,7-7 0,0 0 0,0 1 0,0-1 0,0 0 0,0-1 0,-1 1 1,1 0-1,-1-1 0,1 1 0,-1-1 0,0 0 0,0 0 0,1 0 0,-1 0 0,0 0 0,-4 0 1,5-1-16,4-29-3109,4 15-2282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0.8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128 16 28509,'0'0'2487,"6"9"-2325,-6-6-139,0 0-1,-1 1 1,1-1 0,-1 0-1,0 1 1,0-1-1,0 0 1,0 0 0,-1 0-1,1 0 1,-4 5-1,-27 40 156,16-26-117,-5 9-29,7-12-20,2 0 1,-12 25-1,32-57-19,1 1 0,1 0 0,0 1 0,0 0 0,1 1 0,0 0-1,17-11 1,-2 0 3,76-58 55,-91 71-54,0 1-1,1 1 1,0 0-1,0 0 1,1 1 0,-1 1-1,22-5 1,-29 9-1574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1.1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 30222,'0'0'1248,"128"-25"-1200,-88 25-48,0 7-16,0 17-96,-4 5-464,-4 3-224,-12 4-1281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1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72 191 23963,'0'0'6310,"20"-18"-6070,64-56-64,-37 23 209,-45 49-339,0-1 0,-1 1-1,1-1 1,-1 0 0,0 0 0,0 0 0,0 1 0,0-1 0,-1 0 0,1 0 0,-1 0 0,0-5-1,0 7-39,-1 0 0,1 1-1,-1-1 1,1 1-1,-1 0 1,0-1-1,1 1 1,-1 0-1,1-1 1,-1 1-1,0 0 1,1-1-1,-1 1 1,0 0-1,0 0 1,1 0-1,-1 0 1,0 0-1,0 0 1,1 0-1,-1 0 1,0 0-1,1 0 1,-1 0-1,0 0 1,0 1-1,1-1 1,-1 0-1,0 0 1,0 1-1,-27 8 19,13-1-16,1 1 0,0 1 0,1 0-1,0 0 1,0 2 0,1-1 0,1 2-1,-12 14 1,16-18 8,0 1 0,1 0-1,0 0 1,1 0 0,0 1 0,0 0-1,1 0 1,1 0 0,0 0 0,0 1 0,1-1-1,0 18 1,2-27-16,0 0-1,1 0 1,-1 0-1,1 0 1,0 0 0,0 0-1,0 0 1,-1 0-1,2-1 1,-1 1-1,0 0 1,0-1 0,1 1-1,-1-1 1,1 1-1,-1-1 1,1 0 0,-1 1-1,1-1 1,0 0-1,0 0 1,-1 0-1,1 0 1,0-1 0,0 1-1,0 0 1,0-1-1,0 1 1,0-1 0,0 0-1,0 0 1,3 0-1,12 2-11,1-1-1,32-2 1,-29 1-17,-6 0-428,0-1-1,0 0 1,0-1 0,0-1-1,-1 0 1,25-9 0,1-4-5656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2.3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467 320 26988,'0'0'2770,"-17"-17"-2533,-54-51-80,69 65-146,-1 1-1,0-1 0,0 1 0,0 0 0,0 0 0,0 0 1,0 1-1,-1-1 0,1 1 0,-1 0 0,1 0 0,-1 0 0,1 0 1,-1 0-1,0 1 0,1 0 0,-1 0 0,0 0 0,1 0 1,-1 0-1,-6 2 0,-7 0 33,6 0-9,0 0 0,0 1 0,0 0 1,0 1-1,0 0 0,1 1 0,-1 0 0,1 0 0,1 1 0,-1 1 0,-9 8 0,1-1 38,0 2 0,2 0 0,0 0 0,-21 30 0,32-40-52,0 1 0,1 0 0,-1 0 0,2 1 1,-1 0-1,1-1 0,0 1 0,1 0 0,0 0 1,0 1-1,1-1 0,-1 0 0,2 14 0,0-20-19,1-1 0,0 1 0,1 0 0,-1 0 0,0 0 0,0-1 0,1 1 0,-1 0-1,1-1 1,0 0 0,-1 1 0,1-1 0,0 0 0,0 0 0,-1 0 0,1 0 0,0 0-1,0 0 1,0 0 0,1-1 0,-1 1 0,0-1 0,0 0 0,0 1 0,4-1 0,65 2 8,-58-3-7,8-1-8,0 0-1,-1-2 1,1 0 0,-1-2-1,0 0 1,-1-1 0,1-1 0,-2-1-1,1-1 1,-1 0 0,0-1-1,16-14 1,2-4-144,-1-2 1,-1-1-1,-1-1 1,37-50-1,-52 58 101,0 0 0,14-30 0,-26 45 64,-1-1 0,-1 1 1,0-1-1,0 0 0,-1 0 0,-1 0 0,0 0 1,1-20-1,-12 33 420,-9 17-348,2 0 1,0 2-1,0 0 1,2 0 0,-18 39-1,17-30-115,1 0 0,2 1 0,2 1 0,0 0-1,3 0 1,0 1 0,2 0 0,-1 60 0,6-91-72,-1-2 15,1 1 0,0-1 0,0 0 0,0 1 0,0-1 0,0 1 0,0-1 0,0 1 0,0-1 0,0 1 0,0-1 0,0 0 0,0 1 0,0-1 0,0 1 0,0-1 0,0 1 0,1-1 0,-1 0 0,0 1 0,0-1 0,1 1 0,-1-1 0,0 0 0,0 1 0,1-1-1,-1 0 1,0 1 0,1-1 0,-1 0 0,0 0 0,1 1 0,-1-1 0,1 0 0,-1 0 0,0 0 0,1 1 0,-1-1 0,1 0 0,0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2.7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362 1 26988,'0'0'2121,"-10"22"-1568,-72 150 306,-15 20-182,-6-14-357,33-66-256,76-145-125,127-212 117,-103 194-51,1 0-5,41-52 0,-57 84 0,0 1 0,1 1 0,1 1 0,1 0 0,34-23 0,-51 38 1,0 0 0,0 0 0,1 1-1,-1-1 1,0 0 0,1 1 0,-1-1 0,0 1-1,1-1 1,-1 1 0,0 0 0,1 0-1,-1 0 1,1-1 0,-1 1 0,3 1-1,-4-1 2,1 0-1,0 1 1,-1-1-1,1 0 1,0 1-1,-1-1 1,1 1-1,0-1 1,-1 1-1,1-1 0,-1 1 1,1 0-1,-1-1 1,1 1-1,-1 0 1,0-1-1,1 1 1,-1 0-1,0-1 1,1 1-1,-1 1 1,1 5 12,0 1 0,0-1 0,-1 0 0,0 0 1,-1 10-1,0 0 13,0-7-14,0 1 0,-1-1 0,0 0 0,-1 0-1,0 0 1,-1 0 0,0-1 0,0 1 0,-1-1 0,0 0 0,-1-1 0,0 1 0,0-1 0,-12 12 0,9-10-27,-1-1-1,0 0 1,0 0 0,-1-1 0,-1 0-1,1-1 1,-1 0 0,0-1 0,-1 0-1,-22 7 1,12-11-1512,21-7-824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3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76 29982,'0'0'821,"-9"20"-479,-1 3-262,-8 14 99,-24 75-1,40-102-162,-1 0 0,2 1 0,-2 20 0,3-30-16,1-1 0,-1 1 0,0-1 0,1 1 0,-1-1 0,0 1 0,1-1-1,-1 1 1,1-1 0,-1 1 0,0-1 0,1 0 0,-1 1 0,1-1 0,-1 0-1,1 0 1,0 1 0,-1-1 0,1 0 0,-1 0 0,1 0 0,-1 0 0,1 1-1,0-1 1,-1 0 0,1 0 0,-1 0 0,1 0 0,0 0 0,-1-1-1,1 1 1,0 0 0,23-3-9,-10-2 10,0-1 0,0-1 1,0 0-1,-1-1 0,0 0 0,0-1 0,-1 0 0,0-1 1,-1-1-1,0 0 0,-1 0 0,0-1 0,0 0 1,-1-1-1,8-17 0,-12 21 3,-1 0 1,-1 0 0,0-1-1,0 1 1,-1-1-1,0 1 1,-1-1 0,1-13-1,-2 20-3,1 1 0,-1-1 0,0 1 0,-1-1 0,1 0 0,0 1 0,-1-1 0,1 1 0,-1-1 0,0 1 0,0-1 0,0 1 0,0 0 0,0-1-1,0 1 1,-1 0 0,1 0 0,-1 0 0,0 0 0,1 0 0,-1 0 0,0 0 0,0 1 0,0-1 0,0 1 0,-1-1 0,1 1 0,0 0 0,-1 0 0,1 0 0,0 0 0,-1 0 0,1 0 0,-5 0 0,-1 1-103,1 1 0,-1-1 1,0 1-1,0 0 0,1 1 1,-1 0-1,1 0 0,-1 1 1,1 0-1,0 0 1,0 0-1,0 1 0,0 0 1,1 1-1,0-1 0,0 1 1,0 0-1,0 1 0,1 0 1,0-1-1,0 2 1,1-1-1,-1 0 0,1 1 1,1 0-1,-1 0 0,1 0 1,0 1-1,1-1 0,-2 8 1,2 9-5504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3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332 0 29373,'0'0'1302,"-11"19"-1003,-172 289 507,151-253-683,5-13-31,-37 86 0,61-122-90,0 0 0,1 1-1,0-1 1,1 1 0,-1 0 0,1 9 0,15-17-181,15-12 108,-1-1-1,0-1 0,-1-1 1,43-35-1,-33 24-15,47-34-175,-84 61 263,0 0 0,0 0 0,0 0 0,0 0 0,0-1 0,0 1 0,0 0 0,0 0-1,0 0 1,0 0 0,0 0 0,0-1 0,0 1 0,0 0 0,0 0 0,0 0 0,0 0 0,0-1 0,0 1-1,0 0 1,-1 0 0,1 0 0,0 0 0,0 0 0,0 0 0,0 0 0,0-1 0,0 1 0,-1 0 0,1 0 0,0 0-1,0 0 1,0 0 0,0 0 0,-1 0 0,1 0 0,0 0 0,0 0 0,0 0 0,0 0 0,-1 0 0,1 0-1,0 0 1,0 0 0,0 0 0,0 0 0,-1 0 0,1 0 0,0 0 0,0 0 0,0 0 0,0 0 0,0 0-1,-1 0 1,1 1 0,0-1 0,0 0 0,0 0 0,0 0 0,0 0 0,0 0 0,-1 0 0,1 1 0,0-1-1,0 0 1,-16 4 27,5 1-4,0 1-1,0 1 0,1 0 1,0 0-1,0 1 0,-12 13 1,18-18-16,1 1 0,0-1 1,0 1-1,0 0 0,0 0 1,1 0-1,-1 0 0,1 0 1,0 0-1,0 1 1,1-1-1,-1 1 0,1-1 1,0 1-1,0 0 0,0-1 1,1 1-1,0 0 0,0-1 1,1 8-1,0-10-7,0 0-1,0 0 1,0 0-1,0 0 1,0-1 0,1 1-1,-1 0 1,1-1-1,-1 1 1,1-1-1,0 1 1,-1-1 0,1 0-1,0 0 1,0 0-1,0 0 1,0 0-1,0 0 1,0 0 0,0-1-1,0 1 1,0-1-1,1 0 1,2 1 0,60 3-18,-56-5 11,6 2-31,-1 0-227,1-1 0,-1 0 0,0-1 0,1-1 0,-1 0 1,0-1-1,0 0 0,0-1 0,24-10 0,-8-7-2537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4.3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51 253 26604,'0'0'4584,"13"-10"-4403,-7 5-173,30-23 102,-1-3 0,-1 0 0,58-71 0,-85 92-104,-5 8-4,0 0 0,-1 0 0,1 0 1,-1-1-1,1 1 0,-1 0 0,0 0 0,0-1 1,0 1-1,0-1 0,1-4 0,-3 7 5,0-1 0,1 1 1,-1 0-1,0-1 0,1 1 0,-1 0 0,0 0 0,0-1 0,1 1 0,-1 0 0,0 0 0,0 0 0,1 0 1,-1 0-1,0 0 0,0 0 0,0 0 0,1 0 0,-1 0 0,0 0 0,0 1 0,1-1 0,-1 0 0,0 1 1,-1 0-1,-23 7 19,3 7-20,1 0 0,1 2 0,1 0-1,0 1 1,1 1 0,1 1 0,1 0 0,1 1 0,-24 44 0,32-52-4,1 0 0,1 1 0,0 0 0,1 0 1,0 0-1,1 0 0,1 1 0,0-1 0,1 1 1,1 25-1,1-37-6,-1-1 1,1 1-1,0-1 0,-1 1 1,1-1-1,0 1 0,0-1 1,1 0-1,-1 0 1,0 0-1,1 1 0,0-1 1,-1-1-1,1 1 1,0 0-1,0 0 0,0-1 1,0 1-1,0-1 1,0 1-1,0-1 0,1 0 1,-1 0-1,0 0 1,1 0-1,-1 0 0,4 0 1,6 1-14,1 0 0,0 0 0,0-2 0,15 0 0,-16 0 11,9 0-7,0-2 0,1 0 0,-1-1 0,0-2 0,0 0 0,-1-1 0,1-1 0,-2-1 0,1 0 0,-1-2 0,0 0 0,-1-1 0,0-1 0,-1-1 0,30-28 0,-19-3 39,-26 42-23,-1 0 0,0 0 0,0-1 1,-1 1-1,1-1 0,0 1 0,-1 0 0,1-1 0,-1 1 0,0-1 0,0 1 0,0-1 0,0 1 0,-1-1 1,1 1-1,0-1 0,-1 1 0,-1-4 0,1 5 6,-1 0 0,1 1-1,0-1 1,-1 0 0,1 0 0,-1 1 0,0-1 0,1 1 0,-1 0-1,1-1 1,-1 1 0,0 0 0,1 0 0,-1 0 0,1 0 0,-1 0-1,-2 1 1,-29 3 35,18 0-28,0 1-1,1 1 1,0 1 0,0 0 0,0 0 0,1 1-1,0 1 1,1 0 0,0 1 0,0 1 0,1-1 0,0 2-1,1 0 1,-11 16 0,20-27-16,1 0-1,-1-1 0,0 1 1,1 0-1,0 0 1,-1-1-1,1 1 1,-1 0-1,1 0 1,0 0-1,0 0 0,-1 0 1,1-1-1,0 1 1,0 0-1,0 0 1,0 0-1,0 0 1,0 0-1,0 0 1,0 0-1,0-1 0,1 1 1,-1 0-1,0 0 1,1 0-1,-1 0 1,0 0-1,1-1 1,-1 1-1,1 0 0,-1 0 1,1-1-1,1 2 1,0-1-1,1 0-1,-1 0 1,1 0 0,0 0 0,-1 0-1,1-1 1,0 1 0,-1-1 0,1 0 0,0 0-1,4 0 1,9-2-2,1 0 0,30-8 0,72-34 17,-118 44-14,-1 0 0,1 0 0,-1 0 0,1 0 0,-1 0 0,0 1 0,1-1 0,-1 0 0,1 0 0,-1 0 1,1 1-1,-1-1 0,0 0 0,1 1 0,-1-1 0,0 0 0,1 1 0,-1-1 0,0 0 0,0 1 0,1-1 0,-1 1 0,0-1 0,0 0 1,1 1-1,-1-1 0,0 1 0,0-1 0,0 1 0,0-1 0,0 1 0,0-1 0,0 1 0,0-1 0,0 1 0,0-1 0,0 0 1,0 1-1,0 0 0,0 22 1,0-21-3,-1 1-23,1 0 0,-1 0 0,1 1 0,0-1 0,0 0 0,1 0 0,-1 0 0,1 0 0,0 0 0,-1 0 0,1 0 0,0 0 0,1 0 0,-1 0 0,1 0 0,-1-1 0,1 1 0,0 0 0,0-1 0,0 0 0,0 1 0,0-1 0,0 0 0,1 0 0,-1 0 0,1 0 0,0-1 0,-1 1 0,1-1 0,0 1 0,0-1 0,0 0 0,0 0 0,0 0 0,0-1 0,5 1 0,71 4-1923,-32-5-544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5.1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332 237 29021,'0'0'2129,"-21"2"-1974,8 0-122,1-2-5,1 2 0,-1-1 1,1 2-1,-1-1 1,1 2-1,0-1 0,0 2 1,1-1-1,-1 1 1,1 1-1,-13 9 0,1 3 93,0 0 0,-35 41-1,51-52-110,1-1-1,0 1 1,0 1 0,0-1-1,1 1 1,0 0-1,1-1 1,0 2 0,0-1-1,1 0 1,0 1-1,0-1 1,-1 15 0,4-22-12,0 0 1,0 0-1,0 0 1,1 0-1,-1 0 1,0 0-1,0 0 1,1-1-1,-1 1 1,0 0-1,1-1 1,-1 1-1,0-1 1,1 1-1,-1-1 1,1 0-1,-1 0 1,1 1-1,-1-1 1,1 0-1,-1 0 1,1-1-1,-1 1 1,1 0-1,2-1 1,48-7-11,-15-9 6,-1-2 0,-1-1 0,-1-2 0,53-43 0,-49 36 9,13-9-4,-2-1-1,-1-3 1,-2-2-1,63-79 0,-107 121 0,0-1-2,1 1 0,-1-1 1,0 0-1,0 0 0,-1 0 0,1 0 0,-1 0 0,1 0 1,-1 0-1,0-1 0,0 1 0,-1 0 0,2-5 0,-3 8 4,0-1 0,1 1 0,-1-1 1,0 1-1,0-1 0,1 1 0,-1 0 0,0-1 0,0 1 0,0 0 0,1 0 0,-1-1 0,0 1 0,0 0 0,0 0 0,0 0 0,1 0 0,-1 0 0,0 0 0,0 0 0,0 1 0,0-1 0,1 0 1,-1 0-1,0 1 0,-1-1 0,0 1 1,-11 2 9,0 1-1,0 0 1,0 1-1,1 0 1,0 1 0,0 1-1,0 0 1,1 0-1,0 1 1,-15 15 0,-2 3 12,1 2 1,-36 47-1,50-57-6,1 1-1,1 0 0,0 0 0,-14 39 1,21-47-12,0 0 0,1 1 0,0-1 1,1 1-1,0 0 0,1-1 0,0 1 0,1 0 1,1 0-1,2 20 0,-2-31-5,-1 0 0,1 0 0,0 0 0,-1 0 1,1 1-1,0-1 0,0 0 0,0-1 0,0 1 0,-1 0 0,1 0 0,1 0 0,-1-1 0,0 1 0,0 0 0,0-1 1,0 1-1,0-1 0,1 1 0,-1-1 0,0 0 0,0 1 0,1-1 0,-1 0 0,0 0 0,2 0 0,40 0-3,-34-1 4,17-3-6,1-1 0,-1-1 0,0-1 0,0-2 0,-1 0 0,-1-2 0,1 0 0,-2-2 0,1-1 0,-2 0 0,0-2 0,38-35 0,-114 91 76,38-23-54,1 0 0,-24 35 0,35-45-17,-1 1 1,1 0-1,0-1 1,1 1-1,0 1 1,0-1-1,1 0 1,0 1-1,0 0 1,0 14-1,2-23 0,0 1 0,0 0 0,0-1 0,0 1 0,0 0 0,1-1-1,-1 1 1,0-1 0,0 1 0,1 0 0,-1-1 0,0 1-1,1-1 1,-1 1 0,1-1 0,-1 1 0,1-1 0,-1 1-1,1-1 1,-1 1 0,1-1 0,-1 0 0,1 1 0,0-1 0,-1 0-1,1 0 1,-1 1 0,1-1 0,0 0 0,1 0 0,30 1-20,30-16 5,-42 6-19,-1-1 0,-1-2 0,0 0 0,-1-1 0,0 0 0,-1-1 0,26-29 0,-41 79 166,-1-35-127,-1 1 0,1 0 1,-1-1-1,1 1 0,0 0 0,0 0 1,0-1-1,0 1 0,0 0 0,1-1 0,-1 1 1,0 0-1,1-1 0,-1 1 0,1 0 0,0-1 1,-1 1-1,1-1 0,0 1 0,0-1 1,0 1-1,0-1 0,0 0 0,2 2 0,1-1-1,0-1 1,-1 0-1,1 0 0,0 0 0,-1-1 0,1 1 0,0-1 0,0 0 0,6-1 0,0 1 8,7-1 17,0-1-1,1 0 1,-1-1 0,0-1 0,0-1-1,-1-1 1,17-7 0,-22 9-14,1-2 0,-1 0 0,0 0 0,-1-1 0,1 0 0,-1-1 0,-1 0 0,0 0 0,0-1 0,12-16 0,-18 21-77,0 0-1,-1 0 1,0-1-1,0 0 1,0 1 0,0-1-1,-1 0 1,1 0-1,-1 1 1,-1-1 0,1 0-1,-1 0 1,1 0-1,-1 0 1,-1 0 0,0-6-1,-9-9-1419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7.5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786 402 25612,'0'0'197,"-18"7"158,-33 16 308,2 2-1,-73 48 1,76-36-567,1 1 1,1 2 0,3 2 0,1 2 0,2 2-1,3 1 1,1 1 0,3 2 0,1 2 0,4 0-1,1 2 1,3 1 0,2 0 0,2 2 0,3 0-1,3 1 1,2 0 0,3 1 0,2 0 0,3 65-1,5-95-91,2 0-1,0-1 0,2 0 0,1 0 1,1-1-1,2 0 0,0-1 0,2 0 1,1 0-1,1-2 0,19 25 0,-6-12 1,3-1 0,0-1 0,3-2 0,0-1 0,2-2 0,43 27 0,-16-18-29,2-4 0,1-2 1,2-3-1,1-4 0,1-2 0,1-4 0,1-2 1,93 10-1,68-6-117,296-8 1,-490-14 133,106-3-12,-1-5-1,-1-7 0,0-7 1,-1-5-1,-2-7 0,-1-5 1,234-102-1,-259 83 68,-3-5 0,-3-5 0,-2-4 0,-4-5 0,-4-4 0,89-95 0,-146 133 1,-1-3 0,-2-1 1,-2-2-1,-3-1 0,35-69 0,-50 82-35,-2-1-1,-1-1 1,-1 0-1,-3-1 0,-1 0 1,-2-1-1,-2 0 1,1-63-1,-7 82 9,1 2 24,0 0 0,-2 0 0,-1 0 0,0 0 0,-1 1 0,-2-1 0,-9-29 0,-2 14-22,-1 1 1,-1 0 0,-2 1-1,-1 1 1,-2 1 0,-1 2-1,-2 0 1,-44-39 0,30 34-19,-3 2 1,0 2-1,-2 2 0,-1 2 1,-80-32-1,30 24 0,-1 4-1,-2 5 1,0 3-1,-2 5 1,0 5-1,-103 0 1,54 7 72,0 7 0,1 6 0,-282 53 0,319-34 9,1 5 0,-180 78 0,234-83-240,1 2 0,2 3 0,1 2 1,1 2-1,3 2 0,-71 71 0,49-31-1167,9-2-1407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8.4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1 299 28221,'0'0'2353,"120"-81"-2273,-72 54 32,3 0-48,-7 0-16,0 0 0,-4 4-16,-8-1-16,-4 4-16,-12 6-48,-4 1-144,-8 6-272,-4 2-401,0 1-1648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8.8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 28365,'0'0'2433,"0"-1"-2423,0 1 0,0-1-1,0 1 1,0-1 0,0 1 0,0-1-1,0 1 1,0-1 0,1 1 0,-1-1-1,0 1 1,0-1 0,0 1 0,0-1-1,1 1 1,-1-1 0,0 1 0,0 0-1,1-1 1,-1 1 0,0-1 0,1 1-1,-1 0 1,0-1 0,1 1 0,-1 0-1,1-1 1,-1 1 0,1 0 0,-1 0-1,1-1 1,11-1 20,1 0 0,-1 1-1,0 1 1,0 0-1,0 0 1,0 1 0,0 1-1,16 4 1,-1-2-5,0 2-1,0 1 1,-1 2-1,43 19 1,-62-25-22,-1 1 0,0-1 0,0 2 0,0-1 0,-1 1 0,1 0 0,-1 0 0,0 0-1,0 1 1,4 7 0,-7-9-1,1 0 0,-2 1 0,1-1-1,0 1 1,-1-1 0,0 1 0,0 0-1,0 0 1,-1-1 0,1 1 0,-1 0-1,0 0 1,0 0 0,-1-1 0,0 1-1,0 0 1,-1 5 0,-3 2 12,0 0 0,-1-1 0,0 1 0,-1-1 0,-1 0 0,1-1 0,-1 0 0,-1 0 0,-12 11 0,5-5-114,2 0 1,-16 23-1,26-33-90,1 0 0,0 0 0,0 0 0,0 0 0,1 0 0,0 1 0,0-1 0,0 1 0,1 0 0,0-1 0,0 11 0,1 2-2283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09.7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380 25 28493,'0'0'2230,"2"-5"-2030,-2 4-186,4-13 78,-2 10-42,-2 7 29,-2 19-35,-2 0 0,-1 0 0,0 0 1,-2-1-1,-17 39 0,6-13 11,-44 101 47,-112 192-1,116-234-90,55-100-9,3-4-2,-1-1 0,1 1 0,-1-1 0,0 1 0,1-1 1,-1 1-1,0-1 0,0 0 0,0 1 0,0-1 0,0 0 1,-1 0-1,1 0 0,0 1 0,0-1 0,-1-1 1,1 1-1,-1 0 0,1 0 0,-4 1 0,5-26 11,1 10-14,1 0 1,0 1-1,1 0 1,0-1-1,1 1 1,1 0-1,0 1 1,1-1-1,0 1 1,1 0-1,0 1 1,1-1-1,0 2 1,0-1-1,2 1 1,-1 0-1,13-9 1,22-18-8,3 2-1,84-49 1,-110 71 6,1 0-7,135-91-25,-142 93 38,-1-1 1,-1 0-1,0-1 1,0-1-1,-1 0 1,-1 0 0,18-33-1,-15 0 13,-13 46-14,-1 0 0,0 0 0,1 0 0,-1 0 1,0-1-1,0 1 0,1 0 0,-1 0 0,0 0 0,0 0 0,0-1 1,-1 1-1,1 0 0,0 0 0,0 0 0,-1 0 0,1-1 1,0 1-1,-1 0 0,1 0 0,-1 0 0,0 0 0,1 0 0,-1 0 1,0 0-1,0 0 0,1 0 0,-1 1 0,0-1 0,0 0 0,0 0 1,0 1-1,0-1 0,0 0 0,-2 0 0,-3 1 5,-1 1 0,0 0 0,1 0-1,-1 0 1,1 0 0,0 1 0,-1 0 0,1 1 0,0-1-1,0 1 1,0 1 0,1-1 0,-1 1 0,1 0 0,0 0-1,0 0 1,0 1 0,-7 8 0,-3 4 17,0 1 0,2 1 1,0 1-1,-12 22 0,20-30-15,0 0 0,0 0 1,1 0-1,0 1 0,1-1 0,1 1 1,0 0-1,0 19 0,1-28-35,1-1 1,0 1-1,0 0 0,0-1 1,1 1-1,-1-1 0,1 1 1,0-1-1,0 1 0,0-1 1,0 0-1,1 1 0,0-1 1,-1 0-1,1 0 0,0 0 1,0 0-1,1 0 0,-1-1 1,0 1-1,1-1 0,0 1 1,-1-1-1,1 0 0,0 0 1,0 0-1,1 0 0,-1-1 1,0 1-1,0-1 0,1 0 1,-1 0-1,1 0 1,4 0-1,30 1-1291,-2-2-1032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10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30894,'0'0'817,"0"38"-1666,12-2-79,-8 7-2130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10.9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257 298 28605,'0'0'1251,"4"-17"-1115,-1 3-100,1-1 30,0 0 0,-2 0 0,1 0 0,-2 0 0,0 0-1,-1 0 1,-3-27 0,3 41-54,-1 1 0,1-1-1,0 0 1,-1 0 0,1 1-1,-1-1 1,0 0 0,1 1-1,-1-1 1,1 1 0,-1-1-1,0 1 1,1-1 0,-1 1-1,0-1 1,0 1 0,0 0-1,1-1 1,-1 1 0,0 0-1,0 0 1,0-1 0,1 1-1,-1 0 1,0 0 0,0 0-1,0 0 1,-1 0 0,-25 5 124,18-1-118,0 0 0,0 1 0,0 0 0,0 0 0,1 1 0,0 1 0,0-1 0,1 1 0,-10 11 0,-4 7 88,-29 44 0,41-57-86,1 1 0,1 0 0,1 1-1,-1-1 1,2 1 0,0 1 0,1-1-1,0 1 1,1-1 0,1 1 0,0 0-1,1 0 1,1 0 0,3 29 0,-2-41-23,-1-1 0,1 0 0,1 0 0,-1 0 1,0 0-1,0 0 0,1 0 0,-1-1 1,1 1-1,0 0 0,-1-1 0,1 1 1,0-1-1,0 1 0,0-1 0,0 0 0,0 0 1,0 0-1,0 0 0,1 0 0,-1-1 1,0 1-1,0-1 0,1 1 0,-1-1 1,0 0-1,4 0 0,5 1 1,-1-1 0,1 0 1,-1-1-1,0 0 0,13-3 0,-6-1 6,-1-1-1,1-1 0,-1 0 0,-1-1 0,1 0 1,18-15-1,84-70 35,-114 90-37,27-24-1,-2 0 1,-1-2-1,41-55 1,-58 68-12,0-1 0,-1 0 0,-1 0 0,0-1 1,-1 0-1,-1 0 0,-1-1 0,-1 0 0,5-30 0,-9 49 13,-1-1-1,0 1 0,0 0 1,0 0-1,0-1 1,0 1-1,0 0 0,1-1 1,-1 1-1,0 0 1,0 0-1,0-1 0,0 1 1,0 0-1,0-1 1,0 1-1,0 0 1,0 0-1,-1-1 0,1 1 1,0 0-1,0-1 1,0 1-1,0 0 0,0 0 1,0-1-1,0 1 1,-1 0-1,1 0 1,0-1-1,0 1 0,0 0 1,-1 0-1,1 0 1,0-1-1,0 1 0,-1 0 1,1 0-1,0 0 1,0 0-1,-1 0 1,1 0-1,0-1 0,0 1 1,-1 0-1,1 0 1,0 0-1,-1 0 0,1 0 1,0 0-1,-1 0 1,-18 13 51,-15 24-6,11-7-2,1 2 1,-25 47 0,41-68-39,1 0 0,0 0 0,1 0 1,0 1-1,1-1 0,0 1 0,1 0 1,0 0-1,1 0 0,1 0 0,1 23 1,-1-32-9,1-1 1,0 1-1,0-1 0,0 1 1,1-1-1,-1 0 1,0 1-1,1-1 1,0 0-1,-1 0 1,1 0-1,0 0 0,0-1 1,0 1-1,0 0 1,0-1-1,1 1 1,-1-1-1,0 0 1,1 0-1,-1 0 0,1 0 1,-1 0-1,1-1 1,-1 1-1,1-1 1,0 1-1,4-1 1,8 1-4,0 0 0,0-1 0,27-4 0,-31 2 2,0 0 1,0-1 0,0-1 0,-1 0 0,0 0 0,0-1 0,0 0-1,0-1 1,-1 0 0,0 0 0,0-1 0,-1 0 0,9-10 0,-7 6-1,0 1 0,-2-1 1,1-1-1,-1 1 1,-1-2-1,0 1 0,-1-1 1,0 0-1,7-26 1,-57 83 78,38-37-75,1-1-1,0 1 1,0 0 0,0 1-1,1-1 1,0 1-1,0 0 1,1 0 0,0 0-1,0 0 1,1 1 0,0-1-1,0 1 1,1 0-1,1-1 1,-1 1 0,2 10-1,-1-17-3,0-1 0,0 1 0,1 0 0,-1-1 0,1 1 0,-1-1-1,1 1 1,0-1 0,0 1 0,0-1 0,-1 0 0,1 1 0,0-1-1,1 0 1,-1 0 0,0 1 0,0-1 0,0 0 0,1 0 0,1 1-1,2 0 0,-1 0-1,0 0 1,1-1-1,-1 1 1,1-1-1,-1 0 1,7 0-1,5 1-98,0-2 1,0 0-1,21-4 0,-31 4-86,0-2-1,0 1 1,-1-1 0,1 0-1,0 0 1,-1-1-1,0 1 1,0-1 0,0 0-1,0-1 1,0 1-1,5-6 1,20-21-4481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11.5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1 180 30558,'0'0'1414,"15"10"-1313,-2 1-80,-8-6-16,0-1 0,0 0 0,1 0 0,-1 0 0,1 0 0,0-1 0,0 0 0,0 0 0,1-1 0,-1 0 0,1 0 0,-1 0 0,1-1 0,10 1 0,11-2-12,-1-1 0,1-2 1,-1 0-1,0-2 0,0-1 0,-1-1 0,49-20 0,-53 18-16,-1-2 0,1 0 1,-1-1-1,-1-1 0,-1-2 0,0 1 1,0-2-1,-2-1 0,20-22 1,-23 16 1,-9 11 31,-7 10 78,-27 25-66,1 0 1,1 2-1,1 2 1,2 0-1,0 1 1,2 2-1,1 0 1,1 1-1,2 1 1,1 1-1,-12 36 0,22-53-22,1 0-1,1 0 0,0 0 0,2 1 0,0-1 1,0 1-1,2 0 0,0 0 0,2 24 0,0-39 0,-1 0 0,1 0 0,0 0 0,0-1 0,0 1 0,0 0 0,0 0 0,0-1 0,1 1 0,-1-1 0,0 1 0,1-1 0,0 0 0,-1 1 0,1-1 0,0 0 0,-1 0-1,1 0 1,0 0 0,0-1 0,0 1 0,0 0 0,0-1 0,0 1 0,0-1 0,0 0 0,2 0 0,66 3-6,-52-4 9,-2 0-10,1 0 1,-1-2-1,1 0 0,-1-1 1,0 0-1,-1-2 1,1 0-1,-1 0 0,0-2 1,0 0-1,-1 0 1,0-1-1,-1-1 1,0 0-1,0-1 0,-1-1 1,-1 0-1,18-23 1,-43 55 50,1 0 0,1 0 1,-18 41-1,28-56-61,0-1 0,1 1 0,0 0-1,0-1 1,0 1 0,0 0 0,1 0 0,0 7-1,1-11-76,-1 1 0,0-1-1,1 0 1,-1 0 0,1 0-1,-1 0 1,1 0 0,0 0-1,-1 0 1,1 0 0,0 0-1,0 0 1,0-1 0,0 1-1,0 0 1,0 0 0,0-1-1,0 1 1,0-1 0,0 1-1,0-1 1,0 1 0,0-1-1,0 1 1,1-1 0,-1 0-1,0 0 1,0 0 0,0 0-1,1 0 1,-1 0 0,0 0-1,0 0 1,3-1 0,16 0-6215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11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 28589,'0'0'3122,"-24"16"-3363,24 13-463,4-7-1073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13.2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345 0 23275,'0'0'7040,"-10"17"-6690,-87 157 307,-127 323 1,222-490-692,-1-1-1,1 1 1,0-1 0,1 1-1,0-1 1,0 1 0,0 11-1,18-28-290,4-9 291,-1 0 0,-1-2 0,-1 0 0,-1-1 0,0-1 0,20-40 0,-37 63 39,0 0-1,0 0 1,0 1-1,0-1 1,0 0-1,0 0 1,0 0-1,0 0 1,0 0-1,-1 0 1,1 0-1,0 0 1,0 0-1,0 0 0,0 0 1,0 0-1,0 0 1,0 0-1,0 0 1,0 0-1,-1 0 1,1 0-1,0 0 1,0 0-1,0 0 1,0 0-1,0 0 1,0 0-1,0 0 1,0 0-1,0 0 1,-1 0-1,1 0 1,0 0-1,0-1 1,0 1-1,0 0 1,0 0-1,0 0 0,0 0 1,0 0-1,-16 14 57,-19 24-14,31-33-40,1 1-1,-1-1 1,1 1-1,0 0 0,0-1 1,1 1-1,0 1 1,0-1-1,0 0 0,0 0 1,1 1-1,1-1 1,-1 1-1,1 9 0,0-15-6,0 0 0,0 0 0,0 0 0,1 0 0,-1 0 0,0 0 0,1 0 0,-1-1 0,0 1 0,1 0 0,0 0 0,-1 0 0,1 0 0,-1-1 0,1 1 0,0 0 0,-1-1 0,1 1 0,0 0 0,0-1 0,0 1 0,-1-1 0,1 1 0,0-1 0,0 1 0,0-1 0,0 0 0,0 1 0,0-1 0,2 0 0,34 3 0,-30-3 0,17 0 7,0-1 0,0-1 0,0-1 0,0-1 0,0-1 0,36-13 0,-46 12-6,-1 1 0,1-2 1,-1 0-1,0 0 0,-1-1 1,0-1-1,0 0 0,-1-1 1,0 0-1,-1 0 0,19-24 0,-28 33 0,0 0 0,0-1 0,-1 1 0,1 0 0,0 0 0,0 0 0,-1 0 0,1-1 0,0 1 0,-1 0 0,1-1-1,-1 1 1,0-1 0,1 1 0,-1 0 0,0-1 0,0 1 0,0-1 0,0 1 0,0-2 0,-1 2 0,0 1 1,1-1-1,-1 1 1,0-1-1,1 1 1,-1 0-1,0-1 1,0 1-1,1 0 1,-1 0 0,0-1-1,0 1 1,1 0-1,-1 0 1,0 0-1,0 0 1,0 0-1,1 0 1,-1 0-1,0 0 1,0 0-1,0 0 1,1 1 0,-2-1-1,-5 2 3,-1 0-1,1 1 1,0 0-1,1 0 1,-1 0 0,-7 5-1,-1 4 3,1 0 0,0 2 0,1-1-1,-16 21 1,25-29-7,0 1 0,0-1 1,0 1-1,1 0 0,0 0 0,0 0 0,0 1 1,1-1-1,0 0 0,0 1 0,1 0 0,0-1 1,0 1-1,0 0 0,1 11 0,1-17 1,-1-1-1,1 1 0,0 0 1,-1 0-1,1 0 1,0-1-1,-1 1 1,1 0-1,0 0 0,0-1 1,0 1-1,0-1 1,0 1-1,0-1 0,0 1 1,0-1-1,0 0 1,0 1-1,0-1 1,0 0-1,0 0 0,0 0 1,0 0-1,0 0 1,0 0-1,1 0 0,37 0-16,-30-1 16,8 0-3,1-1 1,-1-1 0,0 0 0,0-2 0,0 0 0,0-1 0,-1 0 0,0-1 0,0-1 0,23-17 0,-19 12-2,-2-1 0,0-1 0,0 0-1,-2-2 1,0 0 0,-1 0 0,22-33 0,8-30-72,-4-2 0,-3-1 1,26-89-1,-60 160 87,0 5 1,-2 1 0,1-1 1,-1 0-1,0 0 0,0 0 1,-1 0-1,0 0 1,0 0-1,-1 0 0,0-1 1,0 1-1,-2-7 0,1 13 3,0 1-1,-1-1 1,1 1-1,0 0 1,-1 0-1,1 0 1,0-1-1,-1 1 1,1 0-1,0 1 1,-1-1-1,1 0 1,0 0-1,0 1 1,-1-1-1,1 0 1,-2 2-1,-5 2-4,0 0 1,1 1-1,-1-1 0,1 2 1,0-1-1,1 1 0,-1 0 1,1 1-1,0-1 0,1 1 0,-7 10 1,-10 18 35,-19 37 1,14-19-28,3 1-1,2 1 1,2 1-1,3 0 1,2 2 0,3 0-1,3 0 1,2 1-1,0 75 1,8-134-21,-1 1 1,0 0-1,1-1 1,-1 1-1,1 0 1,-1-1-1,1 1 1,-1-1-1,1 1 1,0-1-1,-1 0 1,1 1-1,0-1 1,-1 1-1,1-1 1,0 0-1,-1 0 1,1 1-1,0-1 1,0 0-1,-1 0 1,1 0-1,0 0 1,0 0-1,-1 0 1,1 0-1,0 0 1,0 0-1,-1 0 1,1 0-1,0-1 1,0 1-1,-1 0 0,1 0 1,0-1-1,-1 1 1,1-1-1,0 1 1,0-1-1,33-14 13,-6-8 0,-1-1-1,32-37 0,-37 37-12,1 0 0,2 2 0,29-22 0,-73 86 19,12-30-22,2 0 1,-1 1-1,1 0 0,1 0 0,0 1 0,1-1 0,1 1 0,0-1 0,0 22 1,4-34 0,-1 0 0,1 0 0,-1 0 0,1 0 0,0 0 0,0-1 0,0 1 0,-1-1 0,1 1 0,0-1-1,0 0 1,0 0 0,0 0 0,0 0 0,0 0 0,0 0 0,-1 0 0,5-1 0,1 0-1,2 0 4,1 0 0,0-1 0,0 0 0,-1 0 0,1-2 0,-1 1 0,0-1 0,0 0 0,0-1 0,10-6 0,-4 1-10,0-1 0,-1 0 0,0-1 0,20-23 0,-32 33 13,0 0 1,0-1 0,0 1 0,-1-1 0,1 0 0,-1 0 0,0 1 0,0-1 0,0 0 0,0 0 0,0 0 0,-1 0 0,1 0 0,-1 0-1,0 0 1,0 0 0,0-5 0,-4 7 8,0 0 0,0 1 0,1-1 1,-1 1-1,0 0 0,0 0 0,0 0 0,-6 2 0,3-1-7,-1 2 1,1-1 0,0 1-1,0 0 1,0 0-1,0 1 1,0 0-1,1 0 1,0 1-1,-1-1 1,2 2-1,-1-1 1,1 0-1,0 1 1,0 0-1,0 0 1,1 1-1,0-1 1,0 1-1,1 0 1,-1 0-1,2 0 1,-1 1 0,1-1-1,0 0 1,0 1-1,0 15 1,2-21-4,1 1 1,0-1-1,-1 0 1,1 1 0,0-1-1,0 0 1,0 1 0,1-1-1,-1 0 1,0 0-1,1 0 1,0 0 0,-1 0-1,1 0 1,0-1-1,0 1 1,0 0 0,0-1-1,0 0 1,0 1-1,1-1 1,-1 0 0,0 0-1,1 0 1,-1-1 0,1 1-1,-1 0 1,0-1-1,1 0 1,3 1 0,13 2 3,0-1 0,34-1 0,-45-1-3,0 1-2,0-1 0,0 0 0,0-1 0,-1 0 1,1 0-1,0-1 0,0 0 0,-1 0 0,1-1 0,-1 0 1,1 0-1,-1-1 0,0 0 0,-1 0 0,1 0 1,-1-1-1,0 0 0,0-1 0,0 1 0,0-1 0,-1 0 1,0 0-1,-1-1 0,1 1 0,6-15 0,-2 5-15,-6 12 14,0 0 0,-1-1 0,1 1 0,-1 0 0,0-1 0,-1 0 0,1 1 0,-1-1 0,0 0 0,0 0 0,1-5 0,-16 15 58,7 0-53,1 1-1,0 0 1,0 0-1,0 1 0,0-1 1,1 1-1,0 0 1,1 1-1,0-1 0,0 1 1,0 0-1,1 0 1,0 0-1,1 0 0,0 1 1,0-1-1,0 1 1,1-1-1,1 17 0,0-24-4,0 0 0,1 0 0,-1 0 0,0 0 0,1 0 1,-1 0-1,1 0 0,0 0 0,-1 0 0,1 0 0,0 0 0,0 0 0,-1 0 0,1-1 0,0 1 0,0 0 0,0-1 0,0 1 0,0-1 0,0 1 0,0-1 0,0 1 0,0-1 0,0 0 0,0 1 0,0-1 0,1 0 0,-1 0 0,0 0 0,2 0 0,43 2-81,-38-2 51,20 1-128,-17 0-165,1-1 1,-1 0-1,1 0 1,-1-2-1,13-2 1,1-8-1709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13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90 29566,'0'0'2449,"56"-61"-2401,-24 51-32,0 1 0,8 3-16,-4 3-64,0 3-144,-8 0-257,-16 0-751,4 0-1746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24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7 848 28669,'0'0'2129,"-1"8"-1755,0-4-278,-3 16-10,6-14 64,6-11 230,23-33-290,-1-2 0,42-74 0,-42 65-72,112-205-29,-119 205-1,-2-1 0,-2 0 0,16-73 0,-31 100 23,-1 0 0,-1-45-1,-12 83 4,-19 55 4,2 1 0,3 2 0,4 0 0,3 1 0,3 1 0,3 1 0,-1 142 0,12-202-20,1 1 1,0-1-1,1 0 1,7 23-1,-8-36 1,0 1 0,0-1 0,0 0 0,1 1 0,0-1 0,-1 0 0,1 0 0,0 0 0,1-1 0,-1 1 0,0 0 0,4 2 0,-4-4 0,0 0-1,-1 0 0,1 0 1,0 0-1,0-1 0,0 1 0,0-1 1,0 1-1,0-1 0,0 0 1,0 1-1,0-1 0,0 0 0,0-1 1,0 1-1,0 0 0,0 0 1,0-1-1,0 1 0,0-1 1,0 0-1,0 0 0,2-1 0,-1 0 1,1 0 0,-1-1 0,0 0 0,0 0 0,0 1 0,-1-2 0,1 1 0,-1 0 0,1 0 0,-1-1 0,0 0 0,0 1 0,-1-1 0,1 0 0,-1 0 0,0 0 0,2-6 0,10-73 1,-13 80 0,4-43-41,-2 0 0,-5-59 0,-1 90 36,1 19 5,3-2 1,0 0 0,0 0 0,0 0 0,0 0 0,0 0 0,0 0 0,1 0 0,-1 0 0,1 0 0,0 0 0,-1-1 0,1 1 0,0 0 0,0 0 0,1 2 0,2-1 1,0 1 0,0 0 1,0-1-1,0 0 1,0 0-1,0 0 0,1 0 1,0-1-1,-1 0 0,1 0 1,0 0-1,0-1 1,0 1-1,0-1 0,7 1 1,4-1-70,0 0 0,1 0 0,29-4 0,-42 3-62,0-1-1,0 0 1,0 0 0,-1 0-1,1 0 1,0 0 0,0-1-1,-1 0 1,1 0-1,-1 0 1,6-4 0,15-13-1995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25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30094,'0'0'357,"8"17"27,6 16-222,-3 0-1,0 0 0,-2 1 0,8 69 0,-13-39-78,-4-1 0,-2 1-1,-3-1 1,-3 0 0,-3 0-1,-22 73 1,-1-16-3,-6-3 0,-5-1 0,-64 119 0,102-218-70,6-13-7,0-1 0,0 0 0,0 1-1,-1-1 1,1 0 0,-1 0-1,0 1 1,0-1 0,0-1-1,0 1 1,-1 0 0,1 0 0,-1-1-1,-3 3 1,6-38-737,0 14-496,0 1-1592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28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0 511 29646,'0'0'1515,"20"3"-925,-16-4-570,-1 0 0,1 0 0,-1 0 0,1 0 1,-1-1-1,0 1 0,0-1 0,1 0 0,-1 0 1,0 0-1,-1-1 0,5-4 0,36-39 47,-28 29-42,332-385-19,-343 396-6,-3 5 0,0-1 1,0 1-1,1-1 1,-1 1-1,0 0 0,1 0 1,-1-1-1,1 1 0,-1 0 1,1 0-1,-1 1 1,4-2-1,-1 28 29,-6-2-24,0 0 0,-1-1 0,-1 1-1,-2-1 1,-8 24 0,-48 113 52,47-126-39,-120 287 78,123-304-548,13-36-2052,9-10-537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28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25676,'0'0'3978,"7"15"-2142,-6-10-3667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30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27421,'0'0'2121,"-36"7"125,36 14-4434,0-16-328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3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29534,'0'0'1534,"-1"11"-1454,-9 44 29,-25 76 0,-3 13 43,16-41-114,-47 134-1,121-296-720,111-162 363,-160 217 327,-1 1 0,0-1 0,0 1 0,0 0 0,1 0 0,-1 0 1,1 0-1,0 1 0,0-1 0,0 1 0,0-1 0,1 1 0,-1 0 0,1 1 0,-1-1 0,8-2 0,-13 21 140,-1-9-114,-1 0 0,0 0-1,0-1 1,-1 1 0,0-1 0,0 0 0,-1 0 0,0-1 0,0 0-1,-12 10 1,-10 5 171,-39 24 0,49-35-93,5 4-51,13-13-61,0 0-1,1 0 1,-1-1-1,0 1 1,1 0 0,-1-1-1,1 1 1,-1 0-1,1 0 1,-1-1-1,1 1 1,-1-1-1,1 1 1,0-1 0,-1 1-1,1-1 1,0 1-1,-1-1 1,1 1-1,0-1 1,0 0 0,-1 1-1,1-1 1,1 0-1,30 13-10,-1-2 0,1-1 0,1-2 0,0-1 0,0-2 0,0-1 0,1-1 0,-1-2 0,59-6 0,-81 4-187,-1-1 0,1-1 0,-1 1 0,0-2 0,0 0 0,0 0 0,0-1 0,-1 0 0,16-11 0,7-10-1423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3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28733,'0'0'1049,"-6"18"-572,-2 3-402,-36 99 577,-30 126 0,75-245-649,-1 0 1,0-1-1,0 1 0,0 0 0,0-1 0,0 1 0,0 0 0,0-1 0,-1 1 0,1 0 0,0-1 0,0 1 0,0 0 0,-1-1 0,1 1 0,0-1 0,-1 1 0,1 0 0,0-1 0,-1 1 0,1-1 0,-1 1 0,1-1 0,-1 1 0,1-1 0,-1 0 0,1 1 0,-2-1 0,6-23 0,17-17 16,1 1 1,2 1-1,1 1 0,43-46 0,22-21 43,-89 103-68,-1 1 1,1 0 0,0-1-1,-1 1 1,1 0 0,0-1 0,-1 1-1,1 0 1,0 0 0,-1 0 0,1 0-1,0 0 1,-1 0 0,1 0-1,0 0 1,-1 0 0,1 0 0,0 0-1,0 0 1,-1 0 0,1 0 0,0 1-1,-1-1 1,1 0 0,-1 1-1,1-1 1,0 0 0,-1 1 0,1-1-1,0 1 1,21 17-330,-18-15 233,3 3-133,1 0 0,0 0 0,1 0 0,-1-1 0,1-1 0,0 1 0,0-2 0,14 5 0,22 2-1660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3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 24187,'0'0'6136,"-17"12"-6056,4-4-49,0 1 15,0 0-1,1 0 1,0 1 0,0 1 0,1 0 0,1 0 0,-12 16 0,14-16 15,0 1 0,0 0 1,1 0-1,1 1 1,0 0-1,0 0 0,2 0 1,-1 1-1,2 0 0,0 0 1,-2 22-1,5-36-61,0 1 1,0 0-1,0-1 1,1 1-1,-1 0 0,0-1 1,0 1-1,1 0 1,-1-1-1,0 1 0,1 0 1,-1-1-1,1 1 0,-1-1 1,1 1-1,-1-1 1,1 1-1,-1-1 0,1 1 1,-1-1-1,1 1 0,0-1 1,-1 0-1,1 1 1,-1-1-1,1 0 0,0 0 1,1 1-1,30 2-6,30-12 1,-40 1 10,-1 0 0,0-1 1,36-21-1,-46 23 0,1 0-1,-1-1 1,-1-1 0,0 0 0,0 0-1,-1-1 1,15-19 0,-21 25 3,0 0 0,-1 0 0,0 0 0,0 0 0,0 0 0,0 0 0,-1-1 0,1 1 0,-1 0 0,0-1 0,-1 0 0,1 1 0,-1-1 0,0 1 0,0-1 0,0 1 0,-1-1 0,1 0 0,-1 1 0,-2-5 0,2 5-1,-1 1 0,0 0 0,0 0-1,-1 0 1,1 0 0,-1 0 0,1 0 0,-1 1-1,0-1 1,0 1 0,0 0 0,0 0 0,0 0 0,0 0-1,-1 0 1,1 1 0,-1 0 0,1 0 0,-1 0 0,0 0-1,1 0 1,-1 0 0,0 1 0,-5 0 0,4-1-5,0 1 0,0 0 0,0 0 1,0 1-1,-1-1 0,1 1 1,0 0-1,0 0 0,1 1 0,-1-1 1,0 1-1,-4 3 0,6-4-157,1 1 0,0 0 0,-1 0-1,1 0 1,0 0 0,0 0 0,1 1 0,-1-1-1,0 0 1,1 1 0,0 0 0,-1-1-1,1 1 1,0 0 0,0-1 0,1 1 0,-1 0-1,0 0 1,1 0 0,0 0 0,0 0 0,0 4-1,0 10-5732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32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0 29437,'0'0'1217,"-2"19"-1097,-15 84 52,-4-1 0,-4-2 0,-5 0 0,-4-2 0,-55 112 1,114-240-188,2 1 0,1 1 1,49-37-1,-64 56 23,-12 9-8,-1 0 0,0 0 0,1-1 0,-1 1 1,0 0-1,1 0 0,-1 0 0,0 0 0,1 0 0,-1 0 1,0 0-1,1 0 0,-1 0 0,0 0 0,1 0 0,-1 0 0,1 0 1,-1 0-1,0 0 0,1 0 0,-1 1 0,0-1 0,1 0 1,-1 0-1,0 0 0,0 0 0,1 1 0,-1-1 0,0 0 0,1 0 1,-1 1-1,0-1 0,0 0 0,0 1 0,1-1 0,-1 0 1,0 0-1,0 1 0,0-1 0,0 0 0,1 1 0,-1-1 0,0 1 1,0-1-1,0 0 0,0 1 0,0-1 0,0 0 0,0 1 0,0-1 1,0 0-1,0 1 0,0-1 0,0 0 0,-1 1 0,1-1 1,0 1-1,0-1 0,0 0 0,0 0 0,0 1 0,-1-1 0,1 0 1,0 1-1,0-1 0,-1 0 0,1 1 0,0-1 1,-34 69 48,26-58-25,2 1 0,0 0-1,0 0 1,1 0 0,1 1 0,-6 24 0,7-20 18,1 16 50,2-32-90,0 0 0,1 0 0,-1 1 0,1-1-1,-1 0 1,1 0 0,0 0 0,-1 0 0,1 0 0,0 0 0,0 0 0,0-1 0,0 1 0,-1 0 0,1 0 0,0 0-1,0-1 1,1 1 0,-1-1 0,0 1 0,0-1 0,0 1 0,0-1 0,0 0 0,2 1 0,11 2 16,-1-1 0,1 0 1,0-1-1,0 0 0,0-1 0,0-1 1,0 0-1,18-4 0,16-6-101,47-18-1,-27 8-319,0-2-3471,-43 14-6565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3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43 30030,'0'0'2513,"0"-43"-2481,0 57-720,0 10 47,-4 5-847,-8 1-4483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33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29982,'0'0'2609,"-8"0"-2577,24 0-1889,8-3-288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34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1 348 26252,'0'0'4034,"8"-6"-3725,48-44 68,53-61 0,-14 14-338,-87 89-36,13-12 6,28-35 0,-58 116 295,-220 548-114,229-623-3848,0-4-1328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34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1 316 29213,'0'0'1590,"7"-7"-1336,39-35 6,238-201-43,-268 229-230,-2 5 70,-14 9-55,1 1 0,0 0 0,-1 0 0,0 0 0,1-1 0,-1 1 0,1 0 0,-1 0 0,0 0 0,0 0 0,1 0 0,-1 0 0,0 0 0,0 0 0,0-1 0,0 1 0,0 0 0,0 0 0,0 0 0,-1 2 0,-2 35 24,-2 1-1,-2-2 1,-2 1 0,-1-1-1,-1 0 1,-18 36 0,3-1 39,-22 39-3,31-74-54,-22 68 0,36-135-2529,2 14-926,1-19-12796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36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29918,'0'0'1312,"119"-3"-1168,-75-6-80,-8 1-32,4-1 0,-4 2-32,-12-2 0,12 2-176,-12-4-560,-4 0-561,-8-3-7587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36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15 27389,'0'0'3414,"0"0"-3391,0-1 0,0 1-1,0-1 1,0 1 0,0-1-1,0 1 1,0-1 0,0 1-1,0-1 1,0 1-1,0-1 1,0 1 0,0-1-1,0 1 1,-1-1 0,1 1-1,0-1 1,0 1 0,0-1-1,-1 1 1,1-1-1,0 1 1,-1 0 0,1-1-1,0 1 1,-1 0 0,1-1-1,-1 1 1,1 0 0,0-1-1,-1 1 1,0-1-1,-6 5-3,0 0-1,0 0 0,0 1 1,1 0-1,-1 0 1,1 0-1,1 1 0,-11 12 1,-39 57 125,53-70-138,-45 67 79,-45 94 0,80-142-75,2 2-1,0 0 1,2 0 0,1 0 0,1 1 0,1 0-1,2 1 1,-1 28 0,4-49-10,-1 0 0,2 0 0,-1 0 0,1 0 1,0 0-1,1 0 0,-1 0 0,1 0 0,1 0 0,3 8 0,-4-13-1,1 1-1,-1 0 1,0-1 0,1 1-1,-1-1 1,1 0-1,0 0 1,0 0-1,0 0 1,0-1-1,0 1 1,0-1-1,0 1 1,1-1 0,-1 0-1,0 0 1,1-1-1,-1 1 1,1-1-1,-1 0 1,1 0-1,5 0 1,-1-1 1,0 0 1,-1 0-1,1 0 1,-1-1-1,1-1 1,-1 1-1,0-1 1,0 0-1,0-1 0,0 1 1,0-1-1,-1-1 1,0 1-1,0-1 1,0 0-1,10-12 1,-6 5 0,0-1 1,-1 0 0,0 0-1,-1-1 1,0 0 0,-1 0 0,7-21-1,-13 29 4,1-1 0,-1 0 0,0 1 0,0-1-1,-1-13 1,0 13 9,-1 6-10,1 1-1,0-1 1,-1 1 0,1-1-1,0 1 1,-1-1 0,1 1-1,0 0 1,-1-1 0,1 1-1,-1-1 1,1 1-1,-1 0 1,1-1 0,-1 1-1,1 0 1,-1 0 0,1 0-1,-1-1 1,0 1 0,1 0-1,-1 0 1,1 0 0,-1 0-1,1 0 1,-1 0 0,0 0-1,1 0 1,-2 0 0,-23 1 70,21-1-63,-6 2-7,0 0 1,-1 1-1,2-1 1,-1 2-1,0 0 1,1 0-1,-1 0 1,1 1-1,0 1 1,-14 10-1,11-7-30,1 1-1,0 0 1,1 0-1,0 1 1,0 0-1,1 1 1,-8 14-1,15-21-94,0-1-1,0 1 1,1 0-1,0 0 1,0 0-1,0 0 0,0 6 1,4 6-4894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2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0 292 29005,'0'0'1606,"45"-24"-352,-17 2-1230,-1-2-1,-2-1 1,26-31 0,-29 30-19,1 1 1,1 2 0,45-36 0,-53 51 45,-14 22 28,-2 0-65,-4 20-6,0 1 0,-2-1 0,-2 0 1,-1 0-1,-23 54 0,2-3 4,17-55-9,10-26-3,1 1 0,-1 0 1,1-1-1,0 1 0,1 0 1,-1 0-1,1 0 0,-1 11 0,2-16 88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3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28717,'0'0'2236,"19"0"-1865,19-1-249,0-2 0,0-1 0,37-10 0,-38 5-126,-6 1-113,1 0 0,-1 2 0,53-2 0,-91 12-2340,-17 6 50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28333,'0'0'3249,"52"23"-3024,-20-23-1,0 0-112,8 0-80,-4 0-32,4-2-16,0-5-32,0 0-160,4 0-113,-4-1-479,0-2-256,-4-3-1602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4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12 29405,'0'0'1751,"3"-3"-1613,-3 3-134,0-1-1,0 1 1,0-1-1,1 1 1,-1 0-1,0-1 1,0 1-1,0 0 1,0-1-1,1 1 1,-1 0-1,0-1 1,0 1-1,0 0 1,1-1-1,-1 1 1,0 0 0,1 0-1,-1-1 1,0 1-1,1 0 1,-1 0-1,0 0 1,1-1-1,-1 1 1,0 0-1,1 0 1,-1 0-1,0 0 1,1 0-1,-1 0 1,1 0-1,-1 0 1,0 0-1,1 0 1,-1 0-1,1 0 1,-1 0-1,0 0 1,1 0-1,-1 0 1,0 0-1,1 1 1,-1-1-1,1 0 1,0 23 158,-15 38 21,0-22-149,-3 0-1,-1-1 0,-28 41 1,43-75-33,0 1 0,1-1 1,-1 1-1,1-1 0,0 1 1,0 0-1,0-1 0,1 1 1,-1 0-1,1 0 0,0 8 1,35-14-32,27-13 46,-53 10-14,0 2 1,0-1-1,0 1 0,0 0 0,1 1 1,-1 0-1,0 0 0,1 1 1,-1 0-1,1 0 0,-1 1 0,9 2 1,-15-2-3,0 0 0,0 0 0,0 1 1,0-1-1,0 0 0,-1 1 0,1 0 1,0-1-1,-1 1 0,1 0 0,-1 0 1,0 0-1,0 0 0,0 0 0,0 0 1,0 0-1,0 0 0,0 0 0,-1 0 1,1 1-1,-1-1 0,1 4 1,2 58 9,-4-51-8,1-2 0,-1 0-1,-1-1 0,0 1 1,0-1-1,-1 1 0,0-1 1,-1 0-1,0 0 0,0-1 1,-1 1-1,-7 9 1,-6 7 11,-2-1 0,-34 34 0,47-51-3,-1-1-1,0 0 1,-1-1-1,1 0 1,-1 0-1,-1-1 1,1 0-1,-1-1 1,1 1-1,-1-2 1,-1 0-1,1 0 1,0-1-1,-1 0 1,-19 1-1,28-4-34,1 1 0,-1-1 0,1 1 0,-1-1 0,1 1 0,0-1 0,-1 0 0,1 0 0,0 0 0,0 0 0,0 0 0,-1 0 0,1 0 0,0 0 1,0 0-1,1 0 0,-1-1 0,0 1 0,0 0 0,0-1 0,1 1 0,-1 0 0,1-1 0,-1 1 0,1-1 0,0 1 0,-1-1 0,1 1 0,0-3 0,-4-47-1824,4 13-758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4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29453,'0'0'2386,"127"-55"-2178,-79 42-80,0-3 0,4 3-48,-4 3-48,-12 2-32,-4 7-16,-12 1-64,0 0-112,-4 0-160,0 0-481,0 3-527,8 3-19226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5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56 384 27244,'0'0'3333,"12"-15"-3035,187-222 401,-87 106-573,-114 154-54,-25 48-48,-64 120 1,32-72-23,34-65 0,3-3 4,-3-2 0,-1 0 0,-58 80 0,82-126-2,1-2-4,1-1 0,0 1 0,-1-1 0,1 1 0,-1-1 1,1 1-1,-1-1 0,1 1 0,-1-1 0,1 1 1,-1-1-1,1 1 0,-1-1 0,0 0 0,1 0 1,-1 1-1,1-1 0,-1 0 0,0 0 0,1 1 1,-1-1-1,0 0 0,0 0 0,-1-19 8,3-17-18,0 0 0,8-41 0,-6 61 12,1 0 0,1 0 1,0 0-1,1 0 0,0 1 0,2 0 0,9-15 0,-13 25-4,0 0 0,0 0 0,1 1 0,-1-1 0,1 1 0,0 0 0,0 0 1,1 1-1,-1-1 0,1 1 0,10-4 0,75-20 1,-19 6 12,-31 4-12,-1-1 1,71-45-1,-92 50 3,0 0-1,-1-2 1,-1 0-1,-1-1 1,0 0-1,-1-1 1,18-28-1,-30 41 0,-1 0-1,0 0 0,0 0 1,0 0-1,-1 0 1,1 0-1,-1-1 0,0 1 1,0 0-1,-1-1 0,1 1 1,-1-1-1,0-4 1,0 9-1,-1 0 0,1 0 0,0 0-1,0 0 1,0 1 0,0-1 0,-1 0 0,1 0 0,0 0 0,0 0 0,0 0 0,-1 0 0,1 0 0,0 1 0,0-1 0,-1 0 0,1 0 0,0 0 0,0 0 0,-1 0 0,1 0 0,0 0 0,0 0 0,-1 0 0,1 0 0,0 0 0,0 0 0,0-1 0,-1 1 0,1 0 0,0 0 0,0 0 0,-1 0 0,1 0 0,0 0 0,0 0 0,0-1 0,0 1 0,-1 0-1,1 0 1,0 0 0,0 0 0,0-1 0,0 1 0,0 0 0,-1 0 0,1 0 0,0-1 0,0 1 0,0 0 0,0 0 0,0-1 0,0 1 0,0 0 0,0 0 0,0-1 0,0 1 0,0 0 0,0 0 0,0-1 0,0 1 0,0 0 0,0 0 0,0 0 0,0-1 0,0 1 0,1 0 0,-2 0-1,-16 14 2,1 0 0,1 2-1,0-1 1,1 2 0,1 0 0,1 1 0,0 0-1,1 0 1,-9 24 0,15-33-1,0 1-1,1-1 1,1 1-1,0 0 1,0 0-1,1 0 1,0 0 0,0 0-1,1 1 1,1-1-1,0 0 1,2 14 0,-2-23-20,0 0 1,1-1-1,-1 1 1,1 0 0,-1-1-1,1 1 1,-1-1 0,1 1-1,-1-1 1,1 1-1,0-1 1,-1 1 0,1-1-1,0 0 1,-1 1-1,1-1 1,0 0 0,-1 0-1,1 0 1,0 1 0,0-1-1,-1 0 1,1 0-1,0 0 1,0 0 0,-1 0-1,1 0 1,1-1 0,21-2-959,-6-11-636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6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30158,'0'0'464,"48"54"-8676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6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328 290 28637,'0'0'1809,"-11"-5"-1684,7 3-117,1 1-6,1-1 1,-1 1-1,1-1 0,-1 1 1,0 0-1,0 0 1,0 0-1,0 1 1,0-1-1,1 1 0,-1-1 1,0 1-1,0 0 1,0 0-1,0 0 1,0 1-1,0-1 1,0 1-1,0 0 0,0-1 1,0 1-1,0 1 1,1-1-1,-1 0 1,0 1-1,1-1 1,-1 1-1,1 0 0,0-1 1,0 1-1,-3 3 1,-32 34 181,1 3 0,2 0 0,2 2 0,-27 50 0,55-88-175,1 0 0,0 0 0,0 0 1,0 1-1,1 0 0,0-1 0,1 1 0,-1 0 0,1 0 0,1 0 0,-1 14 1,1-20-11,0-1 1,0 1 0,0-1 0,0 1 0,0-1 0,1 1 0,-1-1-1,0 1 1,0-1 0,0 1 0,0-1 0,1 1 0,-1-1 0,0 1-1,1-1 1,-1 0 0,0 1 0,1-1 0,-1 1 0,0-1 0,1 0 0,-1 1-1,1-1 1,-1 0 0,1 0 0,-1 1 0,0-1 0,1 0 0,-1 0-1,1 1 1,-1-1 0,1 0 0,0 0 0,25-2-3,22-17 2,-5-9 10,-1-2 0,-2-2 0,-1-1 0,59-65 0,-30 18 0,74-111-1,-127 169-5,-8 14-2,0-1 0,-1 0 0,0 0 1,0-1-1,-1 0 0,0 0 0,-1 0 0,0-1 1,-1 1-1,4-16 0,-8 26-1,1 0 1,-1-1-1,1 1 0,-1-1 0,1 1 1,-1 0-1,1 0 0,-1-1 1,1 1-1,-1 0 0,1 0 1,-1 0-1,1 0 0,-1-1 1,1 1-1,-1 0 0,0 0 1,1 0-1,-1 0 0,1 0 1,-1 0-1,1 0 0,-1 1 1,0-1-1,1 0 0,-1 0 1,1 0-1,-1 1 0,1-1 1,-1 0-1,1 0 0,-1 1 1,-7 4 5,1-1 1,0 1-1,0 0 1,0 0-1,1 1 1,0 0-1,0 0 1,0 1-1,1 0 1,-8 12-1,-42 80 40,43-74-27,0 0 1,2 0 0,1 1-1,1 0 1,2 1-1,0-1 1,2 1-1,-2 43 1,6-68-21,0 1 0,0-1 0,1 1 0,-1-1 0,1 1 0,0-1 0,-1 1 1,1-1-1,0 0 0,1 1 0,-1-1 0,0 0 0,1 0 0,-1 0 0,1 0 0,-1 0 0,1 0 0,0 0 0,0-1 0,0 1 0,0-1 1,0 1-1,0-1 0,0 0 0,1 0 0,-1 0 0,0 0 0,1 0 0,-1 0 0,1-1 0,-1 1 0,1-1 0,-1 0 0,1 0 0,4 0 1,3 1-2,-1-1 1,1-1 0,0 0 0,0 0 0,-1-1 0,1 0 0,-1-1 0,15-6 0,-8 2 3,-1-2-1,0 0 1,0 0-1,-1-1 0,0-1 1,-1-1-1,17-17 1,-23 21-2,-1 1 1,0-1-1,0 0 1,-1 0-1,0-1 1,0 0-1,-1 0 1,0 0-1,-1 0 1,0 0-1,0-1 1,-1 1-1,0-1 0,0-15 1,-2 24 4,-9 21-15,6-14 10,-4 8-1,0 0 1,0 0 0,2 0 0,0 1-1,0 0 1,2 0 0,0 0 0,0 1-1,0 18 1,3-32-1,0 0 0,0-1 0,0 1 0,0 0 0,0 0 0,0 0 1,0-1-1,0 1 0,1 0 0,-1-1 0,1 1 0,-1 0 0,1-1 0,0 1 0,0 0 0,-1-1 0,1 1 0,0-1 0,0 0 1,1 1-1,-1-1 0,0 0 0,0 1 0,2 0 0,1-1-19,1 0 0,-1 0 0,0 0 1,0-1-1,0 1 0,1-1 0,-1 0 0,0 0 0,6-2 1,-5 2-130,-1-1 1,0 0 0,0 0 0,0-1-1,0 1 1,0-1 0,0 0 0,0 0-1,0 0 1,-1 0 0,1-1-1,-1 1 1,1-1 0,-1 0 0,0 0-1,0 0 1,-1-1 0,1 1 0,-1 0-1,3-6 1,15-21-5687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7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29245,'0'0'1414,"0"16"-1048,1 53-118,0-66-239,0 0 1,0 0-1,0 0 0,0 0 1,1 0-1,-1 0 0,1 0 1,0 0-1,0 0 0,0-1 1,0 1-1,0-1 0,1 0 1,-1 1-1,1-1 0,0 0 1,-1-1-1,1 1 0,0 0 1,0-1-1,0 1 0,4 0 1,3 2 5,1-1 0,0 0 0,0-1 1,18 2-1,-13-4-10,0 0 0,-1-1 1,1 0-1,0-1 0,-1-1 1,1-1-1,-1 0 0,0-1 0,0-1 1,-1 0-1,0-1 0,17-11 1,-7 3-4,-1-1 0,0-1 0,-1-1 0,-2-1 0,1-1 0,16-22 0,-29 32 3,-4 7 2,-1 0 0,-1 0 0,1-1 0,0 1 0,-1-1 0,0 0 0,0 1 0,0-1 0,0 0 0,0 0 0,-1 0 0,2-8 0,-27 31 193,2 5-168,2 0 0,1 1 1,1 1-1,1 1 0,1 1 1,2 0-1,0 1 1,2 0-1,2 1 0,0 0 1,2 1-1,1 0 0,2 0 1,-3 61-1,8-89-43,1 0 0,-1 0-1,1 1 1,-1-1 0,1 0 0,0 0 0,0 0-1,0-1 1,1 1 0,-1 0 0,1 0-1,-1-1 1,1 1 0,0-1 0,0 1-1,0-1 1,1 0 0,-1 0 0,0 0-1,1 0 1,0 0 0,-1 0 0,1-1 0,0 1-1,0-1 1,4 2 0,4 1-368,1-1 0,0 0 0,-1 0 0,1-1 0,19 0 0,1 0-1811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7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29678,'0'0'2657,"0"-13"-2769,4 13-192,8 0-5283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7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29726,'0'0'1993,"1"5"-1932,1 12-22,0 1 0,-2-1 0,0 0 0,-1 0 0,-1 0 0,0 0-1,-7 21 1,4-11-32,0 0-1,0 36 1,5-51-8,0 4 1,0 0 1,1-1-1,0 1 1,4 15-1,-3-25-1,0 0 0,1 0 0,-1 0-1,1-1 1,0 1 0,1-1 0,-1 1 0,1-1 0,0 0 0,1-1 0,-1 1-1,10 7 1,101 62-111,-114-74 112,-1 0-1,1 1 1,-1-1-1,0 0 1,1 1-1,-1-1 1,0 0-1,1 1 1,-1-1-1,0 0 1,1 1-1,-1-1 1,0 1-1,0-1 1,1 1-1,-1-1 1,0 0-1,0 1 1,0-1-1,0 1 1,0-1-1,1 1 0,-1-1 1,0 1-1,0-1 1,0 1-1,0-1 1,0 1-1,-1-1 1,1 1-1,0-1 1,0 1-1,0 0 1,-15 12 12,-22 2 27,36-15-38,-41 13 58,-1-2 0,-1-2 0,1-2 1,-1-2-1,-55-1 0,98-4-78,0-1-1,-1 1 1,1 0 0,0-1 0,0 1-1,0-1 1,0 1 0,0-1 0,0 0-1,0 1 1,0-1 0,0 0 0,1 0-1,-1 0 1,0 0 0,0 0 0,1 0-1,-1 0 1,0 0 0,1 0 0,-1 0-1,1 0 1,-1 0 0,1 0 0,0 0-1,-1 0 1,1-1 0,0 1 0,0 0-1,0-2 1,-3-43-2128,3 40 1423,0-27-5036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29774,'0'0'2033,"112"-7"-1809,-52 7-80,4 0-64,8 0-48,-12 0-16,-12 0-16,-4 0-32,-16 0-160,-8 7-144,-12 8-433,-8-3-575,0 1-7188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9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428 203 29726,'0'0'1624,"-4"-9"-1581,3 5-40,-1 0-1,1 0 1,0 0 0,0 0 0,0 0-1,1 0 1,-1 0 0,1 0-1,0 0 1,0-1 0,1 1-1,-1 0 1,2-6 0,1 2 5,0 0 1,0 1 0,0-1-1,1 1 1,1 0 0,-1 0-1,9-10 1,-6 7 6,-4 6-11,0-1 1,0 1 0,0 0-1,1 0 1,-1 0 0,1 0-1,0 1 1,1-1-1,-1 1 1,0 0 0,1 0-1,0 1 1,4-3 0,-8 6-5,0 0 0,-1 0 0,1 0 0,-1 0 0,1 0 1,-1 0-1,1 0 0,-1 0 0,0 0 0,1 1 0,-1-1 0,0 0 0,0 0 1,0 0-1,0 0 0,0 0 0,0 0 0,0 1 0,0-1 0,-1 0 0,1 1 1,-1 2-2,-1 13 5,-1-1-1,-1 1 1,0-1-1,-1 1 1,-1-1-1,-1-1 0,-11 22 1,-71 109 31,71-120-33,-21 32 50,-2-2 0,-2-2 1,-3-2-1,-2-2 1,-63 50-1,71-74 52,38-33-60,2 5-40,1-6-3,0 0 0,1 0 0,0 1 0,1-1 0,-1 1 0,2 0 0,-1-1 0,1 1 0,0 1 0,0-1 0,10-10 0,0-1 3,1 1 0,1 0-1,19-15 1,-28 27-8,0 0 0,0 0 0,1 1-1,0 0 1,11-5 0,-17 8 3,0 1-1,0-1 1,-1 0-1,1 0 1,0 1-1,0-1 0,0 1 1,0 0-1,0 0 1,0 0-1,0 0 1,0 0-1,0 0 1,0 0-1,0 0 1,0 1-1,0-1 1,0 1-1,0 0 1,0-1-1,-1 1 1,1 0-1,0 0 1,0 0-1,-1 0 1,1 0-1,-1 1 1,1-1-1,-1 0 1,2 3-1,3 8 9,0 1 0,-1 0 1,0 0-1,-1 0 0,0 1 0,2 18 0,-4-19-36,0 1 0,2 0-1,0-1 1,0 0 0,1 1 0,13 21-1,-17-33-71,0 0 0,0 0 0,0-1-1,0 1 1,1-1 0,-1 1 0,1-1-1,-1 1 1,1-1 0,0 0 0,-1 0 0,1 0-1,0 0 1,0 0 0,0 0 0,2 0-1,18 0-2573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49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30078,'0'0'912,"-20"0"-6322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0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29982,'0'0'469,"-6"17"-207,-66 239 288,7-12-185,55-215-386,4-16-47,1 1 0,1 0 0,0 0 0,1 1-1,-1 21 1,4-36 40,0 0-1,0 1 0,1-1 0,-1 0 0,0 0 1,0 0-1,1 0 0,-1 0 0,0 0 0,1 1 1,-1-1-1,0 0 0,0 0 0,1 0 1,-1 0-1,0 0 0,1 0 0,-1 0 0,0 0 1,1 0-1,-1 0 0,0-1 0,1 1 0,-1 0 1,0 0-1,0 0 0,1 0 0,-1 0 1,0 0-1,0-1 0,1 1 0,-1 0 0,0 0 1,0 0-1,1-1 0,-1 1 0,0-1 0,19-14-326,-2-1-1,0 0 0,0-2 0,17-25 1,19-19 10,11-9 1041,-55 63 352,-10 14-286,-15 15-430,-35 28 104,10-11-151,1 2 0,-35 47 1,74-85-283,-1 0 0,1 0 1,-1 0-1,1 0 0,0 0 0,0 0 1,0 0-1,0 1 0,0-1 1,0 0-1,1 0 0,-1 1 0,1-1 1,-1 1-1,1-1 0,0 0 1,0 1-1,1 3 0,-1-4-5,1-1 0,0 1 0,0-1-1,0 0 1,0 0 0,0 1 0,0-1-1,1 0 1,-1 0 0,0 0 0,1 0 0,-1 0-1,0 0 1,1 0 0,-1-1 0,1 1 0,-1-1-1,1 1 1,0-1 0,-1 1 0,1-1-1,-1 0 1,1 0 0,0 1 0,-1-1 0,4-1-1,47 4 143,-1-3-1,100-12 0,-130 8-461,0 0-1,0-2 1,-1 0-1,20-10 1,-28 10-619,0 0 1,-1-1-1,1 0 1,-2-1-1,1 0 1,-1-1-1,13-14 1,1-5-22358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0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28173,'0'0'1926,"-5"20"-1648,-82 274 570,76-260-701,12-41-140,1 1 1,0 0-1,1 0 1,-1 0 0,1 0-1,0 1 1,1-1-1,6-8 1,10-17 20,-5 5-17,0 1 0,1 0 0,2 2 0,0 0 0,43-40 0,-59 61-39,1 0-1,-1 0 1,1 0-1,0 1 0,0-1 1,0 1-1,0 0 0,0-1 1,0 1-1,0 1 1,0-1-1,0 0 0,0 1 1,0 0-1,0-1 0,1 1 1,-1 1-1,5-1 1,3 3-238,0 0 1,-1 0 0,1 1 0,10 5 0,-12-4-27,1-1-1,-1-1 0,0 0 0,1 0 1,12 1-1,-12-3-74,-2 1 306,0-1-1,0-1 1,0 0 0,0 0 0,0 0 0,0-1-1,0 0 1,9-3 0,-8-9 2825,-12 12-1349,-8 13-1309,1 1-68,1 0 0,0 1 0,1 0 0,0 1 1,1 0-1,1 0 0,0 0 0,1 1 0,1 0 0,1 0 1,0 0-1,-1 29 0,4-44-38,0-1 0,0 1 0,0-1 0,0 1 0,0-1-1,0 1 1,1-1 0,-1 1 0,0-1 0,0 1 0,0-1 0,1 1 0,-1-1 0,0 1 0,1-1 0,-1 0 0,0 1 0,1-1-1,-1 0 1,1 1 0,-1-1 0,1 0 0,-1 1 0,1-1 0,-1 0 0,0 0 0,1 0 0,-1 1 0,1-1 0,0 0 0,24 1-11,24-13-5,-36 5 19,1-1 0,-1 0 1,0 0-1,0-1 0,-1-1 1,20-21-1,-25 25-1,-1-2 0,0 1 0,0-1 0,0 1 0,-1-2 0,0 1 1,-1 0-1,0-1 0,0 0 0,-1 0 0,0 0 0,2-11 0,-4 10 1,0 1 0,0-1 0,-1 1 0,0-1 0,-1 1 0,-2-15 0,2 22-4,1 0 0,-1 1 0,0-1-1,0 0 1,0 1 0,1-1 0,-1 1 0,-1-1-1,1 1 1,0 0 0,0-1 0,0 1 0,-1 0-1,1 0 1,-1 0 0,1 0 0,-1 0 0,1 0 0,-1 0-1,0 0 1,1 1 0,-1-1 0,0 0 0,0 1-1,1 0 1,-1-1 0,0 1 0,0 0 0,0 0-1,1 0 1,-1 0 0,0 0 0,0 1 0,0-1-1,1 0 1,-1 1 0,0-1 0,0 1 0,-2 1 0,-1 1-101,1-1 1,-1 1 0,1 0 0,0 0-1,0 0 1,0 1 0,0-1 0,0 1-1,1 0 1,-1 0 0,1 0 0,0 1-1,1-1 1,-1 1 0,1 0 0,0 0-1,0-1 1,-2 10 0,2 5-1937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1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28701,'0'0'1606,"-12"18"-1422,-32 52 281,-62 134-1,97-185-426,1 1 0,1 1 1,1-1-1,1 1 0,1 0 1,1 1-1,-1 24 1,5-45-40,-1 0 0,1-1 0,-1 1 0,1 0 0,-1 0 0,1-1 0,-1 1 0,1 0 0,0-1 0,-1 1 0,1 0 0,0-1 0,0 1 0,-1-1 0,1 1 0,0-1 0,0 0 0,0 1 0,0-1 0,0 0 0,0 1 0,-1-1 0,1 0 0,0 0 0,0 0 0,0 0 0,0 0 1,0 0-1,0 0 0,0 0 0,0 0 0,0-1 0,0 1 0,0 0 0,-1-1 0,1 1 0,1-1 0,39-11-40,39-38 46,-73 45-5,0-1-1,0 1 0,0-1 1,-1-1-1,0 1 1,0-1-1,-1 0 1,7-10-1,-12 17 1,0-1 0,0 1 0,0 0 0,0 0 0,1 0 0,-1-1 0,0 1 0,0 0 0,0 0 0,0 0 0,0-1 0,0 1 0,0 0 0,0 0 0,0 0 1,0-1-1,0 1 0,0 0 0,0 0 0,0-1 0,0 1 0,0 0 0,0 0 0,0 0 0,0-1 0,0 1 0,0 0 0,0 0 0,0 0 0,-1-1 0,1 1 0,0 0 0,0 0 0,0 0 0,0-1 0,0 1 0,-1 0 0,1 0 0,0 0 0,0 0 0,0 0 0,-1 0 0,1-1 0,0 1 0,0 0 0,0 0 0,-1 0 0,1 0 0,0 0 0,0 0 0,0 0 0,-1 0 0,1 0 0,0 0 0,0 0 0,-1 0 0,1 0 0,0 0 0,0 0 0,0 0 0,-1 0 0,1 0 1,0 0-1,0 1 0,0-1 0,-1 0 0,1 0 0,0 0 0,-17 6 9,10-1-4,0-1 0,1 2 0,-1-1 0,1 1 0,0 0 0,1 0 0,-1 1 1,1 0-1,1-1 0,-1 2 0,1-1 0,0 1 0,1-1 0,0 1 0,0 0 0,0 0 0,1 0 1,0 1-1,1-1 0,0 0 0,0 10 0,1-16-3,1-1 1,-1 0-1,1 1 0,-1-1 1,1 0-1,0 1 1,-1-1-1,1 0 0,0 0 1,0 1-1,0-1 1,0 0-1,0 0 0,0 0 1,0 0-1,0 0 1,0-1-1,1 1 0,-1 0 1,0 0-1,0-1 1,1 1-1,-1-1 0,0 1 1,1-1-1,-1 0 0,1 1 1,-1-1-1,1 0 1,-1 0-1,1 0 0,1 0 1,59 0 60,-48-1-45,4-1-164,0 0-1,0-2 1,-1 0 0,1-1 0,-1-1-1,0-1 1,-1 0 0,1-1 0,-1 0-1,19-15 1,-23 15-1812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1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29822,'0'0'2145,"24"-14"-2145,-20 21-545,-4 11-463,0 6-1185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30254,'0'0'1985,"-4"0"-2145,20 0-208,0 0-897,0 0-10741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4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13 29293,'0'0'1708,"12"-12"-1180,-12 15-503,1 23 43,-1 0 0,-1 0 0,-1 0 0,-2 0 0,0 0 1,-14 42-1,5-34-53,0-1 1,-2 0-1,-2-1 1,-24 36-1,40-67-28,9-14-30,7-4 46,1 0 0,1 2 0,0 0 0,1 0 0,1 2 0,0 0 1,1 2-1,0 0 0,1 1 0,0 1 0,1 1 0,27-7 0,-44 14-4,-1 0 0,1 0 1,-1 1-1,1-1 0,0 1 0,-1 1 1,1-1-1,6 1 0,-10 0 0,0-1 1,1 1-1,-1 0 0,0-1 1,0 1-1,0 0 0,1 0 1,-1 0-1,0 0 0,0 0 1,0 0-1,-1 0 0,1 0 1,0 0-1,0 0 0,0 0 1,-1 1-1,1-1 0,-1 0 0,1 1 1,-1-1-1,1 0 0,-1 1 1,0-1-1,0 0 0,0 1 1,0-1-1,0 3 0,1 8 3,-1 0 0,0 0-1,-1 0 1,0 0 0,-1 0-1,-1 0 1,0-1 0,0 1-1,-10 20 1,2-11 1,-1-1-1,-1 0 1,0-1-1,-20 20 1,20-24-2,-86 93 58,88-98-52,0 0 0,-1-1 0,0 0 1,-1-1-1,1 0 0,-2-1 0,-21 9 0,33-15-12,0-1 0,-1 1 0,1-1 0,-1 1 1,1-1-1,-1 0 0,1 0 0,-1 0 0,1 0 0,-1-1 0,1 1 0,-1 0 0,1-1 0,0 0 1,-1 0-1,1 0 0,0 0 0,-1 0 0,1 0 0,0 0 0,0-1 0,0 1 0,0-1 0,0 0 0,0 1 1,1-1-1,-1 0 0,1 0 0,-1 0 0,1 0 0,-1 0 0,0-4 0,-3-5-602,0 1-1,1 0 0,0-1 1,1 0-1,0 0 0,-1-13 1,-1-19-10062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4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23771,'0'0'7187,"116"-2"-6803,-56 0-160,12-2-111,-4 3-97,0-3 0,-8 0 0,-12 3-32,-8 1-129,-12 0-319,0 0-304,-12 0-721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29662,'0'0'1168,"-4"19"-962,-68 304 746,-6 39-649,30-130-246,45-221-231,1-14 20,1-23-532,1 8-632,-3-7-1966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5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0 472 28589,'0'0'1950,"2"-4"-1595,5-12-269,2 1-1,0 0 1,1 1 0,0 0-1,1 1 1,1 0 0,17-15-1,-3 1-55,287-270 10,-297 283-29,-15 14-11,-1 0 0,0 0 0,0 0 0,0 0 0,0 0 0,1-1 0,-1 1 0,0 0 0,0 0 0,0 0 0,1 0 0,-1 0 1,0 0-1,0 0 0,0 0 0,1 0 0,-1 0 0,0 0 0,0 0 0,0 0 0,1 0 0,-1 0 0,0 0 0,0 0 0,1 0 0,-1 0 0,0 0 0,0 0 0,0 0 0,1 0 1,-1 0-1,0 0 0,0 0 0,0 1 0,1-1 0,-1 0 0,0 0 0,0 0 0,0 0 0,0 0 0,0 1 0,1-1 0,-1 0 0,0 0 0,0 0 0,0 1 0,0-1 0,0 0 1,0 0-1,0 0 0,0 1 0,0-1 0,0 0 0,0 0 0,0 0 0,0 1 0,0-1 0,0 0 0,0 0 0,0 1 0,0-1 0,0 0 0,0 0 0,0 0 0,0 1 0,-3 14 5,-14 33 10,-32 62 0,4-12 8,-10 25-17,33-80-24,3 0 1,1 1 0,2 1 0,-14 66 0,29-85-1634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1 226 30030,'0'0'715,"22"-19"-691,71-64 5,-73 64 0,2 2 0,0 0 0,42-24 0,-36 24 31,-25 16-57,22-11 70,-24 12-71,0 0 0,-1 0-1,1 0 1,-1 0 0,1 1-1,-1-1 1,1 0 0,-1 0-1,1 0 1,-1 1-1,1-1 1,-1 0 0,1 1-1,-1-1 1,1 0 0,-1 1-1,1-1 1,-1 0 0,0 1-1,1-1 1,-1 1-1,0-1 1,1 1 0,-1-1-1,0 1 1,0-1 0,1 1-1,-1-1 1,0 1 0,0-1-1,0 1 1,0 0 0,0-1-1,0 1 1,0-1-1,0 1 1,0-1 0,0 1-1,0 0 1,0-1 0,0 1-1,-1 0 1,0 28 58,-1-1 0,-2 1 0,0-1 0,-2 0 0,-16 44 0,-64 130 225,58-141-215,18-32 99,7-17-456,6-36-3258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6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29550,'0'0'1027,"2"17"-814,3 24-45,-3 1 0,-1 0 0,-2 0 0,-2-1 0,-15 77 1,9-89-125,5-18-32,0-1 0,1 1 0,0 1 0,1-1 1,-1 14-1,3-24-25,1-9-57,8-9 69,-1 1 1,2 0-1,0 1 0,1 0 0,0 0 1,21-19-1,-8 6-7,5-7-9,-14 15 9,1 1 0,0 1 1,31-25-1,-47 43 8,0-1-1,0 1 1,0 0 0,0 0 0,0 0-1,1 0 1,-1-1 0,0 1 0,0 0 0,0 0-1,0 0 1,1 0 0,-1 0 0,0 0-1,0 0 1,0 0 0,1 0 0,-1 0-1,0-1 1,0 1 0,0 0 0,1 0-1,-1 0 1,0 0 0,0 0 0,1 0-1,-1 1 1,0-1 0,0 0 0,0 0 0,1 0-1,-1 0 1,0 0 0,0 0 0,0 0-1,0 0 1,1 0 0,-1 1 0,0-1-1,0 0 1,0 0 0,0 0 0,1 0-1,-1 0 1,0 1 0,0-1 0,0 0 0,0 0-1,0 0 1,0 1 0,0-1 0,0 0-1,0 0 1,0 0 0,1 1 0,-1-1-1,0 0 1,0 13 3,0-12-3,-2 19 11,-1 0-1,0-1 0,-1 0 1,-1 0-1,-1 0 0,-11 22 1,-15 55-36,16-2-2403,12-68-1229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7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30238,'0'0'1617,"120"0"-1521,-76 0-64,-8 0-16,0-2-16,0-5-32,0 1-64,0-1-209,-5 0-575,-3-2-849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8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28733,'0'0'2297,"-11"6"-2182,0 1-96,0 0 0,1 1 0,-1 1-1,1 0 1,1 0 0,0 1 0,0 0 0,1 1 0,1 0 0,-1 0 0,2 0-1,-7 16 1,-16 24 116,1-1 47,-31 74 1,53-110-163,1 0 0,1-1 0,0 2 0,1-1 0,0 0 0,1 1 0,1-1 0,1 1 1,0-1-1,3 28 0,-2-39-20,1-1-1,-1 1 1,1 0 0,-1 0 0,1-1 0,0 1 0,0-1-1,0 1 1,0-1 0,0 0 0,1 0 0,-1 0 0,1 0 0,-1 0-1,1-1 1,0 1 0,0-1 0,-1 0 0,1 1 0,0-1 0,0-1-1,0 1 1,1 0 0,-1-1 0,0 1 0,6-1 0,5 1-2,0 0 0,0-1 0,0-1 0,26-4 0,-26 2 4,-1-2-1,1 1 0,-1-2 0,0 0 1,0 0-1,-1-1 0,1-1 0,-2 0 0,1 0 1,-1-1-1,0-1 0,17-20 0,-27 29 2,0 0-1,1-1 0,-1 1 1,0-1-1,0 0 1,0 1-1,0-1 0,0 0 1,-1 0-1,1 1 0,0-1 1,-1 0-1,1 0 0,-1 0 1,0 0-1,0 0 0,1 0 1,-1 0-1,-1 0 1,1 0-1,0 0 0,0 0 1,-1 1-1,1-1 0,-2-3 1,1 4-1,-1-1 0,1 0 1,-1 1-1,0 0 0,0-1 1,0 1-1,1 0 0,-1 0 0,-1 0 1,1 0-1,0 0 0,0 0 1,0 1-1,0-1 0,-1 1 1,1-1-1,0 1 0,0 0 1,-1 0-1,1 0 0,-2 0 0,-4 0 2,1 1-1,-1 0 0,1 0 1,0 0-1,0 1 0,-1 0 1,1 0-1,0 1 1,-10 5-1,14-6-46,0 0 1,0 0 0,0 0-1,0 0 1,0 0-1,1 1 1,-1-1 0,1 1-1,0 0 1,0 0-1,0 0 1,0 0 0,0 0-1,1 0 1,-1 0-1,1 0 1,0 1-1,0-1 1,0 0 0,0 1-1,1-1 1,-1 1-1,1 3 1,0-6-9,0-1 0,0 1 1,0-1-1,0 1 0,0-1 0,0 1 0,0-1 1,0 1-1,0-1 0,0 1 0,0-1 0,1 0 1,-1 1-1,0-1 0,0 1 0,0-1 1,1 1-1,-1-1 0,0 0 0,1 1 0,-1-1 1,0 1-1,1-1 0,-1 0 0,0 0 0,1 1 1,26 6-2351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30078,'0'0'1697,"24"7"-1601,36-19-32,-4-1-32,8 0-32,-12 3 0,4 1 0,-12 3-96,-12 4 0,-4 2-257,-20 0-479,0 0-256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9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27709,'0'0'3793,"84"21"-3665,-36-21-63,-4-5-33,0-4-32,-4 0 0,-8 2 0,4-2-161,-12-2-447,0-1-32,-4-5-1297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9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29806,'0'0'1539,"21"2"-1251,-10-1-261,72 10 116,-75-9-126,0 1 0,0-1 0,0 1 0,0 1 0,-1-1 0,1 1 1,-1 1-1,0-1 0,0 1 0,8 8 0,-7-4-10,-1 0 1,-1 0 0,0 1-1,0 0 1,0 0-1,-2 0 1,1 1 0,-1 0-1,-1 0 1,0 0 0,0 0-1,-1 0 1,0 0 0,-1 1-1,-1-1 1,0 1-1,0-1 1,-1 0 0,0 1-1,-1-1 1,-1 0 0,0 0-1,0 0 1,-1 0 0,0 0-1,-1-1 1,0 0-1,-9 12 1,-5 5 18,-2-1 0,-1-1-1,-47 42 1,-85 53-203,132-104 86,-6-1-1844,32-20-292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1:59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29854,'0'0'1993,"-8"4"-1924,2-1-60,1 1-1,-1-1 1,1 1-1,0 1 1,0-1-1,0 1 1,1 0 0,-1 0-1,1 1 1,0-1-1,1 1 1,-1-1-1,1 1 1,0 1 0,1-1-1,-3 7 1,2-3-1,0 1 1,1-1-1,0 1 1,0-1 0,1 1-1,0 0 1,1-1-1,1 1 1,-1 0-1,5 17 1,-3-21-11,1 0 0,1 0 0,-1 0 0,1-1 1,0 0-1,1 1 0,-1-1 0,1-1 0,1 1 0,-1-1 0,1 0 0,6 5 0,11 8-24,47 26 0,-69-43 29,11 5-41,-1 1-1,1 1 0,-1 0 0,15 14 1,-25-21 35,1 1 0,-1-1 1,0 0-1,0 0 0,0 0 1,0 1-1,0-1 0,0 1 1,0-1-1,0 1 0,0-1 1,-1 1-1,1-1 1,0 1-1,-1 0 0,0-1 1,1 1-1,-1 0 0,0-1 1,0 1-1,0 0 0,0-1 1,0 1-1,0 0 0,0 0 1,-1-1-1,1 1 0,-1-1 1,1 1-1,-1 0 0,0-1 1,1 1-1,-1-1 0,0 1 1,0-1-1,0 0 0,0 1 1,0-1-1,0 0 0,-1 0 1,1 1-1,0-1 0,-1 0 1,1 0-1,-1-1 1,1 1-1,-1 0 0,1 0 1,-3 0-1,-9 4 26,-1 0 0,1-1 1,-1-1-1,0 0 0,0-1 1,0 0-1,0-1 0,0-1 0,-24-2 1,1 1 28,33 1-56,1 0 0,-1 0 0,0 0 0,0-1 0,0 0-1,1 0 1,-1 0 0,0 0 0,1 0 0,-1-1 0,1 1 0,-1-1-1,1 0 1,0 0 0,-1 0 0,1-1 0,0 1 0,1-1 0,-1 1-1,-3-6 1,2 2-248,0-1 0,1 1 0,-1-1 0,2 0 1,-1 0-1,1 0 0,0 0 0,1-1 0,-2-10 0,2-15-2419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0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29630,'0'0'1968,"124"-49"-1759,-85 44-17,9 1-64,0 0-48,0 3-16,-8-3-32,8 2-32,-8 2-64,4 0-32,0 0-160,4 0-129,0 0-591,8 0-817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1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19 23883,'0'0'6237,"4"-5"-5866,13-8-66,-17 13-293,0 0 0,1 0 0,-1 1 0,0-1-1,1 0 1,-1 1 0,0-1 0,0 0 0,1 1 0,-1-1-1,0 1 1,0-1 0,0 0 0,1 1 0,-1-1 0,0 1 0,0-1-1,0 1 1,0-1 0,0 1 0,0-1 0,0 0 0,0 1-1,0-1 1,0 1 0,0-1 0,0 1 0,0 0 0,-14 57 393,-200 609 268,202-625-655,6-25-21,1 1 0,0 0-1,2 0 1,-2 27 0,5-44-26,0-9-51,0-99-2353,0 85-753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3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0 322 27453,'0'0'2769,"10"-1"-2204,2-7-448,1-1 0,-1-1-1,0 0 1,16-19 0,11-8-84,217-171 17,-249 202-90,-1 2 261,-6 18-81,-3 2-131,0 0 0,-2-1 0,0 1 0,0-1 0,-10 18 0,-5 16 33,-80 169 51,18-43-42,76-162-178,9-22-205,9-19-655,6-2-337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3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1 321 30302,'0'0'976,"10"-4"-821,34-21-75,-1-1 0,-1-2 0,55-49 0,33-22-61,-34 38-8,-96 70 71,-8 16-52,-1-1 0,-1 0 0,-2 0-1,-17 28 1,-2 4 32,-23 36 42,33-59-96,2 1 0,-22 51 0,41-97-4759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4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28893,'0'0'2239,"3"7"-2114,1 2-84,-1 0 0,-1 0-1,0 1 1,0 0 0,-1-1 0,0 1 0,-1 0 0,0-1-1,0 1 1,-1 0 0,0-1 0,-1 1 0,0-1-1,-5 15 1,-9 21 59,-36 75 0,34-82-42,-32 52 19,58-102-87,0 0 0,0 1-1,1 0 1,16-14 0,-13 12 2,67-75 6,-30 30-6,68-59 0,-113 114 7,0-1 0,0 0-1,1 0 0,-1 1 0,1 0 1,0 0-1,0 0 0,0 0 0,10-3 1,-15 6 1,0 0 0,0 0 0,0-1 0,0 1 0,1 0 0,-1 0 0,0 0 0,0 0 0,0 0 0,0-1 0,0 1 0,1 0 0,-1 0 0,0 0 0,0 0 0,0 0 0,0 0 0,1 0 0,-1 0 0,0 0 0,0-1 0,0 1 0,1 0 0,-1 0 0,0 0 0,0 0 0,0 0 0,0 0 0,1 0 0,-1 0 0,0 1 0,0-1 0,0 0 0,1 0 0,-1 0 0,0 0 0,0 0 1,0 0-1,0 0 0,1 0 0,-1 0 0,0 1 0,0-1 0,0 0 0,0 0 0,0 0 0,1 0 0,-1 0 0,0 1 0,0-1 0,0 0 0,0 0 0,0 0 0,0 0 0,0 1 0,0-1 0,0 0 0,0 0 0,0 0 0,0 1 0,0-1 0,0 0 0,0 0 0,0 0 0,0 1 0,0-1 0,0 0 0,0 0 0,0 2 1,-2 23 15,-1 1 0,-1-1-1,-1 0 1,-1 0 0,-1-1 0,-2 1-1,0-2 1,-16 30 0,20-44-378,1 1 0,0 0 0,1 0-1,0 0 1,0 0 0,-1 12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27421,'0'0'3601,"-24"111"-3409,8-64 16,-8-6-48,12-3-47,-4-5-81,8-6-32,-4-4 0,0-3-161,4-6-159,0-5-1008,-8-7-929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5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30206,'0'0'1521,"64"13"-1505,-40-2-16,8 1-48,4 3-193,0-8-639,3-4-625</inkml:trace>
  <inkml:trace contextRef="#ctx0" brushRef="#br0" timeOffset="1">348 230 29742,'0'0'1083,"8"-8"-792,30-32-192,1 2 1,3 2 0,0 2 0,55-33-1,-97 66-98,1 1-1,-1-1 1,1 1-1,-1-1 1,1 1-1,-1-1 1,1 1-1,-1 0 0,1-1 1,0 1-1,-1 0 1,1 0-1,-1-1 1,1 1-1,0 0 1,-1 0-1,1 0 0,0 0 1,-1 0-1,1 0 1,0 0-1,-1 0 1,1 0-1,-1 0 1,1 0-1,0 0 0,-1 0 1,1 0-1,0 1 1,-1-1-1,1 0 1,-1 1-1,1-1 0,-1 0 1,1 1-1,-1-1 1,1 1-1,0 1 4,-1 0-1,0 0 0,1 0 1,-1 0-1,0 0 1,0 0-1,-1 0 0,1 0 1,0-1-1,-1 1 0,1 0 1,-2 3-1,-27 65 120,27-66-109,-42 87 11,14-33-404,2 1 0,-29 95-1,49-127-962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5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30046,'0'0'2033,"88"-13"-1953,-32 3 0,-4 1-80,0-2 0,-4 0-96,0 0-128,0 0-257,4 1-431,-9-3-673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0 27276,'0'0'2775,"-20"10"-2479,6-3-246,-5 1 39,0 1-1,1 1 1,1 1 0,-1 1-1,-26 23 1,8-1 149,1 1-1,2 2 1,-31 44 0,53-65-204,1 1 0,1 0 0,0 0-1,1 1 1,1 0 0,0 0 0,2 1 0,0-1-1,1 1 1,-3 38 0,6-47-32,1-1 0,0 1-1,1 0 1,0 0 0,0 0-1,1 0 1,5 14 0,-6-20-3,1-1 0,0 0 0,0 1 0,0-1 0,0 0 0,0 0 0,1 0 0,-1-1 0,1 1 0,0-1 0,0 1 0,0-1 0,0 0 0,0 0 0,1 0 0,-1-1 0,1 1 0,-1-1 0,1 1 0,-1-1-1,1 0 1,0-1 0,4 1 0,3 0 2,-1 0 0,1-1 0,-1 0 0,1-1 0,-1 0-1,1-1 1,-1 0 0,0 0 0,0-1 0,0-1 0,0 0 0,0 0-1,-1-1 1,13-7 0,-16 8 1,0-1 0,0 1 1,0-1-1,-1 0 0,0 0 0,0-1 0,0 1 1,0-1-1,-1 0 0,0-1 0,0 1 0,-1-1 1,0 1-1,0-1 0,0 0 0,-1 0 0,0-1 1,0 1-1,-1 0 0,1-15 0,-2 21-1,0-1 1,0 1-1,0 0 0,-1-1 0,1 1 0,0 0 1,0 0-1,-1-1 0,1 1 0,-1 0 0,1 0 1,-1 0-1,0 0 0,1 0 0,-1 0 0,0 0 1,0 0-1,0 0 0,0 0 0,0 0 0,0 0 1,0 0-1,0 1 0,-2-2 0,0 1 6,0-1 0,-1 1 0,0 0-1,1 0 1,-1 1 0,1-1 0,-1 1 0,-7-1-1,1 2 9,-1 0 0,1 0-1,-1 1 1,1 0-1,-19 7 1,15-3-68,0 2 1,1-1-1,0 2 0,0 0 1,0 0-1,1 1 1,-14 15-1,-2 7-1288,-36 50 0,43-54-5353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7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26652,'0'0'4589,"1"0"-4587,-1 0 0,0 0 0,1 0 0,-1 0 0,0 0-1,1-1 1,-1 1 0,1 0 0,-1 0 0,0 0 0,1 0 0,-1 0 0,0 0 0,1 0 0,-1 0 0,1 1 0,-1-1 0,0 0-1,1 0 1,-1 0 0,0 0 0,1 0 0,-1 1 0,0-1 0,1 0 0,-1 0 0,0 0 0,1 1 0,-1-1 0,0 0-1,0 0 1,1 1 0,-1-1 0,0 0 0,0 1 0,0-1 0,0 0 0,1 1 0,-1-1 0,0 0 0,0 1 0,0-1 0,0 1-1,0-1 1,0 0 0,0 1 0,0-1 0,0 0 0,0 1 0,0-1 0,0 1 0,0-1 0,0 0 0,0 1 0,0-1-1,-1 1 1,1 16 37,-2 0 0,0-1 0,-1 1-1,-1 0 1,0-1 0,-12 27 0,7-16-1,-3 8 20,1-1 0,2 2 0,2-1 0,-6 71 1,13-105-60,0-1 0,0 1 1,0 0-1,0-1 1,0 1-1,0 0 1,0-1-1,0 1 0,1-1 1,-1 1-1,0 0 1,0-1-1,0 1 1,1 0-1,-1-1 0,0 1 1,1-1-1,-1 1 1,0-1-1,1 1 0,-1-1 1,1 1-1,-1-1 1,1 1-1,-1-1 1,1 0-1,-1 1 0,1-1 1,0 0-1,-1 1 1,1-1-1,-1 0 1,1 0-1,0 0 0,-1 0 1,1 1-1,0-1 1,-1 0-1,1 0 1,-1 0-1,1 0 0,0 0 1,-1 0-1,1-1 1,0 1-1,-1 0 0,2 0 1,1-1-4,0-1 1,1 1 0,-1 0-1,0-1 1,0 1-1,-1-1 1,1 0-1,5-4 1,16-20 24,-1 0-1,-2-2 1,28-45 0,29-38-176,-24 32-1571,-48 68 920,6-6-2422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8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29389,'0'0'1516,"1"22"-1204,-2 186 376,1-206-687,0-1-1,0 0 1,0 0 0,0 1-1,0-1 1,0 0-1,0 1 1,0-1-1,1 0 1,-1 0 0,0 1-1,1-1 1,-1 0-1,1 0 1,0 0 0,-1 0-1,1 0 1,0 1-1,-1-1 1,1 0-1,0-1 1,0 1 0,0 0-1,0 0 1,0 0-1,0 0 1,0-1 0,2 2-1,0-2 0,0 1 0,0-1 0,0 0 1,-1 0-1,1 0 0,0 0 0,0 0 0,0-1 0,0 1 0,-1-1 0,1 0 0,4-1 0,9-5-2,0-1-1,-1-1 1,17-11-1,-30 19 3,13-9-1,-11 6 1,1 0-1,-1 1 0,1 0 0,0 0 1,-1 0-1,1 1 0,1 0 0,-1 0 1,0 0-1,0 0 0,1 1 0,7-1 1,-13 2 0,0 0 0,1 0 0,-1 0 0,0 0 0,0 0 0,1 0 0,-1 0 0,0 0 0,0 0 0,0 1 0,1-1 0,-1 0 0,0 0 0,0 0 0,0 0 0,1 0 0,-1 1 0,0-1 0,0 0 0,0 0 0,0 0 0,1 1 0,-1-1 0,0 0 0,0 0 0,0 0 0,0 1 0,0-1 0,0 0 0,0 0 0,0 1 0,0-1 0,0 0 0,0 0 0,0 1 0,0-1 0,0 0 0,0 0 0,0 1 0,0-1 0,0 0 0,2 33 1,-2 0 1,-1 0-1,-1 0 1,-2 0 0,-2 0-1,-1-1 1,-1 0-1,-1 0 1,-20 41 0,6-16 16,-2-1 0,-3-1 0,-2-1 0,-56 75 0,85-128-9,1-1 1,0 1-1,-1 0 0,1-1 0,-1 1 0,1-1 0,-1 1 1,0 0-1,1-1 0,-1 1 0,0-1 0,1 1 0,-1-1 1,0 0-1,1 1 0,-1-1 0,0 0 0,0 1 0,1-1 1,-1 0-1,0 0 0,0 0 0,-1 0 0,-7-14 110,4-40-58,5 40-58,-4-189-11,4 147-75,1 42-57,1 0 0,0 0-1,1 0 1,1 0 0,0 1-1,1-1 1,0 1-1,10-16 1,-1-3-723,3-15-1319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8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30286,'0'0'1024,"-20"129"-1008,4-62-16,4 10-16,-4 8-368,0-1-688,0-5-2514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9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28285,'0'0'643,"-2"19"-211,-14 89 138,-41 150-1,-56 119 362,98-341-903,12-28-26,-1 0 0,1 0 0,0 1-1,1-1 1,0 1 0,0-1 0,0 16 0,5-55 13,1 1-1,1 0 1,2 1-1,1-1 1,16-38-1,5-20-8,0-10-6,4 1 0,49-97 0,-77 183 0,0-1 0,0 1 0,1 0 0,0 0 0,1 1 0,0 0 0,0 0 0,1 0 0,1 1 0,14-13 0,-20 47-26,-2 16 54,0-2 0,-9 70 0,6-96-22,0 1-1,-2-1 1,0 0 0,0 0 0,-1 0-1,-1-1 1,0 0 0,-1 0-1,-8 12 1,0-5-25,-2 0 1,0-1-1,-1 0 0,0-2 1,-25 17-1,26-26-1251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9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44 111 28269,'0'0'2076,"-2"20"-1839,-34 173 363,33-177-524,2 0 0,-1 28 1,2-41-71,0-3-6,0 0-1,0 1 1,0-1-1,1 1 1,-1-1-1,0 1 1,0-1-1,0 0 1,0 1-1,0-1 1,0 1-1,1-1 1,-1 0-1,0 1 0,0-1 1,1 0-1,-1 1 1,0-1-1,0 0 1,1 0-1,-1 1 1,0-1-1,1 0 1,-1 0-1,1 1 1,-1-1-1,0 0 1,1 0-1,-1 0 1,0 0-1,1 0 1,-1 1-1,1-1 1,-1 0-1,1 0 1,22-3-17,15-14 12,-28 8 11,-1 0 0,0 0 0,0-1 0,-1 0 0,-1-1 0,1 0 0,7-16 0,-5 6 19,0 0 0,-2-1 1,9-29-1,-13 31 21,-2 1-1,0 0 0,-1-37 0,-1 42-28,0 12-19,0-1 0,0 1 1,0 0-1,-1 0 0,1-1 1,-1 1-1,1 0 0,-1 0 0,0 0 1,0 0-1,0 0 0,0 0 0,0 0 1,0 0-1,-1 0 0,1 1 1,0-1-1,-1 0 0,0 1 0,1-1 1,-1 1-1,0 0 0,0-1 1,0 1-1,0 0 0,0 0 0,0 0 1,0 0-1,0 1 0,0-1 1,0 1-1,0-1 0,-1 1 0,1 0 1,0 0-1,0-1 0,-1 2 1,1-1-1,0 0 0,0 0 0,0 1 1,-1-1-1,1 1 0,0 0 1,0-1-1,0 1 0,0 0 0,0 0 1,0 1-1,0-1 0,1 0 0,-1 1 1,0-1-1,0 1 0,1-1 1,-1 1-1,1 0 0,-2 2 0,-1 2-162,0-1 0,1 1-1,-1 0 1,1-1-1,1 2 1,-1-1-1,1 0 1,0 0 0,0 1-1,-1 12 1,2 5-1957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0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13 29437,'0'0'1644,"-1"-4"-1415,0 4-225,1-1 0,0 1 0,0-1 0,0 1 0,0-1 0,0 1 0,-1 0 0,1-1 0,0 1 0,0 0 0,-1-1 0,1 1 0,0 0 0,-1-1 0,1 1 0,0 0 0,-1-1 0,1 1 0,-1 0 0,1 0 0,0-1 0,-1 1 0,1 0 0,-1 0 0,1 0 0,-1 0 0,1 0 0,0 0 0,-1 0 0,1 0 0,-1 0 0,1 0 0,-1 0 0,1 0 0,-1 0 0,1 0 0,0 0 0,-1 0 0,1 0 0,-1 0 0,1 1 0,-1-1 0,1 0 0,-24 21 46,-19 39-12,35-48-28,1 1-1,1-1 0,0 1 0,1 1 0,0-1 0,1 1 0,0 0 0,1 0 0,1 0 0,0 0 0,1 0 0,1 1 0,0-1 0,2 16 1,-1-28-10,0 1 0,0-1 0,1 0 0,-1 0 0,0 0 0,1 0 1,0 0-1,-1 0 0,1 0 0,0 0 0,0 0 0,0-1 0,0 1 1,0-1-1,0 0 0,0 1 0,1-1 0,-1 0 0,0 0 0,1 0 1,-1-1-1,1 1 0,-1-1 0,1 1 0,-1-1 0,1 0 0,0 0 1,-1 0-1,1 0 0,4-1 0,0 1 0,0-1 0,0 1 0,0-1-1,0-1 1,0 1 0,-1-1 0,1 0 0,0-1 0,-1 0-1,7-3 1,8-11 3,-1-1 0,-1 0-1,-1-1 1,0-1 0,-2-1-1,0 0 1,-1-1 0,-1-1-1,14-33 1,-18 38 0,-8 16-1,0-1 1,-1 1-1,1-1 0,-1 0 1,1 0-1,-1 0 1,0 0-1,0 0 0,-1 0 1,2-6-1,-2 9 62,-10 23 96,8-17-158,-9 16 6,1 0 0,1 0-1,1 1 1,1 0 0,1 0 0,1 1 0,-3 44-1,8-67-15,0-1 0,1 1 0,-1-1 0,1 1 0,-1-1 0,0 1 0,1-1 0,-1 1 0,1-1 0,-1 1 0,1-1 0,0 0 0,-1 1-1,1-1 1,-1 0 0,1 0 0,0 1 0,-1-1 0,1 0 0,0 0 0,-1 0 0,1 0 0,0 0 0,-1 0 0,1 0 0,0 0 0,-1 0 0,1 0 0,0 0-1,-1 0 1,1 0 0,-1-1 0,2 1 0,26-10-441,6-38-1952,-20 19-616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30094,'0'0'1729,"120"56"-1665,-68-33-16,-4-1-48,4-2-48,-12-6-64,16-3-145,-8-8-287,4-3-32,4-1-256,-5-23-769,1-6-1473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0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26540,'0'0'4602,"8"10"-4431,-5-7-161,0 1 0,0 0 1,0 0-1,-1 0 0,1 1 0,-1-1 1,-1 1-1,1-1 0,0 1 0,-1-1 1,0 1-1,0 0 0,0 0 0,-1-1 1,0 1-1,0 0 0,0 0 0,0 0 1,-1 0-1,0-1 0,0 1 0,0 0 1,0-1-1,-3 6 0,2-5-4,-170 537 564,164-605-3673,-9-85 2888,15 139 319,2 7 40,0-1-1,-1 0 1,1 0 0,-1 0-1,0 0 1,0 1-1,0-1 1,-1 0 0,1 1-1,0-1 1,-1 1-1,-5-6 1439,24 8-1443,88 1-36,124-3-2397,-172-2-694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0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31422,'0'0'1009,"0"23"-1954,0 2-591</inkml:trace>
  <inkml:trace contextRef="#ctx0" brushRef="#br0" timeOffset="1">9 289 31614,'0'0'1025,"-8"0"-2130,16 0-1264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3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1 367 28269,'0'0'2593,"13"-8"-2001,139-134-224,74-74-370,-225 224 18,-1 0 1,1 1-1,-1-1 1,-1 1-1,-2 12 1,-87 253 60,74-229-69,-29 78 23,-57 151-1,95-259-32,5-11 1,0 0 0,0 0 1,0 0-1,1 1 0,-1-1 1,1 1-1,0 4 0,1-9-31,0-31-701,0 5-620,0-3-1454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3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0 470 27389,'0'0'3660,"12"-12"-3559,160-188 123,-48 50-189,-37 42-3,-87 108-25,1 0 1,-1 0-1,0 0 1,1 0-1,-1 1 0,0-1 1,0 0-1,0 0 0,1 0 1,-1 0-1,0 0 0,0 0 1,1 1-1,-1-1 1,0 0-1,0 0 0,0 0 1,0 1-1,1-1 0,-1 0 1,0 0-1,0 1 0,0-1 1,0 0-1,0 0 1,0 1-1,0-1 0,0 0 1,0 0-1,1 1 0,-1-1 1,0 0-1,0 0 0,0 1 1,0-1-1,-1 0 1,1 0-1,0 1 0,0-1 1,0 0-1,0 0 0,0 1 1,0-1-1,0 0 0,0 0 1,-1 1-1,1 19-3,-6 5 23,0-1 0,-1 1 0,-16 35 0,-4 14 27,-24 70 96,21-62-11,-25 107-1,45-139-309,3-52-1213,6-13-148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4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29485,'0'0'563,"-2"20"-93,-3 14-332,-2 1 0,0-2 1,-3 1-1,-20 49 0,-119 200 382,146-278-517,-3 12 0,6-16-43,10-20-3,23-22 65,67-66 1,3-2-25,-77 77 4,-14 14 2,2 2-1,0-1 1,0 2 0,2 0-1,0 1 1,0 0 0,23-14 0,-29 26-4,-9 9 0,-2-5 0,2 36 54,-2 0 0,-2-1 1,-2 1-1,-10 42 1,4-41-114,2-12-134,2 0 1,1 1-1,1 0 0,-2 29 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4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30606,'0'0'464,"-24"121"-320,4-69 48,-8-2-32,8-3-80,0-5-47,4-3-33,4-7-49,0-5-271,0-9-928,4-9-2306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30542,'0'0'1361,"112"-12"-1361,-72 12 0,0 0-96,8 0-177,0 0-575,-8 0-673</inkml:trace>
  <inkml:trace contextRef="#ctx0" brushRef="#br0" timeOffset="1">432 294 30222,'0'0'942,"14"-13"-742,102-106-12,44-42-94,-160 161-92,0 0-1,0 0 0,0 0 0,0 0 1,0 0-1,0 0 0,0 0 0,0 0 1,-1 0-1,1 1 0,0-1 0,0 0 1,0 0-1,0 0 0,0 0 0,0 0 1,0 0-1,0 0 0,0 1 0,0-1 1,0 0-1,0 0 0,0 0 0,0 0 1,1 0-1,-1 0 0,0 0 0,0 1 1,0-1-1,0 0 0,0 0 0,0 0 1,0 0-1,0 0 0,0 0 0,0 0 1,0 0-1,0 0 0,1 0 0,-1 0 1,0 1-1,0-1 0,0 0 0,0 0 1,0 0-1,0 0 0,0 0 0,0 0 1,1 0-1,-1 0 0,0 0 0,0 0 1,0 0-1,0 0 0,0 0 0,0 0 1,1 0-1,-8 20 39,-13 26-16,-16 20 61,-36 93 1,62-131-351,0 2-1,2-1 0,1 1 0,1 0 0,2 0 1,-1 38-1,5-28-2231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5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31214,'0'0'817,"131"-23"-769,-95 12-48,12 4 0,4-2 0,0 0-128,12 0-112,4-6-577,0-3-912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5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0 29838,'0'0'811,"-20"15"-609,12-10-185,-17 13 68,0 1-1,1 2 0,1 0 0,-27 33 0,7 1 255,-63 108 1,91-135-286,1 0 0,1 1 0,1 1 0,2 0 0,1 0 0,-7 40-1,15-54-51,-1-1-1,2 0 0,2 29 1,-1-42-5,-1 0 0,1 0 1,0 0-1,0 0 0,0 0 1,0 0-1,0 0 0,0-1 0,1 1 1,-1 0-1,1 0 0,-1-1 1,1 1-1,-1-1 0,1 0 0,0 1 1,0-1-1,0 0 0,0 0 1,0 0-1,0 0 0,0-1 1,0 1-1,0 0 0,0-1 0,0 0 1,0 1-1,0-1 0,4 0 1,3 1-10,0-1 0,0 0 1,0 0-1,0-1 0,0 0 1,11-4-1,-2-1 2,1-1 0,-1-1 0,-1-1 0,1-1 0,-2 0 0,25-19 0,-12 5 7,0-1 1,37-42 0,-36 26 0,-29 39 4,0-1 0,0 1 0,0 0 0,0 0 0,0 0 0,0-1 0,-1 1 0,1-1 0,-1 1 0,0 0 0,0-1 0,1 1 0,-1-1 0,-1 1 0,1-1 0,0 1 0,-2-4 0,1 4 2,0 1 0,0 0 0,0 0 0,-1 0 0,1 0-1,0 0 1,-1 0 0,1 0 0,-1 1 0,1-1 0,-1 1-1,1-1 1,-1 1 0,1-1 0,-1 1 0,0 0 0,1 0-1,-1-1 1,0 1 0,1 1 0,-1-1 0,1 0 0,-1 0-1,-3 1 1,-3 0 15,-2 0-9,-1 1 0,0 0 0,0 0 0,1 1-1,0 1 1,0 0 0,0 0 0,0 1 0,0 0 0,1 1 0,0 0 0,0 1-1,-12 11 1,5-3-16,0 0 0,2 1 0,0 1 0,0 0 0,-20 38-1,31-51-72,0 1-1,1 0 1,0 0-1,0 1 1,0-1-1,1 0 1,-1 1-1,1-1 1,1 1-1,-1-1 1,1 1-1,0 0 1,0-1-1,2 11 1,7-5-1492,9-9-991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30254,'0'0'1408,"36"13"-1359,-20-11 15,12-2-48,0 0-16,4 0 0,4-2-129,0-5-639,-8 1-496,-8 3-5251</inkml:trace>
  <inkml:trace contextRef="#ctx0" brushRef="#br0" timeOffset="1">37 163 29790,'0'0'2113,"80"25"-2065,-44-36-48,16-3-48,4-1-225,11 1-847,5-2-1777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49 457 26460,'0'0'4066,"-8"8"-3733,-32 31 414,42-52-549,4-2-179,1 0-1,0 0 1,1 1 0,1 0 0,20-25-1,61-61-14,-88 97-3,256-273 31,-281 318 50,6-7-68,-24 30-1,-119 196 69,118-184-55,-48 122 1,88-196-48,-1 4-89,1 0 0,-1 1 0,1-1 1,0 0-1,1 1 0,-1 9 0,3-15-1169,2-2-1216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7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1 268 30174,'0'0'747,"14"-6"-552,-6 2-166,6-3 27,1 0 0,-1 0 0,0-2 0,24-19 0,11-13 11,-2 1-27,2 1 0,67-40 0,-116 79-37,1 1-1,-1-1 1,1 1 0,-1-1 0,0 1-1,1 0 1,-1-1 0,0 1 0,1 0-1,-1-1 1,0 1 0,0 0 0,1-1 0,-1 1-1,0 0 1,0-1 0,0 1 0,0 0-1,0-1 1,0 1 0,0 0 0,0-1-1,-1 1 1,1 0 0,0-1 0,0 1 0,0 0-1,-1-1 1,1 1 0,-1 1 0,-7 30 26,-84 167 108,-44 108 59,132-289-736,3-10-2343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1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31374,'0'0'1057,"4"1"-1185,0-1-256,4 0-641,8 0-2080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22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1 380 26556,'0'0'3426,"1"-3"-3244,0 0 1,0 0 0,1 0-1,-1 1 1,1-1-1,-1 0 1,1 1 0,4-5-1,2-2-177,227-252 76,-173 183-65,-62 78-16,0 0 0,0 0 1,0 0-1,0 0 1,0-1-1,0 1 0,0 0 1,1 0-1,-1 0 0,0 0 1,0 0-1,0-1 1,0 1-1,0 0 0,0 0 1,0 0-1,0 0 1,0 0-1,1 0 0,-1 0 1,0 0-1,0-1 1,0 1-1,0 0 0,0 0 1,1 0-1,-1 0 1,0 0-1,0 0 0,0 0 1,0 0-1,0 0 1,1 0-1,-1 0 0,0 0 1,0 0-1,0 0 1,0 0-1,0 0 0,1 0 1,-1 0-1,0 0 1,0 0-1,0 0 0,0 1 1,0-1-1,1 0 1,-1 0-1,0 0 0,0 0 1,0 0-1,0 0 1,0 0-1,0 0 0,0 1 1,0-1-1,1 0 1,1 14 52,-4 19 47,-71 199 106,-12 46-138,80-259-62,-1 0 0,-1 0 0,-14 27 0,21-44-19,0-2-14,4-21-394,19-32-3007,-10 21-6123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22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0 317 29341,'0'0'1262,"5"-3"-1072,17-15 43,-1-1 0,35-41 0,19-18-175,-32 40-38,54-60 0,-97 98-16,0 0 0,1 0 0,-1-1 0,0 1-1,0 0 1,0 0 0,0 0 0,0 0-1,0 0 1,0 0 0,0 0 0,0 0-1,0-1 1,1 1 0,-1 0 0,0 0-1,0 0 1,0 0 0,0 0 0,0 0-1,0 0 1,1 0 0,-1 0 0,0 0 0,0 0-1,0 0 1,0 0 0,0 0 0,0 0-1,1 0 1,-1 0 0,0 0 0,0 0-1,0 0 1,0 0 0,0 0 0,0 0-1,1 0 1,-1 0 0,0 0 0,0 0-1,0 0 1,0 1 0,0-1 0,0 0-1,0 0 1,0 0 0,1 0 0,-1 0 0,0 0-1,0 0 1,0 0 0,0 1 0,0-1-1,0 0 1,0 0 0,0 0 0,0 0-1,0 0 1,0 0 0,0 1 0,3 14 45,-4 22-30,-4 3 30,-2 0-1,-2-1 1,-1 0 0,-17 39-1,-15 57 58,30-92-76,8-32-23,0 1 1,1 0-1,0-1 1,1 1 0,-1 16-1,-1-54-2904,4-2-590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23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29389,'0'0'1158,"0"12"-976,-3 45 31,-2 1 1,-2-1-1,-3-1 0,-25 80 1,25-80-187,5-52-30,4-3-16,2-6 17,0 0 0,1 1 1,0-1-1,0 1 0,0 0 0,0-1 0,1 1 0,-1 0 0,1 0 0,0 1 0,1-1 0,5-5 1,7-9-1,-4 1 4,118-147 8,-112 143-6,2 1 0,0 1-1,1 1 1,1 1 0,33-21-1,-42 32 8,-13 6-11,0 0 0,1 0 0,-1 0 0,0 0 0,1 0 0,-1 0 1,0 0-1,1 0 0,-1 0 0,0 0 0,1 0 0,-1 0 0,0 0 0,1 1 0,-1-1 0,0 0 1,0 0-1,1 0 0,-1 0 0,0 1 0,0-1 0,1 0 0,-1 0 0,0 1 0,0-1 0,0 0 1,1 0-1,-1 1 0,0-1 0,0 0 0,0 1 0,0-1 0,0 0 0,0 1 0,0-1 0,0 0 1,0 1-1,0-1 0,0 0 0,0 1 0,0-1 0,0 0 0,0 1 0,0 13 10,0-13-8,1 26 32,-1 0 0,-1 1-1,-2-1 1,-1 0 0,-1 0 0,-1-1-1,-1 0 1,-18 42 0,-32 60-1488,53-113-147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23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30430,'0'0'1441,"92"0"-1345,-52-7-16,0-2-32,4 0-32,-4 3-16,-8 3-16,-12 1-64,-4 2-112,-8 0-305,0 0-463,4 0-849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24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 29229,'0'0'1486,"-23"14"-1323,1-1-104,8-6-7,0 2-1,0 0 1,1 0-1,0 2 1,0-1-1,2 1 1,-1 1-1,-15 21 1,-3 8 123,1 0 0,3 2 0,-30 66 0,47-87-152,1 0 1,1 1-1,0 0 0,2 1 0,1-1 0,1 1 0,0 0 0,2 0 0,3 34 0,-2-53-23,1 0-1,0 0 1,0 0-1,1 0 1,0-1-1,-1 1 1,1 0-1,1 0 1,-1-1-1,1 0 1,0 1 0,0-1-1,0 0 1,0 0-1,1-1 1,0 1-1,-1-1 1,1 0-1,1 0 1,-1 0-1,0 0 1,1-1-1,8 4 1,-3-2 1,-1-1-1,1 0 1,0-1 0,0 0 0,0-1-1,0 0 1,0 0 0,0-1-1,0-1 1,0 0 0,15-2-1,-21 1-1,0 1 0,0-1 0,0 0 0,0 0-1,0 0 1,0-1 0,0 0 0,-1 1 0,0-1-1,1 0 1,-1-1 0,0 1 0,0 0 0,-1-1 0,1 0-1,-1 0 1,0 0 0,1 0 0,-2 0 0,1 0-1,-1 0 1,1 0 0,0-5 0,1-3 3,-1 0 1,0 1 0,0-1-1,-1 0 1,-1 0-1,0 0 1,-2-19-1,1 29-1,0 0 0,1-1 0,-1 1 0,-1 0 0,1 0 0,0 0 0,0 0 0,-1 0 0,1 0 0,-1 0 0,1 0 0,-1 1 0,0-1 0,0 1 0,0-1 0,0 1 0,0 0 0,0 0 0,0-1 0,0 2 0,-1-1 0,1 0 0,0 0 0,0 1 0,-1-1 0,1 1 0,-1 0-1,1-1 1,0 1 0,-5 1 0,-2-1 1,0 0 0,0 1-1,1 0 1,-1 0-1,0 1 1,1 0 0,-13 5-1,9-1 6,0 0 0,1 1 0,0 0 0,0 1 0,1 0 0,0 0 0,-16 18 0,22-21-47,0-1 0,0 1 0,1-1 0,-1 1 0,1 0 0,0 1 0,0-1 0,1 0 0,0 1 0,0 0 0,0-1 0,0 1 0,1 0 0,0 0 0,0 0 0,1 0 0,0 0 0,0 0 0,1 7 0,-1-11-19,1-1 0,-1 0 0,1 1 1,-1-1-1,1 1 0,0-1 0,0 0 1,0 0-1,0 0 0,0 1 0,0-1 0,0 0 1,0 0-1,0 0 0,0 0 0,0-1 1,1 1-1,-1 0 0,0 0 0,1-1 1,-1 1-1,3 0 0,33 5-1999,-5-6-1789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26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27901,'0'0'2865,"14"-2"-2475,132-19 238,10-2-745,-53 16-3014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27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26220,'0'0'4575,"18"2"-4190,54 3-151,0-3 1,121-14 0,-119 5-1798,-87 7-329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2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0 517 29389,'0'0'977,"28"-21"250,142-172-1148,-24 29-72,-39 34 91,-94 121 34,-11 21 36,-11 24-89,-101 223-38,-33 94-15,126-310-13,13-34-233,0 0 0,1 0-1,0 0 1,0 1 0,1-1-1,-2 11 1,4-33-972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0 434 28893,'0'0'2401,"16"-17"-2235,275-253 53,-242 227-209,-29 25 1,0 1 1,1 0-1,1 2 0,36-20 0,-55 33 16,-3 17 48,-1 0-58,-1 0 0,0 0 0,-1 0 1,0 0-1,-1 0 0,-10 22 1,-46 89 92,12-29 16,-27 79-321,75-176 160,0 0 0,0-1 0,0 1 0,0 0-1,0 0 1,0 0 0,0 0 0,0 0 0,0 0 0,0 0-1,0 0 1,0 0 0,0-1 0,0 1 0,0 0 0,0 0-1,-1 0 1,1 0 0,0 0 0,0 0 0,0 0 0,0 0-1,0 0 1,0 0 0,0 0 0,0 0 0,0 0 0,-1 0-1,1 0 1,0 0 0,0 0 0,0 0 0,0 0 0,0 0-1,0 0 1,0 0 0,0 0 0,-1 0 0,1 0 0,0 0-1,0 0 1,0 0 0,0 0 0,0 0 0,0 0 0,0 0-1,0 0 1,0 0 0,-1 0 0,1 0 0,0 1 0,0-1-1,0 0 1,0 0 0,0 0 0,0 0 0,0 0 0,0 0-1,0 0 1,0 0 0,0 0 0,0 1 0,0-1 0,0 0-1,0 0 1,-4-12-3321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3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29646,'0'0'1232,"2"14"-1080,-1 2-98,0-1-1,-1 1 0,0-1 1,-1 1-1,-1 0 0,0-1 1,-1 0-1,-9 28 0,-102 194 244,236-358-345,77-67 80,-198 210 5,-3 2-5,-1 0 0,-1 1 0,-2-1 0,0-1 0,-1 1 0,-16 34 0,12-35-127,2 0 0,1 1 0,1 0 0,1 0 1,2 1-1,-4 39 0,8-27-1261,0-2-1480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4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30270,'0'0'1216,"108"-16"-1168,-68 9-16,4-1-32,4 3-64,-4 0-208,4-1-336,-8-1-641,0-4-1696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29021,'0'0'1577,"-20"24"-1385,-3 3-105,-9 11 73,1 2 1,-26 43-1,32-41 0,2 1 0,1 1-1,-16 51 1,31-75-141,1 1 1,0-1-1,2 1 0,1 0 1,0 1-1,2-1 1,0 0-1,1 1 0,5 32 1,-4-51-21,-1 1 1,1-1-1,0 1 1,0-1-1,0 1 1,1-1-1,-1 0 1,1 1-1,0-1 1,0 0-1,0 0 1,0 0-1,1-1 1,-1 1 0,1 0-1,-1-1 1,1 0-1,0 1 1,0-1-1,0 0 1,0-1-1,0 1 1,1 0-1,-1-1 1,0 0-1,1 0 1,-1 0-1,1 0 1,0 0-1,-1-1 1,1 0-1,-1 0 1,1 0-1,0 0 1,-1 0-1,1-1 1,5-1-1,3 0 0,0-1 0,-1 0 0,1-1 0,-1 0 0,0-1 0,0 0 0,0-1 0,-1 0 0,0 0 0,11-10 0,-14 10 4,0 0-1,-1-1 1,1 0-1,-1 0 0,0-1 1,-1 0-1,0 0 0,0 0 1,-1-1-1,0 1 0,0-1 1,-1 0-1,0 0 1,-1 0-1,0 0 0,0-1 1,0-13-1,-2 22-1,0 1 1,0-1-1,0 0 0,0 0 0,0 0 1,0 0-1,0 0 0,0 0 1,-1 0-1,1 0 0,0 0 0,-1 1 1,1-1-1,0 0 0,-1 0 1,1 0-1,-1 1 0,0-1 0,1 0 1,-1 1-1,0-1 0,1 0 1,-1 1-1,0-1 0,1 1 0,-1-1 1,0 1-1,0-1 0,0 1 1,-1-1-1,-1 1 2,0-1 0,0 1-1,0 0 1,0 0 0,1 0 0,-1 0 0,0 1 0,0-1 0,0 1 0,-3 1-1,-3 1 0,0 0-1,1 1 0,-1 0 0,1 0 1,0 1-1,-7 6 0,1 1 7,2 1 1,-1 1-1,2 0 0,0 0 1,1 1-1,-11 21 0,16-27-173,0 0 0,1 0 0,0 1-1,1 0 1,0 0 0,1 0 0,0 0 0,0 1 0,1-1 0,0 0-1,1 1 1,2 14 0,4-3-1729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5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29566,'0'0'624,"-12"95"-352,-12-37-144,-7-1 96,-1 3 144,4-3-176,0-6-144,8-3-48,4-8 0,4-10-176,4-8-624,4-17-1617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30350,'0'0'1024,"124"-18"-1008,-64 12-16,3-1-48,5-2-496,-4-2-528,4-5-2322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6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0 319 29181,'0'0'1590,"18"-12"-1317,176-139-55,-150 111-208,-11 9 17,76-54 0,-109 86-25,0-1 0,-1 0 0,1 0-1,0 0 1,0 0 0,0 0 0,0 0-1,0 1 1,0-1 0,0 0 0,1 0-1,-1 0 1,0 0 0,0 0 0,0 1-1,0-1 1,0 0 0,0 0 0,0 0-1,0 0 1,0 0 0,0 0 0,0 1-1,0-1 1,0 0 0,1 0 0,-1 0-1,0 0 1,0 0 0,0 0 0,0 0-1,0 0 1,0 0 0,1 0 0,-1 0-1,0 0 1,0 1 0,0-1 0,0 0-1,0 0 1,1 0 0,-1 0 0,0 0 0,0 0-1,0 0 1,0 0 0,0 0 0,0-1-1,1 1 1,-1 0 0,0 0 0,0 0-1,0 0 1,0 0 0,0 0 0,1 0-1,-1 0 1,0 0 0,0 0 0,0 0-1,0 0 1,0-1 0,0 1 0,0 0-1,0 0 1,0 0 0,1 0 0,-1 0-1,0-1 1,-5 14 65,-109 191 6,-123 253-293,231-444 69,4-8-20,0 0 1,0-1-1,0 1 1,0 1-1,1-1 1,0 0-1,-1 10 1,2-7-1847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6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0 27581,'0'0'2761,"-14"24"-2420,-5 7-248,-70 127 375,74-132-393,2 2 0,1 0 1,1 0-1,2 1 0,1 1 0,1-1 1,1 1-1,-2 46 0,7-74-74,1 1 0,0-1 0,1 0 0,-1 0-1,0 0 1,1 0 0,-1 0 0,1 0 0,-1 0 0,1 0-1,0-1 1,0 1 0,0 0 0,0 0 0,0 0 0,0-1-1,1 1 1,-1-1 0,0 1 0,1-1 0,0 1 0,-1-1-1,1 0 1,2 2 0,0-2-2,0 1 0,1-1 0,-1 1 0,0-1 0,1 0 0,-1-1 0,1 1 0,-1-1 0,1 0 0,8-1-1,1-1 1,0 0 0,0-1 0,-1-1-1,1 0 1,-1-1 0,21-10-1,-12 2 12,-1-2-1,0-1 0,-1 0 1,-1-2-1,0 0 1,-2-1-1,0-1 0,23-35 1,-29 39 16,-2 1-1,0-1 1,-1-1 0,0 0 0,-2 0-1,0 0 1,0-1 0,-2 1 0,0-1 0,-2-1-1,1 1 1,-2 0 0,-1-23 0,0 38-26,0 0 1,-1 0 0,1 0-1,-1 0 1,1 1-1,-1-1 1,0 0-1,0 0 1,0 0 0,0 1-1,-1-1 1,1 0-1,-1 1 1,1-1-1,-1 1 1,0 0 0,0 0-1,0-1 1,-1 1-1,1 0 1,0 1-1,-1-1 1,1 0 0,-1 1-1,1 0 1,-1-1-1,0 1 1,0 0-1,0 0 1,1 0 0,-1 1-1,0-1 1,0 1-1,0 0 1,0 0-1,0 0 1,0 0-1,-4 0 1,-2 2-19,0-1-1,-1 1 1,1 1-1,0-1 0,0 2 1,1-1-1,-1 1 1,1 1-1,0-1 1,-15 12-1,11-7-193,0 2 0,1 0 0,0 0 0,1 1 0,0 0 0,1 1 0,0 0 0,1 0 0,-6 15-1,-4 16-2831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7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89 28589,'0'0'2879,"1"-7"-2693,1 1-229,1-14 475,-7 18-197,-7 12-178,-9 11-47,13-15-7,0 0-1,1 1 1,-1 0 0,2 0 0,-1 0-1,1 1 1,-6 13 0,10-18-9,3-7 5,0 0-1,0 0 0,0 0 0,1 1 0,-1-1 0,1 0 1,0 1-1,0 0 0,7-6 0,1-2 18,-3 1-9,2-3-2,0 1 1,0-2-1,-2 1 1,14-28-1,-48 50-31,21-5-180,0 1 0,1 0 0,0 0-1,-1 0 1,1 0 0,1 0 0,-1 1 0,1 0 0,0 0 0,1 0 0,-4 11 0,5-9-2812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8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1 324 27052,'0'0'3722,"4"-3"-3394,178-138 159,-61 42-451,-18 19 84,-102 79-2,-7 27-44,-16 28-54,-2-2 0,-3-1 0,-38 56 0,39-66-27,2 1 0,1 1 1,3 1-1,-25 79 0,39-79-1845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9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0 271 29261,'0'0'894,"19"-13"-635,-10 7-237,118-88 180,-115 84-171,25-20 151,0 1 1,2 2-1,65-35 0,-104 62-179,0 0 0,1 0-1,-1 0 1,0 0 0,1 0-1,-1 0 1,0 0 0,1 1-1,-1-1 1,0 0 0,1 0 0,-1 0-1,0 0 1,0 0 0,1 0-1,-1 0 1,0 1 0,0-1-1,1 0 1,-1 0 0,0 0-1,0 1 1,1-1 0,-1 0-1,0 0 1,0 1 0,0-1-1,0 0 1,1 1 0,-1-1-1,0 0 1,0 0 0,0 1-1,0-1 1,0 0 0,0 1-1,0-1 1,0 0 0,0 1-1,0-1 1,0 0 0,0 1 0,0-1-1,0 0 1,0 0 0,0 1-1,0-1 1,0 0 0,0 1-1,-1-1 1,1 0 0,0 0-1,0 1 1,0-1 0,0 0-1,-1 1 1,-6 25 15,6-24-10,-14 38 55,-2 0 0,-35 59 0,3-6 84,27-49-83,10-23-54,1 2-1,0 0 1,2 0 0,-10 40-1,11-44 141,3-8-3504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3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29534,'0'0'1680,"1"0"-1676,-1 0 0,0 0 0,1 0 0,-1 0 0,0 0 0,1 0 0,-1 0 0,0 0 0,0 0 0,1 0 0,-1 0 0,0 1 0,0-1 0,1 0 0,-1 0 0,0 0 0,0 0 0,1 1 0,-1-1 0,0 0 0,0 0 0,0 1 0,1-1 0,-1 0 0,0 0 0,0 1 0,0-1 0,0 0-1,0 0 1,0 1 0,0-1 0,1 0 0,-1 1 0,0-1 0,0 0 0,0 1 0,0-1 0,0 0 0,0 0 0,0 1 0,-1-1 0,1 0 0,0 1 0,0-1 0,1 6 17,-1 1 0,0-1 0,0 0 0,0 0 0,-1 0 0,0 0 0,0 0 0,0 0 0,-3 6 0,-24 61 169,16-44-123,-41 86 66,-3 8-82,57-121-119,5-7 32,17-16 33,26-30 35,16-30-17,-30 37-19,46-46 0,-71 80 2,1 0-1,0 0 1,1 1 0,0 1 0,1 0-1,-1 1 1,2 0 0,-1 0 0,19-5-1,-15 11 0,-14 8 4,-3-6-1,3 25 20,-1-1 0,-1 1 1,-4 41-1,1-2 11,3-48-148,-1 0 0,-1 0 0,0-1 1,-1 1-1,-1 0 0,-1-1 0,0 0 0,-10 24 1,6-29-2291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51.6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139 1 27693,'0'0'3070,"-28"4"-2037,20 1-995,0 0 0,1 0-1,0 1 1,0 1 0,0-1 0,1 1 0,0 0 0,0 0-1,1 1 1,0-1 0,0 1 0,1 0 0,0 1-1,-5 14 1,5-10-39,1 0 0,0 1 0,0-1-1,2 1 1,-1 0 0,2 0 0,0-1-1,0 1 1,4 16 0,-2-19-2,1-1 0,1 0 1,0 0-1,0 0 0,1-1 1,0 1-1,1-1 0,0 0 1,0-1-1,1 0 0,0 0 1,0 0-1,1-1 0,0 0 1,0 0-1,1-1 0,16 10 1,-8-7-5,-1 0 1,1-2 0,1 1 0,0-2 0,0 0 0,0-2 0,0 0 0,1-1 0,23 2-1,-38-5 5,8 1-1,0 0-1,-1-1 0,1 0 0,0-1 1,0 0-1,0-1 0,-1 0 0,1-1 1,-1 0-1,0-1 0,1 0 0,13-8 1,41-31 7,95-81 1,-38 27 7,10 5 57,-125 89-68,0 0 0,0 1 0,0 0 0,0 1 0,0-1-1,1 2 1,-1-1 0,0 1 0,1 0 0,13 3-1,11-2 13,-8-1-11,0 0 0,1 2 1,-1 1-1,0 0 0,-1 2 1,39 13-1,-62-17-2,0 0 1,1 0-1,-1 0 0,0 0 1,0 0-1,0 0 0,0 0 1,-1 0-1,1 0 1,0 1-1,0-1 0,-1 0 1,1 1-1,-1-1 0,1 0 1,-1 1-1,0-1 0,1 1 1,-1-1-1,0 0 1,0 3-1,-1 38 16,0-26-8,1-3-5,-1 1 1,0 0-1,-1 0 1,-1-1 0,0 1-1,-1-1 1,-1 0-1,-7 16 1,10-23-6,0-1 0,0 1 0,0-1 0,1 1 0,-1 0 0,2 0 0,-2 8 0,2-13-30,3-3 5,27-22 41,102-74-1,-111 85-7,1 0 1,0 2-1,1 0 0,39-11 1,-39 15 17,-1 2-1,1 0 1,42-2 0,-55 6-20,0 1 0,-1 1 1,1 0-1,0 0 0,0 1 1,-1 0-1,1 1 0,-1 0 1,0 0-1,0 1 0,14 8 1,34 25 5,-18-11 4,63 31 0,-87-51-12,1 1 0,-1-2 1,1 0-1,0-1 0,1-1 0,-1 0 1,1-2-1,16 1 0,-18-2 2,0 0-1,0-1 1,0 0 0,0-2-1,0 0 1,0 0 0,-1-1-1,1-1 1,-1-1-1,0 0 1,-1 0 0,0-1-1,23-17 1,-14 9 32,-1-1 0,0-2 0,30-32 0,-51 50-38,1 0 0,-1-1 0,1 1 0,-1 0 0,1-1 0,-1 1 0,0 0 0,1-1 0,-1 1-1,0-1 1,1 1 0,-1-1 0,0 1 0,0-1 0,1 1 0,-1-1 0,0 1 0,0-1 0,0 1 0,0-1 0,0 1 0,1-1 0,-1 1 0,0-1 0,0 1 0,0-1 0,0 1 0,-1-1 0,1 0-1,0 1 1,0-1 0,0 1 0,0-1 0,-1 1 0,1-1 0,0 1 0,0-1 0,-1 1 0,1 0 0,0-1 0,-1 1 0,0-1 0,-29-4-253,-43 17-701,15 9-722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53.1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254 371 28525,'0'0'1590,"0"-6"-1235,1-14-181,1 0-1,8-30 1,-5 28-151,-1 0 0,2-37 0,-7 58-22,0 1 0,1 0 0,-1-1 0,0 1 0,0-1 0,0 1 0,1 0 0,-1 0 0,0 0 0,0-1 0,0 1 0,0 0 0,1 0 1,-1 0-1,0 0 0,0 0 0,0 0 0,0 1 0,1-1 0,-1 0 0,0 0 0,0 1 0,0-1 0,-1 1 0,-5 3-1,-1-1 0,1 2 0,0-1 1,0 1-1,0 0 0,1 0 0,0 1 0,0 0 0,0 0 0,-7 10 0,-49 75 22,58-83-18,-7 9 1,-13 21 58,-28 62-1,47-90-54,1 0 1,0 1-1,1-1 0,0 1 0,1-1 1,0 1-1,0 0 0,1 0 1,1 0-1,0 0 0,2 21 0,-1-30-7,0-1 0,-1 0 1,1 0-1,0 0 0,0 1 0,0-1 0,0 0 0,0 0 0,0 0 0,0-1 0,1 1 0,-1 0 0,0 0 0,0-1 0,1 1 0,-1 0 0,0-1 1,1 0-1,-1 1 0,1-1 0,-1 0 0,1 1 0,-1-1 0,0 0 0,1 0 0,-1 0 0,1-1 0,-1 1 0,1 0 0,-1 0 0,0-1 0,1 1 1,-1-1-1,2 0 0,5-1 10,-1 0 1,-1 0-1,1-1 1,0 0 0,11-6-1,12-15 12,-1 0-1,-1-2 0,-2-1 1,31-40-1,81-131 13,-104 142 5,-2-1 0,38-97 0,-109 249 171,-19 58-162,51-130-47,1 1-1,2-1 0,0 1 0,-1 45 1,4-67-3,1 0 1,0-1-1,0 1 1,0 0 0,0 0-1,0 0 1,0 0-1,0-1 1,1 1 0,-1 0-1,1 0 1,-1 0-1,1-1 1,0 1 0,0 0-1,0-1 1,0 1-1,0-1 1,0 1 0,0-1-1,0 0 1,1 1-1,-1-1 1,0 0-1,1 0 1,-1 0 0,1 0-1,-1 0 1,1 0-1,0 0 1,-1 0 0,1-1-1,0 1 1,0-1-1,-1 1 1,1-1 0,0 0-1,0 0 1,0 0-1,0 0 1,-1 0 0,1 0-1,0 0 1,0 0-1,0-1 1,-1 1 0,1-1-1,3-1 1,4 0 3,0-2 1,-1 1 0,1-1 0,-1 0-1,0-1 1,0 0 0,0 0-1,9-10 1,-1 0-1,0-1 1,-1 0-1,-1-1 0,-1-1 0,-1 0 1,0-1-1,-1 0 0,10-27 0,-27 62 0,-6 13 7,2 1-1,1 1 1,1 0-1,-4 32 1,12-56-10,-1-3 0,1 1 0,-1-1 0,1 1 0,1 0 0,-1-1 0,1 1-1,1 5 1,-2-9-2,1 0-1,-1-1 1,1 1-1,0 0 1,-1 0-1,1 0 1,0-1-1,0 1 1,-1 0-1,1-1 1,0 1-1,0 0 1,0-1-1,0 0 1,0 1-1,0-1 1,0 1-1,0-1 1,0 0-1,0 0 1,0 1-1,0-1 1,0 0-1,0 0 1,0 0-1,0 0 1,0 0-1,0-1 1,0 1-1,0 0 1,0 0-1,0-1 1,0 1-1,0 0 1,1-2-1,6-1-147,0-1 0,-1-1 0,0 1 0,0-1 0,0-1 0,-1 1 0,1-1 0,-2 0 0,1-1 0,8-10 0,-10 11-187,22-31-2817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53.6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94 29293,'0'0'1849,"14"17"-1686,43 52-78,-53-65-78,0-1-1,0 1 0,1-1 1,-1 0-1,0 0 0,1 0 1,0-1-1,0 0 0,0 0 1,0 0-1,0-1 0,0 1 1,0-1-1,0 0 0,0-1 1,1 1-1,-1-1 0,10-1 1,-6 0-5,1 0 0,-1-1 0,1 0 0,-1-1 0,0 0 0,0 0-1,13-8 1,5-4-1,0 0 0,-2-2 0,0-1 0,-1-1 0,0-2 0,-2 0 0,35-43 0,-100 131 75,-54 111 0,78-139-24,3 1-1,1 0 1,2 1 0,2 0-1,-7 47 1,18-85-50,-2 6 4,1-1 0,0 1-1,1 0 1,0 0 0,3 16 0,-3-23-7,1 0 0,-1 0 0,1-1 0,0 1 0,0 0 0,-1-1 0,1 1 0,0 0 0,1-1 0,-1 0 0,0 1 1,0-1-1,1 0 0,-1 1 0,1-1 0,-1 0 0,1 0 0,-1 0 0,1 0 0,0 0 0,-1-1 0,1 1 0,0 0 0,0-1 0,-1 1 0,1-1 0,0 0 0,0 0 0,0 0 0,0 0 0,-1 0 0,4 0 0,2-1 2,0 0-1,0-1 0,-1 0 0,1 0 1,0-1-1,-1 0 0,1 0 0,-1 0 1,0-1-1,0 0 0,0 0 0,-1 0 1,1-1-1,-1 0 0,6-7 0,5-6 2,0 0 0,-1-1-1,14-26 1,-3-4-42,-26 49 40,0 1 0,0-1 0,0 0-1,0 0 1,0 0 0,0 0 0,0 0 0,0 1 0,0-1 0,0 0 0,0 0-1,0 0 1,0 0 0,1 0 0,-1 0 0,0 0 0,0 1 0,0-1 0,0 0 0,0 0-1,0 0 1,1 0 0,-1 0 0,0 0 0,0 0 0,0 0 0,0 0 0,0 0-1,1 0 1,-1 0 0,0 0 0,0 0 0,0 0 0,0 0 0,0 0 0,1 0-1,-1 0 1,0 0 0,0 0 0,0 0 0,0 0 0,0 0 0,1 0 0,-1 0-1,0 0 1,0 0 0,0 0 0,0 0 0,0 0 0,0 0 0,1-1 0,-1 1-1,0 0 1,-1 14 2,-21 40 9,17-44-20,0 1 1,1-1-1,0 1 1,0 0 0,1 0-1,1 1 1,-2 19 0,11-28-1329,-5-3 918,13-2-2379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54.0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0 30622,'0'0'960,"-28"60"-2464,28-37-1682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55.3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353 22 29149,'0'0'1897,"4"7"-1795,-2-4-89,-1 1 1,0-1 0,1 1 0,-2 0 0,1-1 0,0 1 0,-1 0-1,1-1 1,-1 1 0,0 0 0,0-1 0,-1 1 0,1 0-1,-1 0 1,0-1 0,0 1 0,-1 4 0,-6 11 33,0 0 1,-13 21-1,6-11 2,-4 8-27,-35 74 107,-5-3 1,-103 142 0,162-250-132,0 1 1,0-1 0,0 1-1,-1-1 1,1 1-1,0-1 1,0 0 0,0 1-1,-1-1 1,1 1 0,0-1-1,-1 0 1,1 1-1,0-1 1,-1 0 0,1 1-1,0-1 1,-1 0 0,1 0-1,-1 0 1,1 1 0,-1-1-1,1 0 1,0 0-1,-1 0 1,1 0 0,-1 0-1,1 0 1,-1 1 0,1-1-1,-1 0 1,1 0-1,-1-1 1,1 1 0,0 0-1,-1 0 1,0 0 0,1-19-91,9-6 81,2 1 1,0-1 0,26-39 0,-21 38-2,-1 0-1,18-47 1,-40 94 20,1 1 0,1 0 0,0 0 0,2 1 0,-1 40 0,5-61-7,0 1-1,-1-1 1,1 1-1,1-1 1,-1 0-1,0 0 1,1 1-1,-1-1 1,1 0-1,-1 0 1,1 0-1,0 0 1,0-1-1,0 1 1,0 0-1,0-1 1,0 1-1,1-1 1,-1 0-1,0 0 1,1 0-1,-1 0 1,1 0-1,-1-1 1,1 1-1,-1-1 1,1 1-1,0-1 1,3 0-1,14 2-4,1-1 0,32-1 1,-39-1-1,3 0 6,0-2 0,0 1-1,0-2 1,-1-1 0,1 0 0,-1 0-1,0-2 1,-1 0 0,1-1-1,-1-1 1,17-12 0,-3-1 3,-1-1 0,-1-1 0,-2-2 0,30-35 0,-50 51-2,-8 6 6,-14 11 11,-1 8-18,1 0 1,1 2 0,1 0-1,0 1 1,1 0 0,1 1-1,1 0 1,0 1 0,2 1-1,0 0 1,-7 24 0,15-37-1,-1 0 1,2 0-1,-1 1 0,1-1 1,-1 15-1,2-22-2,0 1-1,0-1 1,0 1-1,1 0 1,-1-1-1,0 1 1,0 0-1,1-1 1,-1 1-1,1-1 1,0 1-1,-1-1 1,1 1-1,0-1 1,0 0-1,0 1 1,0-1-1,0 0 1,0 0-1,0 1 1,0-1-1,1 0 1,-1 0-1,0 0 1,1-1-1,-1 1 1,1 0-1,-1 0 1,1-1-1,-1 1 1,1-1-1,-1 1 1,1-1-1,2 0 1,10 1 1,0-1 1,0-1 0,-1 0-1,1-1 1,0-1-1,-1 0 1,0 0-1,1-2 1,-2 1-1,24-14 1,8-6 19,65-50 0,-99 67-16,30-23 28,-1-2-1,-1-2 1,-2-2-1,-2-1 1,35-48 0,-49 59-33,-2-1 1,-1-1-1,-2-1 0,0 0 1,-2-1-1,-2-1 1,0 0-1,-2 0 1,5-34-1,-13 29-8,-1 36 8,0-1 0,-1 1 0,1-1 0,0 1 0,0 0 0,-1-1 0,1 1 0,-1 0 0,1 0 0,0-1 0,-1 1 0,1 0 0,-1 0 0,1-1 0,0 1 0,-1 0 0,1 0 0,-1 0 0,1 0 0,-1 0 0,1 0 0,-1 0 0,1 0 0,0 0 0,-1 0 0,1 0 0,-1 0 0,1 0 0,-1 0 0,1 0 0,-1 0 0,1 1 0,-1-1 0,1 0 0,0 0 0,-1 0 0,1 1 0,0-1 0,-1 0 0,1 1 0,-1-1 0,-8 8-1,0 0-1,0 0 1,1 0-1,0 1 1,1 0-1,0 1 1,-8 15-1,0-4 1,-8 16 3,1 2 1,2 0-1,1 1 1,3 1-1,1 0 0,2 1 1,1 1-1,3 0 1,2 0-1,1 1 1,1 76-1,4-119-3,1-1 0,0 0 0,1 1 1,-1-1-1,0 0 0,0 1 0,0-1 0,0 0 0,0 1 0,0-1 0,0 0 0,0 1 1,1-1-1,-1 0 0,0 1 0,0-1 0,0 0 0,1 1 0,-1-1 0,0 0 0,0 0 1,1 0-1,-1 1 0,0-1 0,0 0 0,1 0 0,-1 0 0,0 1 0,1-1 0,-1 0 1,0 0-1,1 0 0,-1 0 0,0 0 0,1 0 0,0 0 0,17-3 11,15-15 16,-6-12-19,42-61 1,-53 66-5,1 2 1,1 0-1,1 2 0,1 0 0,30-25 0,-23 31 5,-26 15-32,-1 15 6,-3-3 21,0 1 0,-1-1 0,0 0 0,-1-1 0,-1 1 0,1-1-1,-9 13 1,-14 27 6,11-16-9,12-26 0,0 0-1,1 0 1,0 0-1,0 1 0,1-1 1,0 1-1,1 0 1,0 0-1,-1 19 0,19-39-52,191-159-83,-194 162 88,-10 14 32,-10 29 38,-1 1-7,8-35-13,0-1-1,-1 1 1,1-1-1,0 1 0,1 0 1,-1-1-1,0 1 1,0 0-1,1-1 1,-1 1-1,1-1 0,-1 1 1,1-1-1,-1 1 1,1-1-1,0 1 1,0-1-1,0 0 0,2 3 1,-1-3 0,1 0 1,0 0-1,-1 0 1,1-1-1,0 1 0,0-1 1,-1 1-1,1-1 1,0 0-1,3-1 1,0 2 3,12-2-1,0 0 0,0 0 1,0-2-1,-1 0 0,1-1 1,-1-1-1,0-1 0,0 0 1,0-1-1,-1-1 0,0-1 1,-1 0-1,0-1 0,0 0 1,-1-1-1,0-1 0,-1 0 1,19-23-1,-29 29-3,1 0 0,-1-1 0,0 1 0,0-1 0,-1 1 0,0-1-1,0 0 1,-1 0 0,1 0 0,-2 0 0,1 0 0,-1 0 0,0-9 0,0 16-2,0-1 0,0 0 1,0 1-1,0-1 0,0 0 1,0 1-1,0-1 0,0 0 1,0 1-1,0-1 0,-1 1 1,1-1-1,0 0 1,0 1-1,-1-1 0,1 1 1,0-1-1,-1 1 0,1-1 1,0 1-1,-1-1 0,1 1 1,-1-1-1,1 1 0,-1-1 1,1 1-1,-1 0 0,1-1 1,-1 1-1,0 0 0,1-1 1,-1 1-1,1 0 0,-1 0 1,0 0-1,1 0 0,-1-1 1,1 1-1,-1 0 0,0 0 1,1 0-1,-1 0 0,0 0 1,1 1-1,-1-1 0,0 0 1,1 0-1,-1 0 0,1 0 1,-1 1-1,0-1 0,1 0 1,-1 1-1,1-1 0,-1 0 1,1 1-1,-1-1 0,1 1 1,-1-1-1,0 2 0,-33 26 25,22-14-14,2 0 0,-1 2 0,2-1 0,0 1 1,0 0-1,2 1 0,0 0 0,1 0 0,1 1 0,0-1 0,2 1 0,-3 25 0,6-42-21,1-1 0,-1 1 0,0 0 0,1-1 0,-1 1 0,1-1 0,-1 1 0,1-1 0,0 1 0,-1-1 0,1 0 0,-1 1 0,1-1 0,0 0 0,-1 0 0,1 1 0,0-1 0,-1 0 0,1 0-1,0 0 1,0 0 0,-1 0 0,1 1 0,0-2 0,-1 1 0,1 0 0,0 0 0,-1 0 0,1 0 0,0 0 0,0 0 0,-1-1 0,1 1 0,-1 0 0,1-1 0,0 1 0,-1 0 0,2-2 0,29-12-607,2-16-1080,6-8-2142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55.7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0 29550,'0'0'2129,"-24"114"-2129,16-64-33,0 4-751,0 2-1665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57.0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360 538 27581,'0'0'2785,"-13"-12"-2564,-42-32-109,54 43-110,-1 1-1,1-1 0,-1 0 0,1 1 1,-1 0-1,1-1 0,-1 1 0,1 0 0,-1 0 1,1 0-1,-1 0 0,0 0 0,1 0 1,-1 0-1,1 1 0,-1-1 0,1 0 1,-1 1-1,1-1 0,-1 1 0,1 0 0,-3 1 1,-24 23 21,20-16-11,-25 23 118,2 2-1,-50 69 0,71-89-97,1 0-1,1 1 1,0 0 0,1 0 0,1 1-1,0 0 1,1 0 0,1 0 0,0 0-1,1 1 1,-1 20 0,4-36-33,0-1-1,0 1 1,0 0 0,0 0 0,0 0-1,0 0 1,1 0 0,-1 0 0,0 0-1,0-1 1,1 1 0,-1 0 0,0 0-1,1 0 1,-1 0 0,1-1 0,-1 1-1,1 0 1,0-1 0,-1 1 0,1 0-1,0-1 1,-1 1 0,1-1 0,0 1-1,0-1 1,-1 1 0,1-1 0,0 1-1,0-1 1,0 0 0,0 0 0,-1 1-1,1-1 1,0 0 0,0 0 0,0 0-1,0 0 1,0 0 0,0 0 0,0 0-1,0 0 1,-1 0 0,1-1 0,1 1-1,4-2 0,0 1-1,0-1 1,0 0-1,-1-1 1,1 1 0,5-5-1,15-10 8,-1-2 0,-1 0 0,-1-2-1,26-29 1,77-102 16,-45 45 79,-6-3 0,68-129-1,-131 213-91,-13 26-6,1 1 0,0-1 0,-1 0 0,1 0 0,0 0 0,0 1 0,-1-1 0,1 0 0,0 0 0,-1 0 0,1 0 0,0 0 0,-1 0 0,1 0 0,0 0 0,-1 0 0,1 0 0,0 0 0,-1 0 0,1 0 0,0 0 0,-1 0 0,1 0 0,0 0-1,-1 0 1,1-1 0,0 1 0,0 0 0,-1 0 0,1 0 0,0 0 0,0-1 0,-1 1 0,1 0 0,0 0 0,0-1 0,-1 1 0,1 0 0,0 0 0,0-1 0,0 1 0,0 0 0,-1-1 0,1 1 0,0 0 0,0-1 0,0 1 0,0 0 0,0-1 0,0 1 0,0 0 0,0-1 0,0 1 0,0 0 0,0-1 0,0 1 0,0 0 0,0 0-1,0-1 1,0 1 0,1 0 0,-1-1 0,0 1 0,0-1 0,-8 8 8,-1 0 1,1 0-1,0 1 0,1 0 0,0 0 0,0 0 1,-8 17-1,-38 69 4,44-76-11,-82 180 132,82-173-119,0 0 1,2 0-1,1 0 1,1 1 0,1 0-1,0 32 1,4-55-17,0 0-1,0 0 1,0 0 0,0 0 0,1 0 0,-1 0-1,1 0 1,0 0 0,0-1 0,0 1 0,0 0-1,1 0 1,-1-1 0,1 1 0,-1-1 0,1 1 0,0-1-1,0 0 1,0 0 0,4 3 0,-3-2-1,1-1 1,0 0-1,0 0 0,0-1 1,0 1-1,1-1 0,-1 0 1,0 0-1,1-1 1,-1 1-1,0-1 0,8 0 1,1-1-1,0 0 1,0-1-1,0-1 1,0 0 0,0-1-1,0 0 1,-1-1-1,17-8 1,-10 0 5,0-1 0,0-1-1,-2 0 1,0-1 0,-1-1 0,0-1 0,-1 0 0,-2-1 0,1 0 0,-2-1 0,14-32-1,-24 48-1,-1 0-1,1 0 0,-1 0 0,0 0 0,0-1 0,0 1 0,-1 0 1,0 0-1,0-8 0,0 11 30,0-23 208,3 11-247,-1 0 1,2 0-1,0 1 0,0-1 1,1 1-1,1 0 1,11-20-1,-5 11-7,15-30-13,-11 24 11,-1-1-1,-1-1 1,-2-1 0,-1 0-1,-1 0 1,8-38 0,-18 67 16,0 0 1,0 1-1,0-1 0,0 0 1,1 1-1,-1-1 0,0 1 1,0-1-1,0 0 0,0 1 1,0-1-1,-1 0 1,1 1-1,0-1 0,0 1 1,0-1-1,0 0 0,-1 1 1,1-1-1,0 1 1,-1-1-1,1 1 0,0-1 1,-1 1-1,1-1 0,-1 1 1,1-1-1,0 1 0,-1 0 1,1-1-1,-1 1 1,0-1-1,-21 6 4,-17 23-1,13 1 16,1 1 1,2 1 0,1 1 0,2 1 0,1 1 0,1 0 0,2 1 0,2 1 0,1 1-1,-14 66 1,22-79-17,1 0 0,1 0-1,2 0 1,0 1 0,4 39-1,-3-62-2,1 0-1,-1 1 1,1-1-1,-1 0 1,1 0-1,0 0 1,0 0-1,0 0 1,0 0-1,0-1 1,0 1-1,1 0 1,-1 0-1,1-1 1,-1 1-1,1-1 1,-1 1-1,1-1 1,0 0-1,2 2 1,0-1 0,0-1 1,0 1-1,1-1 0,-1 0 0,0 0 1,0 0-1,1 0 0,-1-1 1,8 0-1,-3 0 1,-1-1 0,1 0 0,-1-1 1,0 1-1,1-2 0,-1 1 0,0-1 0,0 0 0,-1-1 0,9-5 1,5-7 0,-1-2 0,-1 0 0,-1-1 1,0-1-1,-2-1 0,0 0 0,-2-1 1,0-1-1,-1 0 0,-2-1 0,0-1 1,9-30-1,-20 55-2,0-1 0,0 1 0,0 0 1,0 0-1,0-1 0,0 1 0,0 0 0,0 0 0,0-1 0,0 1 0,0 0 1,-1 0-1,1 0 0,0-1 0,0 1 0,0 0 0,0 0 0,0 0 1,0-1-1,-1 1 0,1 0 0,0 0 0,0 0 0,0 0 0,0-1 1,-1 1-1,1 0 0,0 0 0,0 0 0,0 0 0,-1 0 0,1 0 0,0 0 1,0 0-1,-1-1 0,1 1 0,0 0 0,0 0 0,-1 0 0,1 0 1,0 0-1,0 0 0,0 0 0,-1 0 0,1 1 0,0-1 0,0 0 1,-1 0-1,1 0 0,0 0 0,0 0 0,0 0 0,-1 0 0,1 0 0,0 1 1,0-1-1,0 0 0,-1 0 0,1 1 0,-14 5 5,5 2-2,0 1 0,0 0 0,0 1 0,1 0 1,1 0-1,-1 1 0,2 0 0,-6 12 0,2-5 1,2 1 1,1 1 0,0-1-1,-5 28 1,9-37-14,2 1 0,-1-1 1,2 0-1,-1 1 0,2 10 0,-1-18 2,1 0-1,-1-1 0,1 1 1,-1-1-1,1 1 0,0-1 0,0 1 1,1-1-1,-1 1 0,0-1 1,1 0-1,-1 0 0,1 0 1,0 0-1,0 0 0,0 0 0,0 0 1,0 0-1,0-1 0,0 1 1,0-1-1,1 1 0,4 1 1,12 2-169,1 0 0,0-1 0,1 0 0,-1-2 0,1-1 0,-1 0 0,34-4 0,-24 2-231,73-3-1335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58.4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344 1 29582,'0'0'939,"-2"10"-825,-7 32-4,-3-2 0,-1 1 0,-24 49-1,-71 126 322,46-95-217,37-72-158,2 2 0,-29 92 0,52-143-57,0 0 1,0 0 0,0 0-1,0 0 1,0-1-1,0 1 1,0 0 0,0 0-1,0 0 1,0 0 0,1 0-1,-1 0 1,0 0 0,0 0-1,0 0 1,0 0-1,0 0 1,0 0 0,0 0-1,0 0 1,1 0 0,-1 0-1,0 0 1,0 0 0,0 0-1,0 0 1,0 0 0,0 0-1,1 0 1,-1 0-1,0 0 1,0 0 0,0 0-1,0 0 1,0 0 0,0 0-1,0 0 1,1 0 0,-1 0-1,0 0 1,0 0 0,0 1-1,0-1 1,0 0-1,0 0 1,0 0 0,0 0-1,0 0 1,0 0 0,0 0-1,0 0 1,0 1 0,1-1-1,-1 0 1,0 0-1,0 0 1,0 0 0,0 0-1,0 0 1,16-14-46,19-27-14,38-71 76,-5-2 1,72-167 0,-136 274-13,-1 0 0,0-1-1,0 1 1,-1-1 0,0 1-1,0-1 1,1-15 0,-3 21 25,-1 6 48,-3 14-52,-1 0 1,0 0-1,-11 21 0,9-23-6,0 1 1,1 0-1,1 0 0,-5 34 1,9-44-15,0 2 6,0 1 0,1-1 0,0 0 0,2 12 0,-2-19-10,0-1 1,0 1-1,1 0 0,-1 0 0,1-1 0,0 1 1,-1 0-1,1-1 0,0 1 0,0-1 1,0 1-1,0-1 0,0 1 0,0-1 1,0 0-1,1 0 0,-1 1 0,0-1 0,1 0 1,-1 0-1,1 0 0,-1-1 0,1 1 1,0 0-1,-1 0 0,1-1 0,0 1 1,1 0-1,12 0 1,-1 0 0,1-1 1,0-1-1,-1 0 1,1 0-1,-1-2 0,1 0 1,-1 0-1,0-2 0,0 0 1,-1 0-1,15-8 0,11-8 11,-1-1 0,62-49 0,-83 57-7,-1-1-1,0-1 1,-1 0 0,-1-1-1,-1-1 1,0 0 0,19-39-1,-45 110-2,-6-6 8,10-27 2,1 0-1,0 1 0,1-1 0,2 1 1,0 1-1,1-1 0,-1 28 1,5-47-13,0-1 1,0 1 0,1-1-1,-1 1 1,1-1 0,-1 1 0,1-1-1,-1 0 1,1 1 0,0-1 0,0 0-1,0 1 1,0-1 0,0 0-1,0 0 1,0 0 0,0 0 0,0 0-1,0 0 1,0 0 0,1 0 0,-1 0-1,0-1 1,1 1 0,-1-1 0,1 1-1,-1-1 1,1 1 0,-1-1-1,1 0 1,-1 1 0,1-1 0,-1 0-1,1 0 1,-1 0 0,3-1 0,4 1-1,1 0 1,0-1 0,-1 0 0,1-1 0,11-3 0,17-10 9,0-2 0,-2-2 0,0-1 0,-2-2 1,61-50-1,-79 60-12,-4 3-3,1 0 0,-2 0 0,1-1 0,10-14 0,-35 58 13,-118 165-13,131-197-54,0-4-1622,1-16 115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58.7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30478,'0'0'1617,"124"112"-1617,-72-85 0,8-6-128,11 3-225,5-8-623,8 0-1345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59.1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316 274 28765,'0'0'1086,"-21"11"-849,0 1-165,6-5 1,0 1 1,0 1-1,1 1 0,0 0 0,0 1 1,-21 23-1,31-30-31,-18 18 111,1 1 1,1 1-1,1 1 1,1 0-1,-24 48 1,41-72-153,1 0 0,-1 1 0,0-1 0,1 1 0,-1-1 0,1 1-1,0-1 1,-1 1 0,1-1 0,0 1 0,0-1 0,0 1 0,0-1 0,0 1 0,0-1 0,0 1 0,1-1 0,-1 1 0,0-1 0,1 1 0,0 2 0,0-4-3,0 1 0,0 0 1,0-1-1,0 1 1,0-1-1,1 1 0,-1-1 1,0 1-1,0-1 1,0 0-1,0 1 0,0-1 1,1 0-1,-1 0 1,0 0-1,0 0 0,0 0 1,1 0-1,-1 0 1,2-1-1,6-1 0,0 0 1,-1-1-1,1 0 1,-1-1-1,0 0 0,8-5 1,26-20-1,-1-1 0,-1-3 0,-2-1 0,-1-2 0,36-47 0,140-213 49,-184 245-45,-29 51 2,-1-1 1,1 1-1,0 0 0,-1 0 1,1 0-1,-1-1 0,1 1 1,-1 0-1,1 0 0,-1 0 1,1 0-1,-1 0 0,1 0 1,-1 0-1,1 0 0,-1 0 1,1 0-1,-1 0 0,1 0 1,-1 0-1,1 0 0,-1 0 1,1 1-1,-1-1 0,1 0 1,0 0-1,-1 1 0,0-1 1,-9 6 19,0-1 1,0 2-1,0-1 0,1 1 1,0 1-1,1 0 1,-1 0-1,1 1 1,1 0-1,-11 16 1,2 0 5,1 0 0,1 1 0,-13 33 0,19-39-70,1 0 0,0 1 0,2 0 0,0 0 0,1 0 0,2 0 0,0 1 0,1-1 0,1 1 0,3 24 0,-3-44-48,1 0 1,-1 0-1,1 0 1,0 0-1,0 0 1,0 0-1,0 0 1,0 0-1,0 0 1,0 0-1,1-1 1,-1 1-1,1 0 1,-1-1-1,1 1 1,0-1-1,-1 0 1,1 1-1,0-1 1,0 0-1,0 0 1,0 0-1,0 0 1,4 0-1,22 3-2684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2:59.8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486 1 29902,'0'0'1115,"-7"16"-859,-55 109 151,-86 129 0,-109 119-439,246-363-401,12-22 248,14-25 74,128-194 48,-68 116 57,-29 37 52,42-61 148,-95 164 296,-13 24-478,6-17 10,-15 47 0,26-66-18,0-1 1,0 1-1,1 0 1,1 0-1,0 0 1,1 0-1,1 15 1,0-27-6,-1 0 1,0-1 0,1 1-1,0 0 1,-1 0 0,1 0-1,-1-1 1,1 1-1,0 0 1,0-1 0,-1 1-1,1 0 1,0-1 0,0 1-1,0-1 1,0 1 0,0-1-1,-1 0 1,1 1 0,0-1-1,0 0 1,0 0 0,0 0-1,0 0 1,0 1-1,0-1 1,2-1 0,34 1-16,-29-1 12,5 0 2,0-1-1,0 0 1,-1-1-1,1-1 0,-1 0 1,17-8-1,70-39-13,-75 37 18,-1 1 6,43-34-1,-31 21-3,-40 42 44,-17 19-5,17-28-44,0-1 0,1 1 0,-1 0 0,2 0 0,-1 0 0,1 1 0,0-1 0,0 1 0,1 0 0,0 0-1,0 0 1,0 9 0,3-17-2,0 1 0,0 0 1,-1 0-1,1-1 0,0 1 0,0-1 0,0 1 0,0-1 0,0 1 0,0-1 0,0 0 0,0 1 0,0-1 0,0 0 0,0 0 0,0 0 0,0 0 0,1 0 0,-1 0 0,0 0 0,0 0 0,0 0 0,0 0 0,2-1 1,31-4-5,-21 1 10,-1-1-1,0 0 1,0-1-1,0 0 1,-1-1-1,0 0 1,0-1-1,9-9 1,-14 12-1,-1 0 0,0-1 1,0 1-1,0-1 0,-1 0 0,0 0 1,0 0-1,0-1 0,-1 0 1,0 1-1,0-1 0,-1 0 0,0 0 1,0-1-1,1-12 0,-2 15-1,-1-1 1,0 1-1,0-1 0,-1 1 1,1-1-1,-1 1 0,0 0 1,-1-1-1,1 1 1,-1 0-1,0 0 0,-1 0 1,1 0-1,-5-7 0,3 8-4,1 1-1,-1-1 1,0 1-1,0 0 1,0 0-1,0 1 0,0-1 1,0 1-1,-1 0 1,1 0-1,-1 1 1,0-1-1,1 1 1,-1 0-1,0 0 1,-9 0-1,7 0-34,-1 0 0,1 1 0,-1 0 0,1 1 0,-1-1 0,-7 3 0,12-2-53,0 0 1,-1 0 0,1 0 0,0 1-1,0-1 1,1 1 0,-1 0 0,0-1 0,1 1-1,-1 1 1,1-1 0,-1 0 0,1 1-1,0-1 1,-4 6 0,-3 10-1759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3:00.9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93 359 28109,'0'0'1094,"13"-15"-454,235-280 1107,-235 281-1722,-10 12-22,-1 0 1,1-1-1,-1 1 0,0-1 1,1 0-1,-1 1 0,-1-1 1,1 0-1,0 0 0,1-5 1,-10 10 148,-23 26-122,2 2 1,1 0-1,1 2 0,2 0 1,-24 43-1,24-38 4,-83 145 136,93-152-161,0 1 0,2 0 1,2 0-1,-9 44 0,19-75-10,-1 1 0,1 0 0,0 0 1,0-1-1,0 1 0,-1 0 0,1 0 0,0-1 0,0 1 0,0 0 0,0 0 0,0-1 0,0 1 1,1 0-1,-1 0 0,0-1 0,0 1 0,0 0 0,1 0 0,-1-1 0,0 1 0,1 0 1,-1-1-1,1 1 0,-1-1 0,1 1 0,-1 0 0,1-1 0,0 1 0,1 0-2,-1-1 0,0 0-1,0 0 1,1 0-1,-1 0 1,0 0 0,1 0-1,-1-1 1,0 1 0,0 0-1,1-1 1,-1 1-1,0-1 1,0 1 0,2-2-1,4-2-11,0 0 0,0-1-1,0 0 1,9-10 0,11-16-16,-2-2-1,28-49 1,-56 89 36,-29 65 0,30-66-6,1 0-1,-1 0 1,1 0 0,0 0-1,0 0 1,1 0 0,0 0-1,0 1 1,0-1-1,3 12 1,-3-17 0,1 0 0,-1 0 0,1 0 0,0 0 0,0 0 0,-1 0-1,1 0 1,0 0 0,0 0 0,0 0 0,0-1 0,0 1 0,0 0 0,0 0 0,0-1 0,0 1 0,0-1 0,0 1 0,1-1-1,-1 0 1,0 1 0,0-1 0,0 0 0,3 1 0,35 0-21,-28-2 15,9 0 9,1-1 0,-1-1 1,0-1-1,0-1 0,0-1 0,-1-1 1,1 0-1,31-18 0,0-4 16,84-64 0,-91 61 27,-3-2 1,0-1-1,-3-3 0,-1-1 1,33-45-1,-67 80-44,1 0-1,-1-1 0,0 0 1,-1 0-1,1 0 1,-1 0-1,0 0 0,0 0 1,0-1-1,-1 1 1,0 0-1,1-8 0,-3 12 1,1 1-1,0-1 1,-1 1-1,1-1 1,-1 1-1,1-1 1,-1 1-1,0-1 1,1 1-1,-1-1 1,1 1-1,-1 0 1,0-1-1,1 1 1,-1 0-1,0-1 1,1 1-1,-1 0 1,0 0-1,0 0 1,1 0-1,-1 0 1,0 0-1,1 0 1,-1 0-1,0 0 1,0 0-1,1 0 1,-1 0-1,0 0 1,1 1-1,-1-1 1,-1 1-1,-29 7 13,17 1-10,1-1 0,-1 2 0,2 0 0,-1 0 1,1 1-1,1 1 0,-16 19 0,3 0 14,-41 68-1,48-68-10,-24 61 0,36-78-17,1 0-1,0 0 1,1 1-1,0-1 1,1 1-1,1 0 1,1 18-1,0-30 1,1-1-1,-1 0 0,1 1 0,0-1 1,0 0-1,0 1 0,0-1 0,0 0 0,0 0 1,0 0-1,1 0 0,-1 0 0,1-1 1,0 1-1,-1 0 0,1-1 0,0 1 0,0-1 1,0 1-1,0-1 0,0 0 0,1 0 1,-1 0-1,0 0 0,0 0 0,1-1 0,-1 1 1,0-1-1,4 1 0,10 2-33,-1-2 1,1 1-1,22-2 0,-22-1 17,26 2-152,1-3 0,56-9 0,-85 8 163,0 0 0,-1-1 0,1 0 0,-1-1-1,1-1 1,-2 0 0,1 0 0,-1-2 0,0 1 0,22-19 0,-30 22 48,0-1 0,0 1 1,-1-1-1,1 0 0,-1 0 1,0 0-1,0-1 0,-1 1 1,1-1-1,-1 1 0,0-1 1,-1 0-1,0 0 0,0 0 1,0 0-1,0 0 0,-1 0 0,0-7 1,0 11-24,-1 1 0,1-1 0,0 1 0,0-1 0,0 1 0,-1-1 0,1 1 0,-1 0 0,1-1 0,-1 1 0,0 0 0,0-1 0,1 1 0,-1 0 0,0 0 0,0-1 0,0 1 0,0 0 0,0 0 1,-1 0-1,1 0 0,0 0 0,0 1 0,-1-1 0,1 0 0,0 1 0,-1-1 0,1 0 0,-1 1 0,1 0 0,0-1 0,-1 1 0,1 0 0,-1 0 0,1 0 0,-1 0 0,1 0 0,-1 0 0,1 0 0,-1 0 0,-2 2 0,-2-2 4,-1 2 0,1-1 0,0 1 0,0-1 0,1 2 0,-1-1-1,0 1 1,1 0 0,-9 5 0,-1 5 18,1 0-1,1 1 1,0 0-1,0 0 1,-18 31-1,25-34-17,0 0 0,0 0 0,1 0-1,1 0 1,0 1 0,0-1 0,1 1-1,1 0 1,0 0 0,0 17 0,2-28-14,0 0 0,1-1 1,-1 1-1,0 0 0,1 0 0,-1 0 1,1 0-1,-1-1 0,1 1 1,0 0-1,-1-1 0,1 1 0,0 0 1,-1-1-1,1 1 0,0-1 1,0 1-1,-1-1 0,1 1 0,0-1 1,0 1-1,0-1 0,0 0 1,0 0-1,0 1 0,0-1 0,-1 0 1,1 0-1,0 0 0,0 0 1,0 0-1,0 0 0,0 0 0,0-1 1,0 1-1,1 0 0,38-8-12,-24 1 14,-1-1 0,0 0-1,0-1 1,-1 0-1,0-1 1,-1-1-1,0 0 1,-1-1-1,0 0 1,-1-1 0,17-25-1,-26 35 0,0 0-1,-1 0 1,1-1-1,-1 1 1,0 0-1,0 0 1,0-1-1,0 1 1,0 0 0,0-7-1,-1 10 1,0 0 0,0-1 0,0 1 0,0 0 0,0 0 0,0-1 0,0 1 0,0 0 0,0-1 0,0 1 0,0 0-1,0-1 1,0 1 0,0 0 0,0 0 0,0-1 0,0 1 0,0 0 0,0-1 0,0 1 0,0 0 0,0 0 0,-1-1 0,1 1 0,0 0 0,0 0 0,0-1 0,0 1 0,-1 0 0,1 0-1,0 0 1,0-1 0,-1 1 0,1 0 0,0 0 0,0 0 0,-1 0 0,1-1 0,0 1 0,0 0 0,-1 0 0,1 0 0,0 0 0,-1 0 0,1 0 0,0 0 0,-1 0 0,1 0 0,0 0-1,0 0 1,-1 0 0,1 0 0,0 0 0,-1 0 0,1 0 0,0 0 0,0 1 0,-1-1 0,1 0 0,-11 9-13,4-1-110,1 1 1,1 0 0,0 1 0,0-1-1,1 1 1,0 0 0,0 0 0,1 0-1,0 1 1,1-1 0,1 1 0,-1-1-1,2 1 1,0 11 0,3-1-1342,14-5-776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3:01.7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389 287 29502,'0'0'1587,"-20"-2"-1483,17 2-101,-6-1 10,1 0 1,-1 0 0,1 1-1,-1 0 1,1 0 0,-1 1-1,1 0 1,-1 1-1,1 0 1,0 0 0,0 1-1,0 0 1,0 0 0,0 1-1,1 0 1,-1 0-1,-8 7 1,-8 11 117,0 1 0,1 1 0,-36 49 0,47-56-113,2 0 0,0 0 0,1 1 1,0 0-1,2 1 0,0 0 0,-6 30 1,12-49-22,1 1 1,0 0 0,0 0-1,-1-1 1,1 1-1,0 0 1,0 0 0,0 0-1,0 0 1,0-1 0,0 1-1,0 0 1,0 0-1,0 0 1,1-1 0,-1 1-1,0 0 1,0 0 0,1 0-1,-1-1 1,0 1-1,1 0 1,-1-1 0,1 1-1,-1 0 1,1-1 0,-1 1-1,1-1 1,0 1-1,-1 0 1,1-1 0,0 0-1,-1 1 1,1-1 0,0 1-1,0-1 1,-1 0-1,1 1 1,0-1 0,0 0-1,0 0 1,-1 0 0,1 0-1,0 0 1,0 0-1,0 0 1,-1 0 0,1 0-1,0 0 1,0 0-1,0 0 1,-1 0 0,1-1-1,0 1 1,1-1 0,6-1-10,-1-1 1,1 1 0,0-2 0,11-6-1,26-18-1,-2-1-1,-2-3 1,57-54-1,102-126 30,31-29 33,-220 228-24,-18 15 80,-23 17 26,2 5-112,2 0-1,1 2 1,1 1-1,1 1 0,1 0 1,-22 41-1,-91 197 134,129-254-156,0-1 0,1 2 0,1-1 0,0 0 0,1 1 0,0 0 0,-1 23 0,4-35 1,0 0 0,0 0 0,0-1 1,0 1-1,0 0 0,1 0 1,-1-1-1,0 1 0,0 0 1,1 0-1,-1-1 0,1 1 1,-1 0-1,0-1 0,1 1 1,-1 0-1,1-1 0,-1 1 1,1-1-1,0 1 0,-1-1 0,1 1 1,0-1-1,-1 1 0,1-1 1,0 0-1,-1 1 0,1-1 1,0 0-1,0 0 0,-1 1 1,1-1-1,1 0 0,31 0-77,-24-1 57,10-1 12,-1-2 1,1 0-1,-1-1 0,0 0 1,0-2-1,-1 0 1,0-1-1,0-1 0,25-17 1,-10 4-6,0-2 1,-2-2-1,43-45 1,-55 52 41,-26 27 36,-27 32 58,15-17-80,2 1 0,-26 47 0,38-60-40,0 1 1,1 0-1,0 0 0,1 1 0,1-1 1,0 1-1,1 0 0,0 0 0,0 14 1,28-28-74,-5-4 32,0 0-1,-1-2 0,0 0 0,-1-1 0,1-1 0,27-18 0,-9 2-191,-2-1 0,38-35 0,-85 113 884,10-49-630,0 0-1,0 1 1,0-1 0,0 0 0,1 0-1,-1 0 1,1 1 0,0-1-1,0 0 1,0 0 0,1 1-1,-1-1 1,1 0 0,-1 0 0,1 0-1,0 0 1,2 4 0,-1-5-19,0 0 0,0 0 0,1 0 0,-1-1 1,0 1-1,1-1 0,0 1 0,-1-1 0,1 0 0,0 0 1,-1 0-1,1 0 0,0-1 0,0 1 0,0-1 0,0 0 1,0 1-1,0-1 0,4-1 0,21 1 7,0-1-1,-1-1 0,1-1 1,-1-2-1,31-9 1,-43 10-195,0-1 1,0-1 0,-1-1-1,0 0 1,0-1 0,0 0 0,-1-1-1,-1-1 1,1 0 0,16-18 0,13-28-3540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3:04.6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568 581 19625,'0'0'5141,"-18"8"-4242,3-2-762,-11 5 183,1 1 1,-1 1-1,2 1 1,-25 18 0,-21 21-42,48-38-44,0 1-1,2 1 0,-26 26 0,33-28-191,-19 20 154,-48 70 0,71-91-182,1 0 1,1 1-1,0 0 1,1 1-1,0-1 1,2 1-1,-1 0 1,-2 31-1,2 2-26,-3 3 79,4 1 1,1 0-1,3 0 1,10 80-1,-7-117-69,1-1 0,1 1 0,1-1 0,0 0-1,1-1 1,0 1 0,1-1 0,1-1 0,17 21 0,-10-15 0,1-2 0,1 0 1,1-1-1,1-1 0,34 22 0,4-7-9,0-2-1,2-3 0,117 32 0,-83-32-91,2-5 0,0-3-1,1-5 1,132 0-1,-219-12 103,482-2 36,-1-39-5,500-121 262,-861 138-194,-1-6-1,164-60 1,-242 71-63,-2-2 0,0-3 0,-1-2 0,-2-1 0,-1-3 0,-1-1-1,-2-3 1,57-57 0,-81 71-31,-2-1 0,0-1 0,-1 0 0,-1-1 0,-2 0 0,0-1 0,-1 0 0,-2-1 0,7-26 0,-6 10-49,-2 0 1,-2-1-1,-2 0 1,-1-80-1,-5 98 61,-1 1-1,-1 0 0,-1 0 0,-1 0 0,-1 0 1,-1 1-1,-1 1 0,0-1 0,-2 1 1,-1 1-1,0 0 0,-24-29 0,2 9 146,-2 2 1,-2 0-1,-1 3 0,-67-47 0,53 45-122,-1 2 1,-1 3-1,-2 2 0,-1 2 1,-1 3-1,-2 3 0,0 3 1,-75-15-1,-27 11 32,-1 8 0,-232 6 0,317 13-73,0 3 0,1 3 0,-150 41-1,-221 100-3,359-119 4,13-4 5,-399 157 111,390-145-96,2 3 0,2 4 0,-107 81 0,140-90-737,-57 58 1,72-61-1148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3:07.7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263 321 27325,'0'0'2014,"20"-14"-806,-21 10-1164,0 0 0,0-1-1,-1 1 1,0 0-1,0 0 1,0 0 0,0 0-1,-1 0 1,-5-7 0,7 9-23,-1-1 0,0 1 0,0-1 0,-1 1 0,1 0 0,-1-1 0,1 1 0,-1 0 1,1 1-1,-1-1 0,0 0 0,0 1 0,0 0 0,0 0 0,0-1 0,0 2 1,-4-2-1,1 2-20,-1 1 0,1-1 1,-1 1-1,1 1 0,-1-1 0,1 1 1,0 0-1,0 1 0,0-1 1,0 1-1,0 0 0,1 1 0,-1-1 1,-8 9-1,5-4 4,1 1 1,0 0-1,1 0 1,0 1-1,0 0 1,1 0-1,-9 20 0,7-9 3,0 0 0,1 1 0,2 0 0,0 0 0,1 0 0,1 1-1,1 0 1,2 31 0,0-52-6,1 0 1,-1 1-1,1-1 0,-1 0 0,1 0 0,0 1 1,0-1-1,-1 0 0,2 0 0,-1 0 1,0 0-1,0 0 0,1 0 0,-1 0 1,1-1-1,-1 1 0,1 0 0,0-1 1,0 1-1,0-1 0,0 0 0,0 0 1,0 1-1,0-1 0,0 0 0,0-1 0,1 1 1,-1 0-1,0-1 0,0 1 0,1-1 1,-1 0-1,0 0 0,1 0 0,-1 0 1,3 0-1,4-1 10,0 1 1,-1-1-1,1-1 1,0 0-1,-1 0 1,0-1-1,1 0 0,13-6 1,15-14-19,-1-1 1,-1-2-1,-1-1 0,-1-2 1,-2-1-1,-1-1 1,30-40-1,-16 10-10,-2-1 0,-3-2 0,40-89-1,-74 138 40,-15 22 28,-13 23 44,-6 11-50,2 1 0,-38 78 0,56-100-22,1 0 0,1 0 0,1 1 0,0 0 0,2 0-1,0 0 1,2 1 0,0 42 0,2-63-23,0 1 0,0 0 0,1 0 0,-1 0 0,0 0 0,1-1 0,0 1 0,-1 0 0,1-1 0,0 1 0,0 0 0,0-1 0,0 1 0,0-1 0,0 0 0,1 1 0,-1-1 0,0 0 0,1 0 0,-1 1 0,1-1 0,2 1 0,0 0 0,0 0-1,1-1 1,0 1-1,-1-1 1,1 0-1,0 0 0,-1-1 1,10 1-1,0-2 0,0 0-1,0 0 1,0-1 0,0-1-1,19-6 1,4-7-1,0-1 0,-1-1-1,-1-3 1,-1 0 0,-1-2 0,-1-2 0,-1-1 0,34-37 0,-60 58 0,11-12-8,-12 14 12,-5 10 13,-5 7-12,-2 2 3,1 0-1,1 0 0,1 0 1,0 1-1,1 0 0,1 0 0,-2 32 1,5-47-8,0 1 1,0-1 0,1 0 0,-1 0-1,1 1 1,0-1 0,0 0-1,-1 0 1,2 0 0,-1 0-1,0 0 1,0 0 0,0 0 0,1-1-1,-1 1 1,1 0 0,0-1-1,-1 1 1,1-1 0,0 1-1,0-1 1,0 0 0,0 0 0,0 0-1,0 0 1,0 0 0,0-1-1,1 1 1,-1 0 0,0-1-1,0 0 1,1 1 0,-1-1 0,0 0-1,0 0 1,4-1 0,3 1-21,1 0 0,0-1 1,-1 0-1,1 0 0,-1-1 1,0-1-1,16-6 0,-14 4-215,0-1 0,0 0 1,-1-1-1,0 0 0,0-1 0,-1 0 0,0-1 0,0 0 0,12-16 0,4-16-2791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3:08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30414,'0'0'1168,"104"63"-1152,-56-54-16,-4 0-80,0 0-496,-4 0-288,-8 0-1889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3:08.4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106 208 26060,'0'0'3759,"14"-18"-3708,106-129 111,-119 146-159,1-3 6,1 1 0,-1 0-1,1-1 1,-1 0 0,0 1 0,-1-1 0,1 0-1,-1 0 1,2-5 0,-19 11 567,6 4-511,0-1-1,1 2 0,-1-1 1,1 2-1,0-1 0,1 1 0,0 0 1,0 1-1,1 0 0,-12 18 1,-1 5 39,1 1 1,-14 36 0,31-66-102,-16 37 88,-14 49 0,28-76-77,1-1 0,1 1 0,-1 0 0,2-1-1,0 1 1,1 0 0,0 0 0,3 21 0,-2-32-15,-1 0 1,1 0 0,-1 0-1,1 0 1,0 1-1,0-1 1,0-1 0,0 1-1,1 0 1,-1 0 0,0 0-1,1-1 1,-1 1-1,1 0 1,0-1 0,0 0-1,-1 1 1,1-1 0,3 2-1,0-1-1,0 0 0,1 0 0,-1 0 0,0-1 0,1 0 0,-1 0 0,11 0 0,-1-1-3,1 0 0,0-1 0,-1-1 0,28-7 1,-24 3-5,-1-1 0,1 0 1,-1-2-1,-1 0 1,0-1-1,0-1 1,-1 0-1,0-1 0,-1-1 1,0 0-1,-1-1 1,-1-1-1,15-20 1,-19 21-10,-13 20 37,-15 24 17,15-20-48,0 0 1,0 0 0,1 1-1,0-1 1,1 1-1,0-1 1,1 1-1,0 0 1,1 18-1,1-29-71,-1 1-1,1-1 0,0 1 1,0-1-1,0 1 1,0-1-1,0 0 0,0 0 1,0 0-1,0 1 0,0-1 1,0 0-1,0 0 1,0 0-1,0 0 0,0-1 1,1 1-1,0 0-201,18-2-2482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3:08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0 30974,'0'0'32,"-20"104"-4418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3:09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147 243 28941,'17'-18'651,"1"-1"-564,5-7 105,1 1 0,2 1 1,0 1-1,51-33 1,-77 56-188,0 0 0,0 0 0,0 0 1,0-1-1,0 1 0,0 0 0,0 0 1,1 0-1,-1 0 0,0 0 0,0 0 0,0-1 1,0 1-1,1 0 0,-1 0 0,0 0 1,0 0-1,0 0 0,0 0 0,1 0 0,-1 0 1,0 0-1,0 0 0,0 0 0,1 0 1,-1 0-1,0 0 0,0 0 0,0 0 0,1 0 1,-1 0-1,0 0 0,0 0 0,0 0 1,0 0-1,1 0 0,-1 0 0,0 0 0,0 1 1,0-1-1,0 0 0,1 0 0,-1 0 1,0 0-1,0 0 0,0 0 0,0 1 0,0-1 1,0 0-1,1 0 0,-1 0 0,0 0 1,0 1-1,0-1 0,0 0 0,0 0 0,0 0 1,0 1-1,0-1 0,0 0 0,0 0 1,0 1-1,-6 19 148,-17 24-35,-313 514 512,433-714-766,-92 147 122,14-27-51,-16 29 47,-11 19 29,-8 13 14,-18 33 18,32-55-42,1 1 0,-1 0 1,1 0-1,0 0 1,0 0-1,1 0 0,-1-1 1,1 1-1,0 1 0,0-1 1,0 0-1,0 0 0,1 0 1,1 4-1,-2-7-2,1 0-1,-1 0 1,1 0-1,0 0 1,-1 0-1,1-1 1,0 1-1,0 0 1,0 0-1,0 0 1,0-1-1,0 1 1,0-1-1,0 1 0,0 0 1,0-1-1,0 0 1,0 1-1,0-1 1,0 0-1,0 1 1,1-1-1,-1 0 1,1 0-1,36 0 0,-27 0 5,10-2 5,0-1-1,0 0 1,-1-2 0,1 0 0,-1-1-1,28-13 1,-11 2 3,-1-2 1,50-33-1,-22 1 21,-107 78 32,21-6-58,1 0 0,1 1-1,-23 32 1,36-45-5,1 1 0,0 0 0,1 0 0,0 0 0,0 1 0,1 0 0,0 0 0,1 0 0,0 0 0,1 0 0,-1 20 0,3-31-2,0 1 1,0 0 0,0 0-1,0 0 1,0 0 0,0 0-1,0 0 1,1 0 0,-1 0-1,0 0 1,1-1 0,-1 1-1,0 0 1,1 0 0,-1 0-1,1-1 1,-1 1 0,1 0-1,0 0 1,-1-1 0,1 1 0,0-1-1,-1 1 1,1 0 0,0-1-1,0 0 1,0 1 0,-1-1-1,1 1 1,0-1 0,2 1-1,0-1-1,1 0-1,-1 1 1,1-1-1,0 0 1,-1-1-1,1 1 1,-1-1-1,7-1 1,4-3-5,0 1 0,-1-2-1,19-10 1,37-26 26,-2-3-1,80-70 0,-106 77-4,-2-1 0,-1-2 0,-3-1 1,40-61-1,-72 98-13,71-122 9,-67 114-16,-1-1 0,-1 1 0,0-1 0,-1 0 0,0-1 0,-1 1 0,-1 0 0,1-18 0,-22 42 65,1 7-46,-1 0 0,2 2 0,0 0 1,-24 37-1,-51 95 42,81-130-43,-89 172 91,87-163-99,2 0-1,0 1 0,3 0 1,-9 54-1,17-84-2,0 43-31,0-44 29,0 1 0,0 0 1,0 0-1,1-1 0,-1 1 0,0 0 0,1 0 0,-1-1 0,1 1 0,-1-1 0,1 1 0,-1 0 0,1-1 0,0 1 1,-1-1-1,1 1 0,-1-1 0,1 1 0,0-1 0,0 0 0,-1 1 0,1-1 0,0 0 0,0 1 0,-1-1 0,1 0 1,0 0-1,0 0 0,0 0 0,-1 0 0,1 0 0,0 0 0,0 0 0,0 0 0,-1 0 0,1 0 0,0-1 0,0 1 0,-1 0 1,1 0-1,0-1 0,0 1 0,-1 0 0,1-1 0,0 1 0,-1-1 0,1 1 0,-1-1 0,2 0 0,14-11 9,0 0 0,0-1 0,-2-1-1,1 0 1,16-23 0,23-21 4,-15 19-10,-21 21-5,0 0 0,1 1 0,35-23-1,-54 40 4,0-1 0,0 1 0,0 0 0,0 0 0,0 0-1,0 0 1,0 0 0,1 0 0,-1 0 0,0 0 0,0 0-1,0 0 1,0 0 0,0 0 0,0 0 0,1 0-1,-1 0 1,0 0 0,0 0 0,0 0 0,0 0 0,0 0-1,0 0 1,1 0 0,-1 0 0,0 0 0,0 0 0,0 0-1,0 0 1,0 1 0,0-1 0,0 0 0,1 0 0,-1 0-1,0 0 1,0 0 0,0 0 0,0 0 0,0 0-1,0 1 1,0-1 0,0 0 0,0 0 0,0 0 0,0 0-1,0 0 1,0 0 0,0 1 0,0-1 0,0 0 0,0 0-1,0 0 1,0 0 0,0 0 0,0 0 0,0 1 0,0-1-1,0 0 1,0 0 0,0 0 0,0 0 0,0 0-1,0 0 1,0 1 0,-3 11-7,-37 62 16,28-55-4,1 2 0,1-1 0,1 1 0,-9 29 0,14-35-9,1-1-1,1 1 0,-2 28 1,22-43-39,-8-4 44,0-1-1,0 1 1,0-2-1,-1 1 1,1-1-1,-1-1 1,12-11 0,54-56-1,-66 65-15,-1-1 0,0 1 0,0-1-1,-1-1 1,0 1 0,7-18 0,-48 52 76,29-20-61,0 1 0,1 0 1,0 0-1,0 1 0,0-1 0,1 1 0,0-1 0,0 1 1,0 0-1,1 0 0,0 1 0,0-1 0,0 0 0,1 1 1,-1 9-1,3-15-2,-1-1 1,1 1 0,-1 0-1,1-1 1,0 1 0,-1-1-1,1 1 1,0-1 0,-1 1-1,1-1 1,0 0 0,0 1-1,-1-1 1,1 0 0,0 0-1,0 0 1,0 1 0,0-1 0,-1 0-1,1 0 1,0 0 0,0 0-1,0 0 1,-1-1 0,3 1-1,25-2 7,-13-2-3,0-1 1,-1 0-1,0-1 0,0 0 0,0-2 0,-1 1 0,0-1 0,-1-1 1,1 0-1,-2-1 0,1-1 0,-2 0 0,1 0 0,10-16 0,-19 25-1,0-2-1,0 1 0,1 0 1,-2-1-1,1 0 0,0 1 0,-1-1 0,1 0 0,-1 0 1,0 0-1,0 0 0,0-4 0,-18 9 24,9 3-22,1 1-1,0-1 1,0 1-1,0 0 1,1 1-1,0-1 1,0 1-1,0 0 1,1 1-1,0 0 1,-6 10-1,5-7 5,0 0 0,1 0-1,0 1 1,1-1 0,0 1 0,0 0-1,-3 22 1,6-29-5,1 1 1,-1 1-1,1-1 1,0 0-1,1 0 0,-1 0 1,1 0-1,0 0 1,0 0-1,0-1 0,1 1 1,-1 0-1,1 0 0,0-1 1,1 1-1,-1-1 1,1 0-1,4 5 0,-3-5 1,1 0-1,0-1 0,-1 1 1,1-1-1,0-1 1,1 1-1,-1-1 0,0 0 1,1 0-1,-1 0 0,1-1 1,0 0-1,0 0 0,-1 0 1,12-1-1,-7 2-32,0-2-1,0 0 1,1 0-1,-1-1 1,0 0-1,0 0 1,0-2-1,0 1 1,0-1 0,0 0-1,-1-1 1,1 0-1,-1-1 1,0 0-1,0 0 1,-1-1-1,0 0 1,0-1-1,0 1 1,0-2-1,-1 1 1,-1-1 0,10-13-1,9-19-872,-1-4-668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3:10.3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324 1 30094,'0'0'528,"-99"158"-80,63-75-336,0 10-112,-4 6-224,-12 4-752,-8 4-6292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6:12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25 319 27164,'0'0'1796,"-24"-5"-283,24-4-1499,0 0 1,1 1 0,0-1 0,1 0 0,0 1 0,0 0-1,1-1 1,3-7 0,2-1-13,1 1 0,0 0 0,1 1 0,0 0-1,1 1 1,1 0 0,1 1 0,0 0 0,0 1 0,1 0 0,1 1 0,0 1-1,0 0 1,1 1 0,0 1 0,24-9 0,-37 16-2,0 0 1,-1 0-1,1 0 0,0 0 0,0 1 1,0-1-1,0 1 0,0 0 0,0 0 1,-1 0-1,1 0 0,0 0 0,0 1 1,0-1-1,0 1 0,0 0 0,-1 0 1,1 0-1,0 0 0,-1 0 1,1 1-1,0-1 0,-1 1 0,0 0 1,1-1-1,-1 1 0,2 3 0,3 3 2,-1 1-1,-1 0 0,1 0 0,-2 1 0,1-1 1,2 12-1,-3-12-1,6 28 0,-8-33 1,-1-1 0,1 1 0,-1-1 0,1 1 0,0-1 0,1 0 1,-1 0-1,1 0 0,-1 0 0,1-1 0,0 1 0,0-1 0,0 1 0,0-1 0,0 0 0,0 0 0,1-1 0,-1 1 0,7 1 1,6 2 6,0-1 0,1 0 1,22 1-1,-6-1-2,29 3 11,0-3-1,72-4 0,-51-1-14,-30-2 12,0-2 0,68-17 0,27-2 8,47 4-6,281 6 0,-145 30-22,273 6 9,4-20 2,628-5-4,-304-32 335,-192 12-291,-697 22-44,468-19 62,254-24 113,-184 36-10,-342 10-153,-123-3-15,191 8-1,-304-6 0,0 0 0,0 0 0,0 0 1,0 0-1,0 1 0,0 0 0,0-1 0,-1 1 0,1 0 1,-1 0-1,1 0 0,-1 1 0,0-1 0,0 1 1,0-1-1,0 1 0,0 0 0,0 0 0,-1-1 0,1 1 1,-1 0-1,0 1 0,0-1 0,0 0 0,0 0 0,-1 0 1,1 1-1,-1-1 0,0 0 0,0 0 0,0 1 1,0-1-1,-1 0 0,0 4 0,-1-5 0,-1 1 1,1-1-1,-1 0 1,0 0-1,1 0 0,-1 0 1,0 0-1,0-1 1,0 1-1,0-1 0,-1 0 1,1 0-1,0 0 0,-1 0 1,1-1-1,-5 1 1,-7 3 14,-70 24-11,-2-4-1,-1-4 0,0-4 1,-1-4-1,-95 2 1,-90-11 24,-64 3-26,291-4 3,-676 21 38,509-24-26,-224 3 23,252 6-18,-235 5-9,65-28-103,306 11 75,0 1-1,0 3 1,0 2 0,0 2-1,0 2 1,1 2 0,-83 26-1,-37 29 1,169-63 17,-1 0 1,1 0 0,0 0-1,-1 0 1,1 0-1,-1 0 1,1 0 0,-1 1-1,1-1 1,-1 0-1,1 0 1,-1 0 0,1 1-1,0-1 1,-1 0-1,1 0 1,-1 1 0,1-1-1,0 0 1,-1 1-1,1-1 1,0 0 0,0 1-1,-1-1 1,1 1-1,0-1 1,0 0 0,-1 1-1,1-1 1,0 1-1,0-1 1,0 1 0,0-1-1,0 1 1,0-1-1,0 1 1,0-1 0,0 1-1,20 6-39,39-3-29,-56-4 68,619-11 17,-599 10-16,14 2 23,-63-3-1049,-11-4-1989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6:18.5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909 1 28061,'0'0'1806,"-16"29"-1590,-5 11-113,2 1 0,2 1 1,2 0-1,2 1 0,-8 45 0,20-87-103,0 34 384,22-35-352,601 9 64,47-3-81,-146-5 0,5-16 17,-523 12 18,-17 0-35,-24-1-19,-865 26-426,226 7 329,674-29 58,29-1-79,30-4 125,0-3 0,86-24 0,-35 7 1,570-84-1,-669 109 23,-9 0 68,-19 0 85,-107 6-165,-233 43 1,117-11-10,-407 23 11,590-59 13,23-1 20,-1 2 0,-51 9 0,64-7-43,-1-1-1,1-2 0,-1 0 1,1-2-1,-45-4 0,58 1-3,1 0-1,0 0 1,0-1-1,0 0 1,0-1 0,-15-11-1,-25-12 4,22 14 1,0-1 0,-28-22 0,28 18 9,-47-24 0,64 38-13,-1 0 0,0 1 0,0 1-1,0-1 1,0 2 0,-1 0 0,1 0 0,-18 0-1,3 1 3,18 0-2,0 0 0,0 1-1,0 0 1,0 0 0,-1 1 0,-7 2-1,4-1 5,0 1-1,1 1 0,0 0 1,0 0-1,0 1 0,1 0 1,-1 1-1,1 0 0,0 1 1,1 0-1,-17 17 0,24-21-7,0 1 0,1 0 0,0-1 0,0 1 0,0 0-1,0 0 1,0 0 0,1 0 0,0 0 0,0 0 0,0 0 0,1 7-1,0 5-1,-1-13 4,1 0-1,-1-1 0,1 1 0,0 0 0,0-1 1,0 1-1,0-1 0,0 0 0,0 1 0,1-1 1,-1 0-1,1 0 0,0 0 0,0 0 0,-1 0 1,1 0-1,1 0 0,-1-1 0,4 4 0,-5-5 3,0 0 0,0 1 0,-1 0 0,1-1 0,0 1-1,0 0 1,-1-1 0,1 1 0,0 0 0,-1 0 0,1 0 0,0-1-1,-1 1 1,0 0 0,1 0 0,-1 0 0,1 0 0,-1 0-1,0 0 1,0 0 0,1 0 0,-1 0 0,0 0 0,0 0 0,0 2-1,-1-3 0,1 1-1,0-1 1,-1 0 0,1 1-1,-1-1 1,1 0-1,0 0 1,-1 1-1,1-1 1,-1 0-1,1 0 1,-1 0-1,1 0 1,-1 1-1,1-1 1,-1 0 0,1 0-1,-1 0 1,1 0-1,-1 0 1,1 0-1,-1 0 1,1 0-1,-1-1 1,1 1-1,-1 0 1,1 0 0,0 0-1,-1 0 1,1-1-1,-1 1 1,1 0-1,-1 0 1,1-1-1,0 1 1,-1-1-1,-17-8 12,11-5-10,6 12-1,0 0-1,1 0 1,-1 0-1,0 0 1,0 1-1,0-1 0,0 0 1,-1 1-1,1-1 1,0 1-1,-1 0 0,1-1 1,-1 1-1,1 0 1,-1 0-1,0 0 1,0 0-1,1 0 0,-1 0 1,0 0-1,0 1 1,0-1-1,0 1 1,0-1-1,0 1 0,0 0 1,0-1-1,0 1 1,0 0-1,0 1 1,0-1-1,-2 1 0,-11-2 0,12 1 0,0-1 0,0 1 0,0 0 0,0 0 0,0 0 0,-1 0 0,1 1 0,0-1 0,0 1 0,0 0 0,0 0 0,0 0 0,1 0 0,-1 0 0,0 1 0,0-1 0,-3 3 0,6-2 0,0 0-5,0 6-3,-1-7 5,1 1 0,0 0 0,0 0 0,0-1 0,0 1 0,0 0 0,0-1 0,0 1 0,1 0 0,-1-1 0,1 1 0,-1 0 0,1-1 0,-1 1 0,1-1 0,0 1 0,0-1 0,0 1-1,0-1 1,0 1 0,2 1 0,3 3 4,1-1-1,-2 1 0,1 1 0,-1-1 0,0 1 0,0 0 1,-1 0-1,0 0 0,0 1 0,0-1 0,-1 1 0,0 0 1,-1 0-1,0 0 0,2 14 0,-4-15 3,1 0 0,0 0 0,0-1 0,1 1 0,0-1 0,0 1 0,0-1 0,5 9 0,-4-11-3,-1 0 0,0 0 1,-1 0-1,1 0 0,-1 1 0,1-1 1,-1 0-1,-1 1 0,1 3 1,8 26-2,-6-26 1,-1 0 0,0 1 0,-1-1 0,0 1 0,0-1 0,-1 12 0,8 52 0,-16-4 0,-2-17 0,7-43 0,1 0 0,0-1 0,1 1 0,-1 15 0,-6 52 0,8-72 1,-1-1 0,1 0 0,0 1-1,-1-1 1,1 0 0,-1 0-1,0 1 1,1-1 0,-1 0 0,-2 3-1,1-3 1,1 0 0,0 1 0,1-1-1,-1 0 1,0 0 0,0 0-1,1 0 1,-1 1 0,1-1 0,0 4-1,-25 39-2,2-11 5,20-31-3,0 0 0,1 0 0,-1-1 0,1 1 0,0 1 0,0-1 0,0 0 0,1 0 0,-1 1 0,1-1 0,-1 1-1,1-1 1,1 1 0,-2 6 0,-6 90 128,8-116-1747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6:23.8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317 506 23963,'0'0'5653,"17"-3"-5381,657-47 739,19 41-762,-674 9-248,24-1 3,0 2 0,1 2-1,72 14 1,-104-10-10,-18-1 37,-22 2 34,-942 81 10,944-88-77,-398 2 23,410-4-12,0-1 1,0-1-1,-19-5 0,28 6 0,0 0 0,1 1-1,-1-1 1,1-1-1,-1 1 1,1-1 0,0 0-1,0 0 1,0 0-1,0 0 1,1-1-1,-6-5 1,5 4-6,0 0-1,0 0 1,-1 0 0,1 1-1,-1 0 1,0 0 0,-1 0-1,1 1 1,-1-1 0,-8-3-1,-67-20 28,16 6-20,-114-49-23,179 70 12,1 0 0,-1 0 0,0 0 0,0 0 0,0 0 0,1-1 0,-1 1 0,0 0 0,0 0 0,0 0 0,0 0 0,0 0 0,1 0 0,-1-1 0,0 1 0,0 0-1,0 0 1,0 0 0,0 0 0,0-1 0,0 1 0,0 0 0,0 0 0,1 0 0,-1-1 0,0 1 0,0 0 0,0 0 0,0 0 0,0 0 0,0-1 0,0 1 0,0 0 0,0 0 0,0 0 0,-1-1 0,1 1 0,0 0 0,0 0 0,0 0 0,0-1 0,0 1 0,0 0-1,0 0 1,0 0 0,0 0 0,-1 0 0,1-1 0,0 1 0,0 0 0,0 0 0,0 0 0,-1 0 0,1 0 0,0 0 0,0 0 0,0-1 0,0 1 0,-1 0 0,1 0 0,0 0 0,0 0 0,0 0 0,-1 0 0,1 0 0,0 0 0,0 0 0,13-4-9,269-45 63,3 12 1,361 0-1,-496 42-29,292 49 0,714 95-10,-255-106 263,-2358 17-362,1440-59 79,49-3-4,47 3 0,3-1 33,439-31 57,1983 11 131,-2458 21-211,1300 18 0,-1051-6 13,-585-20-109,1317-5 96,469 4 3,-1242 17-3,98 0-11,488 4 39,-257-1-16,588-3 87,-856-32-107,-122 5 0,-92 13 3,-30 2 2,72-11 0,-138 13 7,1 0 0,-1-1-1,1 1 1,-1-1 0,0 0-1,0 0 1,0-1 0,0 0 0,0 0-1,-1 0 1,1 0 0,-1-1 0,0 1-1,4-5 1,7-3-8,0 2-1,1 0 0,0 1 1,0 0-1,1 1 1,-1 1-1,2 1 1,-1 0-1,24-3 1,23 3 30,-64 4-25,0 0 0,0-1 0,-1 1 0,1 0 1,0 0-1,-1 0 0,1 0 0,-1 0 0,1 0 0,-1 0 0,1 1 0,-1-1 0,0 0 0,1 0 0,-1 0 0,0 1 0,0-1 0,0 0 0,1 0 0,-3 0 0,-27-9-8,-1 0 0,0 3 0,0 0 1,-54-3-1,34 4-2,-618-42 26,411 37-55,-83 3 46,11 1 0,-314-35 8,440 25-46,-195-10-52,-69 2 47,117 4 8,-460 13-85,434 25 93,71-2 49,-823-5-98,795-11 75,-78-22 13,191 6-11,-283-1-20,226 9 9,-520 0 66,673 4-59,-1022-24 182,621 29 2,511 2-187,1 0 1,0 0-1,0 2 0,0 0 1,0 0-1,-17 9 0,19 9-290,-12-6-1910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6:48.3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2706 256 26268,'0'0'2668,"-44"-24"-1494,-26 5-1133,0 2 1,0 4 0,-106-6-1,-220 10 101,316 9-58,-603 7-12,162 13-69,423-11-6,-115 5 3,199-12 5,1-1 0,-1 1 0,-24 8-1,-24 4 9,28-8-16,-35 3 134,39-9-143,20 0-1,27 0 6,375 0 18,778-8 58,-885-1 21,292-5 60,-252 2-55,-45 0-32,259-9 22,-157 4-26,613 10 180,-575 9-220,-327-1-15,593-17 27,62-29 12,-116 19-67,610-28 67,-139 43 2,-1052 11-34,0 2 1,91 15 0,-140-17-14,0 1 0,0 0 0,0 0 0,0 0 1,0 0-1,0 0 0,0 0 0,0 1 0,0-1 0,-1 1 1,1-1-1,0 1 0,-1 0 0,1-1 0,-1 1 1,0 0-1,0 0 0,0 0 0,0 0 0,0 0 1,0 0-1,0 1 0,0-1 0,-1 0 0,1 0 1,-1 0-1,0 1 0,0-1 0,0 0 0,0 3 1,0-1-2,0-1 0,0 1 0,-1-1 0,1 1 1,-1-1-1,0 1 0,0-1 0,0 0 0,0 0 1,-1 1-1,1-1 0,-1 0 0,0 0 0,0 0 1,0-1-1,0 1 0,-1 0 0,1-1 0,-5 4 0,-5 1 3,1-1 0,-1-1 0,0 0 0,-1-1 0,1 0 0,-1 0 0,-16 1 0,-99 6 0,75-7 0,-529 5 60,353-11-42,-145-12-9,6 1-15,274 13 7,-508 6 43,2 40-39,437-25 9,159-20-17,3-1-10,98 11-62,1930-15 182,-2011 4-107,341-16 0,-353 16 13,-13 0-71,-4 0-146,-53 0-588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0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4 28685,'0'0'1817,"0"-3"-1441,0 6-141,-4 15-206,-1-1 0,-13 31-1,0 3 1,-34 127 18,-23 71-76,67-207-1033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1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28285,'0'0'1561,"12"-12"-1340,-12 12-217,16-16 116,0 1 1,0 1 0,1 1 0,38-23 0,-50 33-109,-1 1-1,1 0 0,0 0 0,0 0 0,0 1 1,0 0-1,0 0 0,0 0 0,1 0 0,-1 1 1,0 0-1,0 0 0,6 1 0,-9 0-9,1-1 1,-1 1-1,0 0 0,0 0 0,0 1 0,0-1 0,0 0 0,0 1 1,0-1-1,0 1 0,-1 0 0,1 0 0,0-1 0,-1 1 1,0 0-1,1 0 0,-1 0 0,0 1 0,0-1 0,0 0 0,0 0 1,0 1-1,-1-1 0,1 0 0,-1 1 0,0-1 0,1 0 1,-1 1-1,-1 3 0,3 16 16,-2 0 0,0 0 0,-1 0 1,-5 22-1,5-37-6,0-1-1,-1 0 1,1 0-1,-2 0 1,1 0 0,0 0-1,-1 0 1,0-1 0,-1 1-1,1-1 1,-1 0 0,0 0-1,0 0 1,0 0-1,-1-1 1,0 0 0,0 0-1,-9 6 1,13-9-45,-1 0 0,0 0 1,1 0-1,-1 0 0,0 0 0,1 0 1,-1-1-1,0 1 0,0-1 1,0 1-1,0-1 0,0 1 0,0-1 1,0 0-1,1 0 0,-1 0 0,0 0 1,0 0-1,0-1 0,0 1 0,0-1 1,0 1-1,0-1 0,1 1 0,-1-1 1,0 0-1,0 0 0,1 0 0,-1 0 1,1 0-1,-1-1 0,1 1 0,-1 0 1,1-1-1,0 1 0,-1-1 0,1 1 1,0-1-1,0 1 0,0-1 0,0 0 1,1 0-1,-1 1 0,0-1 1,1 0-1,-1 0 0,1 0 0,0 0 1,-1 0-1,1 0 0,0 0 0,0 0 1,0 0-1,1-3 0,-1-12-1954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1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27965,'0'0'2169,"0"13"-2049,-3 14-77,0 0 0,-2-1 0,-1 1 0,-1-1 0,-2 0 0,-21 48 0,29-72-37,1-1 95,-1-7-72,1 0-1,0 0 1,0 1-1,1-1 1,-1 0-1,1 0 0,0 1 1,1-1-1,-1 1 1,1-1-1,1 1 1,-1 0-1,0 0 1,1 0-1,0 0 1,1 0-1,-1 0 1,1 1-1,0 0 1,0 0-1,0 0 1,0 0-1,1 0 1,7-4-1,-3 0-99,1 1-1,1 0 0,-1 0 0,1 1 0,0 0 0,0 1 1,1 1-1,-1 0 0,1 0 0,0 1 0,0 0 0,24-1 1,-24 9-1890,-4 1-43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2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14 25708,'0'0'4268,"-4"2"-4124,-3 3-119,0 1-1,0-1 0,0 1 0,1 1 1,0-1-1,0 1 0,0 0 0,1 1 1,0-1-1,1 1 0,0 0 0,0 0 0,0 1 1,1-1-1,0 1 0,1-1 0,0 1 1,1 0-1,-1 0 0,1 0 0,1 0 1,0 0-1,1 9 0,0-17-23,0 0-1,-1 0 1,1 0 0,0 0-1,0 0 1,0-1-1,0 1 1,0 0 0,0-1-1,0 1 1,0-1-1,0 1 1,0-1 0,0 1-1,0-1 1,1 0 0,-1 0-1,0 0 1,0 1-1,0-1 1,0 0 0,1 0-1,0-1 1,40 1 62,-30-1-26,-4 1-20,0-1 0,0 0 1,-1-1-1,1 0 0,0 0 0,-1-1 1,0 0-1,1 0 0,-1-1 0,0 0 1,-1 0-1,1 0 0,-1-1 0,0 0 1,0 0-1,0-1 0,-1 0 0,0 0 1,0 0-1,0 0 0,-1-1 0,0 0 1,0 0-1,-1 0 0,0 0 0,0-1 1,0 1-1,-1-1 0,0 1 0,-1-1 1,1-14-1,-2 20-8,1 0 0,-1 1 0,0-1 1,0 0-1,-1 1 0,1-1 0,0 0 0,-1 1 0,1-1 0,-1 0 0,1 1 1,-1-1-1,0 1 0,1-1 0,-1 1 0,0-1 0,0 1 0,0 0 1,0-1-1,-1 1 0,1 0 0,0 0 0,0 0 0,-1 0 0,1 0 0,-1 0 1,1 0-1,-4-1 0,-1 1-21,0-1-1,0 1 1,0 1 0,-1-1-1,1 1 1,-11 1 0,16-1-31,0 0 1,-1 0-1,1 0 1,0 1-1,0-1 1,0 0-1,0 0 1,0 1-1,-1-1 1,1 0-1,0 1 1,0 0 0,0-1-1,0 1 1,0-1-1,0 1 1,0 0-1,0 0 1,1 0-1,-1-1 1,0 1-1,0 0 1,1 0-1,-1 0 1,-1 2-1,0 12-1667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3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28605,'0'0'2222,"0"3"-2134,-1 29-53,-3 0-1,-10 45 0,-3 27 18,10-75-74,6-27 10,4-5 5,7-11 8,22-28 36,-3 3-28,2 0-1,2 2 1,60-54 0,-93 90-10,1 1-1,-1-1 1,1 1-1,-1-1 1,0 0-1,1 1 1,-1 0-1,1-1 1,0 1-1,-1-1 1,1 1-1,-1-1 1,1 1-1,0 0 1,-1 0 0,1-1-1,0 1 1,-1 0-1,1 0 1,0 0-1,-1 0 1,1-1-1,0 1 1,-1 0-1,1 0 1,0 0-1,0 1 1,-1-1-1,1 0 1,0 0-1,0 1 1,1 21-78,-3-7 99,1 289 20,21-302-3834,-6-3-5632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3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25452,'0'0'5154,"84"16"-5106,-60-12-48,0-1 32,-4-3-32,-4 0-48,0 2-192,-4-2-432,0 0-817,-8 0-896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3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26748,'0'0'4242,"52"23"-4050,-24-21-48,4 0-96,0-2-48,0 0-16,4 0-304,0 0-384,0 0-641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4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0 292 28605,'0'0'1673,"7"-6"-1412,55-56 13,-3-3 0,65-94 0,-121 166 138,-5 8-437,-47 124 81,-8 117 43,51-210-118,3-16-152,-2 0-1,-9 32 0,11-55-1394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4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28765,'0'0'2113,"-4"111"-1745,-4-75-176,4 0-128,0-5 0,-4-4-48,4-4-16,0-7 0,0-3-64,4-6-352,0-5-272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5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89 26204,'0'0'3916,"1"-9"-3670,-1 5-214,0 1 1,0 0-1,1-1 1,0 1-1,-1 0 0,1 0 1,0-1-1,0 1 1,1 0-1,-1 0 0,1 0 1,-1 0-1,1 1 1,0-1-1,0 0 0,1 1 1,-1-1-1,0 1 1,1 0-1,-1 0 0,1 0 1,0 0-1,0 0 1,-1 0-1,1 1 0,0-1 1,1 1-1,-1 0 1,0 0-1,0 0 1,0 1-1,1-1 0,5 0 1,66 0 97,-75 1-129,1 0 0,0 0-1,0 1 1,-1-1-1,1 1 1,0-1 0,-1 0-1,1 1 1,-1-1-1,1 1 1,-1 0-1,1-1 1,-1 1 0,1-1-1,-1 1 1,1 0-1,-1-1 1,0 1-1,1 0 1,-1-1 0,0 1-1,0 0 1,0 0-1,1-1 1,-1 1 0,0 0-1,0 0 1,0-1-1,0 2 1,1 29 5,-2-26 2,1 6-4,-1 0-1,0-1 0,0 1 0,-2-1 0,1 0 0,-1 1 0,-1-1 0,1 0 0,-7 9 0,-4 7 17,-35 44 0,7-12-10,1 15-18,38-69 7,1 1 0,0 0 1,0 0-1,1 1 1,0-1-1,0 0 1,0 0-1,0 1 0,1-1 1,-1 0-1,2 1 1,-1-1-1,1 6 1,1-8 3,-1-1 0,0 0 0,1 0 0,0-1 0,-1 1 0,1 0 0,0 0 0,0-1 0,0 1 0,0-1 0,0 0 0,0 0 1,0 1-1,1-1 0,-1 0 0,0-1 0,1 1 0,-1 0 0,1-1 0,3 1 0,52 6 103,-40-5-544,0-2 0,0 0-1,0 0 1,0-2 0,0-1-1,33-8 1,-31 4-1579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5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28973,'0'0'1761,"-32"111"-1521,28-80-160,-4 1 64,0-1-64,4-1-80,-8-3 0,4-2 0,0-3-128,4-4-240,0-4-240,0-8-753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5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29534,'0'0'2000,"0"4"-2096,0 1-192,4 2-320,0-1-400,0-5-1538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25676,'0'0'4946,"8"5"-5490,0-5-289,0 0-1007</inkml:trace>
  <inkml:trace contextRef="#ctx0" brushRef="#br0" timeOffset="1">416 6 30766,'0'0'1249,"0"5"-4643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8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0 366 29293,'0'0'1857,"1"-3"-1654,11-17-147,0 0 0,0 1 1,2 1-1,0 0 0,2 1 0,19-18 0,5-7-43,20-31-14,22-22-12,-81 94 13,-1 1 0,0 0 0,0-1-1,0 1 1,0 0 0,1 0 0,-1-1 0,0 1 0,0 0-1,1 0 1,-1-1 0,0 1 0,0 0 0,1 0-1,-1 0 1,0 0 0,1 0 0,-1-1 0,0 1 0,1 0-1,-1 0 1,0 0 0,1 0 0,-1 0 0,0 0 0,1 0-1,-1 0 1,0 0 0,1 0 0,-1 0 0,0 0-1,1 0 1,-1 0 0,0 0 0,1 1 0,-1-1 0,0 0-1,0 0 1,1 0 0,-1 0 0,0 1 0,0-1-1,1 0 1,-1 0 0,0 1 0,0-1 0,1 0 0,-1 0-1,0 1 1,0-1 0,0 0 0,1 1 0,3 27-3,-8 39 39,-9-6 14,-31 92 0,39-138-46,-34 81 37,25-66-97,2 1 0,-9 34-1,20-58-1501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21034,'0'0'9268,"112"-11"-9204,-68 11-64,4 0 0,-4 0-48,-4 0-176,-4 0-272,-12 0-929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28541,'0'0'3121,"88"1"-3088,-60-1-33,4 0-16,0 0-113,4-5-559,4-4-528,0-4-6820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49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25532,'0'0'5162,"10"-11"-5053,20-26-74,9-11 197,1 2 0,92-80 0,-132 126-230,0 0 0,0 0 0,0 0 0,0-1 0,1 1 0,-1 0 0,0 0 0,0 0-1,0 0 1,0 0 0,1 0 0,-1 0 0,0 0 0,0 0 0,0 0 0,0 0 0,1 0 0,-1 0-1,0 0 1,0 0 0,0 0 0,0 0 0,1 0 0,-1 0 0,0 0 0,0 0 0,0 0 0,0 0-1,1 0 1,-1 0 0,0 1 0,0-1 0,0 0 0,0 0 0,0 0 0,1 0 0,-1 0-1,0 0 1,0 1 0,0-1 0,0 0 0,0 0 0,0 0 0,0 0 0,0 1 0,0-1 0,0 0-1,0 0 1,0 0 0,1 1 0,0 15 22,-4 20-8,-85 299 213,81-286-224,6-35-28,-1-1-1,0 1 0,-1-1 1,0 0-1,-11 25 1,9-37-1263,-2-4-331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0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28333,'0'0'2436,"15"-8"-2140,109-49 142,-105 50-395,1 0-1,-1 2 1,1 0-1,0 1 1,38-2 0,-57 6-42,0 1 0,0-1 0,-1 1 0,1-1 0,-1 1 0,1 0 0,0-1 0,-1 1 0,1 0 0,-1-1 0,1 1 0,-1 0 0,0 0 0,1-1 0,-1 1 1,0 0-1,1 0 0,-1 0 0,0 0 0,0-1 0,0 1 0,0 0 0,0 0 0,0 0 0,0 0 0,0 1 0,-1 36 16,1-27-4,-1 2-9,-1 0 0,0 0 1,-1 0-1,0 0 0,-1 0 0,0-1 0,-1 0 0,-1 0 0,0 0 0,0-1 0,-13 17 0,5-4 3,11-19-5,-1 0 0,2 0 0,-1 0 0,1 0 0,-1 1 0,1-1 0,1 1 0,-1 0 0,1-1 0,0 1 0,1 0 0,-1 0 0,1 0 0,1 10 0,-1-15-2,1 0 0,0-1 0,0 1 1,-1 0-1,1 0 0,0 0 1,0 0-1,0-1 0,0 1 1,0-1-1,0 1 0,0 0 0,0-1 1,0 0-1,0 1 0,1-1 1,-1 0-1,0 1 0,0-1 0,0 0 1,0 0-1,0 0 0,2 0 1,36 0 53,-27-1-9,5 0-19,0 0 0,1-2 0,-1 0 0,31-10 0,17-3-12,-64 15-144,-3 3-1292,-8 5-798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2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249 104 28973,'0'0'1174,"0"26"-1016,2 3-106,0 13 53,-2 0-1,-6 51 0,-2-49-9,-1 0 1,-3-1-1,-1-1 1,-23 50-1,-86 157 69,118-241-165,-38 74 33,134-275-11,-31 70 8,61-177 1,-122 360-27,-2-31-1,0-15 3,1 0 1,1 0-1,0 0 0,1-1 0,4 22 0,-4-32-5,0 0 0,0 0 0,0 1 0,0-1-1,1 0 1,0 0 0,-1-1 0,1 1 0,0 0 0,0 0 0,1-1 0,-1 1-1,0-1 1,1 0 0,0 0 0,-1 0 0,1 0 0,0 0 0,0-1 0,0 1-1,0-1 1,0 0 0,0 0 0,1 0 0,-1 0 0,0 0 0,0-1 0,4 1-1,5 0 0,0-1 0,0 0 0,0-1 0,-1 0-1,1-1 1,0 0 0,-1-1 0,1 0 0,-1-1-1,0 0 1,0-1 0,11-6 0,13-10 6,-1-1 1,37-33 0,-45 34-5,131-114 22,-139 116-24,0-1 0,0 0 0,-2-2-1,-1 0 1,21-39 0,-28 35-2,-8 26 2,0-1 1,0 1-1,0 0 0,0-1 0,0 1 0,0 0 0,0-1 0,0 1 0,0 0 0,0-1 0,0 1 0,0 0 0,0-1 0,0 1 0,0 0 1,-1-1-1,1 1 0,0 0 0,0-1 0,0 1 0,-1 0 0,1 0 0,0-1 0,0 1 0,-1 0 0,1 0 0,0-1 0,-1 1 0,1 0 1,0 0-1,0 0 0,-1-1 0,-2 2-4,0-1 1,0 1 0,1-1 0,-1 1-1,1 0 1,-1 0 0,1 0-1,-1 0 1,1 1 0,-1-1 0,1 1-1,0-1 1,-4 5 0,-13 10 5,1 1 0,0 1-1,1 1 1,2 0 0,-1 1 0,2 1 0,1 0 0,-13 28 0,18-31-99,0 0 0,1 0 0,1 1 0,0 0 0,2 0 0,0 0 0,1 1-1,1-1 1,1 1 0,0-1 0,3 23 0,-1-39 13,-1 0-1,1 1 1,0-1-1,0 0 1,0 1-1,1-1 1,-1 0-1,1 0 1,0 0-1,0 0 1,0-1-1,0 1 1,0 0 0,0-1-1,1 1 1,0-1-1,2 2 1,1 0-19,0-1 1,0 1-1,0-2 1,0 1-1,1-1 1,-1 0-1,1 0 1,8 1-1,2-1 6,-1 0-1,1-1 1,0-1 0,0-1-1,0-1 1,20-3-1,-22 0 203,0 0 0,-1 0 1,0-1-1,0-1 0,0 0 0,-1-1 0,0-1 0,-1 0 0,1-1 0,-2 0 0,1 0 0,-2-1 0,1-1 0,10-17 0,-17 24 4,-2 0-1,1-1 1,0 1 0,-1-1-1,0 0 1,-1 0 0,1 1-1,0-8 1,-2 11-86,1 1 1,-1 0-1,0-1 0,1 1 1,-1 0-1,0-1 1,0 1-1,0-1 0,0 1 1,0 0-1,0-1 1,-1 1-1,1 0 0,0-1 1,-1 1-1,1 0 0,-1-1 1,0 1-1,1 0 1,-1 0-1,0 0 0,0-1 1,1 1-1,-1 0 1,0 0-1,0 0 0,0 0 1,0 0-1,0 1 1,-1-1-1,1 0 0,0 0 1,0 1-1,-1-1 0,1 1 1,0-1-1,-3 0 1,-7 1 16,1 1 0,-1 0 1,0 0-1,1 1 1,0 1-1,-1 0 0,1 0 1,0 1-1,0 0 1,1 0-1,-1 1 0,1 1 1,-17 12-1,17-12 15,1 1-1,0-1 0,1 1 1,-1 1-1,1-1 1,1 1-1,0 1 0,0-1 1,0 1-1,1 0 1,0 0-1,1 1 0,0-1 1,-5 18-1,9-25-53,-1-1 1,1 1-1,0-1 0,0 0 0,0 1 1,-1-1-1,1 1 0,0-1 0,1 1 1,-1-1-1,0 1 0,0-1 0,1 1 0,-1-1 1,1 0-1,-1 1 0,1-1 0,-1 0 1,1 1-1,0-1 0,0 0 0,0 0 1,0 1-1,0-1 0,0 0 0,0 0 0,0 0 1,2 1-1,0-1-1,0 0-1,0 0 1,0 0 0,0-1-1,0 1 1,0-1 0,0 0-1,0 0 1,1 0 0,-1 0-1,0 0 1,5-2 0,5-1 1,-1 0 1,0-1-1,-1 0 0,1-1 1,-1 0-1,13-8 0,-4-1-28,0-2-1,-2 0 1,0-1-1,0 0 1,20-29-1,-74 80-61,11 13 77,24-44 13,0-1 1,0 1 0,0 0-1,0 0 1,1 0-1,-1 0 1,1 0 0,0-1-1,0 1 1,0 0-1,0 0 1,0 0 0,1 0-1,0 0 1,-1 0-1,3 5 1,-1-7-4,-1 0 0,1-1 0,-1 1 0,1 0 0,-1 0 0,1-1 0,0 1 0,0-1-1,-1 0 1,1 1 0,0-1 0,-1 0 0,1 0 0,0 0 0,0 0 0,3-1 0,32-2-6,-20-1 6,0 0 1,0-1 0,0-1-1,-1 0 1,31-18-1,79-55 0,-81 49-6,9-4 19,-2-2 1,-1-2-1,-2-3 0,-2-2 0,77-90 0,-119 127-6,0-1-1,-1 1 0,0-1 0,0 0 1,-1 0-1,1 0 0,-2-1 0,1 1 1,-1-1-1,0 0 0,-1 0 0,1 0 1,-1-11-1,-1 19-2,0 0 0,0 0 0,0-1 0,0 1 0,0 0 0,0 0 1,0-1-1,0 1 0,0 0 0,0 0 0,-1 0 0,1-1 0,0 1 0,0 0 0,0 0 0,0-1 1,0 1-1,-1 0 0,1 0 0,0 0 0,0 0 0,0-1 0,-1 1 0,1 0 0,0 0 1,0 0-1,0 0 0,-1 0 0,1 0 0,0-1 0,0 1 0,-1 0 0,1 0 0,0 0 1,0 0-1,-1 0 0,1 0 0,0 0 0,0 0 0,-1 0 0,1 0 0,0 0 0,0 0 0,-1 0 1,1 1-1,0-1 0,0 0 0,-1 0 0,1 0 0,0 0 0,0 0 0,0 0 0,-1 1 1,1-1-1,0 0 0,0 0 0,0 0 0,0 0 0,-1 1 0,1-1 0,0 0 0,0 0 1,0 1-1,0-1 0,-10 6 15,1 0 0,0 1 0,0 0 0,0 0 0,1 1-1,0 0 1,-11 16 0,-45 72 25,27-30-28,4 2-1,2 1 1,-30 99 0,59-161-30,0 0 0,0 0 0,1 0 0,0 0 0,-1 10 0,2-17-58,0-44-167,3-8 214,0-13-11,-4 52 58,-4 26 47,2-6-49,2 1 0,-1 0 0,1-1 0,0 1 0,1 0 0,0 0-1,1 10 1,-1-15-16,1-1 1,-1 0-1,1 0 0,0 0 0,0 0 0,0 0 0,0 0 0,0 0 1,0 0-1,0 0 0,1 0 0,-1-1 0,1 1 0,-1-1 0,1 1 1,0-1-1,0 1 0,0-1 0,-1 0 0,1 0 0,0 0 0,0 0 1,1 0-1,-1 0 0,0-1 0,0 1 0,0-1 0,5 1 0,12 1 12,0-1 0,1 0 0,-1-2 0,1 0 0,-1-1 0,0-1-1,0-1 1,0-1 0,-1-1 0,0 0 0,35-17 0,-32 12 1,-1 0 0,-1-1 0,0-2 0,-1 1 1,0-2-1,-1-1 0,-1 0 0,0-1 0,22-31 1,-32 35 1,-7 9-5,-4 10-6,-2 4 2,1 0-1,0 0 1,0 0 0,1 1 0,1 0 0,0 0 0,0 0 0,1 0 0,0 1 0,1-1 0,1 1 0,0 0 0,0-1 0,2 22 0,0-31-7,0 1 0,1-1 1,-1 0-1,0 1 0,1-1 0,-1 0 1,1 0-1,0 0 0,0 0 1,0 0-1,0-1 0,0 1 0,0 0 1,0-1-1,1 0 0,-1 1 1,0-1-1,1 0 0,-1 0 1,1-1-1,-1 1 0,1 0 0,0-1 1,-1 1-1,1-1 0,5 0 1,3 1 1,0-1 0,1 0 0,-1 0 1,0-1-1,15-3 0,-10-1-115,-1-1 0,1-1 0,-2 0 0,1 0 1,-1-2-1,0 1 0,-1-2 0,0 0 0,0-1 0,-1 0 0,0-1 0,-1 0 0,-1 0 1,0-2-1,10-16 0,1-20-1712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2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30430,'0'0'1617,"-28"160"-1473,20-79-144,-4 11-16,-8 6-272,-16 9-1025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15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241 193 28685,'0'0'1043,"1"-9"-992,0 4-68,2-14 154,-1 1 1,0 0 0,-1 0-1,-1-1 1,-4-22-1,4 39-115,-1-1-1,0 0 0,0 1 0,0 0 1,-1-1-1,1 1 0,-1 0 1,1 0-1,-1-1 0,0 1 0,0 1 1,0-1-1,0 0 0,0 0 0,0 1 1,0-1-1,-1 1 0,1 0 1,0-1-1,-1 1 0,1 0 0,-1 0 1,0 1-1,1-1 0,-1 1 0,0-1 1,-2 1-1,1-1-9,-1 1 1,1 0 0,0 0-1,0 1 1,0-1-1,-1 1 1,1 0-1,0 0 1,0 0-1,0 1 1,0 0-1,1-1 1,-1 1-1,0 0 1,1 1-1,-6 3 1,-3 6 2,1 1 1,0 0 0,1 1-1,0 0 1,2 0 0,-1 1-1,2 0 1,0 0 0,0 1-1,2 0 1,0 0 0,1 1-1,0-1 1,2 1 0,-2 21-1,4-33-12,0 0 0,0 1 0,0-1 0,0 0 0,1 0 0,0 0 0,0 1 0,1-1 0,-1 0-1,1-1 1,3 7 0,-3-9-3,0 1 0,1-1 0,-1 0 0,0-1 0,1 1 0,-1 0-1,1-1 1,-1 1 0,1-1 0,0 0 0,0 1 0,0-2 0,0 1 0,0 0-1,-1 0 1,1-1 0,0 0 0,1 1 0,-1-1 0,0-1 0,3 1-1,-1 0 5,-1-1 0,0 1 0,1-1 0,-1 0 0,1 0 0,-1-1 0,0 1-1,0-1 1,0 0 0,0 0 0,0 0 0,0 0 0,0-1 0,4-3 0,-1-1-1,0 0 0,-1 0 1,0 0-1,0-1 1,0 0-1,6-13 0,-4 6-1,-1-2 0,0 1 0,-1-1-1,-1 0 1,-1 0 0,0 0 0,1-22 0,4-39 80,-14 141-66,2-42-3,2 0-1,0 0 0,2 23 0,0-39-10,0 1-1,0-1 1,0 1 0,0-1 0,1 0-1,0 1 1,0-1 0,1 0-1,-1 0 1,1 0 0,0 0-1,0-1 1,1 1 0,0-1-1,-1 0 1,6 5 0,0-3-31,0-1 0,-1 0 0,2 0 0,-1 0 0,0-1 0,1-1 0,0 1 0,0-2 0,0 1-1,0-2 1,0 1 0,1-1 0,-1-1 0,0 1 0,16-3 0,-24 2-44,0 0 0,0-1 0,0 1 0,-1 0-1,1-1 1,0 1 0,0-1 0,0 0-1,-1 0 1,1 1 0,0-1 0,-1 0 0,1-1-1,0 1 1,-1 0 0,0 0 0,3-3-1,12-14-1409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15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 28221,'0'0'2305,"4"20"-1966,13 156 86,-16-145-384,-1 0 1,-1 0-1,-2 0 1,-10 48-1,-5-25-20,-1-1 1,-4 0-1,-1-2 0,-3-1 1,-2 0-1,-2-3 0,-2 0 1,-77 82-1,98-117-80,8-9-128,0 0 0,0 1 1,0-1-1,1 1 0,0 0 1,-1 0-1,1 0 0,1 1 0,-1-1 1,1 1-1,0-1 0,-2 7 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16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1 440 18665,'0'0'11885,"6"-4"-11560,30-26-179,-1-2-1,-2-1 0,44-54 0,27-28-131,36-16 21,-139 131-32,-1 0 1,0-1-1,0 1 1,0-1-1,1 1 0,-1-1 1,0 1-1,1 0 1,-1-1-1,0 1 0,1 0 1,-1-1-1,0 1 1,1 0-1,-1-1 0,1 1 1,-1 0-1,1 0 1,-1 0-1,1-1 0,-1 1 1,0 0-1,1 0 1,-1 0-1,1 0 0,-1 0 1,1 0-1,-1 0 1,1 0-1,-1 0 0,1 0 1,-1 0-1,1 0 1,-1 0-1,1 0 0,-1 1 1,1-1-1,-1 0 0,1 0 1,-1 1-1,0-1 1,1 0-1,-1 0 0,1 1 1,-1-1-1,1 1 1,-2 30 51,-20 41-16,-49 95 156,44-112-180,2 1-1,3 1 1,-15 63-1,32-67-1836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17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30606,'0'0'912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1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45 26796,'0'0'3925,"0"-10"-3562,0-24-82,0 66-80,-2 17-118,-2 1 0,-3-1 0,-1 0 0,-28 90 0,-87 183-18,115-305-67,3-5-3,3-9 3,1 1-1,-1-1 1,1 1 0,-1 0-1,1-1 1,0 1-1,0 7 1,1-10-57,1-4-29,8-9 77,1-1-1,0 1 1,1 1-1,21-19 0,11-10 17,24-34-17,79-79-16,-188 188 36,-2-2 0,-73 42 0,116-75-9,0 1 0,0-1 0,0 1 0,0-1 0,0 1 0,0-1 0,0 1 0,0-1 0,1 1 0,-1 0 0,0-1 0,0 1 0,1 0 0,-1 0 0,0 0 0,1-1 0,-1 1 0,1 0 0,-1 0 0,1 0 0,0 0 0,-1 0 0,1 0 0,0 0 0,0 0 0,-1 0 0,1 0 0,0 0 0,0 0 0,0 2 1,1-1 2,0 0 0,0 0 0,1 0 1,-1 0-1,0 0 0,1-1 1,-1 1-1,1 0 0,-1-1 1,1 1-1,0-1 0,0 0 0,2 2 1,11 6 48,0-1 1,28 10-1,-39-17-36,24 8-24,0-1 0,1-1 1,0-2-1,1-1 0,-1-1 1,1-2-1,48-4 0,-66 2-281,1-2-1,0 1 1,-1-2-1,1 0 0,-1 0 1,0-1-1,0 0 1,-1-1-1,0-1 1,17-12-1,5-6-3559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1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18248,'0'0'12702,"-6"19"-12592,-33 85 94,5-19 24,-22 94 1,55-173-245,1-5-21,3-14 23,15-20 35,2 0 0,1 2 0,2 0 0,46-47 0,-54 62-25,0 0 1,2 0 0,0 2 0,34-23 0,-46 35-66,-1 0 0,1 1 0,0-1 0,0 1 0,0 0 0,0 1 0,0-1 0,0 1 0,0 0 0,0 0 0,9 2 1,59 14-1334,-32-5 200,-2-6-415,-6-4-987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1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21 23691,'0'0'6277,"6"-6"-5839,10-8-177,-36 43-159,-22 34-28,35-48-30,0 0-1,1 1 1,1 0-1,0 0 1,1 0-1,0 0 1,2 0-1,0 1 1,0 29-1,2-44-41,0-1-1,1 1 0,-1-1 1,0 1-1,0-1 0,1 1 1,-1-1-1,1 0 0,-1 1 1,1-1-1,0 0 1,0 1-1,-1-1 0,1 0 1,0 0-1,0 0 0,0 1 1,0-1-1,0 0 0,0-1 1,3 3-1,0-1 0,-1 0 1,1-1-1,-1 1 1,1-1-1,0 0 1,0 0-1,0 0 1,5 0-1,0 0 11,-1-1-1,0 0 0,0 0 0,1-1 1,-1 0-1,0 0 0,0-1 0,10-3 0,-10 0 7,0 1 0,0-2-1,0 1 1,-1-1-1,0 0 1,0 0 0,-1-1-1,0 0 1,0 0-1,0-1 1,-1 0 0,0 0-1,-1 0 1,1 0 0,-2-1-1,1 1 1,-1-1-1,-1 0 1,1 0 0,-1 0-1,-1-1 1,0 1-1,0 0 1,-2-15 0,1 22-17,0 0 1,0 0 0,-1 0-1,1 0 1,-1 0 0,0 0-1,1 0 1,-1 0 0,0 0-1,0 0 1,0 1 0,-1-1 0,1 0-1,0 1 1,-1-1 0,1 1-1,-1-1 1,1 1 0,-1-1-1,0 1 1,-2-1 0,0 0 1,0 0-1,-1 0 1,1 1 0,-1-1 0,1 1 0,-1 0 0,1 1 0,-1-1 0,-8 1-1,7 0-39,0 0-1,0 0 1,0 1-1,0 0 0,0 0 1,1 1-1,-1-1 0,0 1 1,1 0-1,-1 1 1,1-1-1,-1 1 0,1 0 1,0 1-1,-8 6 0,-10 36-1649,20-39 1067,-6 17-3027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1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26908,'0'0'3519,"-7"17"-3156,-9 35-139,2 2 0,3-1 0,-6 72 1,-35 214-73,22-233-184,36-118-15,2 1 0,0-1 1,0 1-1,19-18 1,-9 8 36,-5 6 16,-1 0 0,2 0 1,0 1-1,0 1 0,1 0 1,1 2-1,28-17 0,-44 27-6,0 1 0,0 0 0,1 0 0,-1 0 0,0 0 0,0 0 0,0 0 0,1-1 0,-1 1 0,0 0 0,1 0 0,-1 0 0,0 0 0,0 0 0,1 0 0,-1 0 0,0 0 0,0 0 0,1 0 0,-1 0 0,0 0 0,0 0 0,1 1 0,-1-1 0,0 0 0,0 0 0,1 0 0,-1 0 0,0 0 0,0 0 0,0 1 0,1-1 0,-1 0 0,0 0 0,0 0 0,0 1 0,1-1 0,-1 0 0,0 0 0,0 1 0,0-1 0,0 0 0,0 0 0,0 1 0,0-1 0,0 0 0,1 0 0,-1 1 0,0-1 0,0 0 0,0 0 0,0 1 0,0-1 0,0 0 0,-1 0 0,1 1 0,-2 13 0,2-14 0,-5 15 12,-1 0 1,-1-1-1,0 0 0,-15 22 0,14-25 4,1 0 1,0 1-1,1 0 1,0 0-1,1 1 1,0 0-1,-5 24 1,9-34-13,0 2 2,1 0 1,-1 0 0,1 0-1,-1 0 1,1 1 0,1-1-1,0 5 1,0-9-6,-1 1 0,1-1-1,-1 0 1,1 0 0,0 0 0,0 1 0,0-1-1,0 0 1,-1 0 0,2 0 0,-1 0-1,0 0 1,0 0 0,0-1 0,0 1-1,0 0 1,1 0 0,-1-1 0,0 1 0,1-1-1,-1 1 1,0-1 0,1 0 0,-1 0-1,1 1 1,-1-1 0,0 0 0,3 0 0,20 0-113,0 0 1,-1-1-1,1-1 1,-1-2-1,0 0 1,0-1 0,0-2-1,-1 0 1,1-1-1,-2-1 1,1-2-1,34-21 1,-32 12-1482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19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30862,'0'0'1329,"-36"65"-3090,12-33-5618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2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30270,'0'0'1280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21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12 28061,'0'0'2630,"-16"-12"-1861,13 17-752,1 0 1,0 0 0,0 1-1,0-1 1,0 0 0,1 1-1,0-1 1,0 1 0,1-1-1,-1 1 1,1-1 0,1 9-1,-1-14-41,8-21 18,-7 21 7,-1-1 0,0 1 0,1-1 0,-1 1 0,0-1 0,0 1 0,1-1 0,-1 1 0,0-1 0,0 1 0,0-1 0,0 1 0,0-1 0,1 1 0,-1-1 0,0 1 0,0-1 0,0 1 0,-1-1 0,1 0 0,0 1 0,0-1 0,0 1 0,0-1 0,0 1 0,-1-1 0,1 1 0,0-1 0,0 1 0,-1-1 0,1 1 0,0 0 0,-1-1 0,1 1 0,-1-1 0,1 1 0,0 0 0,-1-1 0,1 1 0,-1-1 0,-7 4 0,1 1 0,0-1 0,0 1 1,1 0-1,-1 0 0,1 1 0,0 0 1,0 0-1,1 0 0,-1 1 0,1 0 0,0 0 1,1 0-1,0 1 0,0 0 0,0 0 0,0 0 1,1 0-1,1 0 0,-1 0 0,-1 9 1,35-28 24,-23 6-14,-6 5-11,0 0 0,0 0 0,0 0 0,0-1 1,0 1-1,0-1 0,-1 1 0,1-1 0,0 0 0,-1 1 0,0-1 0,1 0 1,-1 0-1,0 0 0,0 0 0,0 0 0,1-3 0,-2 5-17,-2 5-1619,-8 1-662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21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28429,'0'0'1646,"-3"5"-1491,0 1-78,1-4-35,0 1-1,1-1 1,-1 1-1,1-1 1,0 1 0,0 0-1,0-1 1,0 1-1,0 0 1,1-1 0,-1 5-1,1-7 31,12-28 147,8 9-33,-20 23 120,-11 7-216,9-9-113,1 0 1,-1 0-1,0 0 1,1 1-1,0-1 1,-1 0-1,1 1 1,0-1-1,0 1 1,0-1-1,1 1 0,-2 3 1,2-4-88,16-2-1424,-8 0-291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4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154 164 27949,'0'0'2276,"-8"-12"-1631,8 9-632,0 0-1,1 0 1,0 0 0,0 1-1,0-1 1,0 0 0,0 0-1,0 1 1,1-1-1,-1 1 1,1-1 0,-1 1-1,1 0 1,0-1 0,0 1-1,0 0 1,1 0 0,3-3-1,20-30 618,-20 29-615,-2 0-9,1 1 0,0-1 1,1 1-1,-1 0 0,1 0 0,0 1 0,0 0 0,0 0 0,0 0 0,13-5 1,-19 9-7,0 0 0,0 0 0,1-1 0,-1 1 0,0 0 0,1 0 0,-1 0 0,1 0 0,-1-1 0,0 1 0,1 0 0,-1 0 0,1 0 0,-1 0 0,0 0 0,1 0 0,-1 0 0,1 0 0,-1 0 0,0 0 0,1 0 0,-1 0 0,1 0 0,-1 0 0,0 1 0,1-1 0,-1 0 0,0 0 0,1 0 0,-1 0 0,0 1 0,1-1 0,-1 0 0,0 0 0,1 1 0,-1-1 0,0 0 0,0 1 0,1-1 0,-1 0 0,0 1 0,0-1 0,0 0 0,1 1 0,-1-1 0,0 1 0,0-1 0,0 0 0,0 1 0,0-1 0,0 1 0,0-1 0,0 0 0,0 1 0,0-1 0,0 1 0,0-1 0,0 2 0,1 19 4,-1-1 1,-1 1 0,-1 0 0,-1 0 0,0-1-1,-2 1 1,0-1 0,-2 0 0,-11 25 0,0-6 7,-1-1 0,-2 0 0,-41 53 0,55-82-11,-43 52 42,47-58-39,0 0-1,0 0 1,-1 0 0,1 0-1,0-1 1,-1 1-1,0-1 1,1 0 0,-1 0-1,0 0 1,0-1-1,0 1 1,0-1 0,-9 2-1,13-4-1,-1 1-1,0-1 0,0 1 1,1-1-1,-1 1 0,0-1 0,1 1 1,-1-1-1,0 0 0,1 1 1,-1-1-1,1 0 0,-1 0 1,1 1-1,-1-1 0,1 0 1,0 0-1,-1 0 0,1 1 1,0-1-1,0 0 0,0 0 0,0 0 1,-1 0-1,1 0 0,0 0 1,1-1-1,-2-31 22,1 28-21,-1-25-4,2-37-10,-1 66 12,1 1 0,-1-1-1,0 1 1,0 0-1,0-1 1,0 1-1,0-1 1,0 1 0,0 0-1,0-1 1,1 1-1,-1-1 1,0 1 0,0 0-1,1-1 1,-1 1-1,0 0 1,0 0-1,1-1 1,-1 1 0,0 0-1,1 0 1,-1-1-1,0 1 1,1 0 0,-1 0-1,1 0 1,-1-1-1,0 1 1,1 0 0,-1 0-1,1 0 1,-1 0-1,0 0 1,1 0-1,-1 0 1,1 0 0,-1 0-1,0 0 1,1 0-1,-1 0 1,1 0 0,-1 1-1,0-1 1,1 0-1,-1 0 1,0 0-1,1 0 1,-1 1 0,1-1-1,-1 0 1,0 0-1,0 1 1,1-1 0,-1 0-1,0 1 1,1-1-1,-1 0 1,0 1-1,0-1 1,0 0 0,1 1-1,-1 0 1,18 21-6,-8-7 19,0 0-1,2-1 0,-1-1 0,2 0 0,15 14 0,-21-22-38,-1 0-1,1-1 1,0 1-1,0-1 1,1-1-1,-1 1 0,1-1 1,0-1-1,0 1 1,0-1-1,0-1 1,0 1-1,15-1 1,-9-1-305,34 0-3751,-20-2-8993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30142,'0'0'1633,"8"0"-1633,4 1-897,-4-1-560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27469,'0'0'3252,"1"23"-3012,1 11-174,6 138 193,-8-139-225,-1 0 0,-1-1 0,-10 48 0,1-45-225,7-25 38,1 1 0,0-1 0,0 1 0,1 0 0,0 11 0,13-29-1510,10-12-185,37-43-1,-2 0-638,-28 31 3783,-26 29-854,0 0 1,0 0-1,-1-1 0,1 1 0,-1-1 1,1 0-1,-1 1 0,0-1 0,0 0 1,0 0-1,1-3 670,-16 7-338,8 1-743,0 0 0,0 0 0,1 1 0,-1 0 1,0 0-1,1 0 0,0 1 0,0 0 0,0 0 0,0 0 1,1 0-1,-1 1 0,1 0 0,0 0 0,0 0 1,1 0-1,0 1 0,0-1 0,0 1 0,1 0 1,-1 0-1,1 0 0,1 0 0,-1 0 0,1 0 0,0 0 1,1 1-1,-1 12 0,2-17-31,0-1 0,0 1-1,0 0 1,0 0 0,1-1 0,-1 1-1,0-1 1,1 1 0,-1-1 0,1 1-1,-1-1 1,1 0 0,0 0 0,-1 0 0,1 0-1,0 0 1,0 0 0,0 0 0,0-1-1,0 1 1,0-1 0,0 1 0,2-1-1,50 7-20,-53-7 21,29 3-349,-1-2-1,1-1 1,0-1-1,-1-2 1,1 0-1,32-10 1,-14-4-1575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5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28845,'0'0'859,"-3"16"-501,-7 27-233,-3 0 1,0-2-1,-23 45 0,29-57-32,6-24 5,0-7 82,4-6-155,-1-1 0,2 2 0,-1-1 0,1 0 0,0 1 0,1-1 0,-1 1 0,1 0 0,1 1 0,6-8 0,8-11-17,-6 5 21,1 1 0,1 0 0,35-32 0,-47 48-44,-1 0-1,1-1 0,0 1 0,0 0 1,0 1-1,1-1 0,-1 1 0,1 0 0,-1 0 1,1 0-1,0 1 0,0 0 0,0 0 1,-1 0-1,1 0 0,0 1 0,0 0 0,0 0 1,0 0-1,0 0 0,0 1 0,0 0 1,0 0-1,0 0 0,0 1 0,8 4 0,3 2-771,1 0-1,0-1 0,30 9 1,-9-8-3007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6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69 27100,'0'0'3191,"-12"14"-3129,4-5-52,-7 8 63,1 1 0,-19 30 0,29-42-42,1 0 0,-1 1 0,1-1 0,1 1 0,-1 0 0,1 0 0,0 0 0,1 0-1,0 0 1,0 0 0,0 0 0,1 0 0,0 1 0,1 9 0,0-17-31,-1 1 0,1 0 0,-1-1 0,1 1 0,-1-1 0,1 1 0,-1-1 0,1 1 0,0-1 0,-1 1 0,1-1 0,0 1 0,-1-1-1,1 0 1,0 1 0,-1-1 0,1 0 0,0 0 0,0 1 0,0-1 0,-1 0 0,1 0 0,0 0 0,0 0 0,0 0 0,0 0 0,29-2-8,-25 2 9,4-2 3,0-1 1,-1 0-1,1-1 0,0 1 0,-1-2 1,0 1-1,0-1 0,0 0 0,-1-1 1,1 0-1,-1 0 0,-1 0 0,1-1 1,-1 0-1,0 0 0,-1-1 0,1 0 1,-2 0-1,1 0 0,-1 0 0,0-1 1,-1 0-1,0 1 0,0-1 0,-1-1 1,1-12-1,-2 16 3,-1 1 0,0-1 0,-1 1-1,1-1 1,-1 0 0,0 1 0,0 0 0,-1-1 0,0 1 0,0 0 0,0 0 0,-6-10-1,5 12-8,0 0-1,0 1 0,0-1 0,0 1 0,0 0 0,-1 0 0,1 0 0,-1 0 1,1 1-1,-1-1 0,0 1 0,1 0 0,-1 0 0,0 0 0,0 1 0,0-1 1,0 1-1,0 0 0,-5 1 0,5-1-74,1 0 1,-1 1 0,1 0-1,0 0 1,0-1-1,-1 2 1,1-1-1,0 0 1,0 1-1,0-1 1,0 1-1,1 0 1,-1 0-1,0 0 1,1 1-1,-1-1 1,1 0-1,0 1 1,0 0-1,0-1 1,0 1-1,0 0 1,1 0-1,-1 0 1,1 0-1,-2 6 1,-2 11-2280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6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28429,'0'0'966,"-6"22"-499,-8 31-104,-10 80-1,20-5-171,4-105-291,2-26 106,0-1 0,1 1 0,-1 0 0,1 0 0,-1 0 0,1 1 0,0-1 0,4-2 0,6-8-4,-1 0 26,-8 11 34,-1-1 0,0 0 0,0 0-1,-1-1 1,1 1 0,-1 0 0,1-1 0,2-7-1,-5 11 107,45-34-117,25-13-19,-83 89 40,-5-22-67,-2 0-1,0-2 1,-1 0 0,0-1-1,-46 25 1,24-13 29,39-26-18,4-2-12,-1 0 1,0-1 0,0 1-1,0 0 1,0-1 0,0 1-1,0 0 1,0-1 0,-1 1 0,1-1-1,0 1 1,0-1 0,0 0-1,0 0 1,-1 1 0,0-1 0,106 16-32,-76-14 27,1 1 13,1-1-1,0-2 1,44-4 0,-72 4-104,0-1 0,-1 1 1,1-1-1,0 0 1,0 1-1,0-1 1,-1 0-1,1 0 1,-1 0-1,1 0 0,-1-1 1,1 1-1,-1 0 1,1 0-1,-1-1 1,2-1-1,4-7-1971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7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18 29742,'0'0'2785,"-20"-18"-3089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29341,'0'0'1574,"-10"6"-1472,-33 21-17,38-21 203,13-8-100,11-9-618,-28 43-1825,-2-13-978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7:5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36 28973,'0'0'2479,"0"-32"-2156,0 29-329,0 2-95,-4 1-2098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34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1 315 28349,'0'0'982,"16"-19"-926,4-2 4,-5 6 46,0-1-1,-2-1 1,0 0-1,0-1 1,10-22-1,19-20 375,-8 12-79,-2 5 527,-37 106-904,-1 1 1,-4-1-1,-33 115 0,17-77-41,23-82 6,0-1 0,0 1-1,2 27 1,1-46-93,1-5-4026,6-8-5616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34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27341,'0'0'3569,"-12"97"-3457,0-54 64,-8 2-32,0 4-80,4-8-48,4-1 0,0-11-16,4-6 0,0-7-288,8-7-496,0-5-1153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3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29550,'0'0'2353,"48"-34"-2321,-20 29-32,12-1 0,0 1-144,4 0-257,4-1-559,-4-3-577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35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28301,'0'0'2297,"4"-15"-2030,0-1-172,1 0 1,1 0-1,0 0 0,15-26 1,-18 37-80,0 0 1,0 0-1,0 1 1,1 0-1,0 0 1,0 0-1,0 0 1,0 0-1,0 1 1,1-1-1,-1 1 1,1 1-1,0-1 1,0 1-1,0-1 1,0 1-1,1 1 1,-1-1-1,0 1 1,1 0-1,-1 0 1,7 0-1,-11 2-16,0-1 1,0 1-1,1-1 0,-1 1 0,0 0 0,0 0 1,0-1-1,0 1 0,-1 0 0,1 0 0,0 0 1,0 0-1,0 0 0,-1 0 0,1 0 0,-1 0 1,1 0-1,-1 1 0,1-1 0,-1 0 0,0 0 1,1 0-1,-1 1 0,0-1 0,0 0 0,0 0 1,0 3-1,3 40 2,-3-44-2,0 18 9,-1 0 1,-1 0-1,-1 0 0,0-1 0,-1 1 1,-1-1-1,0 0 0,-1 0 0,-1-1 1,-1 0-1,-1 0 0,-10 15 0,11-18-5,5-10-5,1 0 0,-1 0-1,1 1 1,1-1-1,-1 0 1,0 1-1,1 0 1,-1-1-1,0 6 1,46-7 1,-30-1-6,0 1 1,0 0 0,-1 1-1,1 1 1,0 0 0,-1 1-1,0 0 1,12 7 0,-20-9 3,0 0 0,0 0 0,-1 0 0,0 0 0,1 1 0,-1 0 0,-1 0 0,1 0 0,0 0 0,-1 0 0,0 1 0,0-1 0,0 1 0,-1 0 0,0 0 0,0 0 0,0 0 0,0 1 0,-1-1 0,0 0 0,0 1 0,0-1 0,0 7 0,-2-9 7,1 0 0,-1 0 0,0 0 0,0 1 1,0-1-1,0 0 0,-1 0 0,1 0 1,-1-1-1,0 1 0,0 0 0,0-1 0,0 1 1,0-1-1,0 1 0,-1-1 0,1 0 1,-1 0-1,1 0 0,-1 0 0,0-1 0,0 1 1,0-1-1,0 0 0,0 1 0,0-1 0,0-1 1,-7 2-1,-5 2 21,0-2 0,0 1 0,0-2 0,0 0-1,-16-1 1,27-1-24,0 0 0,0 0-1,1 0 1,-1 0 0,0 0 0,0-1-1,1 0 1,-7-3 0,-9-5-247,19 8-1188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36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6 27981,'0'0'3063,"0"0"-3052,0 0 0,1-1 0,-1 1 0,0 0 0,0-1 0,0 1 0,0 0 0,0 0 0,1-1 0,-1 1 0,0 0 0,0 0 0,1 0 0,-1-1 0,0 1 0,0 0 0,1 0 0,-1 0 0,0 0 0,0-1 0,1 1 0,-1 0 0,0 0 0,1 0 0,-1 0 0,0 0 0,1 0 0,-1 0 0,0 0 0,1 0 0,-1 0 0,0 25 4,-1 0 1,-1 0-1,-2 0 0,0-1 1,-1 1-1,-2-1 1,-1 0-1,-17 37 0,22-55-30,1 1-1,-1-1 1,1 1-1,0-1 0,1 1 1,-2 6-1,3-12-93,-5-6-2631,-2-5-448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36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29165,'0'0'2481,"72"-22"-2400,-56 20-65,8 1-16,-4-1-16,0 2-129,4 0-543,-4-2-336,8-2-1105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41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25948,'0'0'96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4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29229,'0'0'2428,"1"3"-2332,2 11-67,0 0 1,-1 0-1,-1 0 0,0 1 0,-1-1 0,-2 16 0,1 9-580,10-38-2383,2-1-2487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42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29117,'0'0'2129,"0"44"-2065,0-26-48,0 0-16,-4-2 0,0 0-16,0-3-240,4-3-256,0-3-352,0-3-881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42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28253,'0'0'2993,"0"95"-2897,0-80-32,-8-3-32,4 1-32,0-6 0,0-2-208,4-3-544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4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29133,'0'0'1121,"0"133"-945,-8-86 0,-4-1-32,0 1 0,-4-2-64,0-2-48,4-5-32,4-6-16,4-6-128,0-8-208,4-8-320,0-4-1329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4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29373,'0'0'2225,"120"-30"-2177,-76 28-32,-4 2-16,-4 0-288,4 0-496,-8 0-1361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44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26444,'0'0'4242,"-28"130"-4114,12-78 64,0 4-16,-4 1-48,4-1-80,-4-2-32,12-6-16,0-4-16,4-9-96,4-8-480,0-9-737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44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117 190 27212,'0'0'1446,"7"-16"-712,-1 3-602,-3 5-86,0 0-1,1 0 1,-1 0 0,2 1 0,-1 0-1,1 0 1,0 0 0,1 1-1,-1-1 1,1 1 0,12-9-1,1 1 95,-14 8-81,2 1-1,-1 0 1,1 0 0,-1 1-1,1-1 1,1 2-1,-1-1 1,0 1 0,1 0-1,0 0 1,-1 1 0,1 0-1,12-1 1,-19 4-52,0-1 0,-1 1 0,1-1 0,0 1 0,0 0 0,-1-1 0,1 1 0,-1 0 0,1-1 0,0 1-1,-1 0 1,1 0 0,-1 0 0,0 0 0,1 0 0,-1-1 0,0 1 0,1 0 0,-1 0 0,0 0 0,0 0 0,0 0 0,0 0 0,0 0 0,0 0 0,0 2 0,-1 36 29,1-29-12,-1 8-7,-1 0 0,-1-1 0,0 1 0,-1-1 0,-1 0 0,-1 0 0,0 0 0,-1-1 0,-18 31 0,-9 6 44,-59 70 0,85-113-54,-3 5 5,-1 0 0,-1-1 0,-1 0 0,0-1 0,0 0 0,-1-2 0,-26 16 0,41-27-12,0 0 1,-1 1-1,1-1 1,0 0-1,0 0 1,0 0-1,0 0 1,-1 0-1,1 0 1,0 0-1,0 0 1,0 0-1,0 0 1,-1 0-1,1-1 1,0 1-1,0 0 1,0 0-1,0 0 1,-1 0-1,1 0 1,0 0-1,0 0 1,0 0-1,0 0 1,0 0-1,-1-1 1,1 1-1,0 0 1,0 0-1,0 0 1,0 0-1,0 0 1,0-1-1,0 1 1,0 0-1,0 0 1,0 0-1,-1 0 1,1-1 0,0 1-1,0 0 1,0 0-1,0 0 1,0 0-1,0-1 1,0 1-1,0 0 1,0 0-1,0 0 1,1-1-1,-1 1 1,0 0-1,0 0 1,0 0-1,0 0 1,0-1-1,0 0 3,1-4-3,0 0-1,1 0 1,-1 0 0,1 1 0,0-1-1,0 0 1,1 1 0,-1-1 0,1 1-1,0 0 1,0 0 0,1 0 0,-1 0-1,1 0 1,0 1 0,6-5 0,0 0-2,0 0 1,1 1-1,-1 0 1,1 1-1,23-9 1,-27 13 1,1 0 0,-1 0 0,1 1 0,-1-1 0,13 1 1,-18 1 0,0 0 0,0 0 0,0 0 0,0 0 0,0 1 0,0-1 0,0 0 0,0 1 0,0 0 0,0-1 1,0 1-1,0 0 0,-1 0 0,1 0 0,0 0 0,-1 0 0,1 0 0,-1 1 0,1-1 0,-1 0 0,1 1 1,-1-1-1,0 1 0,0 0 0,2 2 0,7 26-94,10 25 239,-19-53-250,0 0 0,1 0 0,-1-1 0,0 1 0,1 0 0,-1 0 1,1-1-1,-1 1 0,1-1 0,0 0 0,0 1 0,0-1 0,-1 0 0,1 0 0,0 0 0,0 0 0,1-1 0,-1 1 1,0 0-1,0-1 0,4 1 0,11-1-2399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45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24939,'0'0'5187,"12"-14"-4944,187-180 829,-194 189-1043,0 1 0,0 0 0,0 0 0,1 0 0,8-4-1,-13 8-26,-1 1-1,1-1 0,-1 1 1,1-1-1,-1 1 0,0 0 1,1-1-1,-1 1 0,0 0 1,0-1-1,0 1 0,1-1 1,-1 1-1,0 0 0,0-1 0,0 1 1,0 0-1,0-1 0,0 1 1,0 0-1,0 0 0,-1 0 1,1 0 0,1 24 11,-2 1 0,-1 0 1,-1-1-1,-11 43 0,10-53-11,0 0 0,1 0 1,0 1-1,0 19 0,6-35-3,0 0 0,-1 0-1,1 0 1,-1-1 0,1 1 0,-1-1 0,1 0 0,-1 0 0,1 1-1,-1-2 1,0 1 0,1 0 0,2-2 0,72-59-14,-57 44 16,1 1 0,1 0 0,27-14 0,-49 31-1,0 0 0,1 0 0,-1 0 0,0-1 0,0 1 0,1 0 0,-1 0 0,0 0 0,0 0 0,1 0 0,-1 0 0,0 0 0,0 0 0,1 0 0,-1 0 0,0 0 0,1 0 0,-1 0 0,0 0 0,0 0 0,1 1 0,-1-1 0,0 0 0,0 0 0,1 0 0,-1 0 0,0 0 0,0 1 0,0-1 0,1 0 0,-1 0 0,0 0 0,0 1 0,0-1 0,0 0 0,1 0 0,-1 1 0,0-1 0,0 0 0,0 1 0,4 17 9,-3 30 20,-2-37-21,1 12-40,-1-17 37,1 0-1,0 0 1,0 0 0,0 0-1,1 0 1,0 0 0,3 8-1,-3-12-46,0 0 0,0 0 0,0 0 0,1-1 0,-1 1 0,0 0 0,1-1 0,0 1-1,-1-1 1,1 0 0,0 0 0,0 1 0,-1-1 0,1 0 0,0 0 0,0-1 0,0 1 0,0 0 0,0-1 0,1 1-1,-1-1 1,0 0 0,0 0 0,0 0 0,3 0 0,22 1-1351,1-1-1648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49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26268,'0'0'1937,"44"-3"-2417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4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28589,'0'0'2828,"77"0"-2036,85-16-720,-161 16-93,-5 0-3058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0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28701,'0'0'2420,"20"-34"-1836,-2 13-567,-1 0 0,-1-1-1,-1-1 1,-1-1 0,-1 0 0,14-36 0,-35 170 60,-14 23-51,-24 108-31,42-235-1721,4-18-648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0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28541,'0'0'2823,"15"15"-2693,-9-9-123,4 4 8,1 0 1,-2 1-1,1 1 1,-1-1-1,-1 1 0,0 1 1,-1 0-1,0 0 1,-1 0-1,6 20 0,-7-2-2,0 1-1,-3 0 0,0 0 0,-2 0 0,-2 0 1,0 0-1,-3 0 0,0-1 0,-2 1 0,-1-1 1,-2-1-1,-1 0 0,-20 39 0,17-39-12,-2 1-1,-1-2 1,-1 0 0,-2-2-1,-1 0 1,-26 27 0,45-53 40,-8 7-375,9-8 270,1 0 0,0 0-1,-1 0 1,1 0 0,0 0-1,0 0 1,-1 0 0,1 0 0,0 0-1,0 0 1,0 0 0,-1 0-1,1-1 1,0 1 0,0 0 0,-1 0-1,1 0 1,0 0 0,0 0-1,0-1 1,0 1 0,-1 0 0,1 0-1,0-1 1,0 1 0,0 0-1,0 0 1,0 0 0,0-1 0,0 1-1,-1 0 1,1 0 0,0-1-1,0 1 1,0 0 0,0 0 0,0-1-1,0 1 1,0 0 0,0 0-1,0-1 1,0 1 0,1 0 0,-1 0-1,0-1 1,0 1 0,0-1-1,0-15-5838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1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29421,'0'0'1681,"100"-8"-1521,-73 8-80,-3 0-64,-4 0 0,-8 0-16,0 0-64,-8 0-336,0 0-224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22858,'0'0'8580,"68"11"-8564,-36-11-16,0 0-384,11 0-672,5-3-1265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0 393 26684,'0'0'3026,"7"-16"-2813,17-40 121,3 2 1,62-93-1,2 27 128,-89 175-380,-4-1-50,-3 1-1,-2 0 0,-15 53 1,22-102-11,0-5 11,2-2-21,0 0 1,0 0-1,0-1 0,0 1 0,0 0 1,0-1-1,0 0 0,0 1 0,0-1 0,-1 0 1,3-3-1,-1 1 12,86-94 80,-60 63-81,67-61-1,-88 90-13,-6 50-42,-14 152 127,13-179-141,6-14-469,12-20-1861,-6-6-3392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2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29133,'0'0'1993,"10"-12"-1785,36-38-85,-43 48-108,1 0 1,0 0-1,0 0 0,0 0 0,0 1 1,1-1-1,-1 1 0,0 0 1,1 0-1,-1 1 0,0-1 0,1 1 1,-1 0-1,1 0 0,-1 1 1,7 0-1,5 0 59,-14-1-70,0 0 1,0 1-1,0-1 1,0 0-1,0 0 1,0 1-1,0-1 1,-1 1-1,1 0 1,0 0-1,0-1 1,-1 1-1,1 0 1,0 0-1,-1 1 1,1-1 0,-1 0-1,1 0 1,-1 1-1,0-1 1,0 1-1,2 2 1,-1 0-4,0 0 1,0 0-1,-1 0 1,1 0 0,-1 0-1,0 1 1,0-1-1,-1 0 1,1 8 0,-1-1-2,0-1 1,-1 0-1,0 0 1,-1 1 0,0-1-1,-1 0 1,0-1-1,-4 12 1,-63 92 47,70-113-47,-1 1 0,1-1 0,0 0-1,0 1 1,0-1 0,0 1 0,0-1 0,0 0 0,0 1 0,0-1 0,0 1 0,0-1-1,0 1 1,0-1 0,1 0 0,-1 1 0,0-1 0,0 1 0,0-1 0,0 0 0,1 1-1,-1-1 1,0 0 0,0 1 0,1-1 0,-1 0 0,0 1 0,1-1 0,-1 0-1,0 0 1,1 1 0,-1-1 0,0 0 0,1 0 0,-1 0 0,1 0 0,-1 1 0,0-1-1,1 0 1,-1 0 0,1 0 0,-1 0 0,0 0 0,1 0 0,-1 0 0,1 0-1,-1 0 1,1 0 0,-1 0 0,1-1 0,29 2 41,-25-1-28,30-2 55,-1-1-1,36-8 0,-36 5-502,1 1 1,36 0-1,-39 5-937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3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29469,'0'0'1169,"120"0"-833,-52 0-192,8-3 48,4-8-112,-9 2-48,-11 2 0,-12 2-32,-8 1-16,-16 2-176,-8 2-160,-12 0-368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3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28493,'0'0'2585,"24"1"-2305,26 1-168,0-1-1,1-3 1,69-11-1,-83 6-111,-24 5-50,0 0 0,0 0 0,-1-1 0,1-1 0,-1 0 0,15-8 0,-27 12-6,0-1-1,1 1 1,-1 0 0,0 0-1,1-1 1,-1 1-1,0 0 1,1-1-1,-1 1 1,0-1-1,0 1 1,1 0-1,-1-1 1,0 1-1,0-1 1,0 1-1,0-1 1,0 1-1,1-1 1,-1 1 0,0 0-1,0-1 1,0 1-1,0-1 1,0 1-1,-1-1 1,1-2-239,0-10-1711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4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29854,'0'0'2091,"-1"-2"-1877,8 3-150,43 10 40,102 10 1,-10-2-93,-140-18-13,1 0-1,-1 0 1,0 0-1,1 0 1,-1 0 0,0 1-1,0-1 1,0 0-1,0 1 1,0 0-1,0 0 1,-1-1-1,1 1 1,0 0 0,-1 0-1,0 0 1,1 1-1,-1-1 1,0 0-1,0 0 1,0 1-1,0-1 1,-1 1 0,1-1-1,-1 0 1,1 1-1,-1-1 1,0 1-1,0 0 1,0-1-1,0 1 1,-1 3 0,0 5 1,-1 1 1,1 0 0,-2 0 0,0-1 0,-7 20-1,-60 109 10,44-92-20,12-21 15,0-2-1,-2 0 0,-1-1 0,-1-1 0,-1 0 1,-37 34-1,56-56-43,-1-1 0,1 1 0,0-1 0,-1 1 0,1-1 0,0 1 0,-1-1 0,1 0 0,-1 1 0,1-1 0,0 0 0,-1 1 0,1-1 0,-1 0 0,1 0 0,-1 1 0,0-1 0,1 0-1,-1 0 1,1 0 0,-1 0 0,1 1 0,-1-1 0,1 0 0,-1 0 0,0 0 0,1 0 0,-1-1 0,1 1 0,-1 0 0,1 0 0,-1 0 0,0 0 0,1 0 0,-1-1 0,1 1 0,-1 0 0,1-1 0,-1 1 0,1 0 0,0-1 0,-1 1 0,1 0 0,-1-1 0,1 1 0,0-1 0,-1 1 0,1-1 0,0 1 0,-1-1 0,1 1 0,0-1 0,0 1 0,0-1 0,-1 0 0,-3-11-4163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1 329 29053,'0'0'2289,"11"-19"-2259,20-31 11,54-64 0,33-25 71,-118 139-108,0 0 0,0-1-1,0 1 1,0 0 0,0 0-1,0-1 1,0 1-1,1 0 1,-1-1 0,0 1-1,0 0 1,0 0 0,0-1-1,1 1 1,-1 0 0,0 0-1,0 0 1,1-1-1,-1 1 1,0 0 0,0 0-1,1 0 1,-1 0 0,0-1-1,0 1 1,1 0-1,-1 0 1,0 0 0,1 0-1,-1 0 1,0 0 0,1 0-1,-1 0 1,0 0-1,0 0 1,1 0 0,-1 0-1,0 0 1,1 0 0,-1 0-1,0 0 1,1 1-1,-1-1 1,0 0 0,0 0-1,1 0 1,-1 0 0,-2 20 41,-18 37-38,19-53 7,-57 134 77,-13 36-20,63-154-157,1 0 1,1 1-1,1 0 0,1 0 0,-2 43 0,6-63-56,-1 0 91,1-1 1,0 0 0,0 0 0,0 0 0,0 0 0,0 1 0,0-1 0,0 0 0,0 0 0,0 0 0,0 0 0,0 1 0,0-1 0,0 0-1,0 0 1,0 0 0,1 0 0,-1 1 0,0-1 0,0 0 0,0 0 0,0 0 0,0 0 0,0 0 0,0 1 0,0-1 0,0 0 0,1 0 0,-1 0-1,0 0 1,0 0 0,0 0 0,0 0 0,0 0 0,1 1 0,-1-1 0,0 0 0,0 0 0,0 0 0,0 0 0,1 0 0,-1 0 0,0 0-1,0 0 1,0 0 0,0 0 0,1 0 0,-1 0 0,0 0 0,0 0 0,0 0 0,0 0 0,1-1 0,10 1-5171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5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29534,'0'0'1408,"-16"124"-1312,4-90-48,4 2-32,-4-3-16,4-5-128,-8 1-288,8-7-352,0-6-1425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5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29053,'0'0'2706,"96"-23"-2658,-52 21-48,8-2-32,0 2-161,0-1-303,0-4-800,0-2-4467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22 146 25164,'0'0'5285,"6"-18"-5088,24-52 32,-28 66-199,0 0 0,0 0-1,1 1 1,0-1 0,-1 1-1,1-1 1,1 1 0,-1 0-1,0 0 1,1 0-1,-1 1 1,1 0 0,0-1-1,0 1 1,0 0 0,0 1-1,0-1 1,1 1-1,-1 0 1,0 0 0,1 0-1,-1 0 1,0 1 0,1 0-1,-1 0 1,1 0 0,7 1-1,-11 0-27,0-1 0,0 1 1,0 0-1,0-1 0,0 1 0,0 0 0,-1 0 0,1-1 0,0 1 0,-1 0 0,1 0 0,0 0 1,-1 0-1,1 0 0,-1 0 0,1 0 0,-1 0 0,0 0 0,1 0 0,-1 0 0,0 0 1,0 0-1,0 0 0,0 0 0,0 1 0,0 0 0,0 40 11,0-31-11,-2 1 2,1-1 1,-1 0-1,-1 1 0,0-1 0,-1 0 0,0 0 0,-1-1 0,0 1 1,0-1-1,-1 0 0,0 0 0,-1-1 0,-8 9 0,-21 34 2,36-51-7,0-1 0,0 1 0,0-1 0,0 1 0,0-1 0,0 1 0,0-1 0,1 1 0,-1-1 0,0 1 0,0-1 0,0 1 0,0-1 0,1 1 0,-1-1-1,0 0 1,0 1 0,1-1 0,-1 1 0,0-1 0,1 0 0,-1 1 0,1-1 0,-1 0 0,0 1 0,1-1 0,-1 0 0,1 0 0,-1 1 0,1-1 0,-1 0 0,0 0 0,1 0 0,-1 0 0,1 0-1,-1 0 1,1 0 0,-1 1 0,1-1 0,-1-1 0,1 1 0,-1 0 0,1 0 0,-1 0 0,1 0 0,0 0 0,44 2-1,-16-1-16,-25 1 11,0-1 1,-1 0 0,1 1-1,-1 0 1,1 0-1,-1 0 1,0 0 0,0 1-1,0-1 1,0 1-1,0-1 1,-1 1 0,1 0-1,-1 0 1,1 1-1,-1-1 1,0 0 0,-1 1-1,1-1 1,-1 1-1,1-1 1,-1 1 0,0 0-1,0 0 1,0 0-1,-1-1 1,0 1-1,1 0 1,-2 7 0,1-1 2,0 0-1,-1-1 1,0 1 0,-1-1 0,1 1 0,-2-1 0,0 0 0,0 0 0,0 0 0,-10 17-1,6-17 31,1-1 0,-1 0 0,0-1 0,0 1 0,-1-1 0,0-1 0,0 1 0,-1-2 0,0 1 0,0-1 0,0 0-1,0-1 1,-1 0 0,0 0 0,0-1 0,0-1 0,0 0 0,0 0 0,-1-1 0,-12 1 0,22-3-95,1 0 0,-1 0 0,1 0 0,-1 0 0,1 0 0,0 0 0,-1 0 0,1 0 0,0-1 0,0 1 0,0 0 0,0 0 1,0 0-1,0 0 0,0 0 0,0 0 0,0 0 0,1-2 0,-1-1-427,0-15-1940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6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29502,'0'0'1616,"-20"113"-1568,16-75 48,-8-2-48,4-1-48,-8 1 0,8-3-64,-4-4-336,4-10-336,8-2-673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6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25164,'0'0'6498,"44"-4"-6369,-12 4-33,4 0-96,-4 0 0,0 0-16,4 0-241,4 0-623,0 4-417,-4 0-2896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7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30366,'0'0'1585,"8"0"-2050,0 0-479,0 0-913</inkml:trace>
  <inkml:trace contextRef="#ctx0" brushRef="#br0" timeOffset="1">340 0 29918,'0'0'1552,"8"4"-2080,-4 0-16,-4-1-417,8-1-2128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29934,'0'0'1648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26284,'0'0'3884,"4"31"-2093,-5 197-1687,-1-214-194,0 1 0,0-1 1,-2 0-1,0 0 1,0 0-1,-1 0 1,-1-1-1,-1 0 0,1 0 1,-2-1-1,-17 24 1,21-34-776,0-2-445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8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29646,'0'0'2289,"92"-7"-2225,-56 5 0,-4 0-32,12 2-32,-5 0 0,5 0-192,-4 0-337,-8 0-1135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9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29085,'0'0'1121,"-80"102"-897,64-55-80,4 7 48,4 5 48,4 1-80,4 1-64,0-2-64,0-1-32,4-4-32,12-8-352,8-12-352,-4-16-961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8:5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185 171 29485,'0'0'769,"9"-15"-401,-1 2-322,0 0 0,1 1 0,0 1 1,1-1-1,0 1 0,1 1 0,0 0 0,1 1 0,14-10 1,-21 16-25,2-1 20,0 0 1,0 0-1,0 0 0,0 1 1,0 0-1,1 0 0,-1 1 0,1 0 1,12-2-1,-19 4-40,0 1 0,-1-1 0,1 1 0,0-1 0,-1 1 1,1-1-1,-1 1 0,1-1 0,-1 1 0,1-1 0,-1 1 0,1 0 0,-1-1 0,1 1 0,-1 0 0,0 0 0,0-1 1,1 1-1,-1 0 0,0-1 0,0 1 0,0 0 0,0 0 0,0 0 0,0-1 0,0 1 0,0 1 0,0 29-10,0-26 14,-1 10-2,0-1 0,-1 1 0,-1-1 1,-1 0-1,0 0 0,0 0 0,-1-1 0,-1 1 0,-1-1 0,0 0 0,-13 18 1,-12 12 13,-66 69 1,69-80-10,7-9 15,0 0-1,-2-1 1,0-1-1,-42 27 1,65-48-24,1 1 1,-1-1 0,1 1 0,-1-1 0,1 1 0,-1-1 0,1 0-1,-1 1 1,1-1 0,-1 0 0,0 1 0,1-1 0,-1 0 0,0 0 0,1 0-1,-1 1 1,0-1 0,1 0 0,-1 0 0,0 0 0,1 0 0,-1 0 0,0 0-1,1 0 1,-1-1 0,0 1 0,1 0 0,-1 0 0,1 0 0,-1-1-1,0 1 1,1 0 0,-1-1 0,1 1 0,-1 0 0,1-1 0,-1 1 0,1-1-1,-1 0 1,0-1 0,1 0-1,-1-1 1,1 1 0,0 0-1,0-1 1,0 1 0,0 0-1,0-1 1,0 1-1,1 0 1,0-4 0,3-7-2,0 1 1,0 0-1,10-18 1,-10 24-3,0 0-1,1-1 1,0 2 0,0-1 0,0 1 0,1 0 0,0 0 0,0 0 0,0 1 0,1 0 0,7-4 0,-12 7 5,1 0 0,-1 0 0,1 0 1,-1 0-1,1 0 0,-1 1 1,1-1-1,-1 1 0,1 0 0,0 0 1,-1 0-1,1 0 0,0 0 0,-1 1 1,1-1-1,-1 1 0,1 0 1,-1-1-1,1 1 0,-1 0 0,1 1 1,-1-1-1,0 0 0,0 1 1,1-1-1,-1 1 0,0-1 0,0 1 1,-1 0-1,1 0 0,0 0 0,-1 0 1,1 0-1,1 4 0,6 9 7,-1-2 19,0 0 0,0-1 1,20 21-1,-25-30-53,1 1 0,0-1 0,0 0 0,1 0-1,-1-1 1,0 1 0,1-1 0,0 0 0,-1 0 0,1-1 0,0 1 0,0-1-1,0 0 1,0 0 0,7 0 0,41-2-4062,-22-2-8620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00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27100,'0'0'4293,"-1"16"-4168,-51 223 275,42-196-373,5-15-36,5-17-3,3-12 7,14-25 12,1 2 1,1 0 0,1 1-1,1 1 1,1 1 0,1 0-1,45-29 1,-68 50-8,0 0-1,0-1 1,0 1 0,1 0-1,-1 0 1,0 0 0,0 0-1,1 0 1,-1 0 0,0 0-1,0 0 1,1 0 0,-1 0-1,0 0 1,1 0 0,-1 0-1,0 0 1,0 0 0,1 0-1,-1 0 1,0 0 0,0 0-1,1 0 1,-1 0 0,0 0-1,0 0 1,1 0 0,-1 1 0,0-1-1,0 0 1,1 0 0,-1 0-1,0 1 1,0-1 0,0 0-1,0 0 1,1 1 0,3 14 13,-4 26 41,0-32-42,-5 48 24,3-47-62,0 1 0,1 0 0,0 0-1,1-1 1,1 1 0,2 19 0,-2-29-27,-1 0-1,0 0 1,1 1 0,-1-1-1,1 0 1,0 0-1,-1 0 1,1 0 0,0 0-1,0 0 1,0 0 0,-1 0-1,1 0 1,0-1 0,0 1-1,0 0 1,0-1 0,1 1-1,-1 0 1,0-1-1,0 1 1,0-1 0,0 0-1,2 1 1,17 2-1732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0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20601,'0'0'9704,"-5"3"-8928,45 3-636,0-2-1,0-1 1,72-6-1,-18 0-35,-82 3-112,-11 0-1,-1 0 1,0 0 0,0 0 0,0 0-1,0 0 1,1 0 0,-1 1 0,0-1-1,0 0 1,0 0 0,0 0 0,0 0-1,0 0 1,1 0 0,-1 0 0,0 0-1,0 0 1,0 0 0,0 1 0,0-1-1,0 0 1,0 0 0,0 0 0,1 0-1,-1 0 1,0 0 0,0 1 0,0-1-1,0 0 1,0 0 0,0 0 0,0 0-1,0 0 1,0 1 0,0-1 0,0 0-1,0 0 1,0 0 0,0 0 0,0 0-1,0 1 1,0-1 0,0 0 0,0 0-1,0 0 1,0 0 0,0 0 0,-1 1-1,1-1 1,0 0 0,0 0 0,0 0-1,0 0 1,0 0 0,0 0 0,0 0-1,0 1 1,-1-1 0,1 0 0,0 0-1,0 0 1,0 0 0,0 0 0,-8 7-694,-3-4-510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03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0 314 28813,'0'0'2257,"21"-14"-2123,66-44-60,-72 46-50,0 0-1,-1-1 1,-1 0-1,0-1 1,-1-1-1,20-30 1,-4 6 51,-23 33-48,0-1 0,0 1-1,-1-1 1,1 0 0,-1-1 0,-1 1-1,0 0 1,5-15 0,-8 21 101,-2 19-67,-35 136 13,-1-3-4,22-78-52,9-45-17,1 1 1,2 0 0,-2 36-1,4-51-609,0-30-1759,2-4-2027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0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29021,'0'0'2113,"10"24"-1854,1 0-203,-4-8-30,0 0 1,-1 0 0,0 1 0,-2 0-1,0 0 1,0 0 0,0 21-1,-3-15 14,6 174 202,-8-169-212,-1 1 0,-2-1 0,0 0 1,-16 52-1,4-33-12,-1 0 1,-3-1 0,-2-1-1,-1-1 1,-3-2 0,-1 0-1,-57 66 1,83-107-17,1 0 1,0 0-1,-1-1 0,1 1 1,-1 0-1,1-1 0,-1 1 0,1-1 1,-1 1-1,1-1 0,-1 1 0,0-1 1,1 1-1,-1-1 0,0 1 1,1-1-1,-1 0 0,0 0 0,1 1 1,-1-1-1,0 0 0,0 0 1,1 0-1,-1 1 0,0-1 0,-1 0 1,0-22-1545,2 21 1464,0-8-2467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06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29678,'0'0'1600,"-48"122"-1504,28-75 48,4-2-48,-8-2-64,12-2 1,-8-1-17,4-6-16,4-5-49,0-6-143,12-8-448,-4-8-400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06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30142,'0'0'1633,"132"-25"-1585,-84 21-16,-4 1-32,4-3-32,0 3-96,-12-1-321,12 1-735,-8-1-1986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07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6 27244,'0'0'3479,"-43"-6"-2171,39 7-1298,1 0 1,-1 0-1,0 0 1,0 0 0,1 0-1,-1 1 1,0 0 0,1 0-1,0 0 1,-1 0-1,1 0 1,0 0 0,0 1-1,0 0 1,1 0-1,-1-1 1,-2 5 0,-2 2-7,0 1 0,0 0-1,1 0 1,-7 14 0,-1 13 3,0 2-1,3-1 0,1 1 0,2 1 0,-4 52 1,2 204 32,10-257-38,8 3-113,-8-42 50,0-8-2221,0-8-575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08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153 245 28797,'0'0'1788,"6"-10"-1703,12-20 79,1 1 0,35-41-1,-42 56-114,0 1-1,1 1 0,0 0 1,1 1-1,0 0 0,1 2 0,25-14 1,-38 28-30,-1 1 0,1-1 0,-2 1 0,1-1 0,0 1 0,-1 0 0,0-1 0,-1 9 0,1-7 2,-2 12-9,0 1 0,0-1-1,-2 0 1,0-1 0,-2 1 0,-8 19 0,-53 106 76,42-100-80,-2 0 1,-2-3 0,-2 0 0,-1-2 0,-39 36 0,68-73-5,-1 4 2,-1-1 0,0 0 0,-1-1 0,1 1 0,-1-1 0,0 0 0,0 0 0,0-1 0,-13 6 0,18-9 13,2-3-7,0 1 1,-1-1 0,1 1-1,-1-1 1,1 1-1,-1-1 1,0 1 0,0-1-1,0 1 1,-1-6 0,1 6-13,-1 0 0,1-1 0,0 1 1,0 0-1,0-1 0,0 1 1,1-1-1,-1 1 0,0 0 1,1-1-1,0 1 0,-1 0 1,1 0-1,0-1 0,3-2 1,0 0-3,1 0 1,-1 0 0,1 1-1,1-1 1,-1 1-1,0 1 1,1-1-1,0 1 1,0 0 0,0 0-1,0 1 1,0 0-1,1 0 1,-1 0 0,1 1-1,-1 0 1,14-1-1,-14 2 4,-1 0 0,1 0 0,0 0 0,0 1 0,-1 0 0,1 0 0,-1 0 0,1 1 0,-1 0 0,1 0 0,-1 0 0,0 1 0,0-1 0,0 1 0,0 0 0,-1 1 0,1-1 0,-1 1 0,0 0 0,0 0 0,4 6 0,8 18 29,7 9 6,-21-35-42,-1-1 0,1 1 0,-1-1 0,1 0 0,0 1-1,0-1 1,-1 0 0,1 0 0,0 0 0,0 0 0,0-1 0,0 1 0,0 0 0,0-1-1,0 0 1,0 1 0,0-1 0,3 0 0,5 0-119,1 0-255,1 0 0,0 0 0,-1-2 0,22-4-1,2-4-2135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0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 29181,'0'0'1660,"-16"8"-1540,0-2-79,9-3-22,0 0 1,-1 0-1,1 1 0,1 0 1,-1 0-1,0 1 1,1-1-1,0 1 1,0 1-1,0-1 0,1 1 1,-8 10-1,-6 17 48,0 1 0,3 0 0,-20 58 0,-22 114 132,51-178-198,1 2 0,2-1 0,1 0 0,1 1 0,4 55 0,-2-83-50,0 0 0,0-1 1,0 1-1,0-1 0,0 1 0,0 0 1,1-1-1,-1 1 0,1-1 1,-1 1-1,1-1 0,-1 1 1,1-1-1,0 1 0,0-1 1,0 0-1,0 0 0,0 1 1,0-1-1,0 0 0,0 0 1,0 0-1,1 0 0,-1 0 1,0 0-1,1 0 0,-1-1 1,1 1-1,-1 0 0,1-1 1,-1 1-1,1-1 0,-1 0 1,1 1-1,-1-1 0,1 0 1,0 0-1,-1 0 0,1 0 1,1 0-1,6-2-1893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0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1 399 28701,'0'0'1459,"7"-20"-1408,5-12 29,2 0-1,1 1 0,25-38 1,-18 38 72,2 1 0,0 1 0,3 1 0,0 2 0,59-44 0,-86 70-149,0-1 0,0 1 0,0 0 0,0 0 1,1 0-1,-1 0 0,0 0 0,0 0 0,0 0 0,1 0 0,-1 0 0,0 0 0,0 0 0,0 0 1,0 0-1,1 0 0,-1 0 0,0 0 0,0 0 0,0 0 0,1 0 0,-1 0 0,0 1 0,0-1 1,0 0-1,0 0 0,0 0 0,1 0 0,-1 0 0,0 0 0,0 0 0,0 1 0,0-1 1,0 0-1,0 0 0,1 0 0,-1 0 0,0 0 0,0 1 0,0-1 0,0 0 0,0 0 0,0 0 1,0 1-1,0-1 0,0 0 0,0 0 0,0 1 0,3 17 44,-2 28-39,-1-38 23,-2 12-22,-1-1 1,0 1-1,-1-1 1,-2 0-1,0-1 1,0 1 0,-18 31-1,-14 44 11,38-91-23,37-37 70,1-1-60,-20 16-4,1 2 1,0 0-1,1 1 1,1 0-1,1 2 1,43-21 0,-65 35-5,0-1 1,1 1 0,-1 0 0,0 0 0,0 0 0,1 0-1,-1 0 1,0 0 0,1 0 0,-1 0 0,0 0-1,0 0 1,1 0 0,-1 0 0,0 0 0,0 1 0,1-1-1,-1 0 1,0 0 0,0 0 0,1 0 0,-1 0-1,0 0 1,0 1 0,1-1 0,-1 0 0,0 0 0,0 0-1,0 1 1,1-1 0,-1 0 0,0 0 0,0 1 0,0-1-1,0 0 1,0 0 0,0 1 0,1-1 0,-1 0-1,0 0 1,0 1 0,0-1 0,0 0 0,0 1 0,0-1-1,0 0 1,-1 13-4,1-12 6,-1 9 7,0 0 1,-1 0 0,0 0-1,-1 0 1,0-1-1,0 1 1,-1-1-1,-1 0 1,-9 16-1,7-12-55,0 1-1,0 0 1,-5 18-1,11-24-1022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0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29341,'0'0'2225,"-20"105"-2177,4-71 17,0 0-33,4-3-32,-4-4 16,4-4-16,4-2-16,0-3-113,4-3-319,0-3-496,4-6-641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15 25292,'0'0'6338,"-8"-15"-6241,28 15-65,4 0-32,0 0-32,8 4-145,4-2-383,4-2-512,-4 0-929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1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1 250 27661,'0'0'2025,"21"-19"-1943,-12 11-70,144-136 174,-85 66 494,-68 77-93,-2 14-296,-64 145-163,46-104-81,8-27-48,2 1 0,0 0 1,2 1-1,2 0 1,0 0-1,-1 36 1,7-65-225,2-4-2923,8-10-2636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28637,'0'0'2596,"11"11"-2391,-8-8-196,3 3 10,0 1 1,-1 0-1,1-1 1,-1 2 0,0-1-1,-1 1 1,0-1-1,0 1 1,0 0-1,-1 1 1,-1-1-1,1 1 1,-1-1-1,1 11 1,-2 17-6,0 0 1,-3 1-1,-1-1 0,-1 0 1,-3 0-1,0-1 0,-2 0 1,-2 0-1,-1-1 0,-2 0 1,-1-1-1,-2-1 0,-1-1 1,-1 0-1,-32 38 0,-6-13 2,54-55-21,3-1-91,0-20-2217,0 8-878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28461,'0'0'3410,"32"2"-3314,-16-2-64,4 0-32,0 0 0,0 0-112,0 0-209,0 0-687,-4-5-929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2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1 250 26444,'0'0'3676,"20"-15"-3483,136-122 263,-127 110-263,-18 18-72,-1 0 1,-1 0 0,0-1-1,0 0 1,9-13 0,-30 81 91,-59 146-100,62-170-104,1 1 0,2-1 0,1 1 0,1 41 0,2-57-357,0-28-3538,2-7-3662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28909,'0'0'2631,"9"18"-2460,15 38-40,-2 2 0,-3 0 1,18 98-1,-29-103-104,-2 0-1,-3 0 1,-2 1 0,-9 80-1,1-108-22,0-1 0,-1 0 0,-2 0 0,-1-1-1,-1 0 1,0-1 0,-2 0 0,-1-1-1,0-1 1,-2 0 0,-26 25 0,39-42-115,3-3 36,0 0-1,0 1 1,0-1 0,0 0 0,-1 0 0,1 0-1,0 0 1,-1 0 0,1 0 0,0 0 0,-1-1-1,1 1 1,-1 0 0,1-1 0,-1 1 0,1-1-1,-3 1 1,-4-1-1710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3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29213,'0'0'1809,"116"-7"-1553,-64 0-112,0 1-32,4 1-32,-9 0-80,-7 1 0,-16 2 0,-4 0 0,-8 2-64,-8 0-176,4 0-256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4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28397,'0'0'3650,"136"16"-3506,-92-16-48,0 0-48,-13 0-32,5 0-16,-12 0-80,-4 0-176,-8 2-80,0 1-625,-8 1-816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5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26 28637,'0'0'2956,"1"-6"-2766,0-13-79,-10 22-43,-24 40-16,32-42-51,-37 55 39,2 1 0,2 1 0,-26 66 0,49-98-47,1 0 0,2 1-1,0 0 1,2 0 0,1 1-1,1 0 1,1 0 0,1 0-1,2 1 1,3 28 0,-2-54-41,0 0 0,-1 0 0,1 0 0,0-1 0,1 1 1,-1-1-1,0 1 0,1-1 0,-1 1 0,1-1 0,0 0 0,0 1 1,0-1-1,0 0 0,0 0 0,0-1 0,1 1 0,-1 0 0,1-1 1,-1 1-1,1-1 0,-1 0 0,1 0 0,0 0 0,0 0 0,-1 0 1,1-1-1,0 1 0,0-1 0,0 0 0,4 0 0,14 1-1158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21178,'0'0'9014,"4"-14"-8928,8-25 87,1 1 1,30-56-1,-39 87-138,15-29 102,27-34-1,-40 62-103,0-1 0,1 1-1,0 1 1,1-1 0,0 1-1,0 0 1,0 1 0,1 0-1,13-7 1,-21 13 100,0 4-124,0 1 0,0-1-1,-1 1 1,0-1 0,0 1-1,0-1 1,-1 1-1,-1 6 1,1-2 9,-4 20-2,-1-1 0,-1 0 0,-21 48 0,-4 18 1,32-90-20,14-9-10,19-16 18,0-2 0,-1-2 0,37-37 1,37-28 5,-105 94-7,0 0 0,0 0 1,0 0-1,-1 0 1,0 0-1,1 1 1,-1-1-1,-1 8 1,-1 2 23,-1 1 1,0-1-1,-1 0 1,-8 20-1,7-21-126,1 0 1,0 0-1,1 0 0,0 1 0,1-1 1,-1 15-1,7-23-1007,12-4-1386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28701,'0'0'2481,"-16"93"-2305,0-59-96,4-5-32,0 0-32,0-6-16,0-1 0,4-4-32,0-2-352,0-3-592,4-4-353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29822,'0'0'1905,"52"-13"-1905,-24 13-32,8 0-161,0-2-623,-4 1-753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1 360 28893,'0'0'1390,"21"-19"-1342,149-144 24,-144 134 85,-1-2 0,-2 0-1,31-55 1,-54 85 110,-2 10 24,-36 63-224,14-28 0,-27 69-1,38-82-178,2 2 0,1-1 0,2 2 0,1-1 0,2 1 0,-2 34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7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28573,'0'0'1916,"7"23"-1527,9 34-207,-1 0 0,-4 2 0,8 96 0,-19-147-175,0 39 40,-1-1 0,-9 50 0,7-80-42,0 0 1,-2-1-1,0 0 1,0 0 0,-1 0-1,-1-1 1,-1 0-1,0 0 1,-19 24-1,20-28-19,-1-1 0,0 0-1,-1 0 1,0-1 0,0 0-1,-1 0 1,-18 11 0,28-19-8,0 0 0,0 0 0,0 0 0,0 0 0,0 0 0,0 0 1,0 0-1,-1 0 0,1 0 0,0 0 0,0 0 0,0 0 1,0 0-1,0 0 0,0 0 0,0 0 0,0 0 0,-1 0 0,1 0 1,0 0-1,0 0 0,0 0 0,0 0 0,0 0 0,0 0 1,0 0-1,0 0 0,-1 0 0,1 0 0,0 0 0,0 0 1,0 0-1,0 0 0,0 0 0,0 0 0,0 0 0,0 0 0,0 0 1,0 0-1,0-1 0,-1 1 0,1 0 0,0 0 0,0 0 1,0 0-1,0 0 0,0 0 0,0 0 0,0 0 0,0 0 1,0-1-1,0 1 0,0 0 0,0 0 0,0 0 0,0 0 0,0 0 1,0 0-1,0 0 0,0 0 0,0-1 0,0 1 0,0 0 1,0-15-2167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1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28061,'0'0'3065,"5"-12"-2545,10 9-481,0 0-1,-1 2 0,1-1 0,0 2 0,0 0 0,0 1 0,23 4 0,-35-4-39,-1 0 1,1 0-1,0 0 1,-1 0-1,0 1 1,1-1-1,-1 1 1,0-1-1,1 1 1,-1 0-1,0 0 1,0 0 0,-1 0-1,1 0 1,0 0-1,-1 1 1,1-1-1,-1 0 1,0 1-1,0-1 1,0 1-1,0 0 1,0-1-1,0 1 1,0 3-1,1 8-3,-1-1 0,0 1-1,-2 27 1,0-14 2,0-19 5,-1 1 1,0-1-1,0 0 1,-1 0-1,0 0 1,0 0 0,-1 0-1,0 0 1,-1-1-1,1 0 1,-1 0 0,-1 0-1,1-1 1,-9 8-1,7-6 2,0-1-1,0 1 1,1 0-1,0 1 1,1 0-1,0 0 1,0 0-1,1 0 1,-4 14-1,7-21-1,1-1 0,-1 0 0,1 1 0,0-1-1,0 0 1,0 1 0,0-1 0,0 0 0,0 1-1,0-1 1,0 1 0,0-1 0,1 0 0,-1 1-1,1-1 1,-1 0 0,1 0 0,-1 1 0,1-1-1,0 0 1,-1 0 0,1 0 0,0 0 0,0 0-1,0 0 1,0 0 0,0 0 0,0 0 0,0 0 0,0 0-1,0-1 1,2 2 0,3 0 11,0 0 0,0-1 0,0 0 0,0 0 0,0 0 0,7 0 0,-7-1-15,184 2 398,-188-2-389,-2 0-155,0 0 64,1 0-1,-1 0 1,0 0 0,1 1-1,-1-1 1,0 0 0,1 0-1,-1 0 1,0 1 0,1-1 0,-1 0-1,0 0 1,1 1 0,-1-1-1,0 0 1,0 0 0,0 1-1,1-1 1,-1 0 0,0 1 0,0-1-1,0 0 1,0 1 0,1-1-1,-1 0 1,0 1 0,0-1-1,0 1 1,0 0 0,1 6-2847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53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 27917,'0'0'3569,"-17"10"-3112,-4 14-406,2 2 0,0-1 0,2 2 0,1 0 1,-13 30-1,-52 150 47,67-165-89,-13 69 0,24-92-6,0 0 0,1 1 0,2-1-1,0 0 1,1 0 0,4 23-1,-5-40-52,1 1 0,0-1-1,-1 0 1,1 1-1,1-1 1,-1 0 0,0 0-1,0 0 1,1 0-1,-1 0 1,1 0 0,0 0-1,0 0 1,-1-1-1,1 1 1,0-1 0,0 1-1,1-1 1,-1 0-1,0 1 1,0-1 0,1-1-1,-1 1 1,0 0-1,1 0 1,-1-1 0,1 1-1,-1-1 1,1 0-1,-1 0 1,1 0 0,-1 0-1,1 0 1,-1-1-1,1 1 1,3-2 0,6-7-2378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54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21 239 26188,'0'0'4661,"14"-35"-4096,1 15-543,1 1 0,1 0 0,1 1 0,0 1 0,1 1 0,1 1 0,1 0 0,0 1 0,1 2 0,0 0 1,34-12-1,-55 23-21,-1 1 0,1 0 0,0-1 1,-1 1-1,1 0 0,0 0 1,0 0-1,0 0 0,-1 0 0,1 0 1,0 0-1,0 0 0,-1 0 1,1 0-1,0 0 0,0 0 1,-1 0-1,1 1 0,0-1 0,0 0 1,-1 1-1,1-1 0,0 0 1,-1 1-1,1-1 0,0 1 1,-1-1-1,1 1 0,-1-1 0,1 1 1,-1 0-1,1-1 0,-1 1 1,1 0-1,-1-1 0,0 1 0,1 0 1,-1-1-1,0 1 0,0 0 1,1 0-1,-1-1 0,0 1 1,0 1-1,0 45 71,-2-26-32,2 11-26,-3 0 0,0-1-1,-2 1 1,-2-1-1,0-1 1,-2 1 0,-2-1-1,-17 36 1,1-16 19,-2 0-1,-2-2 1,-59 69-1,22-29-7,63-81-23,5-49 25,0 27-33,0 0-1,2 0 0,0-1 1,0 1-1,2 0 1,-1 1-1,2-1 1,9-20-1,-14 34 7,1 0-1,-1 0 0,1 0 0,-1 0 1,1 0-1,0 0 0,0 0 0,-1 1 1,1-1-1,0 0 0,0 0 1,0 1-1,0-1 0,0 0 0,0 1 1,0-1-1,0 1 0,0-1 0,0 1 1,0 0-1,0-1 0,0 1 1,0 0-1,1 0 0,-1 0 0,0 0 1,0 0-1,0 0 0,0 0 0,0 0 1,1 0-1,-1 1 0,0-1 0,0 0 1,0 1-1,0-1 0,2 2 1,39 28 9,-29-19 23,-2-3-21,1-1 1,0 0 0,1-1 0,-1 0 0,1-1-1,0 0 1,0-1 0,1-1 0,14 3-1,12-2-1,71 0-1,-107-4-115,0 0 0,0-1 0,0 1 0,0-1 0,-1 0 1,1 0-1,0 0 0,-1 0 0,1-1 0,-1 0 0,1 0 0,-1 0 0,0 0 1,1 0-1,-1 0 0,0-1 0,-1 0 0,1 1 0,0-1 0,-1 0 1,5-7-1,5-11-3080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5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29469,'0'0'1713,"-17"17"-1569,-3 1-98,10-10-23,-1 1 0,2 1 0,-1-1 1,1 2-1,1-1 0,0 1 0,1 1 0,0-1 1,-8 18-1,1 7 29,1 0 0,2 2 0,2-1 0,1 1 0,2 0 0,2 1 0,1-1 0,2 1 0,6 66 0,-4-99-142,0-1 0,0 0 0,0 0 0,1 0 0,0 0 0,0 0 0,0 0 0,0 0 0,1 0 0,0-1 0,0 1 0,0-1 0,0 0 0,1 0 0,0 0 0,-1-1 0,2 1 0,-1-1 0,0 0 0,1 0 0,5 3 0,9 0-1497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5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1 431 29069,'0'0'1670,"3"-17"-1510,2-5-117,2 0-1,0 1 0,1 0 0,1 0 1,16-26-1,15-22 17,-22 36-18,1 1 1,2 1-1,1 1 1,29-30 0,-51 59-36,0 1 1,0 0-1,0 0 1,1-1 0,-1 1-1,0 0 1,0 0-1,0-1 1,1 1-1,-1 0 1,0 0 0,0 0-1,1 0 1,-1-1-1,0 1 1,1 0-1,-1 0 1,0 0 0,0 0-1,1 0 1,-1 0-1,0 0 1,1 0-1,-1 0 1,0 0 0,0 0-1,1 0 1,-1 0-1,0 0 1,1 0-1,-1 0 1,0 0 0,0 0-1,1 0 1,-1 0-1,0 1 1,1-1-1,-1 0 1,0 0 0,0 0-1,0 0 1,1 1-1,-1-1 1,0 0-1,0 0 1,1 0 0,-1 1-1,0-1 1,0 0-1,0 0 1,0 1-1,0-1 1,0 0 0,1 1-1,-1-1 1,4 29 127,-6 36-28,-2-39-88,-1-1 0,-1 0-1,-1 0 1,-2-1 0,0 0 0,-15 27 0,6-13-12,64-80 7,-11 3-28,3 2 1,0 2-1,84-58 0,-82 77 24,-39 15-7,-1 1 0,1 0-1,0-1 1,0 1 0,0 0-1,0-1 1,0 1-1,0 0 1,-1 0 0,1 0-1,0 0 1,0 0 0,0 0-1,0 0 1,0 0-1,0 0 1,0 0 0,0 0-1,0 1 1,-1-1 0,1 0-1,0 1 1,0-1-1,0 1 1,0-1 0,-1 1-1,1-1 1,0 1 0,-1-1-1,1 1 1,0 0-1,-1-1 1,1 1 0,-1 0-1,1 0 1,-1-1 0,1 1-1,-1 0 1,1 0 0,-1 0-1,1 1 1,1 29 32,-1 0 1,-1-1 0,-1 1-1,-2 0 1,-10 46 0,11-57-442,2-19 319,0-1 0,0 1 0,1-1-1,-1 1 1,0-1 0,1 1 0,-1-1 0,0 0 0,1 1-1,-1-1 1,0 0 0,1 1 0,-1-1 0,1 0-1,-1 1 1,1-1 0,-1 0 0,0 0 0,1 1 0,-1-1-1,1 0 1,-1 0 0,1 0 0,0 0 0,-1 0 0,1 0-1,-1 0 1,1 0 0,-1 0 0,2 0 0,16 0-3127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56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30030,'0'0'1536,"-36"111"-1391,20-75 15,8-5-48,-4-3-64,4-2-32,-4-3 0,0-3-16,0-2-96,4-4-225,0-5-591,0-4-545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56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29758,'0'0'2177,"68"-6"-2129,-40 3-32,0-1-16,4 1-48,4-1-208,-4-3-289,12-2-1023,-4-2-25981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56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1 358 29373,'0'0'1857,"12"-10"-1726,271-266 106,-200 206-165,-82 69 91,-1 16 5,-1 2-111,-1-1 0,-1 1 0,-8 28 0,-4 18 35,2 7-70,5-30-429,1 0-1,-1 56 1,20-100-4750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5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28733,'0'0'1524,"8"18"-732,27 60-415,-3 2 0,31 124 0,-57-171-327,-1 1-1,-3 0 1,0 0 0,-5 43-1,2-69-42,-1-1 0,0 0-1,-1 0 1,0 0 0,0 0-1,0 0 1,-1 0 0,0-1-1,0 0 1,-1 0 0,0 0-1,0 0 1,0-1 0,-1 0-1,-11 9 1,7-6-60,-1-1 0,0 0 0,0 0 0,-1-1 0,0 0 0,0-1-1,0-1 1,-17 5 0,19-10-2302,10-6-711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57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28221,'0'0'3810,"52"14"-3698,-24-8-16,0-3-48,4-1-48,0-2 0,4 0 0,-8 0-192,-4-3-176,-8-5-785,4-2-2129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58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1 369 28989,'0'0'2060,"11"-15"-2039,233-259 243,-220 250-245,-16 17 17,0-1 0,0 0-1,-1-1 1,10-14 0,-18 28 11,0 1 0,1 0 0,-1-1 0,1 1 0,1 0 1,0 7-1,1 10 4,-14 350 147,4-289-169,8-83-50,-5-15-2028,2-1-264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5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28397,'0'0'2583,"2"11"-1895,6 11-543,4 11-19,-1 0 0,-2 0-1,9 55 1,-12-24-101,-2 1 0,-6 94 0,0-133-18,-2 0-1,-1 0 0,-1 0 0,-1-1 0,-1 0 0,-1 0 1,-1-1-1,-25 42 0,24-49-2,0-1 1,0 0-1,-1-1 0,-1 0 1,-1-1-1,0-1 0,-1 0 1,0-1-1,-1-1 1,-34 19-1,48-28-5,-16 2-19,18-43-2112,0 24-485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2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29341,'0'0'1537,"0"6"-1134,-2 65-259,0-29-76,2-1 1,9 68-1,-9-104-67,1 0-1,1 0 0,-1 0 0,1 0 1,0 0-1,0 0 0,0-1 0,0 1 1,1-1-1,0 1 0,0-1 0,0 0 1,5 4-1,-6-6 6,0-1 0,1 1-1,-1-1 1,1 1 0,-1-1 0,1 0 0,-1 0-1,1 0 1,0 0 0,-1-1 0,1 1 0,0-1 0,0 1-1,-1-1 1,1 0 0,0 0 0,0 0 0,0-1-1,-1 1 1,1-1 0,0 1 0,0-1 0,-1 0 0,1 0-1,4-3 1,3-3 16,-1 0-1,0-1 1,0-1 0,0 1-1,-1-2 1,-1 1 0,1-1-1,7-14 1,-9 15-201,0 0 0,-1 0 0,0-1 0,0 0 0,-1 0 0,0 0 0,-1-1 0,0 1 0,-1-1 0,0 0 0,1-21 0,-3 25-2409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25292,'0'0'5877,"0"18"-5784,-2 5-56,0-8-7,1 0-1,1-1 1,0 1 0,1 0 0,4 19 0,-5-33-28,1 1-1,0 0 1,-1-1 0,1 1-1,0-1 1,0 1-1,0-1 1,0 1-1,0-1 1,1 0-1,-1 1 1,0-1-1,0 0 1,1 0-1,-1 0 1,1 0-1,-1 0 1,1-1-1,-1 1 1,1 0-1,0-1 1,-1 1-1,1-1 1,0 1-1,0-1 1,-1 0 0,1 0-1,0 1 1,0-2-1,-1 1 1,1 0-1,0 0 1,0 0-1,-1-1 1,1 1-1,0-1 1,2-1-1,6 0 4,-1-1-1,0-1 1,0 0 0,-1 0-1,13-8 1,2-7-3,-19 16-2,0-1-1,0 0 1,0 1 0,0 0-1,1 0 1,-1 0-1,1 1 1,0-1 0,0 1-1,-1 0 1,2 0 0,4 0-1,-9 16-100,-1-8 89,1 17 10,-1 1 0,-2 0 0,0-1 0,-11 42 0,-13 25 29,-5-1 0,-71 144-1,101-232-21,0 0 0,1 1 0,-1-1 0,0 0-1,0 1 1,1-1 0,-1 0 0,0 0 0,0 0 0,-1 1-1,1-1 1,0 0 0,0-1 0,0 1 0,-1 0-1,-1 1 1,2-2 1,0 0 1,1 0-1,-1 0 0,1-1 0,-1 1 1,1 0-1,-1 0 0,1-1 0,-1 1 0,1 0 1,-1-1-1,1 1 0,-1-1 0,1 1 0,0 0 1,-1-1-1,1 1 0,-1-1 0,1 1 1,0-1-1,0 1 0,-1-1 0,1 1 0,0-1 1,0 1-1,0-1 0,-1 0 0,1 0 0,-8-58 343,7 47-319,-4-15-351,2 0-1,1 0 1,1 0 0,1-1 0,2 1 0,1 0 0,7-31 0,2 18-2985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22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26540,'0'0'4562,"0"120"-4546,-4-73-16,0 3-144,-4 6-512,0 2-977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22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35 23595,'0'0'5776,"-7"22"-5515,-78 314 548,66-260-587,-1-5-65,-13 94 0,36-194-93,1 0 1,1 0-1,1 1 0,2 0 1,1 0-1,17-37 0,2-10-23,-11 22-35,3 0 0,2 2 0,2 0 1,2 2-1,47-66 0,-71 112-7,-1 1 0,1 1-1,-1-1 1,1 0 0,0 0 0,0 1 0,0-1 0,0 1-1,0-1 1,4-1 0,-6 3-1,1 0-1,-1 0 1,0 0-1,1 0 1,-1 0 0,1 0-1,-1 0 1,1 0-1,-1 0 1,1 0 0,-1 0-1,0 0 1,1 0-1,-1 0 1,1 0 0,-1 1-1,1-1 1,-1 0-1,0 0 1,1 1 0,-1-1-1,0 0 1,1 0 0,-1 1-1,0-1 1,1 0-1,-1 1 1,0-1 0,0 1-1,1-1 1,-1 0-1,0 1 1,0 0 0,2 6-9,0 0 1,0 0-1,-1 1 0,0-1 1,-1 12-1,0-19 12,0 0-1,2 27 15,-2 0 0,-3 33 0,1-51-11,1 0 0,-2 0 0,1 0 1,-1 0-1,0-1 0,-1 1 0,0-1 0,0 0 0,-1 0 0,-7 10 0,-1-2-4,0-1 0,0 0 0,-2-1 0,0 0 0,0-1 0,-1-1 0,-1-1 0,-22 13 0,24-22-2299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2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61 124 29133,'0'0'507,"-5"19"-229,-3 17-63,2 0 0,-3 70 0,9-105-212,0 0 0,0 0 0,1 0 0,-1 0 0,0 0 0,1 0 0,-1 0 0,1 0 0,0 0 0,-1 0 0,1-1 0,-1 1 0,1 0 0,0 0 0,0 0 0,0-1 0,-1 1 0,1 0 0,0-1 0,0 1 0,0-1 0,0 1 0,0-1 0,0 0 0,0 1 0,0-1 0,0 0 0,0 0 0,0 1 0,0-1 0,0 0 0,0 0 0,0 0 0,1 0 0,-1 0 0,0-1 0,0 1 0,0 0 0,0 0 0,0-1 0,1 0 0,4 0 16,-1 0 1,0 0 0,0-1-1,0 0 1,0 0 0,0 0-1,7-5 1,-2-2 13,0 0-1,-1 0 1,0-1-1,-1 0 1,0 0 0,0-1-1,-1 0 1,0-1-1,-1 0 1,-1 0-1,0 0 1,0 0 0,-1-1-1,-1 0 1,0 0-1,-1 0 1,0 0 0,0-13-1,-3 22-17,0 0-1,1 0 1,-1-1-1,-1 1 0,1 1 1,0-1-1,-1 0 1,0 0-1,0 0 1,0 1-1,0-1 1,-1 1-1,0 0 1,1 0-1,-1 0 1,0 0-1,0 0 1,-1 0-1,1 1 1,0-1-1,-1 1 1,0 0-1,1 0 1,-1 1-1,0-1 0,0 1 1,0 0-1,0 0 1,0 0-1,0 0 1,-7 1-1,6-1-40,0 0-1,1 0 0,-1 1 0,0 0 1,0 0-1,0 0 0,0 1 0,1-1 1,-1 1-1,0 0 0,0 1 0,1-1 1,-1 1-1,1 0 0,-1 0 0,1 0 1,0 1-1,0 0 0,0-1 1,0 1-1,1 1 0,-1-1 0,1 1 1,-1-1-1,1 1 0,0 0 0,-3 5 1,-2 14-1066,4-2-1063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2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148 142 28109,'0'0'2321,"3"-18"-2169,2-8-89,-2 10 54,-1-1 0,0 0 0,-1-30 0,-3 47-84,-1 0 1,0 0-1,1 0 1,-1 0-1,0 0 1,1 0-1,-1 1 1,0-1-1,1 1 1,-4 1-1,-5 7-20,0 0-1,0 0 1,2 1 0,-1 0-1,1 1 1,1 0-1,0 0 1,0 1 0,1 0-1,1 0 1,0 1-1,0 0 1,2 0 0,-1 0-1,2 1 1,0-1-1,0 1 1,1 0 0,1 0-1,0 0 1,3 24 0,-2-36-13,1 0 1,0 0 0,0 0-1,0 0 1,0 0 0,1 0-1,-1 0 1,0-1 0,1 1-1,-1 0 1,1-1 0,0 1 0,-1-1-1,1 0 1,0 1 0,0-1-1,0 0 1,0 0 0,0 0-1,0 0 1,0 0 0,0-1-1,0 1 1,1-1 0,-1 1 0,0-1-1,3 0 1,11 2 4,0-1 0,28-2 0,-23 0 6,-3-1-10,-1-1 0,0 0 1,-1-2-1,1 0 0,0-1 0,-1 0 1,-1-1-1,1-1 0,-1-1 0,0 0 1,-1-1-1,0 0 0,0-1 0,11-13 1,-19 18 0,0-1 0,0 1 1,-1-1-1,0 0 1,0 0-1,-1-1 1,0 1-1,0-1 1,-1 0-1,0 0 1,0-1-1,1-8 1,-4 16-5,0 1 1,0 0 0,0 0 0,0 0-1,0-1 1,0 1 0,0 0-1,0 0 1,0-1 0,0 1 0,0 0-1,0 0 1,0 0 0,0-1 0,0 1-1,0 0 1,0 0 0,0 0 0,0-1-1,0 1 1,0 0 0,-1 0 0,1 0-1,0 0 1,0-1 0,0 1 0,0 0-1,0 0 1,-1 0 0,1 0-1,0 0 1,0-1 0,0 1 0,0 0-1,-1 0 1,1 0 0,0 0 0,0 0-1,0 0 1,-1 0 0,1 0 0,0 0-1,0 0 1,-1 0 0,1 0 0,0 0-1,0 0 1,0 0 0,-1 0 0,1 0-1,0 0 1,0 0 0,0 0-1,-1 0 1,1 0 0,0 0 0,0 0-1,0 1 1,-1-1 0,1 0 0,0 0-1,0 0 1,0 0 0,0 0 0,0 1-1,-1-1 1,1 0 0,0 0-1,0 1-4,-7 4 5,0 1-1,1 0 1,0 0-1,1 1 1,-1-1-1,1 1 1,1 0-1,-1 1 1,-3 8-1,5-11-2,1-1 1,0 1-1,0 0 0,0 0 1,1 0-1,0 0 0,0 0 1,0 0-1,0 0 0,1 0 1,0 0-1,0 0 0,0 0 1,1 0-1,0 0 0,2 10 1,-1-13-31,0-1-1,0 0 1,0 0 0,0 0-1,0 0 1,0 0 0,0 0-1,0-1 1,0 1 0,0-1 0,0 1-1,0-1 1,1 0 0,-1 0-1,0 0 1,4 0 0,37-4-1619,-27-5-489,-7-4-881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24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29229,'0'0'2530,"72"23"-2450,-28-9-32,20 1-32,-4-5-16,8-1-32,-4-1-289,0-1-511,-12-4-609,4-1-5650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2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27869,'0'0'1889,"-8"99"-1041,4-51-480,4 6-96,0 4-48,0-4-112,0 3-32,0-1-15,0-2-33,0-4-32,0-6 0,0-9-48,0-8-33,0-5-159,0-9-448,0-6-160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24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29357,'0'0'2305,"116"-22"-2208,-84 19-33,3 3-48,-7 0-16,12 0-144,4 0-129,0 5-623,4 2-1713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2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30814,'0'0'1121,"8"15"-7764</inkml:trace>
  <inkml:trace contextRef="#ctx0" brushRef="#br0" timeOffset="1">1 194 29710,'0'0'0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3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1 466 29758,'0'0'1075,"4"-7"-891,55-93 220,44-66-357,-75 127 4,-2-1 1,37-73-1,-65 119-28,1-1-1,1 1 0,-1 0 0,1 0 1,0 0-1,2 11 0,-1 21 17,-10 25 23,-4 1-1,-24 77 1,21-85-23,2-14-70,9-32-317,1 1-1,1-1 1,0 1-1,1 0 1,0 0-1,-1 16 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3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27453,'0'0'2817,"-16"99"-2705,0-61-16,8 2 96,-8-3-48,-4-2-64,8-8-64,4-6-16,0-3-144,4-7-352,0-4-897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4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17576,'0'0'14022,"28"-7"-13974,-4 7-32,8-6-16,4 1-160,4-6-640,8 0-417,-4-1-5378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4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28189,'0'0'2310,"0"-6"-2256,0 1-20,0 1 0,0-1 0,0 1 0,1-1 1,0 1-1,0 0 0,0-1 0,1 1 0,-1 0 0,1 0 1,0 0-1,0 0 0,0 0 0,1 0 0,0 0 0,-1 1 1,1 0-1,0-1 0,1 1 0,5-5 0,-6 6-19,-1 0-1,0 0 1,1 0-1,-1 0 1,1 1-1,0-1 0,-1 1 1,1-1-1,0 1 1,6-1-1,-8 2-11,0 0 0,0 1 0,1-1-1,-1 1 1,0 0 0,0-1 0,0 1 0,1 0 0,-1 0-1,0 0 1,0 0 0,0 0 0,-1 0 0,1 0-1,0 0 1,0 0 0,0 0 0,-1 0 0,1 1 0,-1-1-1,1 0 1,-1 1 0,1-1 0,-1 0 0,1 3-1,2 6 9,1 1 0,-1 1-1,-1-1 1,0 0-1,-1 1 1,0-1 0,0 0-1,-1 1 1,-1-1-1,0 1 1,-4 17 0,1-13 16,-1 1 1,-1-1 0,0-1 0,-1 1 0,-1-1-1,0 0 1,-18 22 0,26-36-44,52 3-61,-49-4 71,-1 0 1,1 0 0,0 0 0,-1 0 0,1 1 0,-1 0 0,1-1 0,-1 1-1,1 0 1,-1 0 0,0 0 0,1 0 0,-1 1 0,0-1 0,0 1-1,0-1 1,0 1 0,0 0 0,0 0 0,0 0 0,-1 0 0,1 0 0,-1 0-1,1 0 1,-1 0 0,0 1 0,1 2 0,0 3-7,0 0-1,-1 0 1,0 0-1,-1 1 1,0-1 0,0 0-1,-2 13 1,0-15 27,1-1 0,-1 1 0,-1-1 0,1 0 1,-1 0-1,0 0 0,0 0 0,0 0 0,0-1 0,-1 1 1,0-1-1,0 0 0,0 0 0,-9 6 0,4-3 17,0-1 0,-1 1 0,0-2 0,0 1 0,0-1 0,-17 5 0,11-11-2196,16-9-699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5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29726,'0'0'1552,"4"95"-1456,-16-55 0,-8 3-16,4 0 16,-8-3-47,8-4-33,8-4-16,-4-9 0,8-5-209,4-5-511,-4-8-593,0-5-2144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5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29598,'0'0'2177,"88"-16"-2129,-60 10-16,8 1-32,4 1-16,-8 1-96,12 3-193,-4 0-575,0-2-64,4-2-3298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5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26636,'0'0'5363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26700,'0'0'4674,"4"0"-6434,0 2-161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6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28093,'0'0'3361,"20"-13"-3185,-20 20-5090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6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30254,'0'0'1793,"0"-1"-1793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7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26140,'0'0'5282,"-32"122"-5186,20-78-48,-8-3 32,8 0-47,-4-1-17,8-6-16,0-3 0,8-6-49,-4-7-207,0-6-368,4-6-336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30094,'0'0'1745,"100"2"-1729,-68 2-16,4-1 0,0 1-160,8-2-305,-4-2-959,4 0-1954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9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29550,'0'0'1520,"-76"133"-1344,60-76 16,0 5-16,8-5-47,0-1-49,8-2-16,0-2-48,0-3-16,0-5 0,0-6-208,16-9-321,0-15-943,4-8-2898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39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117 208 29309,'0'0'1284,"14"-15"-1191,-9 9-89,88-90 201,-77 81-123,1 1 0,0 0 0,0 2 0,39-22 0,-56 34-80,1 0 0,-1 0 0,1 0 0,-1-1 0,1 1 0,-1 0 0,1 0 0,-1 0 0,1 0 0,-1 0 0,1 0 0,-1 0 0,1 0 0,-1 0 1,1 0-1,-1 0 0,1 0 0,-1 1 0,1-1 0,-1 0 0,1 0 0,-1 0 0,0 1 0,1-1 0,-1 0 0,1 0 0,-1 1 0,1-1 0,-1 0 0,0 1 0,1-1 0,-1 1 0,0-1 0,0 0 0,1 1 0,-1-1 0,0 1 0,0-1 0,1 1 0,4 31 63,-11 36 34,-2-39-65,-1 0-1,-2-1 0,-1 0 0,-24 40 1,-75 99 152,97-148-164,-6 9 13,-1-1-1,-1-1 1,-1-1-1,-44 37 0,56-55-12,9-35-100,2 19 74,0 0-1,1 0 0,0 0 1,1 0-1,0 0 1,0 1-1,6-14 0,-6 19 5,-1 0 0,0 0-1,1 0 1,0 0 0,0 1-1,-1-1 1,2 1 0,-1-1-1,0 1 1,0 0 0,1 0-1,-1 0 1,1 0 0,0 0 0,0 1-1,-1-1 1,1 1 0,0-1-1,0 1 1,0 0 0,1 1-1,-1-1 1,0 0 0,0 1-1,6-1 1,7 2 18,0 1 0,-1 0-1,1 1 1,0 1 0,-1 1 0,0 0-1,0 0 1,0 2 0,21 12 0,-34-18-17,7 3-135,1-1 1,-1 1 0,1-2-1,0 1 1,0-2-1,0 1 1,0-1 0,0 0-1,15-2 1,-6 1-1575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40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0 333 27981,'0'0'2897,"5"-10"-2619,21-37-150,3 1 1,1 1-1,2 2 1,2 1-1,53-50 1,-87 92-125,1-1 0,-1 1 1,0-1-1,1 0 1,-1 1-1,1-1 0,-1 1 1,1 0-1,-1-1 1,1 1-1,0-1 1,-1 1-1,1 0 0,0-1 1,-1 1-1,1 0 1,0 0-1,-1 0 0,1-1 1,0 1-1,-1 0 1,1 0-1,0 0 0,-1 0 1,1 0-1,0 0 1,0 0-1,-1 1 0,1-1 1,0 0-1,0 1 1,0 0 0,0 0 0,0 0-1,0 1 1,-1-1 0,1 0 0,0 0 0,-1 0 0,1 1-1,-1-1 1,0 0 0,1 1 0,-1-1 0,0 3-1,2 63 57,-3-53-37,-3 145 53,4-158-93,11-11 22,25-22 28,-18 16-36,-1 0-1,2 0 1,0 2 0,1 1 0,0 0-1,1 1 1,40-16 0,-60 28 2,0 0 1,0 0-1,0 0 1,0 0 0,0 0-1,0 0 1,0 0-1,0 0 1,-1 1-1,1-1 1,0 0 0,0 1-1,0-1 1,0 1-1,-1-1 1,1 1-1,0-1 1,-1 1 0,1-1-1,0 1 1,-1 0-1,1-1 1,0 1-1,-1 0 1,1 0 0,-1-1-1,0 1 1,1 0-1,-1 0 1,0 0-1,1 0 1,-1-1-1,0 1 1,0 0 0,0 0-1,1 0 1,-1 0-1,0 0 1,0 0-1,0 0 1,-1 1 0,1 56 76,-1-38-55,1 73-516,10-90-849,-8-3 973,10 0-2396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41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30030,'0'0'2033,"76"-14"-2033,-56 10 0,-4 2-48,4 2-96,-4-1-289,8 1-719,0 0-1265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41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0 332 29309,'0'0'1927,"15"-13"-1842,182-175 176,-161 150-222,-18 18-10,1 1 0,42-33 0,-59 51 147,-2 16-56,-3 10-76,0-1 0,-1 0 0,-2 0-1,-14 39 1,-3 17 49,11-40-78,7-22-38,0 0 0,1 0-1,1 0 1,-1 19 0,4-37-156,5-10-1726,6-8-373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4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28045,'0'0'2838,"10"19"-2357,44 84-21,63 172 0,-110-252-441,0 0 1,-2 1-1,-1 0 0,0 0 1,-2 0-1,-1 0 0,-1 1 1,-5 43-1,2-51-10,-1 0 0,0 0 1,-2 0-1,0-1 0,-1 0 0,0 0 0,-1 0 1,-1-1-1,-1 0 0,0-1 0,-1 0 0,-23 23 1,21-24 52,-1-1 0,-25 18 0,33-26-201,1-1-1,-1 0 1,0 0 0,0 0 0,0-1 0,-1 0 0,1 0 0,-1 0 0,1-1-1,-1 0 1,-6 0 0,5-1-1902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4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27789,'0'0'3857,"18"-1"-3280,141-25-588,26-3-210,-178 29-44,-13 0-535,-2 0 277,-11 0-971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49:4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28573,'0'0'2844,"0"9"-2689,-3 49-71,-3 1-1,-2-2 1,-3 1 0,-3-1 0,-1-1 0,-36 83 0,46-126-124,1-5-180,4-15-165,1-13-157,-1 5-880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15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0 328 29566,'0'0'1003,"4"6"-979,9 9 12,0 0 0,0-1 0,2 0 0,0-1 0,0-1 1,1-1-1,0 0 0,1-1 0,0 0 0,21 7 0,18 6 11,1-2 0,65 15 1,-18-12-37,0-5 0,2-4 0,0-5 0,0-5 0,116-8 0,-135-8-5,0-3-1,152-47 0,-205 52-5,146-55 14,-117 39-4,82-20 1,-61 20-9,114-48 0,30-10-9,-177 68 10,0 2 0,1 2 0,0 3 1,1 1-1,-1 3 0,58 4 0,-108 0-3,-1 0 0,1 1 0,0-1 0,0 1 0,-1 0 1,1-1-1,0 1 0,-1 0 0,1 0 0,0 0 0,-1 0 0,1 1 1,-1-1-1,0 0 0,1 1 0,-1-1 0,0 0 0,0 1 0,0 0 1,0-1-1,0 1 0,0 2 0,17 47 6,-9-22-5,-5-17 0,0 1-1,-1 0 0,-1-1 1,0 1-1,-1 0 0,0 0 1,-2 17-1,1-29 0,0 0 96,16-37 29,-9 27-123,1 1-1,1 0 0,-1 0 0,2 1 0,-1 0 1,1 1-1,0 0 0,0 1 0,0-1 1,1 2-1,0 0 0,0 0 0,0 1 0,0 0 1,13-1-1,23-2 7,1 1 1,59 3-1,-92 2-7,1 0 1,50 0-1,0 2 0,87 14 0,377 47 30,-426-53-17,55 7 36,162 39-1,-261-47-24,-1-2 0,1-3 0,92-6 0,-47 0 17,-72 0-26,0-2 0,0-1 0,0-2 0,-1-1 0,39-15 0,-48 13-6,-1-1 0,0-1 1,-1-1-1,23-18 1,-17 12 3,41-23 0,45-25-3,-53 29-6,143-78-5,-186 104-8,-32 10-447,4 1 96,-19 0-1765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19.9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1 324 27517,'0'0'3412,"-1"-1"-3361,1 0 1,0 0-1,0 0 0,0 0 1,0 0-1,0 0 1,1 0-1,-1 0 0,0 1 1,0-1-1,1 0 1,-1 0-1,0 0 0,1 0 1,-1 0-1,1 0 0,-1 0 1,2-1-1,70-99-26,66-84 12,-138 185-37,0 0 0,0-1-1,1 1 1,-1-1 0,0 1 0,1 0 0,-1 0 0,0-1 0,1 1 0,-1 0 0,0 0 0,1-1 0,-1 1 0,1 0 0,-1 0 0,0 0 0,1 0-1,-1-1 1,1 1 0,-1 0 0,1 0 0,-1 0 0,0 0 0,1 0 0,-1 0 0,1 0 0,-1 0 0,1 0 0,-1 1 0,0-1 0,1 0 0,-1 0-1,1 0 1,-1 0 0,0 1 0,1-1 0,-1 0 0,1 0 0,-1 0 0,0 1 0,1-1 0,-1 0 0,0 1 0,0-1 0,1 0 0,-1 1 0,0-1-1,0 1 1,1-1 0,-1 0 0,0 1 0,0-1 0,0 1 0,10 25 1,-9-23 2,5 20 9,-1 1 0,-1 0 0,-1 0-1,-1 0 1,-3 42 0,1-38-9,0-27-8,6-33 32,9 7-23,0-1 0,2 2 1,0 1-1,2 0 0,1 1 1,0 1-1,36-28 0,-30 31 26,-25 17-20,-1 23-4,0 261 74,0-283-182,1 0 40,-1 0 0,0-1 0,1 1-1,-1 0 1,0-1 0,1 1-1,-1 0 1,0-1 0,1 1 0,-1-1-1,0 1 1,0-1 0,0 1 0,1-1-1,-1 1 1,0-1 0,0 1 0,0-1-1,0 1 1,0-1 0,0 1-1,0-1 1,0 1 0,0-1 0,0 1-1,0-1 1,0 1 0,0 0 0,-1-2-1,1-1-456,0-19-2371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20.7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27341,'0'0'3414,"13"-13"-2664,-1 10-713,0-1-1,0 2 1,0-1-1,0 2 1,0 0-1,0 0 1,1 1-1,-1 0 1,17 4 0,-27-4-38,-1 1-1,1 0 1,-1 0 0,0 0 0,1 0 0,-1 0 0,0 0 0,0 0 0,1 0 0,-1 1 0,0-1 0,0 0 0,0 1-1,-1-1 1,1 1 0,0-1 0,0 1 0,-1-1 0,1 1 0,-1-1 0,1 1 0,-1 0 0,0 2 0,2 45-33,-2-36 32,-1-7 7,0 1-1,0 0 1,0-1-1,-1 1 1,0-1-1,0 0 1,-1 0-1,0 1 0,0-2 1,0 1-1,-1 0 1,1-1-1,-1 1 1,-1-1-1,-9 9 1,-25 38 97,39-52-99,0 1 0,0-1 0,0 1 0,0-1 1,0 1-1,1-1 0,-1 0 0,0 1 0,0-1 1,1 0-1,-1 1 0,0-1 0,1 0 0,-1 1 1,0-1-1,1 0 0,-1 1 0,0-1 0,1 0 1,-1 0-1,1 0 0,-1 1 0,0-1 0,1 0 1,-1 0-1,1 0 0,-1 0 0,1 0 0,-1 0 1,0 0-1,1 0 0,-1 0 0,1 0 0,-1 0 1,1 0-1,-1 0 0,1 0 0,0-1 0,22 2 47,-21-1-35,38-2 46,0-2-1,0-2 1,38-11 0,-77 17-97,-1 0 0,0 0-1,1 0 1,-1 0 0,0 0 0,1 0 0,-1 0 0,1 0 0,-1 0 0,0 0-1,1 0 1,-1-1 0,0 1 0,1 0 0,-1 0 0,0 0 0,0 0-1,1-1 1,-1 1 0,0 0 0,0 0 0,1-1 0,-1 1 0,0 0 0,0-1-1,1 1 1,-1 0 0,0 0 0,0-1 0,0 1 0,0 0 0,0-1-1,0 1 1,1-1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26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16984,'0'0'14305,"72"0"-13795,147 0-382,-219 0-195,4 0-1859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27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29614,'0'0'2000,"6"2"-1893,24 4-52,1 0-1,-1-2 0,1-2 1,0-1-1,51-4 0,-5 1 26,-75 2 26,-10-1-1466,0-2-748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29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0 428 28061,'0'0'3567,"0"-9"-3348,1-7-202,1 0 1,0 1 0,1-1 0,1 1 0,0 0 0,1 0 0,8-17 0,58-103-32,-51 99 23,-12 21-1,1 1-1,1 0 1,0 0 0,1 0-1,20-17 1,-31 31-8,1-1 0,-1 1 0,0-1 0,1 1 0,-1-1-1,1 1 1,-1 0 0,0-1 0,1 1 0,-1 0 0,1-1 0,0 1 0,-1 0 0,1 0 0,-1 0 0,1-1 0,-1 1 0,1 0 0,-1 0 0,1 0 0,0 0 0,-1 0 0,1 0 0,-1 0 0,1 0 0,-1 0 0,1 0 0,0 1 0,-1-1 0,2 0 0,6 18 2,-4 42 19,-4-40-1,7 162 7,-7-149-16,0-33-11,0 0 0,0 1 0,0-1 0,1 0 0,-1 1 0,0-1 0,0 0 0,0 1 0,0-1 0,0 0 0,0 1 0,0-1 0,0 0 0,0 1 0,0-1 0,0 0 0,0 1 0,0-1 0,0 0 0,0 1 0,0-1 0,-1 0 0,1 1 0,0-1 0,0 0 0,0 0 0,0 1 0,-1-1 0,1 0 0,0 1 0,0-1 0,-1 0 0,1 0 0,0 0 0,0 1 0,-1-1 0,1 0 0,0 0 0,-1 0 0,1 0 0,0 1 0,0-1 0,-1 0 0,0-1 1,1 0 0,0 0-1,0 0 1,0 1-1,0-1 1,0 0-1,0 0 1,1 0-1,-1 0 1,0 0-1,0 1 1,1-1 0,-1 0-1,0 0 1,1 0-1,-1 1 1,1-1-1,-1 0 1,1 0-1,-1 1 1,1-1-1,1 0 1,20-26 11,47-42 1,-57 59-10,-1 1 0,1 0 0,1 0 0,0 1-1,0 1 1,27-11 0,-39 18-4,-1 0 0,1-1 1,0 1-1,0 0 0,-1 0 0,1 0 0,0 0 0,0 0 0,-1 0 0,1 0 0,0 0 0,0 0 0,-1 0 0,1 0 0,0 1 0,0-1 0,-1 0 0,1 1 0,0-1 0,-1 0 0,1 1 0,0-1 0,-1 1 1,1-1-1,0 1 0,-1-1 0,1 1 0,-1-1 0,1 1 0,-1-1 0,0 1 0,1 0 0,-1-1 0,1 1 0,-1 0 0,0-1 0,0 1 0,1 0 0,-1 0 0,0-1 0,0 1 0,0 0 0,0 1 0,1 42-55,-1-32 53,0 173 27,0-185-155,0-9-6250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3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28301,'0'0'2655,"6"-9"-2450,-3 6-203,27-32 257,-28 33-239,-1 0-1,1 1 1,0-1 0,0 1-1,0 0 1,1 0 0,-1 0-1,0 0 1,0 0 0,1 0-1,-1 1 1,0-1 0,1 1-1,-1-1 1,1 1 0,-1 0-1,1 0 1,-1 0 0,0 1-1,1-1 1,3 1 0,-5 0-17,0 0 1,0 0 0,0 0 0,0 0 0,-1 0 0,1 0-1,0 1 1,0-1 0,-1 0 0,1 0 0,-1 1-1,1-1 1,-1 0 0,0 1 0,1-1 0,-1 0 0,0 1-1,0-1 1,0 0 0,0 2 0,1 34 24,-1-33-22,1 28 15,-2-1-1,-2 0 1,-1 0-1,-1-1 1,-9 32-1,8-44-19,2 1-1,0-1 1,1 1-1,-2 28 1,6-47 0,0 1-1,-1 0 1,1-1 0,0 1 0,0 0 0,0-1 0,-1 1 0,1-1-1,0 1 1,0-1 0,0 1 0,0-1 0,0 0 0,0 1 0,0-1-1,0 0 1,0 0 0,0 0 0,0 0 0,0 0 0,0 0 0,0 0-1,1 0 1,36-1 36,-31 1-28,8-1 7,-1-1-1,1 0 0,-1-1 0,0 0 1,0-2-1,14-5 0,-9 3 22,-1 1 1,30-6-1,-44 11-40,-3 1-37,-1 5-2185,0 8-18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31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27373,'0'0'3679,"4"10"-3407,1 6-240,-1 1-1,0-1 1,-1 1 0,0-1 0,-1 1 0,-1 0 0,-1 0 0,-1 0-1,-3 27 1,-8 22 39,-21 72-1,22-98-76,5-17-1859,3-23 286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31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28989,'0'0'2644,"22"-1"-2462,55-5-80,215-12-103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35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181 287 29053,'0'0'2519,"1"-15"-2247,5 4-266,0 1 0,0-1-1,1 1 1,1 0 0,0 1 0,0-1 0,11-8-1,-5 4 5,23-28-14,-26 27 6,2 1 1,0 0-1,1 0 0,0 1 0,1 1 0,1 0 1,0 2-1,22-13 0,-37 49-5,-2 6 45,-2 0 0,-2 1 0,0-2 0,-3 1 0,-17 49 0,-73 150 77,83-198-92,-1-1-15,-1-1 0,-1 0 0,-24 29 0,30-45-8,0 1 1,-2-2 0,0 0-1,0 0 1,-2-2 0,1 0-1,-18 11 1,31-22-5,0 0 0,0 1 1,0-1-1,0 0 0,-1 0 0,1 0 0,0-1 0,0 1 1,-1 0-1,1-1 0,0 1 0,-1-1 0,1 0 0,0 0 1,-1 0-1,1 0 0,-1 0 0,1-1 0,0 1 0,-4-1 1,5-1-2,-1 1 1,1-1 0,-1 1 0,1-1 0,0 1 0,0-1 0,-1 0 0,1 1 0,0-1 0,0 0 0,1 0 0,-1 0 0,0 0 0,1 0 0,-1 0 0,1 0 0,0 0 0,-1 0 0,1 0 0,0 0 0,0 0 0,1-3 0,-1 4 0,-1-15-10,1 1 1,1 0 0,1-1-1,0 1 1,8-29 0,-9 41 7,0 0 1,0 0-1,1 1 1,-1-1-1,1 0 1,0 0-1,0 1 0,0-1 1,0 1-1,0 0 1,0-1-1,1 1 1,-1 0-1,1 0 1,-1 1-1,1-1 1,0 0-1,0 1 1,0 0-1,0-1 1,0 1-1,0 0 1,0 1-1,0-1 1,0 1-1,0-1 1,0 1-1,1 0 1,-1 0-1,0 0 1,0 1-1,0-1 1,1 1-1,-1-1 1,0 1-1,3 2 1,6 1 8,-1 2 0,0-1-1,-1 2 1,1-1 0,-1 1 0,12 12 0,6 2 11,-27-19-49,1-1-1,0 0 0,-1 0 0,1 0 1,0 0-1,0 0 0,0 0 0,-1-1 1,1 1-1,0 0 0,0-1 0,0 0 0,0 1 1,0-1-1,0 0 0,0 0 0,0 0 1,0 0-1,0 0 0,0-1 0,0 1 1,0-1-1,0 1 0,0-1 0,0 0 1,0 0-1,0 1 0,0-1 0,-1-1 0,1 1 1,0 0-1,-1 0 0,3-3 0,9-4-950,9-2-1456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37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26620,'0'0'4029,"3"4"-3645,-3-3-357,0 0 0,1 0 0,-1 0 0,1-1 0,-1 1 0,1 0 0,-1-1 0,1 1 0,-1 0 0,1-1 0,0 1 0,-1 0 0,1-1 0,0 1 0,-1-1 0,1 1-1,0-1 1,0 1 0,0-1 0,-1 0 0,1 0 0,0 1 0,0-1 0,0 0 0,0 0 0,0 0 0,-1 0 0,1 0 0,0 0 0,1 0 0,24-24 311,-24 22-376,23-31 44,-1-1-1,-2-1 1,23-48-1,18-31-5,-63 114-2,0-1 0,1 1 0,-1-1 0,0 1 1,1-1-1,-1 1 0,0 0 0,1-1 0,-1 1 0,0 0 0,1-1 1,-1 1-1,1 0 0,-1-1 0,1 1 0,-1 0 0,1 0 1,-1-1-1,1 1 0,-1 0 0,1 0 0,-1 0 0,1 0 1,-1 0-1,1 0 0,-1 0 0,1 0 0,0 0 0,-1 0 1,1 0-1,-1 0 0,1 0 0,-1 0 0,1 1 0,-1-1 1,1 0-1,-1 0 0,1 1 0,-1-1 0,0 0 0,1 0 0,-1 1 1,1-1-1,-1 1 0,0-1 0,1 0 0,-1 1 0,0-1 1,1 1-1,-1-1 0,0 1 0,0-1 0,1 1 0,-1-1 1,0 1-1,0-1 0,0 1 0,0-1 0,1 1 0,10 30-5,-5-1 11,-2-1 0,-2 1 0,-1 57 0,-1-51 2,-8-5 28,8-30-20,9-9 23,7-5-19,34-34-9,2 2 0,1 3 0,97-58-1,-150 100-8,0 0-1,1 0 0,-1-1 0,1 1 0,-1 0 1,1 0-1,-1 0 0,1-1 0,-1 1 0,1 0 1,0 0-1,-1 0 0,1 0 0,-1 0 0,1 0 1,-1 0-1,1 0 0,-1 0 0,1 0 0,-1 0 1,1 1-1,-1-1 0,1 0 0,-1 0 0,1 0 1,-1 1-1,1-1 0,-1 0 0,1 1 0,0-1 1,6 19 3,-8 37 49,1-39-29,-4 223-1965,4-254-774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3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29085,'0'0'2449,"-8"104"-2288,-4-57-17,4-1-48,0-2-48,4-5-32,-4-7 0,0-5 0,0-7-16,0-5-80,4-6-209,0-4-463,-4-5-624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3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30798,'0'0'1169,"124"-4"-1169,-80 4 0,0 0-208,4 0-513,0 0-1136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39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97 229 29598,'0'0'1710,"5"-4"-1566,9-9-85,119-101 199,-107 93-219,1 2 0,1 2-1,42-21 1,-70 38-38,0-1 0,1 1 1,-1 0-1,0 0 0,1-1 0,-1 1 1,1 0-1,-1 0 0,0 0 0,1 0 1,-1 0-1,1 0 0,-1 0 0,1 0 1,-1 0-1,1 0 0,-1 0 0,0 0 0,1 0 1,-1 0-1,1 0 0,-1 0 0,1 0 1,-1 0-1,0 1 0,1-1 0,-1 0 1,1 0-1,-1 0 0,0 1 0,1-1 1,-1 0-1,0 1 0,1-1 0,-1 0 0,0 1 1,0-1-1,1 0 0,-1 1 0,0-1 1,0 0-1,1 2 0,-1 25 50,-16 33 45,-7 3-29,-70 173 78,76-202-133,0-1-1,-2-1 1,-2 0-1,-41 48 0,50-67-10,-1-1 0,0-1-1,-1 0 1,0-1 0,-1-1 0,0 0-1,-28 12 1,42-21-4,1 0 1,0 0-1,-1 0 0,1 0 1,0 0-1,0 0 1,-1 0-1,1 0 0,0 0 1,-1 0-1,1 0 0,0 0 1,0 0-1,-1-1 1,1 1-1,0 0 0,-1 0 1,1 0-1,0-1 1,0 1-1,0 0 0,-1 0 1,1 0-1,0-1 0,0 1 1,0 0-1,0 0 1,-1-1-1,1 1 0,0 0 1,0-1-1,0 1 1,0 0-1,0-1 0,0 1 1,0 0-1,0 0 0,0-1 1,0 1-1,0 0 1,0-1-1,0 1 0,0 0 1,0-1-1,0-21-48,0 16 46,1-6-3,1 0-1,0 0 1,1 1-1,0-1 0,1 0 1,0 1-1,0 0 0,1 0 1,1 0-1,0 1 1,1 0-1,14-18 0,-20 26 8,0 1-1,0 0 1,0 0-1,0 0 1,0 0-1,0 1 1,0-1-1,0 0 0,0 0 1,0 0-1,1 1 1,-1-1-1,0 1 1,0-1-1,1 1 1,-1 0-1,0-1 1,1 1-1,-1 0 0,1 0 1,-1 0-1,0 0 1,1 0-1,-1 0 1,0 0-1,1 0 1,-1 1-1,1-1 1,-1 0-1,0 1 0,0-1 1,1 1-1,-1 0 1,0-1-1,0 1 1,0 0-1,0 0 1,0 0-1,2 1 1,3 5 9,0 0 0,0 0 1,-1 1-1,0 0 1,5 8-1,3 6 43,-5-11-8,1 0-1,1 0 1,-1-2-1,2 1 1,-1-1-1,1 0 1,1-1-1,21 11 1,-27-15-215,0-1 0,1-1 0,-1 1 0,1-1 1,-1 0-1,1 0 0,0-1 0,0 0 0,-1 0 0,1-1 0,0 0 1,0 0-1,0-1 0,0 1 0,-1-2 0,1 1 0,0-1 0,-1 0 1,13-5-1,6-9-6213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39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29646,'0'0'2161,"119"4"-2161,-95-15-16,-4 0-161,4-3-415,-4 1-848,-4 0-2882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3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0 424 28989,'0'0'2767,"9"-4"-2666,18-12-77,0-1 1,-2-2-1,0 0 0,-1-1 0,38-42 0,102-139 120,-117 140-131,-42 56-1,-4 8 20,-8 17 71,-20 38 91,25-52-183,-27 62 32,4 1-1,3 1 1,2 2 0,4 0-1,-11 125 1,27-193-42,0-3-2,0 0 1,1 0-1,-1 0 0,0 0 1,0 0-1,0 0 0,0 0 0,0 0 1,0 0-1,0 1 0,0-1 0,-1 0 1,1 0-1,0 0 0,-1 0 0,1 0 1,0 0-1,-1 0 0,1 0 0,-1 0 1,0 0-1,1 0 0,-1-1 1,0 1-1,0 0 0,0 1 0,-25-27-2576,15 19-1534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41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28861,'0'0'2716,"14"0"-2428,167-15 149,3 1-1044,-183 14 172,-9 0-4317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41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22250,'0'0'9068,"21"2"-8790,336 4 298,-353-6-571,8-1-203,-15 1-461,-20 1-2347,3-1-4755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4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29005,'0'0'480,"116"0"97,-56 0-305,-4-4-64,4 0-160,-4 1-16,-8 1-32,-8 0 16,-12-1-16,-4 3 16,-12-2-16,-8 0-80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46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30046,'0'0'1443,"18"0"-1251,314-38 302,-263 28-497,-40 8-1000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49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3 470 26972,'0'0'4034,"-3"12"-3524,10-42-235,29-32-241,2 1 1,3 3 0,3 1-1,2 2 1,95-86 0,-137 136-35,-3 4 0,-1 0 0,1 0 0,0 0-1,0 0 1,0 0 0,-1 1 0,1-1 0,0 0 0,0 1-1,0-1 1,0 1 0,0-1 0,0 1 0,1-1 0,-1 1-1,0 0 1,0-1 0,2 1 0,2 21-67,-5 271 235,-12-194-120,29-128-38,2 0 0,2 2 0,0 0 0,2 2-1,32-30 1,-47 48-13,40-35-40,-45 41 40,1-1 1,-1 1-1,1 0 1,-1-1-1,1 2 0,0-1 1,0 0-1,0 1 1,0 0-1,0 0 0,8-2 1,-11 4 1,0-1 0,-1 1 0,1-1 0,0 1 0,0-1 0,0 1 0,0-1 0,-1 1 0,1 0 0,0-1 0,-1 1 0,1 0 0,0-1 0,-1 1 0,1 0 0,-1 0 0,1 0 0,-1 0 0,1 0 0,-1 0 0,0 0 0,0-1 0,1 1 0,-1 0 0,0 0 0,0 0 0,0 0 0,0 0 0,0 2 0,1 37-41,-1-32 39,0 201-205,0-212-1310,0-13-747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49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29133,'0'0'2015,"15"-14"-1823,51-42-27,-61 53-145,-1-1 0,1 2-1,0-1 1,0 0 0,0 1 0,0 0 0,0 0-1,0 1 1,1-1 0,-1 1 0,0 0 0,1 1-1,-1-1 1,1 1 0,-1 0 0,10 1 0,-5 0 22,-8-1-37,-1 1-1,1-1 1,-1 1 0,1-1 0,-1 1 0,0 0-1,1 0 1,-1-1 0,0 1 0,1 0-1,-1 0 1,0 0 0,0 1 0,0-1-1,0 0 1,0 0 0,0 1 0,0-1-1,0 0 1,-1 1 0,1-1 0,-1 1-1,1-1 1,-1 1 0,1-1 0,-1 1-1,0-1 1,1 1 0,-1-1 0,0 1 0,0 2-1,-1 63 56,0-50-59,-2-2 6,1 0 0,-2-1-1,0 1 1,-1 0 0,0-1-1,-1 0 1,-13 21-1,12-22 3,0-1-1,1 1 0,0 0 1,1 1-1,1 0 0,0-1 1,1 1-1,-3 25 0,7-39-7,-1 1-1,0 0 1,0-1-1,0 1 1,1-1 0,-1 1-1,0-1 1,1 1-1,-1-1 1,0 1-1,1-1 1,-1 0-1,1 1 1,-1-1-1,1 1 1,-1-1-1,1 0 1,-1 1-1,1-1 1,-1 0-1,1 0 1,-1 0-1,1 1 1,-1-1-1,1 0 1,0 0-1,-1 0 1,1 0-1,-1 0 1,1 0-1,0 0 1,26 0 9,-19 0 1,16-2 14,0-1 0,0-2 0,-1 0 0,0-2 1,34-13-1,51-13-24,-88 28-95,-14 3-62,0 1-1,1-1 1,-1 1-1,0 0 1,1 0 0,-1 1-1,0-1 1,1 2-1,-1-1 1,9 2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30334,'0'0'1251,"22"-3"-1125,389-46 114,-371 45-3490,-50 4-1216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0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30478,'0'0'1489,"-56"108"-1297,40-67-32,0-5-112,8-1-48,4-5 0,0-5-32,4 0-144,4-8-304,12-7-993,8-8-9700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1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77 381 28685,'0'0'2404,"-2"-4"-2207,2 0-181,-1 0-1,1 1 1,0-1-1,0 0 1,0 0-1,0 0 1,1 0-1,0 0 1,0 1-1,0-1 1,0 0-1,0 0 1,1 1-1,-1-1 1,1 1-1,3-5 1,44-61 61,-35 52-50,11-16-17,3 1 0,34-32-1,-48 51-5,1 1-1,0 0 1,0 1-1,1 1 1,1 0-1,33-13 1,-35 21-25,-15 8 18,-1-4 0,-1 34 29,-1 0 0,-2 0 0,-1-1 1,-2 0-1,-2 0 0,-1-1 0,-2-1 0,-26 52 0,-87 149 3,97-189-16,-1 0-1,-71 77 1,63-89 3,36-62-32,5-8 13,3 0 1,0 0 0,3 1-1,1 0 1,1 0 0,19-38 0,-30 72 0,1 1 0,0-1 0,-1 1 1,1-1-1,0 1 0,0-1 1,-1 1-1,1 0 0,0-1 0,1 1 1,-1 0-1,0 0 0,0 0 0,0-1 1,1 1-1,2-1 0,-4 2 3,1 0-1,0 0 0,0-1 0,0 1 0,0 0 1,0 0-1,0 0 0,0 0 0,0 1 1,0-1-1,0 0 0,0 0 0,0 1 1,0-1-1,-1 0 0,1 1 0,0-1 1,0 1-1,0-1 0,-1 1 0,2 0 1,5 5 11,-1 1 0,0 0 0,-1 0 0,0 0 1,5 9-1,5 4 35,-8-11-139,0-1 0,1 0 0,1 0 0,-1-1 0,1 0 0,1 0 0,-1-1 0,1 0 0,0-1 0,0 0 0,1-1 0,-1 0 0,1-1 0,0 0 0,0 0 0,0-1 0,0-1 0,1 0 0,-1 0 0,0-1 0,1-1 0,12-1 0,12-4-2611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2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0 323 28717,'0'0'1710,"7"-18"-1635,3-7 6,1 1 0,0 1 1,2 0-1,1 1 0,0 0 0,35-38 0,-43 54-52,63-56 120,-64 57-138,1 1 0,1 0 0,-1 0 0,0 0 0,1 1 0,0 0 0,0 0 0,0 0 0,13-2 0,-19 5-6,0 0-1,0 0 0,0 1 1,-1-1-1,1 0 1,0 0-1,-1 0 0,1 1 1,0-1-1,-1 1 0,1-1 1,0 0-1,-1 1 1,1-1-1,0 1 0,-1-1 1,1 1-1,-1 0 0,1-1 1,-1 1-1,0-1 0,1 1 1,-1 0-1,0 0 1,1-1-1,-1 1 0,0 0 1,0-1-1,1 1 0,-1 0 1,0 0-1,0-1 0,0 1 1,0 1-1,1 35 117,-1-28-96,-2 20 16,-1 0 0,-2 0 0,-1-1 0,-1 0 0,-1 0 0,-18 40 0,20-52-18,27-44-24,1 1 0,1 1 0,29-25 0,-25 23-9,-16 17 12,50-47-40,-56 54 39,1 0-1,-1 1 0,1-1 0,0 1 0,-1 0 0,1 0 0,1 1 0,-1 0 0,0 0 1,10-1-1,-16 3 1,1 0 1,0 0 0,0 0-1,-1 1 1,1-1 0,0 0-1,0 1 1,-1-1 0,1 1-1,0-1 1,-1 1 0,1-1-1,-1 1 1,1-1 0,-1 1-1,1-1 1,-1 1 0,1 0-1,-1-1 1,1 1 0,-1 0-1,0 0 1,1-1 0,-1 1-1,0 0 1,0 0 0,1-1-1,-1 1 1,0 0 0,0 0-1,0 0 1,0-1 0,0 2-1,1 36 53,-1-31-28,0 191-989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29934,'0'0'1616,"20"104"-1471,-20-57-17,0-1-16,0-1-16,0-5-64,-12-4 0,4-5-32,0-8 16,0-7-16,4-7-96,0-4-192,-4-5-1986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3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30126,'0'0'1536,"128"-29"-1519,-80 22-17,0-1-321,0-1-1007,0-1-1954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3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0 341 27132,'0'0'3954,"22"-19"-3804,136-117 47,-148 127-174,32-28 128,-2-2-1,51-61 1,-92 159 249,-10 0-322,-3-1-1,-33 88 0,25-82-47,1 5-13,-25 67-925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30078,'0'0'1681,"116"-19"-1521,-61 11-64,-3-1-16,0 2-64,-4 0-16,-8 2-32,-8 1-96,-12 2-144,-8 2-369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29870,'0'0'1825,"131"11"-1697,-83-11-80,-4 0-32,-4 0-16,4-4-144,0 1-289,0-1-1087,0 1-3987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5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15 26892,'0'0'3639,"0"-1"-3603,0 1 0,0-1 0,0 0 0,0 1 0,0-1 0,0 0 0,-1 1 0,1-1 0,0 0 0,0 1 0,-1-1 1,1 1-1,0-1 0,-1 1 0,1-1 0,-1 0 0,1 1 0,-1 0 0,1-1 0,-1 1 0,1-1 0,-1 1 0,1-1 0,-1 1 0,0 0 0,-6 0-16,1 1 0,-1 1 0,0-1 0,1 1 0,0 1 0,-1-1 0,1 1 0,0 0 0,0 0 0,0 1 0,1 0 0,-1 0 0,1 0 0,0 0 0,0 1 0,1 0-1,-1 0 1,1 0 0,0 1 0,0-1 0,-4 11 0,-3 3 6,1 0-1,1 1 1,1 1-1,1-1 1,-8 35-1,10-26-15,1-1 1,1 0-1,1 1 0,2 0 1,1-1-1,1 1 0,7 35 1,-6-52-62,1-1 0,1 0 0,0-1 0,0 1 0,1-1 0,0 0 1,1 0-1,0-1 0,0 0 0,1 0 0,1-1 0,-1 0 0,1 0 0,1-1 0,-1 0 1,1-1-1,0 0 0,1-1 0,-1 0 0,1 0 0,0-1 0,0 0 0,1-1 0,-1-1 1,1 0-1,15 1 0,13-2-1313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6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1 409 24859,'0'0'5499,"5"-19"-5392,-2 3-70,0 1 9,1 1 0,0 0-1,1 0 1,0 0 0,1 0-1,15-23 1,73-99 376,-81 119-387,1 2 0,0 0 0,1 0 0,0 1 0,34-22 0,-48 36-32,-1-1-1,0 1 1,0 0-1,1 0 0,-1-1 1,0 1-1,0 0 1,1 0-1,-1 0 0,0 0 1,1-1-1,-1 1 0,0 0 1,0 0-1,1 0 1,-1 0-1,0 0 0,1 0 1,-1 0-1,1 0 1,-1 0-1,0 0 0,1 0 1,-1 0-1,0 0 1,1 0-1,-1 0 0,0 0 1,1 0-1,-1 0 1,0 1-1,0-1 0,1 0 1,-1 0-1,0 0 1,1 0-1,-1 1 0,0-1 1,0 0-1,1 0 0,-1 1 1,0-1-1,0 0 1,0 0-1,1 1 0,-1-1 1,0 0-1,0 1 1,0-1-1,0 0 0,0 1 1,0 0-1,0 22 58,0-14-39,-3 23 43,0-1-1,-2 1 0,-1-1 0,-2-1 1,-16 41-1,-6 28 6,30-99-69,0 0-1,0 1 1,0-1 0,-1 0 0,1 0 0,0 0 0,0 0-1,0 0 1,0 1 0,0-1 0,0 0 0,0 0 0,0 0 0,-1 0-1,1 1 1,0-1 0,0 0 0,0 0 0,0 0 0,0 1 0,0-1-1,0 0 1,0 0 0,0 0 0,0 0 0,0 1 0,0-1-1,0 0 1,1 0 0,-1 0 0,0 1 0,0-1 0,0 0 0,0 0-1,0 0 1,0 0 0,0 0 0,0 1 0,1-1 0,-1 0-1,0 0 1,0 0 0,0 0 0,0 0 0,0 0 0,1 1 0,-1-1-1,0 0 1,0 0 0,0 0 0,0 0 0,1 0 0,-1 0-1,0 0 1,0 0 0,0 0 0,1 0 0,12-9 6,18-22 15,-30 29-21,12-13 2,107-109-25,-100 106 17,0 2 0,1 0 0,0 1 0,36-19 1,-39 30 5,-13 13 1,-12 20 13,5-24-5,-28 66 111,23-59-96,1 0 1,1 1-1,0-1 1,-5 22-1,5-10-32,-2 30-336,27-53-1686,3-3-737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6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30014,'0'0'1761,"0"122"-1633,0-88-64,0-3-16,-8-4-32,8-6 0,-4-1-32,0-2-112,0-7-289,-4-4-543,-4-7-2241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6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30766,'0'0'1217,"104"-32"-1217,-56 25-32,8 1-273,0-1-575,-4 0-1249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7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1 331 29966,'0'0'1235,"16"-11"-1142,283-215-13,-184 132-56,-120 123 278,-9 14-219,0-1 5,1 0 0,-11 76 0,11 75-835,15-194-689,8-3-1808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7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29774,'0'0'819,"11"19"-256,13 22-405,-1 1 1,-3 0-1,-1 2 0,15 56 1,-28-73-120,-1 1 0,-1-1 0,-2 1 0,-1 0 0,-1 0 0,-6 47-1,4-63-28,0 0-1,-1-1 0,0 1 1,0-1-1,-2 1 0,1-1 1,-2 0-1,1-1 0,-1 1 1,-1-1-1,0-1 0,-1 1 1,1-1-1,-2 0 0,1-1 1,-1 0-1,-20 14 0,26-20-6,-1 1-1,0-1 1,-1 0 0,1 0-1,0 0 1,-1 0 0,1-1-1,-1 1 1,1-1 0,-1-1-1,-7 2 1,10-4-86,2 0 0,-1-1 0,0 1-1,0 0 1,1 0 0,-1 0 0,1-1-1,0 1 1,-1 0 0,1 0 0,0-1 0,0 1-1,1 0 1,0-4 0,-1 0-352,0-23-1745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0:58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23883,'0'0'7310,"5"-5"-7185,7-4-78,1 1-1,-1 0 0,2 1 1,-1 0-1,1 1 0,0 1 0,0 0 1,1 1-1,16-3 0,-4 2 14,-1 1-1,1 2 1,-1 0-1,46 3 1,-70 0-55,0 0 0,1 0 0,-1 0 0,0 0 0,0 0 0,0 1 0,0-1 0,0 0 0,0 1 0,0 0 0,0-1 0,0 1 0,-1 0 0,1 0 0,-1 0 1,1 0-1,-1 0 0,0 0 0,0 1 0,0-1 0,0 0 0,0 1 0,0-1 0,-1 1 0,1-1 0,-1 0 0,0 1 0,0 4 0,1 4 10,0-1 1,-1 1-1,0-1 0,0 1 0,-5 18 0,3-23-11,0 0-1,0-1 1,-1 1-1,0-1 1,0 1-1,0-1 0,-1 0 1,0 0-1,0 0 1,0-1-1,-6 6 1,-62 45 22,31-26 0,38-27-24,0 0 1,0 1-1,1-1 1,-1 0 0,1 1-1,-1 0 1,1-1 0,0 1-1,-2 4 1,4-6-3,-1-1 0,1 0 0,0 1 0,0-1 0,0 1 0,0-1 0,0 0 0,0 1 0,0-1 0,0 0 0,1 1 0,-1-1 0,0 1 0,0-1 0,0 0 0,0 1 0,0-1 0,1 0 0,-1 1 0,0-1 0,0 0 0,1 1 0,-1-1 0,0 0 0,0 1 0,1-1 0,-1 0 0,0 0 0,1 1 1,23 6-2,39 0 79,0-4 1,84-5-1,-36 0 13,-51 2-1967,-78 0-2038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1:05.8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29101,'0'0'1404,"46"0"-465,996 35-763,2 46-123,-705-44 8,193 13-20,-182-37-28,-312-11-13,-1 1 0,70 15 0,-106-15 316,-7 0-270,-8 2-104,-45 3-641,23-7-776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5T09:51:07.7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98 26252,'0'0'4381,"36"-20"-3191,18 9-1171,1 3 0,-1 1 0,66 2 0,20-2 1,651-33 60,-635 52-65,13 0 2,-151-12-15,24 1-106,-42-1 101,-1 0 0,1 0-1,0 0 1,0 0-1,0 0 1,0 0 0,0 0-1,0 0 1,0 0 0,0 0-1,-1 0 1,1 0-1,0 0 1,0 1 0,0-1-1,0 0 1,0 0 0,0 0-1,0 0 1,0 0-1,0 0 1,0 0 0,0 0-1,0 0 1,0 1 0,0-1-1,0 0 1,0 0 0,0 0-1,0 0 1,0 0-1,0 0 1,0 0 0,0 0-1,0 1 1,0-1 0,0 0-1,0 0 1,0 0-1,0 0 1,0 0 0,0 0-1,0 0 1,0 0 0,0 1-1,0-1 1,0 0 0,0 0-1,0 0 1,0 0-1,0 0 1,0 0 0,0 0-1,1 0 1,-1 0 0,0 0-1,0 0 1,0 0-1,0 0 1,0 1 0,0-1-1,0 0 1,1 0 0,-28 9-395,-7-1-1272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ECF1D588-65EC-9C80-AEFA-62C6D3E55B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9EF56E5-84DE-31D1-4DE7-9369094A663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802177C2-CB87-472E-966D-BA8E8FEE4845}" type="datetimeFigureOut">
              <a:rPr lang="cs-CZ"/>
              <a:pPr>
                <a:defRPr/>
              </a:pPr>
              <a:t>05.11.2022</a:t>
            </a:fld>
            <a:endParaRPr lang="cs-CZ"/>
          </a:p>
        </p:txBody>
      </p:sp>
      <p:sp>
        <p:nvSpPr>
          <p:cNvPr id="4" name="Zástupný symbol pro obrázek snímku 3">
            <a:extLst>
              <a:ext uri="{FF2B5EF4-FFF2-40B4-BE49-F238E27FC236}">
                <a16:creationId xmlns:a16="http://schemas.microsoft.com/office/drawing/2014/main" id="{40BF821B-0087-83FD-F422-69D305AEB5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cs-CZ" noProof="0"/>
          </a:p>
        </p:txBody>
      </p:sp>
      <p:sp>
        <p:nvSpPr>
          <p:cNvPr id="5" name="Zástupný symbol pro poznámky 4">
            <a:extLst>
              <a:ext uri="{FF2B5EF4-FFF2-40B4-BE49-F238E27FC236}">
                <a16:creationId xmlns:a16="http://schemas.microsoft.com/office/drawing/2014/main" id="{4D8442C0-6F6C-92B4-9BBE-62DA4950A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noProof="0"/>
              <a:t>Kliknutím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64E195A-0773-C7C6-E9C8-2F3E09DAC7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1F88CD9-592D-4B91-9754-338851703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5FF0FD4-4614-4EF0-8C1E-5723F53359F9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Zástupný symbol pro obrázek snímku 1">
            <a:extLst>
              <a:ext uri="{FF2B5EF4-FFF2-40B4-BE49-F238E27FC236}">
                <a16:creationId xmlns:a16="http://schemas.microsoft.com/office/drawing/2014/main" id="{72BFEB76-5926-CB65-6BA4-F78B711A03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Zástupný symbol pro poznámky 2">
            <a:extLst>
              <a:ext uri="{FF2B5EF4-FFF2-40B4-BE49-F238E27FC236}">
                <a16:creationId xmlns:a16="http://schemas.microsoft.com/office/drawing/2014/main" id="{4C457AE1-FCDC-1277-7496-13CBC38E12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9220" name="Zástupný symbol pro číslo snímku 3">
            <a:extLst>
              <a:ext uri="{FF2B5EF4-FFF2-40B4-BE49-F238E27FC236}">
                <a16:creationId xmlns:a16="http://schemas.microsoft.com/office/drawing/2014/main" id="{392873A3-88D9-093D-6C5B-410F7E860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DD8149-FD71-4217-BBAB-6AC5502DFA3A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Zástupný symbol pro obrázek snímku 1">
            <a:extLst>
              <a:ext uri="{FF2B5EF4-FFF2-40B4-BE49-F238E27FC236}">
                <a16:creationId xmlns:a16="http://schemas.microsoft.com/office/drawing/2014/main" id="{32390048-24D4-F368-3163-B6A98D3E00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Zástupný symbol pro poznámky 2">
            <a:extLst>
              <a:ext uri="{FF2B5EF4-FFF2-40B4-BE49-F238E27FC236}">
                <a16:creationId xmlns:a16="http://schemas.microsoft.com/office/drawing/2014/main" id="{60637641-5ED3-1835-B2D5-ACC6FD120C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0244" name="Zástupný symbol pro číslo snímku 3">
            <a:extLst>
              <a:ext uri="{FF2B5EF4-FFF2-40B4-BE49-F238E27FC236}">
                <a16:creationId xmlns:a16="http://schemas.microsoft.com/office/drawing/2014/main" id="{0D1B887E-4358-BB0E-267B-16C17B2AF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36257A9-8523-47B3-ACFD-86F23C02E7AC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>
            <a:extLst>
              <a:ext uri="{FF2B5EF4-FFF2-40B4-BE49-F238E27FC236}">
                <a16:creationId xmlns:a16="http://schemas.microsoft.com/office/drawing/2014/main" id="{B7797F24-2E88-464D-E658-B410CEFE4C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Zástupný symbol pro poznámky 2">
            <a:extLst>
              <a:ext uri="{FF2B5EF4-FFF2-40B4-BE49-F238E27FC236}">
                <a16:creationId xmlns:a16="http://schemas.microsoft.com/office/drawing/2014/main" id="{D3E265EE-AFBB-3376-063F-BEAC1B4F2C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1268" name="Zástupný symbol pro číslo snímku 3">
            <a:extLst>
              <a:ext uri="{FF2B5EF4-FFF2-40B4-BE49-F238E27FC236}">
                <a16:creationId xmlns:a16="http://schemas.microsoft.com/office/drawing/2014/main" id="{65510B54-BDDF-32B5-0656-BA69AF86D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75AFA45-304C-480B-9BE3-8DA8E3AACBCB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Zástupný symbol pro obrázek snímku 1">
            <a:extLst>
              <a:ext uri="{FF2B5EF4-FFF2-40B4-BE49-F238E27FC236}">
                <a16:creationId xmlns:a16="http://schemas.microsoft.com/office/drawing/2014/main" id="{756EDA96-3219-9FA9-D627-D40336017C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Zástupný symbol pro poznámky 2">
            <a:extLst>
              <a:ext uri="{FF2B5EF4-FFF2-40B4-BE49-F238E27FC236}">
                <a16:creationId xmlns:a16="http://schemas.microsoft.com/office/drawing/2014/main" id="{C32EB421-73A2-2A37-B5B4-217868E8EE8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2292" name="Zástupný symbol pro číslo snímku 3">
            <a:extLst>
              <a:ext uri="{FF2B5EF4-FFF2-40B4-BE49-F238E27FC236}">
                <a16:creationId xmlns:a16="http://schemas.microsoft.com/office/drawing/2014/main" id="{C72E5520-45A8-2F20-B6BF-1B2B6DA8D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007BAB8-9657-4805-9617-FD1E4578D675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8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4C0E4EA-650A-CF96-E898-E45B251AB51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EAB4AB91-DB0B-D576-9ABA-64072E4B5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35EB1641-9A41-D5E7-3CB6-3AA9E9684E5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0F5A9292-5DCA-81C6-956F-EE55391FF82D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2045CF42-F63E-59C0-1792-D3D01BADB576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FB9E830A-C420-10BE-79CE-7A14C305A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8CAE30ED-1896-46EF-B7B9-191372B8402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6" name="Rectangle 9">
                <a:extLst>
                  <a:ext uri="{FF2B5EF4-FFF2-40B4-BE49-F238E27FC236}">
                    <a16:creationId xmlns:a16="http://schemas.microsoft.com/office/drawing/2014/main" id="{3DA504CC-9964-7E13-D645-DFA0EF9BFD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7" name="Line 10">
                <a:extLst>
                  <a:ext uri="{FF2B5EF4-FFF2-40B4-BE49-F238E27FC236}">
                    <a16:creationId xmlns:a16="http://schemas.microsoft.com/office/drawing/2014/main" id="{8FBB2D0B-226B-A7FE-DB4D-03BAECD80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</p:grpSp>
      <p:sp>
        <p:nvSpPr>
          <p:cNvPr id="51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6962FE4B-2AAC-BB55-1B70-43083C1502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12813" y="6251575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F1ACCFD7-B2CD-03B2-8BA6-17147E1C9B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54388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960BBDEE-8E25-87AF-2221-CA29FD59F6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671A8589-12CA-4D3F-88FD-805FEB00196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590783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8406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91276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408391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26490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</p:spTree>
    <p:extLst>
      <p:ext uri="{BB962C8B-B14F-4D97-AF65-F5344CB8AC3E}">
        <p14:creationId xmlns:p14="http://schemas.microsoft.com/office/powerpoint/2010/main" val="32070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590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53201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48743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62854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2012" cy="68580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11188" y="0"/>
            <a:ext cx="6248400" cy="6858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474543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1188" y="0"/>
            <a:ext cx="8532812" cy="836613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4023519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18F165E6-85C6-F1F9-879C-FEE9EE4A7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96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cs-CZ" altLang="cs-CZ" sz="2400">
              <a:latin typeface="Times New Roman" charset="0"/>
            </a:endParaRPr>
          </a:p>
        </p:txBody>
      </p:sp>
      <p:grpSp>
        <p:nvGrpSpPr>
          <p:cNvPr id="1027" name="Group 4">
            <a:extLst>
              <a:ext uri="{FF2B5EF4-FFF2-40B4-BE49-F238E27FC236}">
                <a16:creationId xmlns:a16="http://schemas.microsoft.com/office/drawing/2014/main" id="{CFA06DCA-D41B-38AB-8B74-AFD9A3E5300F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836613"/>
            <a:ext cx="8305800" cy="182562"/>
            <a:chOff x="240" y="893"/>
            <a:chExt cx="5232" cy="115"/>
          </a:xfrm>
        </p:grpSpPr>
        <p:sp>
          <p:nvSpPr>
            <p:cNvPr id="1031" name="Rectangle 5">
              <a:extLst>
                <a:ext uri="{FF2B5EF4-FFF2-40B4-BE49-F238E27FC236}">
                  <a16:creationId xmlns:a16="http://schemas.microsoft.com/office/drawing/2014/main" id="{51B86EC7-7E82-3F6C-4B1C-D6FAC5B47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sp>
          <p:nvSpPr>
            <p:cNvPr id="1032" name="Line 6">
              <a:extLst>
                <a:ext uri="{FF2B5EF4-FFF2-40B4-BE49-F238E27FC236}">
                  <a16:creationId xmlns:a16="http://schemas.microsoft.com/office/drawing/2014/main" id="{CAE902DF-82AD-26E3-1B96-7BF57BDA1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1028" name="Rectangle 7">
            <a:extLst>
              <a:ext uri="{FF2B5EF4-FFF2-40B4-BE49-F238E27FC236}">
                <a16:creationId xmlns:a16="http://schemas.microsoft.com/office/drawing/2014/main" id="{5972C581-14D5-94E9-E887-284405A2E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0"/>
            <a:ext cx="853281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 předlohy nadpisů.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94B9EA51-0C75-C2A9-B70D-D125F37A07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30" name="Line 12">
            <a:extLst>
              <a:ext uri="{FF2B5EF4-FFF2-40B4-BE49-F238E27FC236}">
                <a16:creationId xmlns:a16="http://schemas.microsoft.com/office/drawing/2014/main" id="{B215778A-7812-F562-9ACF-51726D483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.png"/><Relationship Id="rId299" Type="http://schemas.openxmlformats.org/officeDocument/2006/relationships/image" Target="../media/image153.png"/><Relationship Id="rId21" Type="http://schemas.openxmlformats.org/officeDocument/2006/relationships/image" Target="../media/image15.png"/><Relationship Id="rId63" Type="http://schemas.openxmlformats.org/officeDocument/2006/relationships/image" Target="../media/image36.png"/><Relationship Id="rId159" Type="http://schemas.openxmlformats.org/officeDocument/2006/relationships/image" Target="../media/image84.png"/><Relationship Id="rId324" Type="http://schemas.openxmlformats.org/officeDocument/2006/relationships/customXml" Target="../ink/ink165.xml"/><Relationship Id="rId366" Type="http://schemas.openxmlformats.org/officeDocument/2006/relationships/customXml" Target="../ink/ink186.xml"/><Relationship Id="rId170" Type="http://schemas.openxmlformats.org/officeDocument/2006/relationships/customXml" Target="../ink/ink87.xml"/><Relationship Id="rId226" Type="http://schemas.openxmlformats.org/officeDocument/2006/relationships/image" Target="../media/image117.png"/><Relationship Id="rId433" Type="http://schemas.openxmlformats.org/officeDocument/2006/relationships/image" Target="../media/image220.png"/><Relationship Id="rId268" Type="http://schemas.openxmlformats.org/officeDocument/2006/relationships/image" Target="../media/image138.png"/><Relationship Id="rId32" Type="http://schemas.openxmlformats.org/officeDocument/2006/relationships/customXml" Target="../ink/ink18.xml"/><Relationship Id="rId74" Type="http://schemas.openxmlformats.org/officeDocument/2006/relationships/customXml" Target="../ink/ink39.xml"/><Relationship Id="rId128" Type="http://schemas.openxmlformats.org/officeDocument/2006/relationships/customXml" Target="../ink/ink66.xml"/><Relationship Id="rId335" Type="http://schemas.openxmlformats.org/officeDocument/2006/relationships/image" Target="../media/image171.png"/><Relationship Id="rId377" Type="http://schemas.openxmlformats.org/officeDocument/2006/relationships/image" Target="../media/image192.png"/><Relationship Id="rId5" Type="http://schemas.openxmlformats.org/officeDocument/2006/relationships/image" Target="../media/image7.png"/><Relationship Id="rId181" Type="http://schemas.openxmlformats.org/officeDocument/2006/relationships/image" Target="../media/image95.png"/><Relationship Id="rId237" Type="http://schemas.openxmlformats.org/officeDocument/2006/relationships/customXml" Target="../ink/ink121.xml"/><Relationship Id="rId402" Type="http://schemas.openxmlformats.org/officeDocument/2006/relationships/customXml" Target="../ink/ink204.xml"/><Relationship Id="rId279" Type="http://schemas.openxmlformats.org/officeDocument/2006/relationships/customXml" Target="../ink/ink142.xml"/><Relationship Id="rId444" Type="http://schemas.openxmlformats.org/officeDocument/2006/relationships/customXml" Target="../ink/ink225.xml"/><Relationship Id="rId43" Type="http://schemas.openxmlformats.org/officeDocument/2006/relationships/image" Target="../media/image26.png"/><Relationship Id="rId139" Type="http://schemas.openxmlformats.org/officeDocument/2006/relationships/image" Target="../media/image74.png"/><Relationship Id="rId290" Type="http://schemas.openxmlformats.org/officeDocument/2006/relationships/image" Target="../media/image149.png"/><Relationship Id="rId304" Type="http://schemas.openxmlformats.org/officeDocument/2006/relationships/customXml" Target="../ink/ink155.xml"/><Relationship Id="rId346" Type="http://schemas.openxmlformats.org/officeDocument/2006/relationships/customXml" Target="../ink/ink176.xml"/><Relationship Id="rId388" Type="http://schemas.openxmlformats.org/officeDocument/2006/relationships/customXml" Target="../ink/ink197.xml"/><Relationship Id="rId85" Type="http://schemas.openxmlformats.org/officeDocument/2006/relationships/image" Target="../media/image47.png"/><Relationship Id="rId150" Type="http://schemas.openxmlformats.org/officeDocument/2006/relationships/customXml" Target="../ink/ink77.xml"/><Relationship Id="rId192" Type="http://schemas.openxmlformats.org/officeDocument/2006/relationships/customXml" Target="../ink/ink98.xml"/><Relationship Id="rId206" Type="http://schemas.openxmlformats.org/officeDocument/2006/relationships/customXml" Target="../ink/ink105.xml"/><Relationship Id="rId413" Type="http://schemas.openxmlformats.org/officeDocument/2006/relationships/image" Target="../media/image210.png"/><Relationship Id="rId248" Type="http://schemas.openxmlformats.org/officeDocument/2006/relationships/image" Target="../media/image128.png"/><Relationship Id="rId12" Type="http://schemas.openxmlformats.org/officeDocument/2006/relationships/customXml" Target="../ink/ink8.xml"/><Relationship Id="rId108" Type="http://schemas.openxmlformats.org/officeDocument/2006/relationships/customXml" Target="../ink/ink56.xml"/><Relationship Id="rId315" Type="http://schemas.openxmlformats.org/officeDocument/2006/relationships/image" Target="../media/image161.png"/><Relationship Id="rId357" Type="http://schemas.openxmlformats.org/officeDocument/2006/relationships/image" Target="../media/image182.png"/><Relationship Id="rId54" Type="http://schemas.openxmlformats.org/officeDocument/2006/relationships/customXml" Target="../ink/ink29.xml"/><Relationship Id="rId96" Type="http://schemas.openxmlformats.org/officeDocument/2006/relationships/customXml" Target="../ink/ink50.xml"/><Relationship Id="rId161" Type="http://schemas.openxmlformats.org/officeDocument/2006/relationships/image" Target="../media/image85.png"/><Relationship Id="rId217" Type="http://schemas.openxmlformats.org/officeDocument/2006/relationships/customXml" Target="../ink/ink111.xml"/><Relationship Id="rId399" Type="http://schemas.openxmlformats.org/officeDocument/2006/relationships/image" Target="../media/image203.png"/><Relationship Id="rId6" Type="http://schemas.openxmlformats.org/officeDocument/2006/relationships/customXml" Target="../ink/ink5.xml"/><Relationship Id="rId238" Type="http://schemas.openxmlformats.org/officeDocument/2006/relationships/image" Target="../media/image123.png"/><Relationship Id="rId259" Type="http://schemas.openxmlformats.org/officeDocument/2006/relationships/customXml" Target="../ink/ink132.xml"/><Relationship Id="rId424" Type="http://schemas.openxmlformats.org/officeDocument/2006/relationships/customXml" Target="../ink/ink215.xml"/><Relationship Id="rId445" Type="http://schemas.openxmlformats.org/officeDocument/2006/relationships/image" Target="../media/image226.png"/><Relationship Id="rId23" Type="http://schemas.openxmlformats.org/officeDocument/2006/relationships/image" Target="../media/image16.png"/><Relationship Id="rId119" Type="http://schemas.openxmlformats.org/officeDocument/2006/relationships/image" Target="../media/image64.png"/><Relationship Id="rId270" Type="http://schemas.openxmlformats.org/officeDocument/2006/relationships/image" Target="../media/image139.png"/><Relationship Id="rId291" Type="http://schemas.openxmlformats.org/officeDocument/2006/relationships/customXml" Target="../ink/ink148.xml"/><Relationship Id="rId305" Type="http://schemas.openxmlformats.org/officeDocument/2006/relationships/image" Target="../media/image156.png"/><Relationship Id="rId326" Type="http://schemas.openxmlformats.org/officeDocument/2006/relationships/customXml" Target="../ink/ink166.xml"/><Relationship Id="rId347" Type="http://schemas.openxmlformats.org/officeDocument/2006/relationships/image" Target="../media/image177.png"/><Relationship Id="rId44" Type="http://schemas.openxmlformats.org/officeDocument/2006/relationships/customXml" Target="../ink/ink24.xml"/><Relationship Id="rId65" Type="http://schemas.openxmlformats.org/officeDocument/2006/relationships/image" Target="../media/image37.png"/><Relationship Id="rId86" Type="http://schemas.openxmlformats.org/officeDocument/2006/relationships/customXml" Target="../ink/ink45.xml"/><Relationship Id="rId130" Type="http://schemas.openxmlformats.org/officeDocument/2006/relationships/customXml" Target="../ink/ink67.xml"/><Relationship Id="rId151" Type="http://schemas.openxmlformats.org/officeDocument/2006/relationships/image" Target="../media/image80.png"/><Relationship Id="rId368" Type="http://schemas.openxmlformats.org/officeDocument/2006/relationships/customXml" Target="../ink/ink187.xml"/><Relationship Id="rId389" Type="http://schemas.openxmlformats.org/officeDocument/2006/relationships/image" Target="../media/image198.png"/><Relationship Id="rId172" Type="http://schemas.openxmlformats.org/officeDocument/2006/relationships/customXml" Target="../ink/ink88.xml"/><Relationship Id="rId193" Type="http://schemas.openxmlformats.org/officeDocument/2006/relationships/image" Target="../media/image101.png"/><Relationship Id="rId207" Type="http://schemas.openxmlformats.org/officeDocument/2006/relationships/image" Target="../media/image108.png"/><Relationship Id="rId228" Type="http://schemas.openxmlformats.org/officeDocument/2006/relationships/image" Target="../media/image118.png"/><Relationship Id="rId249" Type="http://schemas.openxmlformats.org/officeDocument/2006/relationships/customXml" Target="../ink/ink127.xml"/><Relationship Id="rId414" Type="http://schemas.openxmlformats.org/officeDocument/2006/relationships/customXml" Target="../ink/ink210.xml"/><Relationship Id="rId435" Type="http://schemas.openxmlformats.org/officeDocument/2006/relationships/image" Target="../media/image221.png"/><Relationship Id="rId13" Type="http://schemas.openxmlformats.org/officeDocument/2006/relationships/image" Target="../media/image11.png"/><Relationship Id="rId109" Type="http://schemas.openxmlformats.org/officeDocument/2006/relationships/image" Target="../media/image59.png"/><Relationship Id="rId260" Type="http://schemas.openxmlformats.org/officeDocument/2006/relationships/image" Target="../media/image134.png"/><Relationship Id="rId281" Type="http://schemas.openxmlformats.org/officeDocument/2006/relationships/customXml" Target="../ink/ink143.xml"/><Relationship Id="rId316" Type="http://schemas.openxmlformats.org/officeDocument/2006/relationships/customXml" Target="../ink/ink161.xml"/><Relationship Id="rId337" Type="http://schemas.openxmlformats.org/officeDocument/2006/relationships/image" Target="../media/image172.png"/><Relationship Id="rId34" Type="http://schemas.openxmlformats.org/officeDocument/2006/relationships/customXml" Target="../ink/ink19.xml"/><Relationship Id="rId55" Type="http://schemas.openxmlformats.org/officeDocument/2006/relationships/image" Target="../media/image32.png"/><Relationship Id="rId76" Type="http://schemas.openxmlformats.org/officeDocument/2006/relationships/customXml" Target="../ink/ink40.xml"/><Relationship Id="rId97" Type="http://schemas.openxmlformats.org/officeDocument/2006/relationships/image" Target="../media/image53.png"/><Relationship Id="rId120" Type="http://schemas.openxmlformats.org/officeDocument/2006/relationships/customXml" Target="../ink/ink62.xml"/><Relationship Id="rId141" Type="http://schemas.openxmlformats.org/officeDocument/2006/relationships/image" Target="../media/image75.png"/><Relationship Id="rId358" Type="http://schemas.openxmlformats.org/officeDocument/2006/relationships/customXml" Target="../ink/ink182.xml"/><Relationship Id="rId379" Type="http://schemas.openxmlformats.org/officeDocument/2006/relationships/image" Target="../media/image193.png"/><Relationship Id="rId7" Type="http://schemas.openxmlformats.org/officeDocument/2006/relationships/image" Target="../media/image8.png"/><Relationship Id="rId162" Type="http://schemas.openxmlformats.org/officeDocument/2006/relationships/customXml" Target="../ink/ink83.xml"/><Relationship Id="rId183" Type="http://schemas.openxmlformats.org/officeDocument/2006/relationships/image" Target="../media/image96.png"/><Relationship Id="rId218" Type="http://schemas.openxmlformats.org/officeDocument/2006/relationships/image" Target="../media/image113.png"/><Relationship Id="rId239" Type="http://schemas.openxmlformats.org/officeDocument/2006/relationships/customXml" Target="../ink/ink122.xml"/><Relationship Id="rId390" Type="http://schemas.openxmlformats.org/officeDocument/2006/relationships/customXml" Target="../ink/ink198.xml"/><Relationship Id="rId404" Type="http://schemas.openxmlformats.org/officeDocument/2006/relationships/customXml" Target="../ink/ink205.xml"/><Relationship Id="rId425" Type="http://schemas.openxmlformats.org/officeDocument/2006/relationships/image" Target="../media/image216.png"/><Relationship Id="rId446" Type="http://schemas.openxmlformats.org/officeDocument/2006/relationships/customXml" Target="../ink/ink226.xml"/><Relationship Id="rId250" Type="http://schemas.openxmlformats.org/officeDocument/2006/relationships/image" Target="../media/image129.png"/><Relationship Id="rId271" Type="http://schemas.openxmlformats.org/officeDocument/2006/relationships/customXml" Target="../ink/ink138.xml"/><Relationship Id="rId292" Type="http://schemas.openxmlformats.org/officeDocument/2006/relationships/image" Target="../media/image150.png"/><Relationship Id="rId306" Type="http://schemas.openxmlformats.org/officeDocument/2006/relationships/customXml" Target="../ink/ink156.xml"/><Relationship Id="rId24" Type="http://schemas.openxmlformats.org/officeDocument/2006/relationships/customXml" Target="../ink/ink14.xml"/><Relationship Id="rId45" Type="http://schemas.openxmlformats.org/officeDocument/2006/relationships/image" Target="../media/image27.png"/><Relationship Id="rId66" Type="http://schemas.openxmlformats.org/officeDocument/2006/relationships/customXml" Target="../ink/ink35.xml"/><Relationship Id="rId87" Type="http://schemas.openxmlformats.org/officeDocument/2006/relationships/image" Target="../media/image48.png"/><Relationship Id="rId110" Type="http://schemas.openxmlformats.org/officeDocument/2006/relationships/customXml" Target="../ink/ink57.xml"/><Relationship Id="rId131" Type="http://schemas.openxmlformats.org/officeDocument/2006/relationships/image" Target="../media/image70.png"/><Relationship Id="rId327" Type="http://schemas.openxmlformats.org/officeDocument/2006/relationships/image" Target="../media/image167.png"/><Relationship Id="rId348" Type="http://schemas.openxmlformats.org/officeDocument/2006/relationships/customXml" Target="../ink/ink177.xml"/><Relationship Id="rId369" Type="http://schemas.openxmlformats.org/officeDocument/2006/relationships/image" Target="../media/image188.png"/><Relationship Id="rId152" Type="http://schemas.openxmlformats.org/officeDocument/2006/relationships/customXml" Target="../ink/ink78.xml"/><Relationship Id="rId173" Type="http://schemas.openxmlformats.org/officeDocument/2006/relationships/image" Target="../media/image91.png"/><Relationship Id="rId194" Type="http://schemas.openxmlformats.org/officeDocument/2006/relationships/customXml" Target="../ink/ink99.xml"/><Relationship Id="rId208" Type="http://schemas.openxmlformats.org/officeDocument/2006/relationships/customXml" Target="../ink/ink106.xml"/><Relationship Id="rId229" Type="http://schemas.openxmlformats.org/officeDocument/2006/relationships/customXml" Target="../ink/ink117.xml"/><Relationship Id="rId380" Type="http://schemas.openxmlformats.org/officeDocument/2006/relationships/customXml" Target="../ink/ink193.xml"/><Relationship Id="rId415" Type="http://schemas.openxmlformats.org/officeDocument/2006/relationships/image" Target="../media/image211.png"/><Relationship Id="rId436" Type="http://schemas.openxmlformats.org/officeDocument/2006/relationships/customXml" Target="../ink/ink221.xml"/><Relationship Id="rId240" Type="http://schemas.openxmlformats.org/officeDocument/2006/relationships/image" Target="../media/image124.png"/><Relationship Id="rId261" Type="http://schemas.openxmlformats.org/officeDocument/2006/relationships/customXml" Target="../ink/ink133.xml"/><Relationship Id="rId14" Type="http://schemas.openxmlformats.org/officeDocument/2006/relationships/customXml" Target="../ink/ink9.xml"/><Relationship Id="rId35" Type="http://schemas.openxmlformats.org/officeDocument/2006/relationships/image" Target="../media/image22.png"/><Relationship Id="rId56" Type="http://schemas.openxmlformats.org/officeDocument/2006/relationships/customXml" Target="../ink/ink30.xml"/><Relationship Id="rId77" Type="http://schemas.openxmlformats.org/officeDocument/2006/relationships/image" Target="../media/image43.png"/><Relationship Id="rId100" Type="http://schemas.openxmlformats.org/officeDocument/2006/relationships/customXml" Target="../ink/ink52.xml"/><Relationship Id="rId282" Type="http://schemas.openxmlformats.org/officeDocument/2006/relationships/image" Target="../media/image145.png"/><Relationship Id="rId317" Type="http://schemas.openxmlformats.org/officeDocument/2006/relationships/image" Target="../media/image162.png"/><Relationship Id="rId338" Type="http://schemas.openxmlformats.org/officeDocument/2006/relationships/customXml" Target="../ink/ink172.xml"/><Relationship Id="rId359" Type="http://schemas.openxmlformats.org/officeDocument/2006/relationships/image" Target="../media/image183.png"/><Relationship Id="rId8" Type="http://schemas.openxmlformats.org/officeDocument/2006/relationships/customXml" Target="../ink/ink6.xml"/><Relationship Id="rId98" Type="http://schemas.openxmlformats.org/officeDocument/2006/relationships/customXml" Target="../ink/ink51.xml"/><Relationship Id="rId121" Type="http://schemas.openxmlformats.org/officeDocument/2006/relationships/image" Target="../media/image65.png"/><Relationship Id="rId142" Type="http://schemas.openxmlformats.org/officeDocument/2006/relationships/customXml" Target="../ink/ink73.xml"/><Relationship Id="rId163" Type="http://schemas.openxmlformats.org/officeDocument/2006/relationships/image" Target="../media/image86.png"/><Relationship Id="rId184" Type="http://schemas.openxmlformats.org/officeDocument/2006/relationships/customXml" Target="../ink/ink94.xml"/><Relationship Id="rId219" Type="http://schemas.openxmlformats.org/officeDocument/2006/relationships/customXml" Target="../ink/ink112.xml"/><Relationship Id="rId370" Type="http://schemas.openxmlformats.org/officeDocument/2006/relationships/customXml" Target="../ink/ink188.xml"/><Relationship Id="rId391" Type="http://schemas.openxmlformats.org/officeDocument/2006/relationships/image" Target="../media/image199.png"/><Relationship Id="rId405" Type="http://schemas.openxmlformats.org/officeDocument/2006/relationships/image" Target="../media/image206.png"/><Relationship Id="rId426" Type="http://schemas.openxmlformats.org/officeDocument/2006/relationships/customXml" Target="../ink/ink216.xml"/><Relationship Id="rId447" Type="http://schemas.openxmlformats.org/officeDocument/2006/relationships/image" Target="../media/image227.png"/><Relationship Id="rId230" Type="http://schemas.openxmlformats.org/officeDocument/2006/relationships/image" Target="../media/image119.png"/><Relationship Id="rId251" Type="http://schemas.openxmlformats.org/officeDocument/2006/relationships/customXml" Target="../ink/ink128.xml"/><Relationship Id="rId25" Type="http://schemas.openxmlformats.org/officeDocument/2006/relationships/image" Target="../media/image17.png"/><Relationship Id="rId46" Type="http://schemas.openxmlformats.org/officeDocument/2006/relationships/customXml" Target="../ink/ink25.xml"/><Relationship Id="rId67" Type="http://schemas.openxmlformats.org/officeDocument/2006/relationships/image" Target="../media/image38.png"/><Relationship Id="rId272" Type="http://schemas.openxmlformats.org/officeDocument/2006/relationships/image" Target="../media/image140.png"/><Relationship Id="rId293" Type="http://schemas.openxmlformats.org/officeDocument/2006/relationships/customXml" Target="../ink/ink149.xml"/><Relationship Id="rId307" Type="http://schemas.openxmlformats.org/officeDocument/2006/relationships/image" Target="../media/image157.png"/><Relationship Id="rId328" Type="http://schemas.openxmlformats.org/officeDocument/2006/relationships/customXml" Target="../ink/ink167.xml"/><Relationship Id="rId349" Type="http://schemas.openxmlformats.org/officeDocument/2006/relationships/image" Target="../media/image178.png"/><Relationship Id="rId88" Type="http://schemas.openxmlformats.org/officeDocument/2006/relationships/customXml" Target="../ink/ink46.xml"/><Relationship Id="rId111" Type="http://schemas.openxmlformats.org/officeDocument/2006/relationships/image" Target="../media/image60.png"/><Relationship Id="rId132" Type="http://schemas.openxmlformats.org/officeDocument/2006/relationships/customXml" Target="../ink/ink68.xml"/><Relationship Id="rId153" Type="http://schemas.openxmlformats.org/officeDocument/2006/relationships/image" Target="../media/image81.png"/><Relationship Id="rId174" Type="http://schemas.openxmlformats.org/officeDocument/2006/relationships/customXml" Target="../ink/ink89.xml"/><Relationship Id="rId195" Type="http://schemas.openxmlformats.org/officeDocument/2006/relationships/image" Target="../media/image102.png"/><Relationship Id="rId209" Type="http://schemas.openxmlformats.org/officeDocument/2006/relationships/image" Target="../media/image109.png"/><Relationship Id="rId360" Type="http://schemas.openxmlformats.org/officeDocument/2006/relationships/customXml" Target="../ink/ink183.xml"/><Relationship Id="rId381" Type="http://schemas.openxmlformats.org/officeDocument/2006/relationships/image" Target="../media/image194.png"/><Relationship Id="rId416" Type="http://schemas.openxmlformats.org/officeDocument/2006/relationships/customXml" Target="../ink/ink211.xml"/><Relationship Id="rId220" Type="http://schemas.openxmlformats.org/officeDocument/2006/relationships/image" Target="../media/image114.png"/><Relationship Id="rId241" Type="http://schemas.openxmlformats.org/officeDocument/2006/relationships/customXml" Target="../ink/ink123.xml"/><Relationship Id="rId437" Type="http://schemas.openxmlformats.org/officeDocument/2006/relationships/image" Target="../media/image222.png"/><Relationship Id="rId15" Type="http://schemas.openxmlformats.org/officeDocument/2006/relationships/image" Target="../media/image12.png"/><Relationship Id="rId36" Type="http://schemas.openxmlformats.org/officeDocument/2006/relationships/customXml" Target="../ink/ink20.xml"/><Relationship Id="rId57" Type="http://schemas.openxmlformats.org/officeDocument/2006/relationships/image" Target="../media/image33.png"/><Relationship Id="rId262" Type="http://schemas.openxmlformats.org/officeDocument/2006/relationships/image" Target="../media/image135.png"/><Relationship Id="rId283" Type="http://schemas.openxmlformats.org/officeDocument/2006/relationships/customXml" Target="../ink/ink144.xml"/><Relationship Id="rId318" Type="http://schemas.openxmlformats.org/officeDocument/2006/relationships/customXml" Target="../ink/ink162.xml"/><Relationship Id="rId339" Type="http://schemas.openxmlformats.org/officeDocument/2006/relationships/image" Target="../media/image173.png"/><Relationship Id="rId78" Type="http://schemas.openxmlformats.org/officeDocument/2006/relationships/customXml" Target="../ink/ink41.xml"/><Relationship Id="rId99" Type="http://schemas.openxmlformats.org/officeDocument/2006/relationships/image" Target="../media/image54.png"/><Relationship Id="rId101" Type="http://schemas.openxmlformats.org/officeDocument/2006/relationships/image" Target="../media/image55.png"/><Relationship Id="rId122" Type="http://schemas.openxmlformats.org/officeDocument/2006/relationships/customXml" Target="../ink/ink63.xml"/><Relationship Id="rId143" Type="http://schemas.openxmlformats.org/officeDocument/2006/relationships/image" Target="../media/image76.png"/><Relationship Id="rId164" Type="http://schemas.openxmlformats.org/officeDocument/2006/relationships/customXml" Target="../ink/ink84.xml"/><Relationship Id="rId185" Type="http://schemas.openxmlformats.org/officeDocument/2006/relationships/image" Target="../media/image97.png"/><Relationship Id="rId350" Type="http://schemas.openxmlformats.org/officeDocument/2006/relationships/customXml" Target="../ink/ink178.xml"/><Relationship Id="rId371" Type="http://schemas.openxmlformats.org/officeDocument/2006/relationships/image" Target="../media/image189.png"/><Relationship Id="rId406" Type="http://schemas.openxmlformats.org/officeDocument/2006/relationships/customXml" Target="../ink/ink206.xml"/><Relationship Id="rId9" Type="http://schemas.openxmlformats.org/officeDocument/2006/relationships/image" Target="../media/image9.png"/><Relationship Id="rId210" Type="http://schemas.openxmlformats.org/officeDocument/2006/relationships/customXml" Target="../ink/ink107.xml"/><Relationship Id="rId392" Type="http://schemas.openxmlformats.org/officeDocument/2006/relationships/customXml" Target="../ink/ink199.xml"/><Relationship Id="rId427" Type="http://schemas.openxmlformats.org/officeDocument/2006/relationships/image" Target="../media/image217.png"/><Relationship Id="rId448" Type="http://schemas.openxmlformats.org/officeDocument/2006/relationships/customXml" Target="../ink/ink227.xml"/><Relationship Id="rId26" Type="http://schemas.openxmlformats.org/officeDocument/2006/relationships/customXml" Target="../ink/ink15.xml"/><Relationship Id="rId231" Type="http://schemas.openxmlformats.org/officeDocument/2006/relationships/customXml" Target="../ink/ink118.xml"/><Relationship Id="rId252" Type="http://schemas.openxmlformats.org/officeDocument/2006/relationships/image" Target="../media/image130.png"/><Relationship Id="rId273" Type="http://schemas.openxmlformats.org/officeDocument/2006/relationships/customXml" Target="../ink/ink139.xml"/><Relationship Id="rId294" Type="http://schemas.openxmlformats.org/officeDocument/2006/relationships/customXml" Target="../ink/ink150.xml"/><Relationship Id="rId308" Type="http://schemas.openxmlformats.org/officeDocument/2006/relationships/customXml" Target="../ink/ink157.xml"/><Relationship Id="rId329" Type="http://schemas.openxmlformats.org/officeDocument/2006/relationships/image" Target="../media/image168.png"/><Relationship Id="rId47" Type="http://schemas.openxmlformats.org/officeDocument/2006/relationships/image" Target="../media/image28.png"/><Relationship Id="rId68" Type="http://schemas.openxmlformats.org/officeDocument/2006/relationships/customXml" Target="../ink/ink36.xml"/><Relationship Id="rId89" Type="http://schemas.openxmlformats.org/officeDocument/2006/relationships/image" Target="../media/image49.png"/><Relationship Id="rId112" Type="http://schemas.openxmlformats.org/officeDocument/2006/relationships/customXml" Target="../ink/ink58.xml"/><Relationship Id="rId133" Type="http://schemas.openxmlformats.org/officeDocument/2006/relationships/image" Target="../media/image71.png"/><Relationship Id="rId154" Type="http://schemas.openxmlformats.org/officeDocument/2006/relationships/customXml" Target="../ink/ink79.xml"/><Relationship Id="rId175" Type="http://schemas.openxmlformats.org/officeDocument/2006/relationships/image" Target="../media/image92.png"/><Relationship Id="rId340" Type="http://schemas.openxmlformats.org/officeDocument/2006/relationships/customXml" Target="../ink/ink173.xml"/><Relationship Id="rId361" Type="http://schemas.openxmlformats.org/officeDocument/2006/relationships/image" Target="../media/image184.png"/><Relationship Id="rId196" Type="http://schemas.openxmlformats.org/officeDocument/2006/relationships/customXml" Target="../ink/ink100.xml"/><Relationship Id="rId200" Type="http://schemas.openxmlformats.org/officeDocument/2006/relationships/customXml" Target="../ink/ink102.xml"/><Relationship Id="rId382" Type="http://schemas.openxmlformats.org/officeDocument/2006/relationships/customXml" Target="../ink/ink194.xml"/><Relationship Id="rId417" Type="http://schemas.openxmlformats.org/officeDocument/2006/relationships/image" Target="../media/image212.png"/><Relationship Id="rId438" Type="http://schemas.openxmlformats.org/officeDocument/2006/relationships/customXml" Target="../ink/ink222.xml"/><Relationship Id="rId16" Type="http://schemas.openxmlformats.org/officeDocument/2006/relationships/customXml" Target="../ink/ink10.xml"/><Relationship Id="rId221" Type="http://schemas.openxmlformats.org/officeDocument/2006/relationships/customXml" Target="../ink/ink113.xml"/><Relationship Id="rId242" Type="http://schemas.openxmlformats.org/officeDocument/2006/relationships/image" Target="../media/image125.png"/><Relationship Id="rId263" Type="http://schemas.openxmlformats.org/officeDocument/2006/relationships/customXml" Target="../ink/ink134.xml"/><Relationship Id="rId284" Type="http://schemas.openxmlformats.org/officeDocument/2006/relationships/image" Target="../media/image146.png"/><Relationship Id="rId319" Type="http://schemas.openxmlformats.org/officeDocument/2006/relationships/image" Target="../media/image163.png"/><Relationship Id="rId37" Type="http://schemas.openxmlformats.org/officeDocument/2006/relationships/image" Target="../media/image23.png"/><Relationship Id="rId58" Type="http://schemas.openxmlformats.org/officeDocument/2006/relationships/customXml" Target="../ink/ink31.xml"/><Relationship Id="rId79" Type="http://schemas.openxmlformats.org/officeDocument/2006/relationships/image" Target="../media/image44.png"/><Relationship Id="rId102" Type="http://schemas.openxmlformats.org/officeDocument/2006/relationships/customXml" Target="../ink/ink53.xml"/><Relationship Id="rId123" Type="http://schemas.openxmlformats.org/officeDocument/2006/relationships/image" Target="../media/image66.png"/><Relationship Id="rId144" Type="http://schemas.openxmlformats.org/officeDocument/2006/relationships/customXml" Target="../ink/ink74.xml"/><Relationship Id="rId330" Type="http://schemas.openxmlformats.org/officeDocument/2006/relationships/customXml" Target="../ink/ink168.xml"/><Relationship Id="rId90" Type="http://schemas.openxmlformats.org/officeDocument/2006/relationships/customXml" Target="../ink/ink47.xml"/><Relationship Id="rId165" Type="http://schemas.openxmlformats.org/officeDocument/2006/relationships/image" Target="../media/image87.png"/><Relationship Id="rId186" Type="http://schemas.openxmlformats.org/officeDocument/2006/relationships/customXml" Target="../ink/ink95.xml"/><Relationship Id="rId351" Type="http://schemas.openxmlformats.org/officeDocument/2006/relationships/image" Target="../media/image179.png"/><Relationship Id="rId372" Type="http://schemas.openxmlformats.org/officeDocument/2006/relationships/customXml" Target="../ink/ink189.xml"/><Relationship Id="rId393" Type="http://schemas.openxmlformats.org/officeDocument/2006/relationships/image" Target="../media/image200.png"/><Relationship Id="rId407" Type="http://schemas.openxmlformats.org/officeDocument/2006/relationships/image" Target="../media/image207.png"/><Relationship Id="rId428" Type="http://schemas.openxmlformats.org/officeDocument/2006/relationships/customXml" Target="../ink/ink217.xml"/><Relationship Id="rId449" Type="http://schemas.openxmlformats.org/officeDocument/2006/relationships/image" Target="../media/image228.png"/><Relationship Id="rId211" Type="http://schemas.openxmlformats.org/officeDocument/2006/relationships/image" Target="../media/image110.png"/><Relationship Id="rId232" Type="http://schemas.openxmlformats.org/officeDocument/2006/relationships/image" Target="../media/image120.png"/><Relationship Id="rId253" Type="http://schemas.openxmlformats.org/officeDocument/2006/relationships/customXml" Target="../ink/ink129.xml"/><Relationship Id="rId274" Type="http://schemas.openxmlformats.org/officeDocument/2006/relationships/image" Target="../media/image141.png"/><Relationship Id="rId295" Type="http://schemas.openxmlformats.org/officeDocument/2006/relationships/image" Target="../media/image151.png"/><Relationship Id="rId309" Type="http://schemas.openxmlformats.org/officeDocument/2006/relationships/image" Target="../media/image158.png"/><Relationship Id="rId27" Type="http://schemas.openxmlformats.org/officeDocument/2006/relationships/image" Target="../media/image18.png"/><Relationship Id="rId48" Type="http://schemas.openxmlformats.org/officeDocument/2006/relationships/customXml" Target="../ink/ink26.xml"/><Relationship Id="rId69" Type="http://schemas.openxmlformats.org/officeDocument/2006/relationships/image" Target="../media/image39.png"/><Relationship Id="rId113" Type="http://schemas.openxmlformats.org/officeDocument/2006/relationships/image" Target="../media/image61.png"/><Relationship Id="rId134" Type="http://schemas.openxmlformats.org/officeDocument/2006/relationships/customXml" Target="../ink/ink69.xml"/><Relationship Id="rId320" Type="http://schemas.openxmlformats.org/officeDocument/2006/relationships/customXml" Target="../ink/ink163.xml"/><Relationship Id="rId80" Type="http://schemas.openxmlformats.org/officeDocument/2006/relationships/customXml" Target="../ink/ink42.xml"/><Relationship Id="rId155" Type="http://schemas.openxmlformats.org/officeDocument/2006/relationships/image" Target="../media/image82.png"/><Relationship Id="rId176" Type="http://schemas.openxmlformats.org/officeDocument/2006/relationships/customXml" Target="../ink/ink90.xml"/><Relationship Id="rId197" Type="http://schemas.openxmlformats.org/officeDocument/2006/relationships/image" Target="../media/image103.png"/><Relationship Id="rId341" Type="http://schemas.openxmlformats.org/officeDocument/2006/relationships/image" Target="../media/image174.png"/><Relationship Id="rId362" Type="http://schemas.openxmlformats.org/officeDocument/2006/relationships/customXml" Target="../ink/ink184.xml"/><Relationship Id="rId383" Type="http://schemas.openxmlformats.org/officeDocument/2006/relationships/image" Target="../media/image195.png"/><Relationship Id="rId418" Type="http://schemas.openxmlformats.org/officeDocument/2006/relationships/customXml" Target="../ink/ink212.xml"/><Relationship Id="rId439" Type="http://schemas.openxmlformats.org/officeDocument/2006/relationships/image" Target="../media/image223.png"/><Relationship Id="rId201" Type="http://schemas.openxmlformats.org/officeDocument/2006/relationships/image" Target="../media/image105.png"/><Relationship Id="rId222" Type="http://schemas.openxmlformats.org/officeDocument/2006/relationships/image" Target="../media/image115.png"/><Relationship Id="rId243" Type="http://schemas.openxmlformats.org/officeDocument/2006/relationships/customXml" Target="../ink/ink124.xml"/><Relationship Id="rId264" Type="http://schemas.openxmlformats.org/officeDocument/2006/relationships/image" Target="../media/image136.png"/><Relationship Id="rId285" Type="http://schemas.openxmlformats.org/officeDocument/2006/relationships/customXml" Target="../ink/ink145.xml"/><Relationship Id="rId450" Type="http://schemas.openxmlformats.org/officeDocument/2006/relationships/customXml" Target="../ink/ink228.xml"/><Relationship Id="rId17" Type="http://schemas.openxmlformats.org/officeDocument/2006/relationships/image" Target="../media/image13.png"/><Relationship Id="rId38" Type="http://schemas.openxmlformats.org/officeDocument/2006/relationships/customXml" Target="../ink/ink21.xml"/><Relationship Id="rId59" Type="http://schemas.openxmlformats.org/officeDocument/2006/relationships/image" Target="../media/image34.png"/><Relationship Id="rId103" Type="http://schemas.openxmlformats.org/officeDocument/2006/relationships/image" Target="../media/image56.png"/><Relationship Id="rId124" Type="http://schemas.openxmlformats.org/officeDocument/2006/relationships/customXml" Target="../ink/ink64.xml"/><Relationship Id="rId310" Type="http://schemas.openxmlformats.org/officeDocument/2006/relationships/customXml" Target="../ink/ink158.xml"/><Relationship Id="rId70" Type="http://schemas.openxmlformats.org/officeDocument/2006/relationships/customXml" Target="../ink/ink37.xml"/><Relationship Id="rId91" Type="http://schemas.openxmlformats.org/officeDocument/2006/relationships/image" Target="../media/image50.png"/><Relationship Id="rId145" Type="http://schemas.openxmlformats.org/officeDocument/2006/relationships/image" Target="../media/image77.png"/><Relationship Id="rId166" Type="http://schemas.openxmlformats.org/officeDocument/2006/relationships/customXml" Target="../ink/ink85.xml"/><Relationship Id="rId187" Type="http://schemas.openxmlformats.org/officeDocument/2006/relationships/image" Target="../media/image98.png"/><Relationship Id="rId331" Type="http://schemas.openxmlformats.org/officeDocument/2006/relationships/image" Target="../media/image169.png"/><Relationship Id="rId352" Type="http://schemas.openxmlformats.org/officeDocument/2006/relationships/customXml" Target="../ink/ink179.xml"/><Relationship Id="rId373" Type="http://schemas.openxmlformats.org/officeDocument/2006/relationships/image" Target="../media/image190.png"/><Relationship Id="rId394" Type="http://schemas.openxmlformats.org/officeDocument/2006/relationships/customXml" Target="../ink/ink200.xml"/><Relationship Id="rId408" Type="http://schemas.openxmlformats.org/officeDocument/2006/relationships/customXml" Target="../ink/ink207.xml"/><Relationship Id="rId429" Type="http://schemas.openxmlformats.org/officeDocument/2006/relationships/image" Target="../media/image21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8.xml"/><Relationship Id="rId233" Type="http://schemas.openxmlformats.org/officeDocument/2006/relationships/customXml" Target="../ink/ink119.xml"/><Relationship Id="rId254" Type="http://schemas.openxmlformats.org/officeDocument/2006/relationships/image" Target="../media/image131.png"/><Relationship Id="rId440" Type="http://schemas.openxmlformats.org/officeDocument/2006/relationships/customXml" Target="../ink/ink223.xml"/><Relationship Id="rId28" Type="http://schemas.openxmlformats.org/officeDocument/2006/relationships/customXml" Target="../ink/ink16.xml"/><Relationship Id="rId49" Type="http://schemas.openxmlformats.org/officeDocument/2006/relationships/image" Target="../media/image29.png"/><Relationship Id="rId114" Type="http://schemas.openxmlformats.org/officeDocument/2006/relationships/customXml" Target="../ink/ink59.xml"/><Relationship Id="rId275" Type="http://schemas.openxmlformats.org/officeDocument/2006/relationships/customXml" Target="../ink/ink140.xml"/><Relationship Id="rId296" Type="http://schemas.openxmlformats.org/officeDocument/2006/relationships/customXml" Target="../ink/ink151.xml"/><Relationship Id="rId300" Type="http://schemas.openxmlformats.org/officeDocument/2006/relationships/customXml" Target="../ink/ink153.xml"/><Relationship Id="rId60" Type="http://schemas.openxmlformats.org/officeDocument/2006/relationships/customXml" Target="../ink/ink32.xml"/><Relationship Id="rId81" Type="http://schemas.openxmlformats.org/officeDocument/2006/relationships/image" Target="../media/image45.png"/><Relationship Id="rId135" Type="http://schemas.openxmlformats.org/officeDocument/2006/relationships/image" Target="../media/image72.png"/><Relationship Id="rId156" Type="http://schemas.openxmlformats.org/officeDocument/2006/relationships/customXml" Target="../ink/ink80.xml"/><Relationship Id="rId177" Type="http://schemas.openxmlformats.org/officeDocument/2006/relationships/image" Target="../media/image93.png"/><Relationship Id="rId198" Type="http://schemas.openxmlformats.org/officeDocument/2006/relationships/customXml" Target="../ink/ink101.xml"/><Relationship Id="rId321" Type="http://schemas.openxmlformats.org/officeDocument/2006/relationships/image" Target="../media/image164.png"/><Relationship Id="rId342" Type="http://schemas.openxmlformats.org/officeDocument/2006/relationships/customXml" Target="../ink/ink174.xml"/><Relationship Id="rId363" Type="http://schemas.openxmlformats.org/officeDocument/2006/relationships/image" Target="../media/image185.png"/><Relationship Id="rId384" Type="http://schemas.openxmlformats.org/officeDocument/2006/relationships/customXml" Target="../ink/ink195.xml"/><Relationship Id="rId419" Type="http://schemas.openxmlformats.org/officeDocument/2006/relationships/image" Target="../media/image213.png"/><Relationship Id="rId202" Type="http://schemas.openxmlformats.org/officeDocument/2006/relationships/customXml" Target="../ink/ink103.xml"/><Relationship Id="rId223" Type="http://schemas.openxmlformats.org/officeDocument/2006/relationships/customXml" Target="../ink/ink114.xml"/><Relationship Id="rId244" Type="http://schemas.openxmlformats.org/officeDocument/2006/relationships/image" Target="../media/image126.png"/><Relationship Id="rId430" Type="http://schemas.openxmlformats.org/officeDocument/2006/relationships/customXml" Target="../ink/ink218.xml"/><Relationship Id="rId18" Type="http://schemas.openxmlformats.org/officeDocument/2006/relationships/customXml" Target="../ink/ink11.xml"/><Relationship Id="rId39" Type="http://schemas.openxmlformats.org/officeDocument/2006/relationships/image" Target="../media/image24.png"/><Relationship Id="rId265" Type="http://schemas.openxmlformats.org/officeDocument/2006/relationships/customXml" Target="../ink/ink135.xml"/><Relationship Id="rId286" Type="http://schemas.openxmlformats.org/officeDocument/2006/relationships/image" Target="../media/image147.png"/><Relationship Id="rId451" Type="http://schemas.openxmlformats.org/officeDocument/2006/relationships/image" Target="../media/image229.png"/><Relationship Id="rId50" Type="http://schemas.openxmlformats.org/officeDocument/2006/relationships/customXml" Target="../ink/ink27.xml"/><Relationship Id="rId104" Type="http://schemas.openxmlformats.org/officeDocument/2006/relationships/customXml" Target="../ink/ink54.xml"/><Relationship Id="rId125" Type="http://schemas.openxmlformats.org/officeDocument/2006/relationships/image" Target="../media/image67.png"/><Relationship Id="rId146" Type="http://schemas.openxmlformats.org/officeDocument/2006/relationships/customXml" Target="../ink/ink75.xml"/><Relationship Id="rId167" Type="http://schemas.openxmlformats.org/officeDocument/2006/relationships/image" Target="../media/image88.png"/><Relationship Id="rId188" Type="http://schemas.openxmlformats.org/officeDocument/2006/relationships/customXml" Target="../ink/ink96.xml"/><Relationship Id="rId311" Type="http://schemas.openxmlformats.org/officeDocument/2006/relationships/image" Target="../media/image159.png"/><Relationship Id="rId332" Type="http://schemas.openxmlformats.org/officeDocument/2006/relationships/customXml" Target="../ink/ink169.xml"/><Relationship Id="rId353" Type="http://schemas.openxmlformats.org/officeDocument/2006/relationships/image" Target="../media/image180.png"/><Relationship Id="rId374" Type="http://schemas.openxmlformats.org/officeDocument/2006/relationships/customXml" Target="../ink/ink190.xml"/><Relationship Id="rId395" Type="http://schemas.openxmlformats.org/officeDocument/2006/relationships/image" Target="../media/image201.png"/><Relationship Id="rId409" Type="http://schemas.openxmlformats.org/officeDocument/2006/relationships/image" Target="../media/image208.png"/><Relationship Id="rId71" Type="http://schemas.openxmlformats.org/officeDocument/2006/relationships/image" Target="../media/image40.png"/><Relationship Id="rId92" Type="http://schemas.openxmlformats.org/officeDocument/2006/relationships/customXml" Target="../ink/ink48.xml"/><Relationship Id="rId213" Type="http://schemas.openxmlformats.org/officeDocument/2006/relationships/image" Target="../media/image111.png"/><Relationship Id="rId234" Type="http://schemas.openxmlformats.org/officeDocument/2006/relationships/image" Target="../media/image121.png"/><Relationship Id="rId420" Type="http://schemas.openxmlformats.org/officeDocument/2006/relationships/customXml" Target="../ink/ink213.xml"/><Relationship Id="rId2" Type="http://schemas.openxmlformats.org/officeDocument/2006/relationships/customXml" Target="../ink/ink3.xml"/><Relationship Id="rId29" Type="http://schemas.openxmlformats.org/officeDocument/2006/relationships/image" Target="../media/image19.png"/><Relationship Id="rId255" Type="http://schemas.openxmlformats.org/officeDocument/2006/relationships/customXml" Target="../ink/ink130.xml"/><Relationship Id="rId276" Type="http://schemas.openxmlformats.org/officeDocument/2006/relationships/image" Target="../media/image142.png"/><Relationship Id="rId297" Type="http://schemas.openxmlformats.org/officeDocument/2006/relationships/image" Target="../media/image152.png"/><Relationship Id="rId441" Type="http://schemas.openxmlformats.org/officeDocument/2006/relationships/image" Target="../media/image224.png"/><Relationship Id="rId40" Type="http://schemas.openxmlformats.org/officeDocument/2006/relationships/customXml" Target="../ink/ink22.xml"/><Relationship Id="rId115" Type="http://schemas.openxmlformats.org/officeDocument/2006/relationships/image" Target="../media/image62.png"/><Relationship Id="rId136" Type="http://schemas.openxmlformats.org/officeDocument/2006/relationships/customXml" Target="../ink/ink70.xml"/><Relationship Id="rId157" Type="http://schemas.openxmlformats.org/officeDocument/2006/relationships/image" Target="../media/image83.png"/><Relationship Id="rId178" Type="http://schemas.openxmlformats.org/officeDocument/2006/relationships/customXml" Target="../ink/ink91.xml"/><Relationship Id="rId301" Type="http://schemas.openxmlformats.org/officeDocument/2006/relationships/image" Target="../media/image154.png"/><Relationship Id="rId322" Type="http://schemas.openxmlformats.org/officeDocument/2006/relationships/customXml" Target="../ink/ink164.xml"/><Relationship Id="rId343" Type="http://schemas.openxmlformats.org/officeDocument/2006/relationships/image" Target="../media/image175.png"/><Relationship Id="rId364" Type="http://schemas.openxmlformats.org/officeDocument/2006/relationships/customXml" Target="../ink/ink185.xml"/><Relationship Id="rId61" Type="http://schemas.openxmlformats.org/officeDocument/2006/relationships/image" Target="../media/image35.png"/><Relationship Id="rId82" Type="http://schemas.openxmlformats.org/officeDocument/2006/relationships/customXml" Target="../ink/ink43.xml"/><Relationship Id="rId199" Type="http://schemas.openxmlformats.org/officeDocument/2006/relationships/image" Target="../media/image104.png"/><Relationship Id="rId203" Type="http://schemas.openxmlformats.org/officeDocument/2006/relationships/image" Target="../media/image106.png"/><Relationship Id="rId385" Type="http://schemas.openxmlformats.org/officeDocument/2006/relationships/image" Target="../media/image196.png"/><Relationship Id="rId19" Type="http://schemas.openxmlformats.org/officeDocument/2006/relationships/image" Target="../media/image14.png"/><Relationship Id="rId224" Type="http://schemas.openxmlformats.org/officeDocument/2006/relationships/image" Target="../media/image116.png"/><Relationship Id="rId245" Type="http://schemas.openxmlformats.org/officeDocument/2006/relationships/customXml" Target="../ink/ink125.xml"/><Relationship Id="rId266" Type="http://schemas.openxmlformats.org/officeDocument/2006/relationships/image" Target="../media/image137.png"/><Relationship Id="rId287" Type="http://schemas.openxmlformats.org/officeDocument/2006/relationships/customXml" Target="../ink/ink146.xml"/><Relationship Id="rId410" Type="http://schemas.openxmlformats.org/officeDocument/2006/relationships/customXml" Target="../ink/ink208.xml"/><Relationship Id="rId431" Type="http://schemas.openxmlformats.org/officeDocument/2006/relationships/image" Target="../media/image219.png"/><Relationship Id="rId30" Type="http://schemas.openxmlformats.org/officeDocument/2006/relationships/customXml" Target="../ink/ink17.xml"/><Relationship Id="rId105" Type="http://schemas.openxmlformats.org/officeDocument/2006/relationships/image" Target="../media/image57.png"/><Relationship Id="rId126" Type="http://schemas.openxmlformats.org/officeDocument/2006/relationships/customXml" Target="../ink/ink65.xml"/><Relationship Id="rId147" Type="http://schemas.openxmlformats.org/officeDocument/2006/relationships/image" Target="../media/image78.png"/><Relationship Id="rId168" Type="http://schemas.openxmlformats.org/officeDocument/2006/relationships/customXml" Target="../ink/ink86.xml"/><Relationship Id="rId312" Type="http://schemas.openxmlformats.org/officeDocument/2006/relationships/customXml" Target="../ink/ink159.xml"/><Relationship Id="rId333" Type="http://schemas.openxmlformats.org/officeDocument/2006/relationships/image" Target="../media/image170.png"/><Relationship Id="rId354" Type="http://schemas.openxmlformats.org/officeDocument/2006/relationships/customXml" Target="../ink/ink180.xml"/><Relationship Id="rId51" Type="http://schemas.openxmlformats.org/officeDocument/2006/relationships/image" Target="../media/image30.png"/><Relationship Id="rId72" Type="http://schemas.openxmlformats.org/officeDocument/2006/relationships/customXml" Target="../ink/ink38.xml"/><Relationship Id="rId93" Type="http://schemas.openxmlformats.org/officeDocument/2006/relationships/image" Target="../media/image51.png"/><Relationship Id="rId189" Type="http://schemas.openxmlformats.org/officeDocument/2006/relationships/image" Target="../media/image99.png"/><Relationship Id="rId375" Type="http://schemas.openxmlformats.org/officeDocument/2006/relationships/image" Target="../media/image191.png"/><Relationship Id="rId396" Type="http://schemas.openxmlformats.org/officeDocument/2006/relationships/customXml" Target="../ink/ink201.xml"/><Relationship Id="rId3" Type="http://schemas.openxmlformats.org/officeDocument/2006/relationships/image" Target="../media/image6.png"/><Relationship Id="rId214" Type="http://schemas.openxmlformats.org/officeDocument/2006/relationships/customXml" Target="../ink/ink109.xml"/><Relationship Id="rId235" Type="http://schemas.openxmlformats.org/officeDocument/2006/relationships/customXml" Target="../ink/ink120.xml"/><Relationship Id="rId256" Type="http://schemas.openxmlformats.org/officeDocument/2006/relationships/image" Target="../media/image132.png"/><Relationship Id="rId277" Type="http://schemas.openxmlformats.org/officeDocument/2006/relationships/customXml" Target="../ink/ink141.xml"/><Relationship Id="rId298" Type="http://schemas.openxmlformats.org/officeDocument/2006/relationships/customXml" Target="../ink/ink152.xml"/><Relationship Id="rId400" Type="http://schemas.openxmlformats.org/officeDocument/2006/relationships/customXml" Target="../ink/ink203.xml"/><Relationship Id="rId421" Type="http://schemas.openxmlformats.org/officeDocument/2006/relationships/image" Target="../media/image214.png"/><Relationship Id="rId442" Type="http://schemas.openxmlformats.org/officeDocument/2006/relationships/customXml" Target="../ink/ink224.xml"/><Relationship Id="rId116" Type="http://schemas.openxmlformats.org/officeDocument/2006/relationships/customXml" Target="../ink/ink60.xml"/><Relationship Id="rId137" Type="http://schemas.openxmlformats.org/officeDocument/2006/relationships/image" Target="../media/image73.png"/><Relationship Id="rId158" Type="http://schemas.openxmlformats.org/officeDocument/2006/relationships/customXml" Target="../ink/ink81.xml"/><Relationship Id="rId302" Type="http://schemas.openxmlformats.org/officeDocument/2006/relationships/customXml" Target="../ink/ink154.xml"/><Relationship Id="rId323" Type="http://schemas.openxmlformats.org/officeDocument/2006/relationships/image" Target="../media/image165.png"/><Relationship Id="rId344" Type="http://schemas.openxmlformats.org/officeDocument/2006/relationships/customXml" Target="../ink/ink175.xml"/><Relationship Id="rId20" Type="http://schemas.openxmlformats.org/officeDocument/2006/relationships/customXml" Target="../ink/ink12.xml"/><Relationship Id="rId41" Type="http://schemas.openxmlformats.org/officeDocument/2006/relationships/image" Target="../media/image25.png"/><Relationship Id="rId62" Type="http://schemas.openxmlformats.org/officeDocument/2006/relationships/customXml" Target="../ink/ink33.xml"/><Relationship Id="rId83" Type="http://schemas.openxmlformats.org/officeDocument/2006/relationships/image" Target="../media/image46.png"/><Relationship Id="rId179" Type="http://schemas.openxmlformats.org/officeDocument/2006/relationships/image" Target="../media/image94.png"/><Relationship Id="rId365" Type="http://schemas.openxmlformats.org/officeDocument/2006/relationships/image" Target="../media/image186.png"/><Relationship Id="rId386" Type="http://schemas.openxmlformats.org/officeDocument/2006/relationships/customXml" Target="../ink/ink196.xml"/><Relationship Id="rId190" Type="http://schemas.openxmlformats.org/officeDocument/2006/relationships/customXml" Target="../ink/ink97.xml"/><Relationship Id="rId204" Type="http://schemas.openxmlformats.org/officeDocument/2006/relationships/customXml" Target="../ink/ink104.xml"/><Relationship Id="rId225" Type="http://schemas.openxmlformats.org/officeDocument/2006/relationships/customXml" Target="../ink/ink115.xml"/><Relationship Id="rId246" Type="http://schemas.openxmlformats.org/officeDocument/2006/relationships/image" Target="../media/image127.png"/><Relationship Id="rId267" Type="http://schemas.openxmlformats.org/officeDocument/2006/relationships/customXml" Target="../ink/ink136.xml"/><Relationship Id="rId288" Type="http://schemas.openxmlformats.org/officeDocument/2006/relationships/image" Target="../media/image148.png"/><Relationship Id="rId411" Type="http://schemas.openxmlformats.org/officeDocument/2006/relationships/image" Target="../media/image209.png"/><Relationship Id="rId432" Type="http://schemas.openxmlformats.org/officeDocument/2006/relationships/customXml" Target="../ink/ink219.xml"/><Relationship Id="rId106" Type="http://schemas.openxmlformats.org/officeDocument/2006/relationships/customXml" Target="../ink/ink55.xml"/><Relationship Id="rId127" Type="http://schemas.openxmlformats.org/officeDocument/2006/relationships/image" Target="../media/image68.png"/><Relationship Id="rId313" Type="http://schemas.openxmlformats.org/officeDocument/2006/relationships/image" Target="../media/image160.png"/><Relationship Id="rId10" Type="http://schemas.openxmlformats.org/officeDocument/2006/relationships/customXml" Target="../ink/ink7.xml"/><Relationship Id="rId31" Type="http://schemas.openxmlformats.org/officeDocument/2006/relationships/image" Target="../media/image20.png"/><Relationship Id="rId52" Type="http://schemas.openxmlformats.org/officeDocument/2006/relationships/customXml" Target="../ink/ink28.xml"/><Relationship Id="rId73" Type="http://schemas.openxmlformats.org/officeDocument/2006/relationships/image" Target="../media/image41.png"/><Relationship Id="rId94" Type="http://schemas.openxmlformats.org/officeDocument/2006/relationships/customXml" Target="../ink/ink49.xml"/><Relationship Id="rId148" Type="http://schemas.openxmlformats.org/officeDocument/2006/relationships/customXml" Target="../ink/ink76.xml"/><Relationship Id="rId169" Type="http://schemas.openxmlformats.org/officeDocument/2006/relationships/image" Target="../media/image89.png"/><Relationship Id="rId334" Type="http://schemas.openxmlformats.org/officeDocument/2006/relationships/customXml" Target="../ink/ink170.xml"/><Relationship Id="rId355" Type="http://schemas.openxmlformats.org/officeDocument/2006/relationships/image" Target="../media/image181.png"/><Relationship Id="rId376" Type="http://schemas.openxmlformats.org/officeDocument/2006/relationships/customXml" Target="../ink/ink191.xml"/><Relationship Id="rId397" Type="http://schemas.openxmlformats.org/officeDocument/2006/relationships/image" Target="../media/image202.png"/><Relationship Id="rId4" Type="http://schemas.openxmlformats.org/officeDocument/2006/relationships/customXml" Target="../ink/ink4.xml"/><Relationship Id="rId180" Type="http://schemas.openxmlformats.org/officeDocument/2006/relationships/customXml" Target="../ink/ink92.xml"/><Relationship Id="rId215" Type="http://schemas.openxmlformats.org/officeDocument/2006/relationships/image" Target="../media/image112.png"/><Relationship Id="rId236" Type="http://schemas.openxmlformats.org/officeDocument/2006/relationships/image" Target="../media/image122.png"/><Relationship Id="rId257" Type="http://schemas.openxmlformats.org/officeDocument/2006/relationships/customXml" Target="../ink/ink131.xml"/><Relationship Id="rId278" Type="http://schemas.openxmlformats.org/officeDocument/2006/relationships/image" Target="../media/image143.png"/><Relationship Id="rId401" Type="http://schemas.openxmlformats.org/officeDocument/2006/relationships/image" Target="../media/image204.png"/><Relationship Id="rId422" Type="http://schemas.openxmlformats.org/officeDocument/2006/relationships/customXml" Target="../ink/ink214.xml"/><Relationship Id="rId443" Type="http://schemas.openxmlformats.org/officeDocument/2006/relationships/image" Target="../media/image225.png"/><Relationship Id="rId303" Type="http://schemas.openxmlformats.org/officeDocument/2006/relationships/image" Target="../media/image155.png"/><Relationship Id="rId42" Type="http://schemas.openxmlformats.org/officeDocument/2006/relationships/customXml" Target="../ink/ink23.xml"/><Relationship Id="rId84" Type="http://schemas.openxmlformats.org/officeDocument/2006/relationships/customXml" Target="../ink/ink44.xml"/><Relationship Id="rId138" Type="http://schemas.openxmlformats.org/officeDocument/2006/relationships/customXml" Target="../ink/ink71.xml"/><Relationship Id="rId345" Type="http://schemas.openxmlformats.org/officeDocument/2006/relationships/image" Target="../media/image176.png"/><Relationship Id="rId387" Type="http://schemas.openxmlformats.org/officeDocument/2006/relationships/image" Target="../media/image197.png"/><Relationship Id="rId191" Type="http://schemas.openxmlformats.org/officeDocument/2006/relationships/image" Target="../media/image100.png"/><Relationship Id="rId205" Type="http://schemas.openxmlformats.org/officeDocument/2006/relationships/image" Target="../media/image107.png"/><Relationship Id="rId247" Type="http://schemas.openxmlformats.org/officeDocument/2006/relationships/customXml" Target="../ink/ink126.xml"/><Relationship Id="rId412" Type="http://schemas.openxmlformats.org/officeDocument/2006/relationships/customXml" Target="../ink/ink209.xml"/><Relationship Id="rId107" Type="http://schemas.openxmlformats.org/officeDocument/2006/relationships/image" Target="../media/image58.png"/><Relationship Id="rId289" Type="http://schemas.openxmlformats.org/officeDocument/2006/relationships/customXml" Target="../ink/ink147.xml"/><Relationship Id="rId11" Type="http://schemas.openxmlformats.org/officeDocument/2006/relationships/image" Target="../media/image10.png"/><Relationship Id="rId53" Type="http://schemas.openxmlformats.org/officeDocument/2006/relationships/image" Target="../media/image31.png"/><Relationship Id="rId149" Type="http://schemas.openxmlformats.org/officeDocument/2006/relationships/image" Target="../media/image79.png"/><Relationship Id="rId314" Type="http://schemas.openxmlformats.org/officeDocument/2006/relationships/customXml" Target="../ink/ink160.xml"/><Relationship Id="rId356" Type="http://schemas.openxmlformats.org/officeDocument/2006/relationships/customXml" Target="../ink/ink181.xml"/><Relationship Id="rId398" Type="http://schemas.openxmlformats.org/officeDocument/2006/relationships/customXml" Target="../ink/ink202.xml"/><Relationship Id="rId95" Type="http://schemas.openxmlformats.org/officeDocument/2006/relationships/image" Target="../media/image52.png"/><Relationship Id="rId160" Type="http://schemas.openxmlformats.org/officeDocument/2006/relationships/customXml" Target="../ink/ink82.xml"/><Relationship Id="rId216" Type="http://schemas.openxmlformats.org/officeDocument/2006/relationships/customXml" Target="../ink/ink110.xml"/><Relationship Id="rId423" Type="http://schemas.openxmlformats.org/officeDocument/2006/relationships/image" Target="../media/image215.png"/><Relationship Id="rId258" Type="http://schemas.openxmlformats.org/officeDocument/2006/relationships/image" Target="../media/image133.png"/><Relationship Id="rId22" Type="http://schemas.openxmlformats.org/officeDocument/2006/relationships/customXml" Target="../ink/ink13.xml"/><Relationship Id="rId64" Type="http://schemas.openxmlformats.org/officeDocument/2006/relationships/customXml" Target="../ink/ink34.xml"/><Relationship Id="rId118" Type="http://schemas.openxmlformats.org/officeDocument/2006/relationships/customXml" Target="../ink/ink61.xml"/><Relationship Id="rId325" Type="http://schemas.openxmlformats.org/officeDocument/2006/relationships/image" Target="../media/image166.png"/><Relationship Id="rId367" Type="http://schemas.openxmlformats.org/officeDocument/2006/relationships/image" Target="../media/image187.png"/><Relationship Id="rId171" Type="http://schemas.openxmlformats.org/officeDocument/2006/relationships/image" Target="../media/image90.png"/><Relationship Id="rId227" Type="http://schemas.openxmlformats.org/officeDocument/2006/relationships/customXml" Target="../ink/ink116.xml"/><Relationship Id="rId269" Type="http://schemas.openxmlformats.org/officeDocument/2006/relationships/customXml" Target="../ink/ink137.xml"/><Relationship Id="rId434" Type="http://schemas.openxmlformats.org/officeDocument/2006/relationships/customXml" Target="../ink/ink220.xml"/><Relationship Id="rId33" Type="http://schemas.openxmlformats.org/officeDocument/2006/relationships/image" Target="../media/image21.png"/><Relationship Id="rId129" Type="http://schemas.openxmlformats.org/officeDocument/2006/relationships/image" Target="../media/image69.png"/><Relationship Id="rId280" Type="http://schemas.openxmlformats.org/officeDocument/2006/relationships/image" Target="../media/image144.png"/><Relationship Id="rId336" Type="http://schemas.openxmlformats.org/officeDocument/2006/relationships/customXml" Target="../ink/ink171.xml"/><Relationship Id="rId75" Type="http://schemas.openxmlformats.org/officeDocument/2006/relationships/image" Target="../media/image42.png"/><Relationship Id="rId140" Type="http://schemas.openxmlformats.org/officeDocument/2006/relationships/customXml" Target="../ink/ink72.xml"/><Relationship Id="rId182" Type="http://schemas.openxmlformats.org/officeDocument/2006/relationships/customXml" Target="../ink/ink93.xml"/><Relationship Id="rId378" Type="http://schemas.openxmlformats.org/officeDocument/2006/relationships/customXml" Target="../ink/ink192.xml"/><Relationship Id="rId403" Type="http://schemas.openxmlformats.org/officeDocument/2006/relationships/image" Target="../media/image20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230.png"/><Relationship Id="rId7" Type="http://schemas.openxmlformats.org/officeDocument/2006/relationships/customXml" Target="../ink/ink23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6.png"/><Relationship Id="rId5" Type="http://schemas.openxmlformats.org/officeDocument/2006/relationships/customXml" Target="../ink/ink229.xml"/><Relationship Id="rId4" Type="http://schemas.openxmlformats.org/officeDocument/2006/relationships/image" Target="../media/image231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3.xml"/><Relationship Id="rId117" Type="http://schemas.openxmlformats.org/officeDocument/2006/relationships/image" Target="../media/image289.png"/><Relationship Id="rId21" Type="http://schemas.openxmlformats.org/officeDocument/2006/relationships/image" Target="../media/image241.png"/><Relationship Id="rId42" Type="http://schemas.openxmlformats.org/officeDocument/2006/relationships/customXml" Target="../ink/ink251.xml"/><Relationship Id="rId47" Type="http://schemas.openxmlformats.org/officeDocument/2006/relationships/image" Target="../media/image254.png"/><Relationship Id="rId63" Type="http://schemas.openxmlformats.org/officeDocument/2006/relationships/image" Target="../media/image262.png"/><Relationship Id="rId68" Type="http://schemas.openxmlformats.org/officeDocument/2006/relationships/customXml" Target="../ink/ink264.xml"/><Relationship Id="rId84" Type="http://schemas.openxmlformats.org/officeDocument/2006/relationships/customXml" Target="../ink/ink272.xml"/><Relationship Id="rId89" Type="http://schemas.openxmlformats.org/officeDocument/2006/relationships/image" Target="../media/image275.png"/><Relationship Id="rId112" Type="http://schemas.openxmlformats.org/officeDocument/2006/relationships/customXml" Target="../ink/ink286.xml"/><Relationship Id="rId133" Type="http://schemas.openxmlformats.org/officeDocument/2006/relationships/image" Target="../media/image297.png"/><Relationship Id="rId138" Type="http://schemas.openxmlformats.org/officeDocument/2006/relationships/customXml" Target="../ink/ink299.xml"/><Relationship Id="rId154" Type="http://schemas.openxmlformats.org/officeDocument/2006/relationships/customXml" Target="../ink/ink307.xml"/><Relationship Id="rId159" Type="http://schemas.openxmlformats.org/officeDocument/2006/relationships/image" Target="../media/image310.png"/><Relationship Id="rId175" Type="http://schemas.openxmlformats.org/officeDocument/2006/relationships/image" Target="../media/image318.png"/><Relationship Id="rId170" Type="http://schemas.openxmlformats.org/officeDocument/2006/relationships/customXml" Target="../ink/ink315.xml"/><Relationship Id="rId16" Type="http://schemas.openxmlformats.org/officeDocument/2006/relationships/customXml" Target="../ink/ink238.xml"/><Relationship Id="rId107" Type="http://schemas.openxmlformats.org/officeDocument/2006/relationships/image" Target="../media/image284.png"/><Relationship Id="rId11" Type="http://schemas.openxmlformats.org/officeDocument/2006/relationships/image" Target="../media/image236.png"/><Relationship Id="rId32" Type="http://schemas.openxmlformats.org/officeDocument/2006/relationships/customXml" Target="../ink/ink246.xml"/><Relationship Id="rId37" Type="http://schemas.openxmlformats.org/officeDocument/2006/relationships/image" Target="../media/image249.png"/><Relationship Id="rId53" Type="http://schemas.openxmlformats.org/officeDocument/2006/relationships/image" Target="../media/image257.png"/><Relationship Id="rId58" Type="http://schemas.openxmlformats.org/officeDocument/2006/relationships/customXml" Target="../ink/ink259.xml"/><Relationship Id="rId74" Type="http://schemas.openxmlformats.org/officeDocument/2006/relationships/customXml" Target="../ink/ink267.xml"/><Relationship Id="rId79" Type="http://schemas.openxmlformats.org/officeDocument/2006/relationships/image" Target="../media/image270.png"/><Relationship Id="rId102" Type="http://schemas.openxmlformats.org/officeDocument/2006/relationships/customXml" Target="../ink/ink281.xml"/><Relationship Id="rId123" Type="http://schemas.openxmlformats.org/officeDocument/2006/relationships/image" Target="../media/image292.png"/><Relationship Id="rId128" Type="http://schemas.openxmlformats.org/officeDocument/2006/relationships/customXml" Target="../ink/ink294.xml"/><Relationship Id="rId144" Type="http://schemas.openxmlformats.org/officeDocument/2006/relationships/customXml" Target="../ink/ink302.xml"/><Relationship Id="rId149" Type="http://schemas.openxmlformats.org/officeDocument/2006/relationships/image" Target="../media/image305.png"/><Relationship Id="rId5" Type="http://schemas.openxmlformats.org/officeDocument/2006/relationships/image" Target="../media/image233.png"/><Relationship Id="rId90" Type="http://schemas.openxmlformats.org/officeDocument/2006/relationships/customXml" Target="../ink/ink275.xml"/><Relationship Id="rId95" Type="http://schemas.openxmlformats.org/officeDocument/2006/relationships/image" Target="../media/image278.png"/><Relationship Id="rId160" Type="http://schemas.openxmlformats.org/officeDocument/2006/relationships/customXml" Target="../ink/ink310.xml"/><Relationship Id="rId165" Type="http://schemas.openxmlformats.org/officeDocument/2006/relationships/image" Target="../media/image313.png"/><Relationship Id="rId181" Type="http://schemas.openxmlformats.org/officeDocument/2006/relationships/image" Target="../media/image321.png"/><Relationship Id="rId22" Type="http://schemas.openxmlformats.org/officeDocument/2006/relationships/customXml" Target="../ink/ink241.xml"/><Relationship Id="rId27" Type="http://schemas.openxmlformats.org/officeDocument/2006/relationships/image" Target="../media/image244.png"/><Relationship Id="rId43" Type="http://schemas.openxmlformats.org/officeDocument/2006/relationships/image" Target="../media/image252.png"/><Relationship Id="rId48" Type="http://schemas.openxmlformats.org/officeDocument/2006/relationships/customXml" Target="../ink/ink254.xml"/><Relationship Id="rId64" Type="http://schemas.openxmlformats.org/officeDocument/2006/relationships/customXml" Target="../ink/ink262.xml"/><Relationship Id="rId69" Type="http://schemas.openxmlformats.org/officeDocument/2006/relationships/image" Target="../media/image265.png"/><Relationship Id="rId113" Type="http://schemas.openxmlformats.org/officeDocument/2006/relationships/image" Target="../media/image287.png"/><Relationship Id="rId118" Type="http://schemas.openxmlformats.org/officeDocument/2006/relationships/customXml" Target="../ink/ink289.xml"/><Relationship Id="rId134" Type="http://schemas.openxmlformats.org/officeDocument/2006/relationships/customXml" Target="../ink/ink297.xml"/><Relationship Id="rId139" Type="http://schemas.openxmlformats.org/officeDocument/2006/relationships/image" Target="../media/image300.png"/><Relationship Id="rId80" Type="http://schemas.openxmlformats.org/officeDocument/2006/relationships/customXml" Target="../ink/ink270.xml"/><Relationship Id="rId85" Type="http://schemas.openxmlformats.org/officeDocument/2006/relationships/image" Target="../media/image273.png"/><Relationship Id="rId150" Type="http://schemas.openxmlformats.org/officeDocument/2006/relationships/customXml" Target="../ink/ink305.xml"/><Relationship Id="rId155" Type="http://schemas.openxmlformats.org/officeDocument/2006/relationships/image" Target="../media/image308.png"/><Relationship Id="rId171" Type="http://schemas.openxmlformats.org/officeDocument/2006/relationships/image" Target="../media/image316.png"/><Relationship Id="rId176" Type="http://schemas.openxmlformats.org/officeDocument/2006/relationships/customXml" Target="../ink/ink318.xml"/><Relationship Id="rId12" Type="http://schemas.openxmlformats.org/officeDocument/2006/relationships/customXml" Target="../ink/ink236.xml"/><Relationship Id="rId17" Type="http://schemas.openxmlformats.org/officeDocument/2006/relationships/image" Target="../media/image239.png"/><Relationship Id="rId33" Type="http://schemas.openxmlformats.org/officeDocument/2006/relationships/image" Target="../media/image247.png"/><Relationship Id="rId38" Type="http://schemas.openxmlformats.org/officeDocument/2006/relationships/customXml" Target="../ink/ink249.xml"/><Relationship Id="rId59" Type="http://schemas.openxmlformats.org/officeDocument/2006/relationships/image" Target="../media/image260.png"/><Relationship Id="rId103" Type="http://schemas.openxmlformats.org/officeDocument/2006/relationships/image" Target="../media/image282.png"/><Relationship Id="rId108" Type="http://schemas.openxmlformats.org/officeDocument/2006/relationships/customXml" Target="../ink/ink284.xml"/><Relationship Id="rId124" Type="http://schemas.openxmlformats.org/officeDocument/2006/relationships/customXml" Target="../ink/ink292.xml"/><Relationship Id="rId129" Type="http://schemas.openxmlformats.org/officeDocument/2006/relationships/image" Target="../media/image295.png"/><Relationship Id="rId54" Type="http://schemas.openxmlformats.org/officeDocument/2006/relationships/customXml" Target="../ink/ink257.xml"/><Relationship Id="rId70" Type="http://schemas.openxmlformats.org/officeDocument/2006/relationships/customXml" Target="../ink/ink265.xml"/><Relationship Id="rId75" Type="http://schemas.openxmlformats.org/officeDocument/2006/relationships/image" Target="../media/image268.png"/><Relationship Id="rId91" Type="http://schemas.openxmlformats.org/officeDocument/2006/relationships/image" Target="../media/image276.png"/><Relationship Id="rId96" Type="http://schemas.openxmlformats.org/officeDocument/2006/relationships/customXml" Target="../ink/ink278.xml"/><Relationship Id="rId140" Type="http://schemas.openxmlformats.org/officeDocument/2006/relationships/customXml" Target="../ink/ink300.xml"/><Relationship Id="rId145" Type="http://schemas.openxmlformats.org/officeDocument/2006/relationships/image" Target="../media/image303.png"/><Relationship Id="rId161" Type="http://schemas.openxmlformats.org/officeDocument/2006/relationships/image" Target="../media/image311.png"/><Relationship Id="rId166" Type="http://schemas.openxmlformats.org/officeDocument/2006/relationships/customXml" Target="../ink/ink313.xml"/><Relationship Id="rId182" Type="http://schemas.openxmlformats.org/officeDocument/2006/relationships/customXml" Target="../ink/ink3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3.xml"/><Relationship Id="rId23" Type="http://schemas.openxmlformats.org/officeDocument/2006/relationships/image" Target="../media/image242.png"/><Relationship Id="rId28" Type="http://schemas.openxmlformats.org/officeDocument/2006/relationships/customXml" Target="../ink/ink244.xml"/><Relationship Id="rId49" Type="http://schemas.openxmlformats.org/officeDocument/2006/relationships/image" Target="../media/image255.png"/><Relationship Id="rId114" Type="http://schemas.openxmlformats.org/officeDocument/2006/relationships/customXml" Target="../ink/ink287.xml"/><Relationship Id="rId119" Type="http://schemas.openxmlformats.org/officeDocument/2006/relationships/image" Target="../media/image290.png"/><Relationship Id="rId44" Type="http://schemas.openxmlformats.org/officeDocument/2006/relationships/customXml" Target="../ink/ink252.xml"/><Relationship Id="rId60" Type="http://schemas.openxmlformats.org/officeDocument/2006/relationships/customXml" Target="../ink/ink260.xml"/><Relationship Id="rId65" Type="http://schemas.openxmlformats.org/officeDocument/2006/relationships/image" Target="../media/image263.png"/><Relationship Id="rId81" Type="http://schemas.openxmlformats.org/officeDocument/2006/relationships/image" Target="../media/image271.png"/><Relationship Id="rId86" Type="http://schemas.openxmlformats.org/officeDocument/2006/relationships/customXml" Target="../ink/ink273.xml"/><Relationship Id="rId130" Type="http://schemas.openxmlformats.org/officeDocument/2006/relationships/customXml" Target="../ink/ink295.xml"/><Relationship Id="rId135" Type="http://schemas.openxmlformats.org/officeDocument/2006/relationships/image" Target="../media/image298.png"/><Relationship Id="rId151" Type="http://schemas.openxmlformats.org/officeDocument/2006/relationships/image" Target="../media/image306.png"/><Relationship Id="rId156" Type="http://schemas.openxmlformats.org/officeDocument/2006/relationships/customXml" Target="../ink/ink308.xml"/><Relationship Id="rId177" Type="http://schemas.openxmlformats.org/officeDocument/2006/relationships/image" Target="../media/image319.png"/><Relationship Id="rId4" Type="http://schemas.openxmlformats.org/officeDocument/2006/relationships/customXml" Target="../ink/ink232.xml"/><Relationship Id="rId9" Type="http://schemas.openxmlformats.org/officeDocument/2006/relationships/image" Target="../media/image235.png"/><Relationship Id="rId172" Type="http://schemas.openxmlformats.org/officeDocument/2006/relationships/customXml" Target="../ink/ink316.xml"/><Relationship Id="rId180" Type="http://schemas.openxmlformats.org/officeDocument/2006/relationships/customXml" Target="../ink/ink320.xml"/><Relationship Id="rId13" Type="http://schemas.openxmlformats.org/officeDocument/2006/relationships/image" Target="../media/image237.png"/><Relationship Id="rId18" Type="http://schemas.openxmlformats.org/officeDocument/2006/relationships/customXml" Target="../ink/ink239.xml"/><Relationship Id="rId39" Type="http://schemas.openxmlformats.org/officeDocument/2006/relationships/image" Target="../media/image250.png"/><Relationship Id="rId109" Type="http://schemas.openxmlformats.org/officeDocument/2006/relationships/image" Target="../media/image285.png"/><Relationship Id="rId34" Type="http://schemas.openxmlformats.org/officeDocument/2006/relationships/customXml" Target="../ink/ink247.xml"/><Relationship Id="rId50" Type="http://schemas.openxmlformats.org/officeDocument/2006/relationships/customXml" Target="../ink/ink255.xml"/><Relationship Id="rId55" Type="http://schemas.openxmlformats.org/officeDocument/2006/relationships/image" Target="../media/image258.png"/><Relationship Id="rId76" Type="http://schemas.openxmlformats.org/officeDocument/2006/relationships/customXml" Target="../ink/ink268.xml"/><Relationship Id="rId97" Type="http://schemas.openxmlformats.org/officeDocument/2006/relationships/image" Target="../media/image279.png"/><Relationship Id="rId104" Type="http://schemas.openxmlformats.org/officeDocument/2006/relationships/customXml" Target="../ink/ink282.xml"/><Relationship Id="rId120" Type="http://schemas.openxmlformats.org/officeDocument/2006/relationships/customXml" Target="../ink/ink290.xml"/><Relationship Id="rId125" Type="http://schemas.openxmlformats.org/officeDocument/2006/relationships/image" Target="../media/image293.png"/><Relationship Id="rId141" Type="http://schemas.openxmlformats.org/officeDocument/2006/relationships/image" Target="../media/image301.png"/><Relationship Id="rId146" Type="http://schemas.openxmlformats.org/officeDocument/2006/relationships/customXml" Target="../ink/ink303.xml"/><Relationship Id="rId167" Type="http://schemas.openxmlformats.org/officeDocument/2006/relationships/image" Target="../media/image314.png"/><Relationship Id="rId7" Type="http://schemas.openxmlformats.org/officeDocument/2006/relationships/image" Target="../media/image234.png"/><Relationship Id="rId71" Type="http://schemas.openxmlformats.org/officeDocument/2006/relationships/image" Target="../media/image266.png"/><Relationship Id="rId92" Type="http://schemas.openxmlformats.org/officeDocument/2006/relationships/customXml" Target="../ink/ink276.xml"/><Relationship Id="rId162" Type="http://schemas.openxmlformats.org/officeDocument/2006/relationships/customXml" Target="../ink/ink311.xml"/><Relationship Id="rId183" Type="http://schemas.openxmlformats.org/officeDocument/2006/relationships/image" Target="../media/image322.png"/><Relationship Id="rId2" Type="http://schemas.openxmlformats.org/officeDocument/2006/relationships/customXml" Target="../ink/ink231.xml"/><Relationship Id="rId29" Type="http://schemas.openxmlformats.org/officeDocument/2006/relationships/image" Target="../media/image245.png"/><Relationship Id="rId24" Type="http://schemas.openxmlformats.org/officeDocument/2006/relationships/customXml" Target="../ink/ink242.xml"/><Relationship Id="rId40" Type="http://schemas.openxmlformats.org/officeDocument/2006/relationships/customXml" Target="../ink/ink250.xml"/><Relationship Id="rId45" Type="http://schemas.openxmlformats.org/officeDocument/2006/relationships/image" Target="../media/image253.png"/><Relationship Id="rId66" Type="http://schemas.openxmlformats.org/officeDocument/2006/relationships/customXml" Target="../ink/ink263.xml"/><Relationship Id="rId87" Type="http://schemas.openxmlformats.org/officeDocument/2006/relationships/image" Target="../media/image274.png"/><Relationship Id="rId110" Type="http://schemas.openxmlformats.org/officeDocument/2006/relationships/customXml" Target="../ink/ink285.xml"/><Relationship Id="rId115" Type="http://schemas.openxmlformats.org/officeDocument/2006/relationships/image" Target="../media/image288.png"/><Relationship Id="rId131" Type="http://schemas.openxmlformats.org/officeDocument/2006/relationships/image" Target="../media/image296.png"/><Relationship Id="rId136" Type="http://schemas.openxmlformats.org/officeDocument/2006/relationships/customXml" Target="../ink/ink298.xml"/><Relationship Id="rId157" Type="http://schemas.openxmlformats.org/officeDocument/2006/relationships/image" Target="../media/image309.png"/><Relationship Id="rId178" Type="http://schemas.openxmlformats.org/officeDocument/2006/relationships/customXml" Target="../ink/ink319.xml"/><Relationship Id="rId61" Type="http://schemas.openxmlformats.org/officeDocument/2006/relationships/image" Target="../media/image261.png"/><Relationship Id="rId82" Type="http://schemas.openxmlformats.org/officeDocument/2006/relationships/customXml" Target="../ink/ink271.xml"/><Relationship Id="rId152" Type="http://schemas.openxmlformats.org/officeDocument/2006/relationships/customXml" Target="../ink/ink306.xml"/><Relationship Id="rId173" Type="http://schemas.openxmlformats.org/officeDocument/2006/relationships/image" Target="../media/image317.png"/><Relationship Id="rId19" Type="http://schemas.openxmlformats.org/officeDocument/2006/relationships/image" Target="../media/image240.png"/><Relationship Id="rId14" Type="http://schemas.openxmlformats.org/officeDocument/2006/relationships/customXml" Target="../ink/ink237.xml"/><Relationship Id="rId30" Type="http://schemas.openxmlformats.org/officeDocument/2006/relationships/customXml" Target="../ink/ink245.xml"/><Relationship Id="rId35" Type="http://schemas.openxmlformats.org/officeDocument/2006/relationships/image" Target="../media/image248.png"/><Relationship Id="rId56" Type="http://schemas.openxmlformats.org/officeDocument/2006/relationships/customXml" Target="../ink/ink258.xml"/><Relationship Id="rId77" Type="http://schemas.openxmlformats.org/officeDocument/2006/relationships/image" Target="../media/image269.png"/><Relationship Id="rId100" Type="http://schemas.openxmlformats.org/officeDocument/2006/relationships/customXml" Target="../ink/ink280.xml"/><Relationship Id="rId105" Type="http://schemas.openxmlformats.org/officeDocument/2006/relationships/image" Target="../media/image283.png"/><Relationship Id="rId126" Type="http://schemas.openxmlformats.org/officeDocument/2006/relationships/customXml" Target="../ink/ink293.xml"/><Relationship Id="rId147" Type="http://schemas.openxmlformats.org/officeDocument/2006/relationships/image" Target="../media/image304.png"/><Relationship Id="rId168" Type="http://schemas.openxmlformats.org/officeDocument/2006/relationships/customXml" Target="../ink/ink314.xml"/><Relationship Id="rId8" Type="http://schemas.openxmlformats.org/officeDocument/2006/relationships/customXml" Target="../ink/ink234.xml"/><Relationship Id="rId51" Type="http://schemas.openxmlformats.org/officeDocument/2006/relationships/image" Target="../media/image256.png"/><Relationship Id="rId72" Type="http://schemas.openxmlformats.org/officeDocument/2006/relationships/customXml" Target="../ink/ink266.xml"/><Relationship Id="rId93" Type="http://schemas.openxmlformats.org/officeDocument/2006/relationships/image" Target="../media/image277.png"/><Relationship Id="rId98" Type="http://schemas.openxmlformats.org/officeDocument/2006/relationships/customXml" Target="../ink/ink279.xml"/><Relationship Id="rId121" Type="http://schemas.openxmlformats.org/officeDocument/2006/relationships/image" Target="../media/image291.png"/><Relationship Id="rId142" Type="http://schemas.openxmlformats.org/officeDocument/2006/relationships/customXml" Target="../ink/ink301.xml"/><Relationship Id="rId163" Type="http://schemas.openxmlformats.org/officeDocument/2006/relationships/image" Target="../media/image312.png"/><Relationship Id="rId184" Type="http://schemas.openxmlformats.org/officeDocument/2006/relationships/customXml" Target="../ink/ink322.xml"/><Relationship Id="rId3" Type="http://schemas.openxmlformats.org/officeDocument/2006/relationships/image" Target="../media/image232.png"/><Relationship Id="rId25" Type="http://schemas.openxmlformats.org/officeDocument/2006/relationships/image" Target="../media/image243.png"/><Relationship Id="rId46" Type="http://schemas.openxmlformats.org/officeDocument/2006/relationships/customXml" Target="../ink/ink253.xml"/><Relationship Id="rId67" Type="http://schemas.openxmlformats.org/officeDocument/2006/relationships/image" Target="../media/image264.png"/><Relationship Id="rId116" Type="http://schemas.openxmlformats.org/officeDocument/2006/relationships/customXml" Target="../ink/ink288.xml"/><Relationship Id="rId137" Type="http://schemas.openxmlformats.org/officeDocument/2006/relationships/image" Target="../media/image299.png"/><Relationship Id="rId158" Type="http://schemas.openxmlformats.org/officeDocument/2006/relationships/customXml" Target="../ink/ink309.xml"/><Relationship Id="rId20" Type="http://schemas.openxmlformats.org/officeDocument/2006/relationships/customXml" Target="../ink/ink240.xml"/><Relationship Id="rId41" Type="http://schemas.openxmlformats.org/officeDocument/2006/relationships/image" Target="../media/image251.png"/><Relationship Id="rId62" Type="http://schemas.openxmlformats.org/officeDocument/2006/relationships/customXml" Target="../ink/ink261.xml"/><Relationship Id="rId83" Type="http://schemas.openxmlformats.org/officeDocument/2006/relationships/image" Target="../media/image272.png"/><Relationship Id="rId88" Type="http://schemas.openxmlformats.org/officeDocument/2006/relationships/customXml" Target="../ink/ink274.xml"/><Relationship Id="rId111" Type="http://schemas.openxmlformats.org/officeDocument/2006/relationships/image" Target="../media/image286.png"/><Relationship Id="rId132" Type="http://schemas.openxmlformats.org/officeDocument/2006/relationships/customXml" Target="../ink/ink296.xml"/><Relationship Id="rId153" Type="http://schemas.openxmlformats.org/officeDocument/2006/relationships/image" Target="../media/image307.png"/><Relationship Id="rId174" Type="http://schemas.openxmlformats.org/officeDocument/2006/relationships/customXml" Target="../ink/ink317.xml"/><Relationship Id="rId179" Type="http://schemas.openxmlformats.org/officeDocument/2006/relationships/image" Target="../media/image320.png"/><Relationship Id="rId15" Type="http://schemas.openxmlformats.org/officeDocument/2006/relationships/image" Target="../media/image238.png"/><Relationship Id="rId36" Type="http://schemas.openxmlformats.org/officeDocument/2006/relationships/customXml" Target="../ink/ink248.xml"/><Relationship Id="rId57" Type="http://schemas.openxmlformats.org/officeDocument/2006/relationships/image" Target="../media/image259.png"/><Relationship Id="rId106" Type="http://schemas.openxmlformats.org/officeDocument/2006/relationships/customXml" Target="../ink/ink283.xml"/><Relationship Id="rId127" Type="http://schemas.openxmlformats.org/officeDocument/2006/relationships/image" Target="../media/image294.png"/><Relationship Id="rId10" Type="http://schemas.openxmlformats.org/officeDocument/2006/relationships/customXml" Target="../ink/ink235.xml"/><Relationship Id="rId31" Type="http://schemas.openxmlformats.org/officeDocument/2006/relationships/image" Target="../media/image246.png"/><Relationship Id="rId52" Type="http://schemas.openxmlformats.org/officeDocument/2006/relationships/customXml" Target="../ink/ink256.xml"/><Relationship Id="rId73" Type="http://schemas.openxmlformats.org/officeDocument/2006/relationships/image" Target="../media/image267.png"/><Relationship Id="rId78" Type="http://schemas.openxmlformats.org/officeDocument/2006/relationships/customXml" Target="../ink/ink269.xml"/><Relationship Id="rId94" Type="http://schemas.openxmlformats.org/officeDocument/2006/relationships/customXml" Target="../ink/ink277.xml"/><Relationship Id="rId99" Type="http://schemas.openxmlformats.org/officeDocument/2006/relationships/image" Target="../media/image280.png"/><Relationship Id="rId101" Type="http://schemas.openxmlformats.org/officeDocument/2006/relationships/image" Target="../media/image281.png"/><Relationship Id="rId122" Type="http://schemas.openxmlformats.org/officeDocument/2006/relationships/customXml" Target="../ink/ink291.xml"/><Relationship Id="rId143" Type="http://schemas.openxmlformats.org/officeDocument/2006/relationships/image" Target="../media/image302.png"/><Relationship Id="rId148" Type="http://schemas.openxmlformats.org/officeDocument/2006/relationships/customXml" Target="../ink/ink304.xml"/><Relationship Id="rId164" Type="http://schemas.openxmlformats.org/officeDocument/2006/relationships/customXml" Target="../ink/ink312.xml"/><Relationship Id="rId169" Type="http://schemas.openxmlformats.org/officeDocument/2006/relationships/image" Target="../media/image315.png"/><Relationship Id="rId185" Type="http://schemas.openxmlformats.org/officeDocument/2006/relationships/image" Target="../media/image323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3.png"/><Relationship Id="rId117" Type="http://schemas.openxmlformats.org/officeDocument/2006/relationships/customXml" Target="../ink/ink378.xml"/><Relationship Id="rId21" Type="http://schemas.openxmlformats.org/officeDocument/2006/relationships/customXml" Target="../ink/ink330.xml"/><Relationship Id="rId42" Type="http://schemas.openxmlformats.org/officeDocument/2006/relationships/image" Target="../media/image341.png"/><Relationship Id="rId47" Type="http://schemas.openxmlformats.org/officeDocument/2006/relationships/customXml" Target="../ink/ink343.xml"/><Relationship Id="rId63" Type="http://schemas.openxmlformats.org/officeDocument/2006/relationships/customXml" Target="../ink/ink351.xml"/><Relationship Id="rId68" Type="http://schemas.openxmlformats.org/officeDocument/2006/relationships/image" Target="../media/image354.png"/><Relationship Id="rId84" Type="http://schemas.openxmlformats.org/officeDocument/2006/relationships/image" Target="../media/image362.png"/><Relationship Id="rId89" Type="http://schemas.openxmlformats.org/officeDocument/2006/relationships/customXml" Target="../ink/ink364.xml"/><Relationship Id="rId112" Type="http://schemas.openxmlformats.org/officeDocument/2006/relationships/image" Target="../media/image376.png"/><Relationship Id="rId16" Type="http://schemas.openxmlformats.org/officeDocument/2006/relationships/image" Target="../media/image328.png"/><Relationship Id="rId107" Type="http://schemas.openxmlformats.org/officeDocument/2006/relationships/customXml" Target="../ink/ink373.xml"/><Relationship Id="rId11" Type="http://schemas.openxmlformats.org/officeDocument/2006/relationships/customXml" Target="../ink/ink325.xml"/><Relationship Id="rId32" Type="http://schemas.openxmlformats.org/officeDocument/2006/relationships/image" Target="../media/image336.png"/><Relationship Id="rId37" Type="http://schemas.openxmlformats.org/officeDocument/2006/relationships/customXml" Target="../ink/ink338.xml"/><Relationship Id="rId53" Type="http://schemas.openxmlformats.org/officeDocument/2006/relationships/customXml" Target="../ink/ink346.xml"/><Relationship Id="rId58" Type="http://schemas.openxmlformats.org/officeDocument/2006/relationships/image" Target="../media/image349.png"/><Relationship Id="rId74" Type="http://schemas.openxmlformats.org/officeDocument/2006/relationships/image" Target="../media/image357.png"/><Relationship Id="rId79" Type="http://schemas.openxmlformats.org/officeDocument/2006/relationships/customXml" Target="../ink/ink359.xml"/><Relationship Id="rId102" Type="http://schemas.openxmlformats.org/officeDocument/2006/relationships/image" Target="../media/image371.png"/><Relationship Id="rId123" Type="http://schemas.openxmlformats.org/officeDocument/2006/relationships/customXml" Target="../ink/ink381.xml"/><Relationship Id="rId128" Type="http://schemas.openxmlformats.org/officeDocument/2006/relationships/image" Target="../media/image384.png"/><Relationship Id="rId5" Type="http://schemas.openxmlformats.org/officeDocument/2006/relationships/customXml" Target="../ink/ink323.xml"/><Relationship Id="rId90" Type="http://schemas.openxmlformats.org/officeDocument/2006/relationships/image" Target="../media/image365.png"/><Relationship Id="rId95" Type="http://schemas.openxmlformats.org/officeDocument/2006/relationships/customXml" Target="../ink/ink367.xml"/><Relationship Id="rId19" Type="http://schemas.openxmlformats.org/officeDocument/2006/relationships/customXml" Target="../ink/ink329.xml"/><Relationship Id="rId14" Type="http://schemas.openxmlformats.org/officeDocument/2006/relationships/image" Target="../media/image327.png"/><Relationship Id="rId22" Type="http://schemas.openxmlformats.org/officeDocument/2006/relationships/image" Target="../media/image331.png"/><Relationship Id="rId27" Type="http://schemas.openxmlformats.org/officeDocument/2006/relationships/customXml" Target="../ink/ink333.xml"/><Relationship Id="rId30" Type="http://schemas.openxmlformats.org/officeDocument/2006/relationships/image" Target="../media/image335.png"/><Relationship Id="rId35" Type="http://schemas.openxmlformats.org/officeDocument/2006/relationships/customXml" Target="../ink/ink337.xml"/><Relationship Id="rId43" Type="http://schemas.openxmlformats.org/officeDocument/2006/relationships/customXml" Target="../ink/ink341.xml"/><Relationship Id="rId48" Type="http://schemas.openxmlformats.org/officeDocument/2006/relationships/image" Target="../media/image344.png"/><Relationship Id="rId56" Type="http://schemas.openxmlformats.org/officeDocument/2006/relationships/image" Target="../media/image348.png"/><Relationship Id="rId64" Type="http://schemas.openxmlformats.org/officeDocument/2006/relationships/image" Target="../media/image352.png"/><Relationship Id="rId69" Type="http://schemas.openxmlformats.org/officeDocument/2006/relationships/customXml" Target="../ink/ink354.xml"/><Relationship Id="rId77" Type="http://schemas.openxmlformats.org/officeDocument/2006/relationships/customXml" Target="../ink/ink358.xml"/><Relationship Id="rId100" Type="http://schemas.openxmlformats.org/officeDocument/2006/relationships/image" Target="../media/image370.png"/><Relationship Id="rId105" Type="http://schemas.openxmlformats.org/officeDocument/2006/relationships/customXml" Target="../ink/ink372.xml"/><Relationship Id="rId113" Type="http://schemas.openxmlformats.org/officeDocument/2006/relationships/customXml" Target="../ink/ink376.xml"/><Relationship Id="rId118" Type="http://schemas.openxmlformats.org/officeDocument/2006/relationships/image" Target="../media/image379.png"/><Relationship Id="rId126" Type="http://schemas.openxmlformats.org/officeDocument/2006/relationships/image" Target="../media/image383.png"/><Relationship Id="rId8" Type="http://schemas.openxmlformats.org/officeDocument/2006/relationships/image" Target="../media/image1000.png"/><Relationship Id="rId51" Type="http://schemas.openxmlformats.org/officeDocument/2006/relationships/customXml" Target="../ink/ink345.xml"/><Relationship Id="rId72" Type="http://schemas.openxmlformats.org/officeDocument/2006/relationships/image" Target="../media/image356.png"/><Relationship Id="rId80" Type="http://schemas.openxmlformats.org/officeDocument/2006/relationships/image" Target="../media/image360.png"/><Relationship Id="rId85" Type="http://schemas.openxmlformats.org/officeDocument/2006/relationships/customXml" Target="../ink/ink362.xml"/><Relationship Id="rId93" Type="http://schemas.openxmlformats.org/officeDocument/2006/relationships/customXml" Target="../ink/ink366.xml"/><Relationship Id="rId98" Type="http://schemas.openxmlformats.org/officeDocument/2006/relationships/image" Target="../media/image369.png"/><Relationship Id="rId121" Type="http://schemas.openxmlformats.org/officeDocument/2006/relationships/customXml" Target="../ink/ink380.xml"/><Relationship Id="rId3" Type="http://schemas.openxmlformats.org/officeDocument/2006/relationships/image" Target="../media/image324.png"/><Relationship Id="rId12" Type="http://schemas.openxmlformats.org/officeDocument/2006/relationships/image" Target="../media/image326.png"/><Relationship Id="rId17" Type="http://schemas.openxmlformats.org/officeDocument/2006/relationships/customXml" Target="../ink/ink328.xml"/><Relationship Id="rId25" Type="http://schemas.openxmlformats.org/officeDocument/2006/relationships/customXml" Target="../ink/ink332.xml"/><Relationship Id="rId33" Type="http://schemas.openxmlformats.org/officeDocument/2006/relationships/customXml" Target="../ink/ink336.xml"/><Relationship Id="rId38" Type="http://schemas.openxmlformats.org/officeDocument/2006/relationships/image" Target="../media/image339.png"/><Relationship Id="rId46" Type="http://schemas.openxmlformats.org/officeDocument/2006/relationships/image" Target="../media/image343.png"/><Relationship Id="rId59" Type="http://schemas.openxmlformats.org/officeDocument/2006/relationships/customXml" Target="../ink/ink349.xml"/><Relationship Id="rId67" Type="http://schemas.openxmlformats.org/officeDocument/2006/relationships/customXml" Target="../ink/ink353.xml"/><Relationship Id="rId103" Type="http://schemas.openxmlformats.org/officeDocument/2006/relationships/customXml" Target="../ink/ink371.xml"/><Relationship Id="rId108" Type="http://schemas.openxmlformats.org/officeDocument/2006/relationships/image" Target="../media/image374.png"/><Relationship Id="rId116" Type="http://schemas.openxmlformats.org/officeDocument/2006/relationships/image" Target="../media/image378.png"/><Relationship Id="rId124" Type="http://schemas.openxmlformats.org/officeDocument/2006/relationships/image" Target="../media/image382.png"/><Relationship Id="rId129" Type="http://schemas.openxmlformats.org/officeDocument/2006/relationships/customXml" Target="../ink/ink384.xml"/><Relationship Id="rId20" Type="http://schemas.openxmlformats.org/officeDocument/2006/relationships/image" Target="../media/image330.png"/><Relationship Id="rId41" Type="http://schemas.openxmlformats.org/officeDocument/2006/relationships/customXml" Target="../ink/ink340.xml"/><Relationship Id="rId54" Type="http://schemas.openxmlformats.org/officeDocument/2006/relationships/image" Target="../media/image347.png"/><Relationship Id="rId62" Type="http://schemas.openxmlformats.org/officeDocument/2006/relationships/image" Target="../media/image351.png"/><Relationship Id="rId70" Type="http://schemas.openxmlformats.org/officeDocument/2006/relationships/image" Target="../media/image355.png"/><Relationship Id="rId75" Type="http://schemas.openxmlformats.org/officeDocument/2006/relationships/customXml" Target="../ink/ink357.xml"/><Relationship Id="rId83" Type="http://schemas.openxmlformats.org/officeDocument/2006/relationships/customXml" Target="../ink/ink361.xml"/><Relationship Id="rId88" Type="http://schemas.openxmlformats.org/officeDocument/2006/relationships/image" Target="../media/image364.png"/><Relationship Id="rId91" Type="http://schemas.openxmlformats.org/officeDocument/2006/relationships/customXml" Target="../ink/ink365.xml"/><Relationship Id="rId96" Type="http://schemas.openxmlformats.org/officeDocument/2006/relationships/image" Target="../media/image368.png"/><Relationship Id="rId111" Type="http://schemas.openxmlformats.org/officeDocument/2006/relationships/customXml" Target="../ink/ink375.xml"/><Relationship Id="rId1" Type="http://schemas.openxmlformats.org/officeDocument/2006/relationships/slideLayout" Target="../slideLayouts/slideLayout2.xml"/><Relationship Id="rId15" Type="http://schemas.openxmlformats.org/officeDocument/2006/relationships/customXml" Target="../ink/ink327.xml"/><Relationship Id="rId23" Type="http://schemas.openxmlformats.org/officeDocument/2006/relationships/customXml" Target="../ink/ink331.xml"/><Relationship Id="rId28" Type="http://schemas.openxmlformats.org/officeDocument/2006/relationships/image" Target="../media/image334.png"/><Relationship Id="rId36" Type="http://schemas.openxmlformats.org/officeDocument/2006/relationships/image" Target="../media/image338.png"/><Relationship Id="rId49" Type="http://schemas.openxmlformats.org/officeDocument/2006/relationships/customXml" Target="../ink/ink344.xml"/><Relationship Id="rId57" Type="http://schemas.openxmlformats.org/officeDocument/2006/relationships/customXml" Target="../ink/ink348.xml"/><Relationship Id="rId106" Type="http://schemas.openxmlformats.org/officeDocument/2006/relationships/image" Target="../media/image373.png"/><Relationship Id="rId114" Type="http://schemas.openxmlformats.org/officeDocument/2006/relationships/image" Target="../media/image377.png"/><Relationship Id="rId119" Type="http://schemas.openxmlformats.org/officeDocument/2006/relationships/customXml" Target="../ink/ink379.xml"/><Relationship Id="rId127" Type="http://schemas.openxmlformats.org/officeDocument/2006/relationships/customXml" Target="../ink/ink383.xml"/><Relationship Id="rId10" Type="http://schemas.openxmlformats.org/officeDocument/2006/relationships/image" Target="../media/image1100.png"/><Relationship Id="rId31" Type="http://schemas.openxmlformats.org/officeDocument/2006/relationships/customXml" Target="../ink/ink335.xml"/><Relationship Id="rId44" Type="http://schemas.openxmlformats.org/officeDocument/2006/relationships/image" Target="../media/image342.png"/><Relationship Id="rId52" Type="http://schemas.openxmlformats.org/officeDocument/2006/relationships/image" Target="../media/image346.png"/><Relationship Id="rId60" Type="http://schemas.openxmlformats.org/officeDocument/2006/relationships/image" Target="../media/image350.png"/><Relationship Id="rId65" Type="http://schemas.openxmlformats.org/officeDocument/2006/relationships/customXml" Target="../ink/ink352.xml"/><Relationship Id="rId73" Type="http://schemas.openxmlformats.org/officeDocument/2006/relationships/customXml" Target="../ink/ink356.xml"/><Relationship Id="rId78" Type="http://schemas.openxmlformats.org/officeDocument/2006/relationships/image" Target="../media/image359.png"/><Relationship Id="rId81" Type="http://schemas.openxmlformats.org/officeDocument/2006/relationships/customXml" Target="../ink/ink360.xml"/><Relationship Id="rId86" Type="http://schemas.openxmlformats.org/officeDocument/2006/relationships/image" Target="../media/image363.png"/><Relationship Id="rId94" Type="http://schemas.openxmlformats.org/officeDocument/2006/relationships/image" Target="../media/image367.png"/><Relationship Id="rId99" Type="http://schemas.openxmlformats.org/officeDocument/2006/relationships/customXml" Target="../ink/ink369.xml"/><Relationship Id="rId101" Type="http://schemas.openxmlformats.org/officeDocument/2006/relationships/customXml" Target="../ink/ink370.xml"/><Relationship Id="rId122" Type="http://schemas.openxmlformats.org/officeDocument/2006/relationships/image" Target="../media/image381.png"/><Relationship Id="rId130" Type="http://schemas.openxmlformats.org/officeDocument/2006/relationships/image" Target="../media/image385.png"/><Relationship Id="rId4" Type="http://schemas.openxmlformats.org/officeDocument/2006/relationships/image" Target="../media/image325.png"/><Relationship Id="rId9" Type="http://schemas.openxmlformats.org/officeDocument/2006/relationships/customXml" Target="../ink/ink324.xml"/><Relationship Id="rId13" Type="http://schemas.openxmlformats.org/officeDocument/2006/relationships/customXml" Target="../ink/ink326.xml"/><Relationship Id="rId18" Type="http://schemas.openxmlformats.org/officeDocument/2006/relationships/image" Target="../media/image329.png"/><Relationship Id="rId39" Type="http://schemas.openxmlformats.org/officeDocument/2006/relationships/customXml" Target="../ink/ink339.xml"/><Relationship Id="rId109" Type="http://schemas.openxmlformats.org/officeDocument/2006/relationships/customXml" Target="../ink/ink374.xml"/><Relationship Id="rId34" Type="http://schemas.openxmlformats.org/officeDocument/2006/relationships/image" Target="../media/image337.png"/><Relationship Id="rId50" Type="http://schemas.openxmlformats.org/officeDocument/2006/relationships/image" Target="../media/image345.png"/><Relationship Id="rId55" Type="http://schemas.openxmlformats.org/officeDocument/2006/relationships/customXml" Target="../ink/ink347.xml"/><Relationship Id="rId76" Type="http://schemas.openxmlformats.org/officeDocument/2006/relationships/image" Target="../media/image358.png"/><Relationship Id="rId97" Type="http://schemas.openxmlformats.org/officeDocument/2006/relationships/customXml" Target="../ink/ink368.xml"/><Relationship Id="rId104" Type="http://schemas.openxmlformats.org/officeDocument/2006/relationships/image" Target="../media/image372.png"/><Relationship Id="rId120" Type="http://schemas.openxmlformats.org/officeDocument/2006/relationships/image" Target="../media/image380.png"/><Relationship Id="rId125" Type="http://schemas.openxmlformats.org/officeDocument/2006/relationships/customXml" Target="../ink/ink382.xml"/><Relationship Id="rId71" Type="http://schemas.openxmlformats.org/officeDocument/2006/relationships/customXml" Target="../ink/ink355.xml"/><Relationship Id="rId92" Type="http://schemas.openxmlformats.org/officeDocument/2006/relationships/image" Target="../media/image366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334.xml"/><Relationship Id="rId24" Type="http://schemas.openxmlformats.org/officeDocument/2006/relationships/image" Target="../media/image332.png"/><Relationship Id="rId40" Type="http://schemas.openxmlformats.org/officeDocument/2006/relationships/image" Target="../media/image340.png"/><Relationship Id="rId45" Type="http://schemas.openxmlformats.org/officeDocument/2006/relationships/customXml" Target="../ink/ink342.xml"/><Relationship Id="rId66" Type="http://schemas.openxmlformats.org/officeDocument/2006/relationships/image" Target="../media/image353.png"/><Relationship Id="rId87" Type="http://schemas.openxmlformats.org/officeDocument/2006/relationships/customXml" Target="../ink/ink363.xml"/><Relationship Id="rId110" Type="http://schemas.openxmlformats.org/officeDocument/2006/relationships/image" Target="../media/image375.png"/><Relationship Id="rId115" Type="http://schemas.openxmlformats.org/officeDocument/2006/relationships/customXml" Target="../ink/ink377.xml"/><Relationship Id="rId61" Type="http://schemas.openxmlformats.org/officeDocument/2006/relationships/customXml" Target="../ink/ink350.xml"/><Relationship Id="rId82" Type="http://schemas.openxmlformats.org/officeDocument/2006/relationships/image" Target="../media/image361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98.png"/><Relationship Id="rId117" Type="http://schemas.openxmlformats.org/officeDocument/2006/relationships/customXml" Target="../ink/ink442.xml"/><Relationship Id="rId21" Type="http://schemas.openxmlformats.org/officeDocument/2006/relationships/customXml" Target="../ink/ink394.xml"/><Relationship Id="rId42" Type="http://schemas.openxmlformats.org/officeDocument/2006/relationships/image" Target="../media/image406.png"/><Relationship Id="rId47" Type="http://schemas.openxmlformats.org/officeDocument/2006/relationships/customXml" Target="../ink/ink407.xml"/><Relationship Id="rId63" Type="http://schemas.openxmlformats.org/officeDocument/2006/relationships/customXml" Target="../ink/ink415.xml"/><Relationship Id="rId68" Type="http://schemas.openxmlformats.org/officeDocument/2006/relationships/image" Target="../media/image419.png"/><Relationship Id="rId84" Type="http://schemas.openxmlformats.org/officeDocument/2006/relationships/image" Target="../media/image427.png"/><Relationship Id="rId89" Type="http://schemas.openxmlformats.org/officeDocument/2006/relationships/customXml" Target="../ink/ink428.xml"/><Relationship Id="rId112" Type="http://schemas.openxmlformats.org/officeDocument/2006/relationships/image" Target="../media/image441.png"/><Relationship Id="rId16" Type="http://schemas.openxmlformats.org/officeDocument/2006/relationships/image" Target="../media/image393.png"/><Relationship Id="rId107" Type="http://schemas.openxmlformats.org/officeDocument/2006/relationships/customXml" Target="../ink/ink437.xml"/><Relationship Id="rId11" Type="http://schemas.openxmlformats.org/officeDocument/2006/relationships/customXml" Target="../ink/ink389.xml"/><Relationship Id="rId32" Type="http://schemas.openxmlformats.org/officeDocument/2006/relationships/image" Target="../media/image401.png"/><Relationship Id="rId37" Type="http://schemas.openxmlformats.org/officeDocument/2006/relationships/customXml" Target="../ink/ink402.xml"/><Relationship Id="rId53" Type="http://schemas.openxmlformats.org/officeDocument/2006/relationships/customXml" Target="../ink/ink410.xml"/><Relationship Id="rId58" Type="http://schemas.openxmlformats.org/officeDocument/2006/relationships/image" Target="../media/image414.png"/><Relationship Id="rId74" Type="http://schemas.openxmlformats.org/officeDocument/2006/relationships/image" Target="../media/image422.png"/><Relationship Id="rId79" Type="http://schemas.openxmlformats.org/officeDocument/2006/relationships/customXml" Target="../ink/ink423.xml"/><Relationship Id="rId102" Type="http://schemas.openxmlformats.org/officeDocument/2006/relationships/image" Target="../media/image436.png"/><Relationship Id="rId123" Type="http://schemas.openxmlformats.org/officeDocument/2006/relationships/customXml" Target="../ink/ink445.xml"/><Relationship Id="rId128" Type="http://schemas.openxmlformats.org/officeDocument/2006/relationships/image" Target="../media/image77.png"/><Relationship Id="rId5" Type="http://schemas.openxmlformats.org/officeDocument/2006/relationships/customXml" Target="../ink/ink386.xml"/><Relationship Id="rId90" Type="http://schemas.openxmlformats.org/officeDocument/2006/relationships/image" Target="../media/image430.png"/><Relationship Id="rId95" Type="http://schemas.openxmlformats.org/officeDocument/2006/relationships/customXml" Target="../ink/ink431.xml"/><Relationship Id="rId19" Type="http://schemas.openxmlformats.org/officeDocument/2006/relationships/customXml" Target="../ink/ink393.xml"/><Relationship Id="rId14" Type="http://schemas.openxmlformats.org/officeDocument/2006/relationships/image" Target="../media/image392.png"/><Relationship Id="rId22" Type="http://schemas.openxmlformats.org/officeDocument/2006/relationships/image" Target="../media/image396.png"/><Relationship Id="rId27" Type="http://schemas.openxmlformats.org/officeDocument/2006/relationships/customXml" Target="../ink/ink397.xml"/><Relationship Id="rId30" Type="http://schemas.openxmlformats.org/officeDocument/2006/relationships/image" Target="../media/image400.png"/><Relationship Id="rId35" Type="http://schemas.openxmlformats.org/officeDocument/2006/relationships/customXml" Target="../ink/ink401.xml"/><Relationship Id="rId43" Type="http://schemas.openxmlformats.org/officeDocument/2006/relationships/customXml" Target="../ink/ink405.xml"/><Relationship Id="rId48" Type="http://schemas.openxmlformats.org/officeDocument/2006/relationships/image" Target="../media/image409.png"/><Relationship Id="rId56" Type="http://schemas.openxmlformats.org/officeDocument/2006/relationships/image" Target="../media/image413.png"/><Relationship Id="rId64" Type="http://schemas.openxmlformats.org/officeDocument/2006/relationships/image" Target="../media/image417.png"/><Relationship Id="rId69" Type="http://schemas.openxmlformats.org/officeDocument/2006/relationships/customXml" Target="../ink/ink418.xml"/><Relationship Id="rId77" Type="http://schemas.openxmlformats.org/officeDocument/2006/relationships/customXml" Target="../ink/ink422.xml"/><Relationship Id="rId100" Type="http://schemas.openxmlformats.org/officeDocument/2006/relationships/image" Target="../media/image435.png"/><Relationship Id="rId105" Type="http://schemas.openxmlformats.org/officeDocument/2006/relationships/customXml" Target="../ink/ink436.xml"/><Relationship Id="rId113" Type="http://schemas.openxmlformats.org/officeDocument/2006/relationships/customXml" Target="../ink/ink440.xml"/><Relationship Id="rId118" Type="http://schemas.openxmlformats.org/officeDocument/2006/relationships/image" Target="../media/image444.png"/><Relationship Id="rId126" Type="http://schemas.openxmlformats.org/officeDocument/2006/relationships/image" Target="../media/image448.png"/><Relationship Id="rId8" Type="http://schemas.openxmlformats.org/officeDocument/2006/relationships/image" Target="../media/image389.png"/><Relationship Id="rId51" Type="http://schemas.openxmlformats.org/officeDocument/2006/relationships/customXml" Target="../ink/ink409.xml"/><Relationship Id="rId72" Type="http://schemas.openxmlformats.org/officeDocument/2006/relationships/image" Target="../media/image421.png"/><Relationship Id="rId80" Type="http://schemas.openxmlformats.org/officeDocument/2006/relationships/image" Target="../media/image425.png"/><Relationship Id="rId85" Type="http://schemas.openxmlformats.org/officeDocument/2006/relationships/customXml" Target="../ink/ink426.xml"/><Relationship Id="rId93" Type="http://schemas.openxmlformats.org/officeDocument/2006/relationships/customXml" Target="../ink/ink430.xml"/><Relationship Id="rId98" Type="http://schemas.openxmlformats.org/officeDocument/2006/relationships/image" Target="../media/image434.png"/><Relationship Id="rId121" Type="http://schemas.openxmlformats.org/officeDocument/2006/relationships/customXml" Target="../ink/ink444.xml"/><Relationship Id="rId3" Type="http://schemas.openxmlformats.org/officeDocument/2006/relationships/customXml" Target="../ink/ink385.xml"/><Relationship Id="rId12" Type="http://schemas.openxmlformats.org/officeDocument/2006/relationships/image" Target="../media/image391.png"/><Relationship Id="rId17" Type="http://schemas.openxmlformats.org/officeDocument/2006/relationships/customXml" Target="../ink/ink392.xml"/><Relationship Id="rId25" Type="http://schemas.openxmlformats.org/officeDocument/2006/relationships/customXml" Target="../ink/ink396.xml"/><Relationship Id="rId33" Type="http://schemas.openxmlformats.org/officeDocument/2006/relationships/customXml" Target="../ink/ink400.xml"/><Relationship Id="rId38" Type="http://schemas.openxmlformats.org/officeDocument/2006/relationships/image" Target="../media/image404.png"/><Relationship Id="rId46" Type="http://schemas.openxmlformats.org/officeDocument/2006/relationships/image" Target="../media/image408.png"/><Relationship Id="rId59" Type="http://schemas.openxmlformats.org/officeDocument/2006/relationships/customXml" Target="../ink/ink413.xml"/><Relationship Id="rId67" Type="http://schemas.openxmlformats.org/officeDocument/2006/relationships/customXml" Target="../ink/ink417.xml"/><Relationship Id="rId103" Type="http://schemas.openxmlformats.org/officeDocument/2006/relationships/customXml" Target="../ink/ink435.xml"/><Relationship Id="rId108" Type="http://schemas.openxmlformats.org/officeDocument/2006/relationships/image" Target="../media/image439.png"/><Relationship Id="rId116" Type="http://schemas.openxmlformats.org/officeDocument/2006/relationships/image" Target="../media/image443.png"/><Relationship Id="rId124" Type="http://schemas.openxmlformats.org/officeDocument/2006/relationships/image" Target="../media/image447.png"/><Relationship Id="rId129" Type="http://schemas.openxmlformats.org/officeDocument/2006/relationships/customXml" Target="../ink/ink448.xml"/><Relationship Id="rId20" Type="http://schemas.openxmlformats.org/officeDocument/2006/relationships/image" Target="../media/image395.png"/><Relationship Id="rId41" Type="http://schemas.openxmlformats.org/officeDocument/2006/relationships/customXml" Target="../ink/ink404.xml"/><Relationship Id="rId54" Type="http://schemas.openxmlformats.org/officeDocument/2006/relationships/image" Target="../media/image412.png"/><Relationship Id="rId62" Type="http://schemas.openxmlformats.org/officeDocument/2006/relationships/image" Target="../media/image416.png"/><Relationship Id="rId70" Type="http://schemas.openxmlformats.org/officeDocument/2006/relationships/image" Target="../media/image420.png"/><Relationship Id="rId75" Type="http://schemas.openxmlformats.org/officeDocument/2006/relationships/customXml" Target="../ink/ink421.xml"/><Relationship Id="rId83" Type="http://schemas.openxmlformats.org/officeDocument/2006/relationships/customXml" Target="../ink/ink425.xml"/><Relationship Id="rId88" Type="http://schemas.openxmlformats.org/officeDocument/2006/relationships/image" Target="../media/image429.png"/><Relationship Id="rId91" Type="http://schemas.openxmlformats.org/officeDocument/2006/relationships/customXml" Target="../ink/ink429.xml"/><Relationship Id="rId96" Type="http://schemas.openxmlformats.org/officeDocument/2006/relationships/image" Target="../media/image433.png"/><Relationship Id="rId111" Type="http://schemas.openxmlformats.org/officeDocument/2006/relationships/customXml" Target="../ink/ink4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8.png"/><Relationship Id="rId15" Type="http://schemas.openxmlformats.org/officeDocument/2006/relationships/customXml" Target="../ink/ink391.xml"/><Relationship Id="rId23" Type="http://schemas.openxmlformats.org/officeDocument/2006/relationships/customXml" Target="../ink/ink395.xml"/><Relationship Id="rId28" Type="http://schemas.openxmlformats.org/officeDocument/2006/relationships/image" Target="../media/image399.png"/><Relationship Id="rId36" Type="http://schemas.openxmlformats.org/officeDocument/2006/relationships/image" Target="../media/image403.png"/><Relationship Id="rId49" Type="http://schemas.openxmlformats.org/officeDocument/2006/relationships/customXml" Target="../ink/ink408.xml"/><Relationship Id="rId57" Type="http://schemas.openxmlformats.org/officeDocument/2006/relationships/customXml" Target="../ink/ink412.xml"/><Relationship Id="rId106" Type="http://schemas.openxmlformats.org/officeDocument/2006/relationships/image" Target="../media/image438.png"/><Relationship Id="rId114" Type="http://schemas.openxmlformats.org/officeDocument/2006/relationships/image" Target="../media/image442.png"/><Relationship Id="rId119" Type="http://schemas.openxmlformats.org/officeDocument/2006/relationships/customXml" Target="../ink/ink443.xml"/><Relationship Id="rId127" Type="http://schemas.openxmlformats.org/officeDocument/2006/relationships/customXml" Target="../ink/ink447.xml"/><Relationship Id="rId10" Type="http://schemas.openxmlformats.org/officeDocument/2006/relationships/image" Target="../media/image390.png"/><Relationship Id="rId31" Type="http://schemas.openxmlformats.org/officeDocument/2006/relationships/customXml" Target="../ink/ink399.xml"/><Relationship Id="rId44" Type="http://schemas.openxmlformats.org/officeDocument/2006/relationships/image" Target="../media/image407.png"/><Relationship Id="rId52" Type="http://schemas.openxmlformats.org/officeDocument/2006/relationships/image" Target="../media/image411.png"/><Relationship Id="rId60" Type="http://schemas.openxmlformats.org/officeDocument/2006/relationships/image" Target="../media/image415.png"/><Relationship Id="rId65" Type="http://schemas.openxmlformats.org/officeDocument/2006/relationships/customXml" Target="../ink/ink416.xml"/><Relationship Id="rId73" Type="http://schemas.openxmlformats.org/officeDocument/2006/relationships/customXml" Target="../ink/ink420.xml"/><Relationship Id="rId78" Type="http://schemas.openxmlformats.org/officeDocument/2006/relationships/image" Target="../media/image424.png"/><Relationship Id="rId81" Type="http://schemas.openxmlformats.org/officeDocument/2006/relationships/customXml" Target="../ink/ink424.xml"/><Relationship Id="rId86" Type="http://schemas.openxmlformats.org/officeDocument/2006/relationships/image" Target="../media/image428.png"/><Relationship Id="rId94" Type="http://schemas.openxmlformats.org/officeDocument/2006/relationships/image" Target="../media/image432.png"/><Relationship Id="rId99" Type="http://schemas.openxmlformats.org/officeDocument/2006/relationships/customXml" Target="../ink/ink433.xml"/><Relationship Id="rId101" Type="http://schemas.openxmlformats.org/officeDocument/2006/relationships/customXml" Target="../ink/ink434.xml"/><Relationship Id="rId122" Type="http://schemas.openxmlformats.org/officeDocument/2006/relationships/image" Target="../media/image446.png"/><Relationship Id="rId130" Type="http://schemas.openxmlformats.org/officeDocument/2006/relationships/image" Target="../media/image449.png"/><Relationship Id="rId4" Type="http://schemas.openxmlformats.org/officeDocument/2006/relationships/image" Target="../media/image387.png"/><Relationship Id="rId9" Type="http://schemas.openxmlformats.org/officeDocument/2006/relationships/customXml" Target="../ink/ink388.xml"/><Relationship Id="rId13" Type="http://schemas.openxmlformats.org/officeDocument/2006/relationships/customXml" Target="../ink/ink390.xml"/><Relationship Id="rId18" Type="http://schemas.openxmlformats.org/officeDocument/2006/relationships/image" Target="../media/image394.png"/><Relationship Id="rId39" Type="http://schemas.openxmlformats.org/officeDocument/2006/relationships/customXml" Target="../ink/ink403.xml"/><Relationship Id="rId109" Type="http://schemas.openxmlformats.org/officeDocument/2006/relationships/customXml" Target="../ink/ink438.xml"/><Relationship Id="rId34" Type="http://schemas.openxmlformats.org/officeDocument/2006/relationships/image" Target="../media/image402.png"/><Relationship Id="rId50" Type="http://schemas.openxmlformats.org/officeDocument/2006/relationships/image" Target="../media/image410.png"/><Relationship Id="rId55" Type="http://schemas.openxmlformats.org/officeDocument/2006/relationships/customXml" Target="../ink/ink411.xml"/><Relationship Id="rId76" Type="http://schemas.openxmlformats.org/officeDocument/2006/relationships/image" Target="../media/image423.png"/><Relationship Id="rId97" Type="http://schemas.openxmlformats.org/officeDocument/2006/relationships/customXml" Target="../ink/ink432.xml"/><Relationship Id="rId104" Type="http://schemas.openxmlformats.org/officeDocument/2006/relationships/image" Target="../media/image437.png"/><Relationship Id="rId120" Type="http://schemas.openxmlformats.org/officeDocument/2006/relationships/image" Target="../media/image445.png"/><Relationship Id="rId125" Type="http://schemas.openxmlformats.org/officeDocument/2006/relationships/customXml" Target="../ink/ink446.xml"/><Relationship Id="rId7" Type="http://schemas.openxmlformats.org/officeDocument/2006/relationships/customXml" Target="../ink/ink387.xml"/><Relationship Id="rId71" Type="http://schemas.openxmlformats.org/officeDocument/2006/relationships/customXml" Target="../ink/ink419.xml"/><Relationship Id="rId92" Type="http://schemas.openxmlformats.org/officeDocument/2006/relationships/image" Target="../media/image431.png"/><Relationship Id="rId2" Type="http://schemas.openxmlformats.org/officeDocument/2006/relationships/image" Target="../media/image386.png"/><Relationship Id="rId29" Type="http://schemas.openxmlformats.org/officeDocument/2006/relationships/customXml" Target="../ink/ink398.xml"/><Relationship Id="rId24" Type="http://schemas.openxmlformats.org/officeDocument/2006/relationships/image" Target="../media/image397.png"/><Relationship Id="rId40" Type="http://schemas.openxmlformats.org/officeDocument/2006/relationships/image" Target="../media/image405.png"/><Relationship Id="rId45" Type="http://schemas.openxmlformats.org/officeDocument/2006/relationships/customXml" Target="../ink/ink406.xml"/><Relationship Id="rId66" Type="http://schemas.openxmlformats.org/officeDocument/2006/relationships/image" Target="../media/image418.png"/><Relationship Id="rId87" Type="http://schemas.openxmlformats.org/officeDocument/2006/relationships/customXml" Target="../ink/ink427.xml"/><Relationship Id="rId110" Type="http://schemas.openxmlformats.org/officeDocument/2006/relationships/image" Target="../media/image440.png"/><Relationship Id="rId115" Type="http://schemas.openxmlformats.org/officeDocument/2006/relationships/customXml" Target="../ink/ink441.xml"/><Relationship Id="rId61" Type="http://schemas.openxmlformats.org/officeDocument/2006/relationships/customXml" Target="../ink/ink414.xml"/><Relationship Id="rId82" Type="http://schemas.openxmlformats.org/officeDocument/2006/relationships/image" Target="../media/image426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03.png"/><Relationship Id="rId299" Type="http://schemas.openxmlformats.org/officeDocument/2006/relationships/customXml" Target="../ink/ink599.xml"/><Relationship Id="rId21" Type="http://schemas.openxmlformats.org/officeDocument/2006/relationships/customXml" Target="../ink/ink457.xml"/><Relationship Id="rId63" Type="http://schemas.openxmlformats.org/officeDocument/2006/relationships/customXml" Target="../ink/ink479.xml"/><Relationship Id="rId159" Type="http://schemas.openxmlformats.org/officeDocument/2006/relationships/image" Target="../media/image524.png"/><Relationship Id="rId324" Type="http://schemas.openxmlformats.org/officeDocument/2006/relationships/image" Target="../media/image603.png"/><Relationship Id="rId366" Type="http://schemas.openxmlformats.org/officeDocument/2006/relationships/image" Target="../media/image624.png"/><Relationship Id="rId170" Type="http://schemas.openxmlformats.org/officeDocument/2006/relationships/customXml" Target="../ink/ink533.xml"/><Relationship Id="rId226" Type="http://schemas.openxmlformats.org/officeDocument/2006/relationships/image" Target="../media/image556.png"/><Relationship Id="rId433" Type="http://schemas.openxmlformats.org/officeDocument/2006/relationships/image" Target="../media/image657.png"/><Relationship Id="rId268" Type="http://schemas.openxmlformats.org/officeDocument/2006/relationships/customXml" Target="../ink/ink583.xml"/><Relationship Id="rId475" Type="http://schemas.openxmlformats.org/officeDocument/2006/relationships/image" Target="../media/image678.png"/><Relationship Id="rId32" Type="http://schemas.openxmlformats.org/officeDocument/2006/relationships/customXml" Target="../ink/ink463.xml"/><Relationship Id="rId74" Type="http://schemas.openxmlformats.org/officeDocument/2006/relationships/customXml" Target="../ink/ink485.xml"/><Relationship Id="rId128" Type="http://schemas.openxmlformats.org/officeDocument/2006/relationships/customXml" Target="../ink/ink512.xml"/><Relationship Id="rId335" Type="http://schemas.openxmlformats.org/officeDocument/2006/relationships/customXml" Target="../ink/ink617.xml"/><Relationship Id="rId377" Type="http://schemas.openxmlformats.org/officeDocument/2006/relationships/customXml" Target="../ink/ink638.xml"/><Relationship Id="rId5" Type="http://schemas.openxmlformats.org/officeDocument/2006/relationships/image" Target="../media/image451.png"/><Relationship Id="rId181" Type="http://schemas.openxmlformats.org/officeDocument/2006/relationships/image" Target="../media/image534.png"/><Relationship Id="rId237" Type="http://schemas.openxmlformats.org/officeDocument/2006/relationships/customXml" Target="../ink/ink567.xml"/><Relationship Id="rId402" Type="http://schemas.openxmlformats.org/officeDocument/2006/relationships/customXml" Target="../ink/ink651.xml"/><Relationship Id="rId279" Type="http://schemas.openxmlformats.org/officeDocument/2006/relationships/image" Target="../media/image581.png"/><Relationship Id="rId444" Type="http://schemas.openxmlformats.org/officeDocument/2006/relationships/customXml" Target="../ink/ink672.xml"/><Relationship Id="rId43" Type="http://schemas.openxmlformats.org/officeDocument/2006/relationships/image" Target="../media/image469.png"/><Relationship Id="rId139" Type="http://schemas.openxmlformats.org/officeDocument/2006/relationships/image" Target="../media/image514.png"/><Relationship Id="rId290" Type="http://schemas.openxmlformats.org/officeDocument/2006/relationships/customXml" Target="../ink/ink594.xml"/><Relationship Id="rId304" Type="http://schemas.openxmlformats.org/officeDocument/2006/relationships/image" Target="../media/image593.png"/><Relationship Id="rId346" Type="http://schemas.openxmlformats.org/officeDocument/2006/relationships/image" Target="../media/image614.png"/><Relationship Id="rId388" Type="http://schemas.openxmlformats.org/officeDocument/2006/relationships/image" Target="../media/image635.png"/><Relationship Id="rId85" Type="http://schemas.openxmlformats.org/officeDocument/2006/relationships/image" Target="../media/image488.png"/><Relationship Id="rId150" Type="http://schemas.openxmlformats.org/officeDocument/2006/relationships/customXml" Target="../ink/ink523.xml"/><Relationship Id="rId192" Type="http://schemas.openxmlformats.org/officeDocument/2006/relationships/image" Target="../media/image539.png"/><Relationship Id="rId206" Type="http://schemas.openxmlformats.org/officeDocument/2006/relationships/image" Target="../media/image546.png"/><Relationship Id="rId413" Type="http://schemas.openxmlformats.org/officeDocument/2006/relationships/image" Target="../media/image647.png"/><Relationship Id="rId248" Type="http://schemas.openxmlformats.org/officeDocument/2006/relationships/image" Target="../media/image567.png"/><Relationship Id="rId455" Type="http://schemas.openxmlformats.org/officeDocument/2006/relationships/image" Target="../media/image668.png"/><Relationship Id="rId12" Type="http://schemas.openxmlformats.org/officeDocument/2006/relationships/image" Target="../media/image455.png"/><Relationship Id="rId108" Type="http://schemas.openxmlformats.org/officeDocument/2006/relationships/customXml" Target="../ink/ink502.xml"/><Relationship Id="rId315" Type="http://schemas.openxmlformats.org/officeDocument/2006/relationships/customXml" Target="../ink/ink607.xml"/><Relationship Id="rId357" Type="http://schemas.openxmlformats.org/officeDocument/2006/relationships/customXml" Target="../ink/ink628.xml"/><Relationship Id="rId54" Type="http://schemas.openxmlformats.org/officeDocument/2006/relationships/customXml" Target="../ink/ink474.xml"/><Relationship Id="rId96" Type="http://schemas.openxmlformats.org/officeDocument/2006/relationships/customXml" Target="../ink/ink496.xml"/><Relationship Id="rId161" Type="http://schemas.openxmlformats.org/officeDocument/2006/relationships/image" Target="../media/image525.png"/><Relationship Id="rId217" Type="http://schemas.openxmlformats.org/officeDocument/2006/relationships/customXml" Target="../ink/ink557.xml"/><Relationship Id="rId399" Type="http://schemas.openxmlformats.org/officeDocument/2006/relationships/image" Target="../media/image640.png"/><Relationship Id="rId259" Type="http://schemas.openxmlformats.org/officeDocument/2006/relationships/image" Target="../media/image572.png"/><Relationship Id="rId424" Type="http://schemas.openxmlformats.org/officeDocument/2006/relationships/customXml" Target="../ink/ink662.xml"/><Relationship Id="rId466" Type="http://schemas.openxmlformats.org/officeDocument/2006/relationships/customXml" Target="../ink/ink683.xml"/><Relationship Id="rId23" Type="http://schemas.openxmlformats.org/officeDocument/2006/relationships/customXml" Target="../ink/ink458.xml"/><Relationship Id="rId119" Type="http://schemas.openxmlformats.org/officeDocument/2006/relationships/image" Target="../media/image504.png"/><Relationship Id="rId270" Type="http://schemas.openxmlformats.org/officeDocument/2006/relationships/customXml" Target="../ink/ink584.xml"/><Relationship Id="rId326" Type="http://schemas.openxmlformats.org/officeDocument/2006/relationships/image" Target="../media/image604.png"/><Relationship Id="rId65" Type="http://schemas.openxmlformats.org/officeDocument/2006/relationships/customXml" Target="../ink/ink480.xml"/><Relationship Id="rId130" Type="http://schemas.openxmlformats.org/officeDocument/2006/relationships/customXml" Target="../ink/ink513.xml"/><Relationship Id="rId368" Type="http://schemas.openxmlformats.org/officeDocument/2006/relationships/image" Target="../media/image625.png"/><Relationship Id="rId172" Type="http://schemas.openxmlformats.org/officeDocument/2006/relationships/customXml" Target="../ink/ink534.xml"/><Relationship Id="rId228" Type="http://schemas.openxmlformats.org/officeDocument/2006/relationships/image" Target="../media/image557.png"/><Relationship Id="rId435" Type="http://schemas.openxmlformats.org/officeDocument/2006/relationships/image" Target="../media/image658.png"/><Relationship Id="rId13" Type="http://schemas.openxmlformats.org/officeDocument/2006/relationships/customXml" Target="../ink/ink453.xml"/><Relationship Id="rId109" Type="http://schemas.openxmlformats.org/officeDocument/2006/relationships/image" Target="../media/image500.png"/><Relationship Id="rId260" Type="http://schemas.openxmlformats.org/officeDocument/2006/relationships/customXml" Target="../ink/ink579.xml"/><Relationship Id="rId281" Type="http://schemas.openxmlformats.org/officeDocument/2006/relationships/image" Target="../media/image582.png"/><Relationship Id="rId316" Type="http://schemas.openxmlformats.org/officeDocument/2006/relationships/image" Target="../media/image599.png"/><Relationship Id="rId337" Type="http://schemas.openxmlformats.org/officeDocument/2006/relationships/customXml" Target="../ink/ink618.xml"/><Relationship Id="rId34" Type="http://schemas.openxmlformats.org/officeDocument/2006/relationships/customXml" Target="../ink/ink464.xml"/><Relationship Id="rId55" Type="http://schemas.openxmlformats.org/officeDocument/2006/relationships/customXml" Target="../ink/ink475.xml"/><Relationship Id="rId76" Type="http://schemas.openxmlformats.org/officeDocument/2006/relationships/customXml" Target="../ink/ink486.xml"/><Relationship Id="rId97" Type="http://schemas.openxmlformats.org/officeDocument/2006/relationships/image" Target="../media/image494.png"/><Relationship Id="rId120" Type="http://schemas.openxmlformats.org/officeDocument/2006/relationships/customXml" Target="../ink/ink508.xml"/><Relationship Id="rId141" Type="http://schemas.openxmlformats.org/officeDocument/2006/relationships/image" Target="../media/image515.png"/><Relationship Id="rId358" Type="http://schemas.openxmlformats.org/officeDocument/2006/relationships/image" Target="../media/image620.png"/><Relationship Id="rId379" Type="http://schemas.openxmlformats.org/officeDocument/2006/relationships/customXml" Target="../ink/ink639.xml"/><Relationship Id="rId7" Type="http://schemas.openxmlformats.org/officeDocument/2006/relationships/image" Target="../media/image452.png"/><Relationship Id="rId162" Type="http://schemas.openxmlformats.org/officeDocument/2006/relationships/customXml" Target="../ink/ink529.xml"/><Relationship Id="rId183" Type="http://schemas.openxmlformats.org/officeDocument/2006/relationships/image" Target="../media/image535.png"/><Relationship Id="rId218" Type="http://schemas.openxmlformats.org/officeDocument/2006/relationships/image" Target="../media/image552.png"/><Relationship Id="rId239" Type="http://schemas.openxmlformats.org/officeDocument/2006/relationships/customXml" Target="../ink/ink568.xml"/><Relationship Id="rId390" Type="http://schemas.openxmlformats.org/officeDocument/2006/relationships/image" Target="../media/image636.png"/><Relationship Id="rId404" Type="http://schemas.openxmlformats.org/officeDocument/2006/relationships/customXml" Target="../ink/ink652.xml"/><Relationship Id="rId425" Type="http://schemas.openxmlformats.org/officeDocument/2006/relationships/image" Target="../media/image653.png"/><Relationship Id="rId446" Type="http://schemas.openxmlformats.org/officeDocument/2006/relationships/customXml" Target="../ink/ink673.xml"/><Relationship Id="rId467" Type="http://schemas.openxmlformats.org/officeDocument/2006/relationships/image" Target="../media/image674.png"/><Relationship Id="rId250" Type="http://schemas.openxmlformats.org/officeDocument/2006/relationships/image" Target="../media/image568.png"/><Relationship Id="rId271" Type="http://schemas.openxmlformats.org/officeDocument/2006/relationships/image" Target="../media/image577.png"/><Relationship Id="rId292" Type="http://schemas.openxmlformats.org/officeDocument/2006/relationships/customXml" Target="../ink/ink595.xml"/><Relationship Id="rId306" Type="http://schemas.openxmlformats.org/officeDocument/2006/relationships/image" Target="../media/image594.png"/><Relationship Id="rId24" Type="http://schemas.openxmlformats.org/officeDocument/2006/relationships/image" Target="../media/image461.png"/><Relationship Id="rId45" Type="http://schemas.openxmlformats.org/officeDocument/2006/relationships/image" Target="../media/image470.png"/><Relationship Id="rId66" Type="http://schemas.openxmlformats.org/officeDocument/2006/relationships/image" Target="../media/image480.png"/><Relationship Id="rId87" Type="http://schemas.openxmlformats.org/officeDocument/2006/relationships/image" Target="../media/image489.png"/><Relationship Id="rId110" Type="http://schemas.openxmlformats.org/officeDocument/2006/relationships/customXml" Target="../ink/ink503.xml"/><Relationship Id="rId131" Type="http://schemas.openxmlformats.org/officeDocument/2006/relationships/image" Target="../media/image510.png"/><Relationship Id="rId327" Type="http://schemas.openxmlformats.org/officeDocument/2006/relationships/customXml" Target="../ink/ink613.xml"/><Relationship Id="rId348" Type="http://schemas.openxmlformats.org/officeDocument/2006/relationships/image" Target="../media/image615.png"/><Relationship Id="rId369" Type="http://schemas.openxmlformats.org/officeDocument/2006/relationships/customXml" Target="../ink/ink634.xml"/><Relationship Id="rId152" Type="http://schemas.openxmlformats.org/officeDocument/2006/relationships/customXml" Target="../ink/ink524.xml"/><Relationship Id="rId173" Type="http://schemas.openxmlformats.org/officeDocument/2006/relationships/image" Target="../media/image531.png"/><Relationship Id="rId194" Type="http://schemas.openxmlformats.org/officeDocument/2006/relationships/image" Target="../media/image540.png"/><Relationship Id="rId208" Type="http://schemas.openxmlformats.org/officeDocument/2006/relationships/image" Target="../media/image547.png"/><Relationship Id="rId229" Type="http://schemas.openxmlformats.org/officeDocument/2006/relationships/customXml" Target="../ink/ink563.xml"/><Relationship Id="rId380" Type="http://schemas.openxmlformats.org/officeDocument/2006/relationships/image" Target="../media/image631.png"/><Relationship Id="rId415" Type="http://schemas.openxmlformats.org/officeDocument/2006/relationships/image" Target="../media/image648.png"/><Relationship Id="rId436" Type="http://schemas.openxmlformats.org/officeDocument/2006/relationships/customXml" Target="../ink/ink668.xml"/><Relationship Id="rId457" Type="http://schemas.openxmlformats.org/officeDocument/2006/relationships/image" Target="../media/image669.png"/><Relationship Id="rId240" Type="http://schemas.openxmlformats.org/officeDocument/2006/relationships/image" Target="../media/image563.png"/><Relationship Id="rId261" Type="http://schemas.openxmlformats.org/officeDocument/2006/relationships/image" Target="../media/image573.png"/><Relationship Id="rId14" Type="http://schemas.openxmlformats.org/officeDocument/2006/relationships/image" Target="../media/image456.png"/><Relationship Id="rId35" Type="http://schemas.openxmlformats.org/officeDocument/2006/relationships/image" Target="../media/image465.png"/><Relationship Id="rId56" Type="http://schemas.openxmlformats.org/officeDocument/2006/relationships/image" Target="../media/image475.png"/><Relationship Id="rId77" Type="http://schemas.openxmlformats.org/officeDocument/2006/relationships/image" Target="../media/image484.png"/><Relationship Id="rId100" Type="http://schemas.openxmlformats.org/officeDocument/2006/relationships/customXml" Target="../ink/ink498.xml"/><Relationship Id="rId282" Type="http://schemas.openxmlformats.org/officeDocument/2006/relationships/customXml" Target="../ink/ink590.xml"/><Relationship Id="rId317" Type="http://schemas.openxmlformats.org/officeDocument/2006/relationships/customXml" Target="../ink/ink608.xml"/><Relationship Id="rId338" Type="http://schemas.openxmlformats.org/officeDocument/2006/relationships/image" Target="../media/image610.png"/><Relationship Id="rId359" Type="http://schemas.openxmlformats.org/officeDocument/2006/relationships/customXml" Target="../ink/ink629.xml"/><Relationship Id="rId8" Type="http://schemas.openxmlformats.org/officeDocument/2006/relationships/customXml" Target="../ink/ink451.xml"/><Relationship Id="rId98" Type="http://schemas.openxmlformats.org/officeDocument/2006/relationships/customXml" Target="../ink/ink497.xml"/><Relationship Id="rId121" Type="http://schemas.openxmlformats.org/officeDocument/2006/relationships/image" Target="../media/image505.png"/><Relationship Id="rId142" Type="http://schemas.openxmlformats.org/officeDocument/2006/relationships/customXml" Target="../ink/ink519.xml"/><Relationship Id="rId163" Type="http://schemas.openxmlformats.org/officeDocument/2006/relationships/image" Target="../media/image526.png"/><Relationship Id="rId184" Type="http://schemas.openxmlformats.org/officeDocument/2006/relationships/customXml" Target="../ink/ink540.xml"/><Relationship Id="rId219" Type="http://schemas.openxmlformats.org/officeDocument/2006/relationships/customXml" Target="../ink/ink558.xml"/><Relationship Id="rId370" Type="http://schemas.openxmlformats.org/officeDocument/2006/relationships/image" Target="../media/image626.png"/><Relationship Id="rId391" Type="http://schemas.openxmlformats.org/officeDocument/2006/relationships/customXml" Target="../ink/ink645.xml"/><Relationship Id="rId405" Type="http://schemas.openxmlformats.org/officeDocument/2006/relationships/image" Target="../media/image643.png"/><Relationship Id="rId426" Type="http://schemas.openxmlformats.org/officeDocument/2006/relationships/customXml" Target="../ink/ink663.xml"/><Relationship Id="rId447" Type="http://schemas.openxmlformats.org/officeDocument/2006/relationships/image" Target="../media/image664.png"/><Relationship Id="rId230" Type="http://schemas.openxmlformats.org/officeDocument/2006/relationships/image" Target="../media/image558.png"/><Relationship Id="rId251" Type="http://schemas.openxmlformats.org/officeDocument/2006/relationships/customXml" Target="../ink/ink574.xml"/><Relationship Id="rId468" Type="http://schemas.openxmlformats.org/officeDocument/2006/relationships/customXml" Target="../ink/ink684.xml"/><Relationship Id="rId25" Type="http://schemas.openxmlformats.org/officeDocument/2006/relationships/customXml" Target="../ink/ink459.xml"/><Relationship Id="rId46" Type="http://schemas.openxmlformats.org/officeDocument/2006/relationships/customXml" Target="../ink/ink470.xml"/><Relationship Id="rId67" Type="http://schemas.openxmlformats.org/officeDocument/2006/relationships/customXml" Target="../ink/ink481.xml"/><Relationship Id="rId272" Type="http://schemas.openxmlformats.org/officeDocument/2006/relationships/customXml" Target="../ink/ink585.xml"/><Relationship Id="rId293" Type="http://schemas.openxmlformats.org/officeDocument/2006/relationships/image" Target="../media/image588.png"/><Relationship Id="rId307" Type="http://schemas.openxmlformats.org/officeDocument/2006/relationships/customXml" Target="../ink/ink603.xml"/><Relationship Id="rId328" Type="http://schemas.openxmlformats.org/officeDocument/2006/relationships/image" Target="../media/image605.png"/><Relationship Id="rId349" Type="http://schemas.openxmlformats.org/officeDocument/2006/relationships/customXml" Target="../ink/ink624.xml"/><Relationship Id="rId88" Type="http://schemas.openxmlformats.org/officeDocument/2006/relationships/customXml" Target="../ink/ink492.xml"/><Relationship Id="rId111" Type="http://schemas.openxmlformats.org/officeDocument/2006/relationships/image" Target="../media/image501.png"/><Relationship Id="rId132" Type="http://schemas.openxmlformats.org/officeDocument/2006/relationships/customXml" Target="../ink/ink514.xml"/><Relationship Id="rId153" Type="http://schemas.openxmlformats.org/officeDocument/2006/relationships/image" Target="../media/image521.png"/><Relationship Id="rId174" Type="http://schemas.openxmlformats.org/officeDocument/2006/relationships/customXml" Target="../ink/ink535.xml"/><Relationship Id="rId195" Type="http://schemas.openxmlformats.org/officeDocument/2006/relationships/customXml" Target="../ink/ink546.xml"/><Relationship Id="rId209" Type="http://schemas.openxmlformats.org/officeDocument/2006/relationships/customXml" Target="../ink/ink553.xml"/><Relationship Id="rId360" Type="http://schemas.openxmlformats.org/officeDocument/2006/relationships/image" Target="../media/image621.png"/><Relationship Id="rId381" Type="http://schemas.openxmlformats.org/officeDocument/2006/relationships/customXml" Target="../ink/ink640.xml"/><Relationship Id="rId416" Type="http://schemas.openxmlformats.org/officeDocument/2006/relationships/customXml" Target="../ink/ink658.xml"/><Relationship Id="rId220" Type="http://schemas.openxmlformats.org/officeDocument/2006/relationships/image" Target="../media/image553.png"/><Relationship Id="rId241" Type="http://schemas.openxmlformats.org/officeDocument/2006/relationships/customXml" Target="../ink/ink569.xml"/><Relationship Id="rId437" Type="http://schemas.openxmlformats.org/officeDocument/2006/relationships/image" Target="../media/image659.png"/><Relationship Id="rId458" Type="http://schemas.openxmlformats.org/officeDocument/2006/relationships/customXml" Target="../ink/ink679.xml"/><Relationship Id="rId15" Type="http://schemas.openxmlformats.org/officeDocument/2006/relationships/customXml" Target="../ink/ink454.xml"/><Relationship Id="rId36" Type="http://schemas.openxmlformats.org/officeDocument/2006/relationships/customXml" Target="../ink/ink465.xml"/><Relationship Id="rId57" Type="http://schemas.openxmlformats.org/officeDocument/2006/relationships/customXml" Target="../ink/ink476.xml"/><Relationship Id="rId262" Type="http://schemas.openxmlformats.org/officeDocument/2006/relationships/customXml" Target="../ink/ink580.xml"/><Relationship Id="rId283" Type="http://schemas.openxmlformats.org/officeDocument/2006/relationships/image" Target="../media/image583.png"/><Relationship Id="rId318" Type="http://schemas.openxmlformats.org/officeDocument/2006/relationships/image" Target="../media/image600.png"/><Relationship Id="rId339" Type="http://schemas.openxmlformats.org/officeDocument/2006/relationships/customXml" Target="../ink/ink619.xml"/><Relationship Id="rId78" Type="http://schemas.openxmlformats.org/officeDocument/2006/relationships/customXml" Target="../ink/ink487.xml"/><Relationship Id="rId99" Type="http://schemas.openxmlformats.org/officeDocument/2006/relationships/image" Target="../media/image495.png"/><Relationship Id="rId101" Type="http://schemas.openxmlformats.org/officeDocument/2006/relationships/image" Target="../media/image496.png"/><Relationship Id="rId122" Type="http://schemas.openxmlformats.org/officeDocument/2006/relationships/customXml" Target="../ink/ink509.xml"/><Relationship Id="rId143" Type="http://schemas.openxmlformats.org/officeDocument/2006/relationships/image" Target="../media/image516.png"/><Relationship Id="rId164" Type="http://schemas.openxmlformats.org/officeDocument/2006/relationships/customXml" Target="../ink/ink530.xml"/><Relationship Id="rId185" Type="http://schemas.openxmlformats.org/officeDocument/2006/relationships/image" Target="../media/image536.png"/><Relationship Id="rId350" Type="http://schemas.openxmlformats.org/officeDocument/2006/relationships/image" Target="../media/image616.png"/><Relationship Id="rId371" Type="http://schemas.openxmlformats.org/officeDocument/2006/relationships/customXml" Target="../ink/ink635.xml"/><Relationship Id="rId406" Type="http://schemas.openxmlformats.org/officeDocument/2006/relationships/customXml" Target="../ink/ink653.xml"/><Relationship Id="rId9" Type="http://schemas.openxmlformats.org/officeDocument/2006/relationships/image" Target="../media/image453.png"/><Relationship Id="rId210" Type="http://schemas.openxmlformats.org/officeDocument/2006/relationships/image" Target="../media/image548.png"/><Relationship Id="rId392" Type="http://schemas.openxmlformats.org/officeDocument/2006/relationships/image" Target="../media/image637.png"/><Relationship Id="rId427" Type="http://schemas.openxmlformats.org/officeDocument/2006/relationships/image" Target="../media/image654.png"/><Relationship Id="rId448" Type="http://schemas.openxmlformats.org/officeDocument/2006/relationships/customXml" Target="../ink/ink674.xml"/><Relationship Id="rId469" Type="http://schemas.openxmlformats.org/officeDocument/2006/relationships/image" Target="../media/image675.png"/><Relationship Id="rId26" Type="http://schemas.openxmlformats.org/officeDocument/2006/relationships/image" Target="../media/image42.png"/><Relationship Id="rId231" Type="http://schemas.openxmlformats.org/officeDocument/2006/relationships/customXml" Target="../ink/ink564.xml"/><Relationship Id="rId252" Type="http://schemas.openxmlformats.org/officeDocument/2006/relationships/image" Target="../media/image569.png"/><Relationship Id="rId273" Type="http://schemas.openxmlformats.org/officeDocument/2006/relationships/image" Target="../media/image578.png"/><Relationship Id="rId294" Type="http://schemas.openxmlformats.org/officeDocument/2006/relationships/customXml" Target="../ink/ink596.xml"/><Relationship Id="rId308" Type="http://schemas.openxmlformats.org/officeDocument/2006/relationships/image" Target="../media/image595.png"/><Relationship Id="rId329" Type="http://schemas.openxmlformats.org/officeDocument/2006/relationships/customXml" Target="../ink/ink614.xml"/><Relationship Id="rId47" Type="http://schemas.openxmlformats.org/officeDocument/2006/relationships/image" Target="../media/image471.png"/><Relationship Id="rId68" Type="http://schemas.openxmlformats.org/officeDocument/2006/relationships/image" Target="../media/image481.png"/><Relationship Id="rId89" Type="http://schemas.openxmlformats.org/officeDocument/2006/relationships/image" Target="../media/image490.png"/><Relationship Id="rId112" Type="http://schemas.openxmlformats.org/officeDocument/2006/relationships/customXml" Target="../ink/ink504.xml"/><Relationship Id="rId133" Type="http://schemas.openxmlformats.org/officeDocument/2006/relationships/image" Target="../media/image511.png"/><Relationship Id="rId154" Type="http://schemas.openxmlformats.org/officeDocument/2006/relationships/customXml" Target="../ink/ink525.xml"/><Relationship Id="rId175" Type="http://schemas.openxmlformats.org/officeDocument/2006/relationships/image" Target="../media/image81.png"/><Relationship Id="rId340" Type="http://schemas.openxmlformats.org/officeDocument/2006/relationships/image" Target="../media/image611.png"/><Relationship Id="rId361" Type="http://schemas.openxmlformats.org/officeDocument/2006/relationships/customXml" Target="../ink/ink630.xml"/><Relationship Id="rId196" Type="http://schemas.openxmlformats.org/officeDocument/2006/relationships/image" Target="../media/image541.png"/><Relationship Id="rId200" Type="http://schemas.openxmlformats.org/officeDocument/2006/relationships/image" Target="../media/image543.png"/><Relationship Id="rId382" Type="http://schemas.openxmlformats.org/officeDocument/2006/relationships/image" Target="../media/image632.png"/><Relationship Id="rId417" Type="http://schemas.openxmlformats.org/officeDocument/2006/relationships/image" Target="../media/image649.png"/><Relationship Id="rId438" Type="http://schemas.openxmlformats.org/officeDocument/2006/relationships/customXml" Target="../ink/ink669.xml"/><Relationship Id="rId459" Type="http://schemas.openxmlformats.org/officeDocument/2006/relationships/image" Target="../media/image670.png"/><Relationship Id="rId16" Type="http://schemas.openxmlformats.org/officeDocument/2006/relationships/image" Target="../media/image457.png"/><Relationship Id="rId221" Type="http://schemas.openxmlformats.org/officeDocument/2006/relationships/customXml" Target="../ink/ink559.xml"/><Relationship Id="rId242" Type="http://schemas.openxmlformats.org/officeDocument/2006/relationships/image" Target="../media/image564.png"/><Relationship Id="rId263" Type="http://schemas.openxmlformats.org/officeDocument/2006/relationships/image" Target="../media/image574.png"/><Relationship Id="rId284" Type="http://schemas.openxmlformats.org/officeDocument/2006/relationships/customXml" Target="../ink/ink591.xml"/><Relationship Id="rId319" Type="http://schemas.openxmlformats.org/officeDocument/2006/relationships/customXml" Target="../ink/ink609.xml"/><Relationship Id="rId470" Type="http://schemas.openxmlformats.org/officeDocument/2006/relationships/customXml" Target="../ink/ink685.xml"/><Relationship Id="rId37" Type="http://schemas.openxmlformats.org/officeDocument/2006/relationships/image" Target="../media/image466.png"/><Relationship Id="rId58" Type="http://schemas.openxmlformats.org/officeDocument/2006/relationships/image" Target="../media/image476.png"/><Relationship Id="rId79" Type="http://schemas.openxmlformats.org/officeDocument/2006/relationships/image" Target="../media/image485.png"/><Relationship Id="rId102" Type="http://schemas.openxmlformats.org/officeDocument/2006/relationships/customXml" Target="../ink/ink499.xml"/><Relationship Id="rId123" Type="http://schemas.openxmlformats.org/officeDocument/2006/relationships/image" Target="../media/image506.png"/><Relationship Id="rId144" Type="http://schemas.openxmlformats.org/officeDocument/2006/relationships/customXml" Target="../ink/ink520.xml"/><Relationship Id="rId330" Type="http://schemas.openxmlformats.org/officeDocument/2006/relationships/image" Target="../media/image606.png"/><Relationship Id="rId90" Type="http://schemas.openxmlformats.org/officeDocument/2006/relationships/customXml" Target="../ink/ink493.xml"/><Relationship Id="rId165" Type="http://schemas.openxmlformats.org/officeDocument/2006/relationships/image" Target="../media/image527.png"/><Relationship Id="rId186" Type="http://schemas.openxmlformats.org/officeDocument/2006/relationships/customXml" Target="../ink/ink541.xml"/><Relationship Id="rId351" Type="http://schemas.openxmlformats.org/officeDocument/2006/relationships/customXml" Target="../ink/ink625.xml"/><Relationship Id="rId372" Type="http://schemas.openxmlformats.org/officeDocument/2006/relationships/image" Target="../media/image627.png"/><Relationship Id="rId393" Type="http://schemas.openxmlformats.org/officeDocument/2006/relationships/customXml" Target="../ink/ink646.xml"/><Relationship Id="rId407" Type="http://schemas.openxmlformats.org/officeDocument/2006/relationships/image" Target="../media/image644.png"/><Relationship Id="rId428" Type="http://schemas.openxmlformats.org/officeDocument/2006/relationships/customXml" Target="../ink/ink664.xml"/><Relationship Id="rId449" Type="http://schemas.openxmlformats.org/officeDocument/2006/relationships/image" Target="../media/image665.png"/><Relationship Id="rId211" Type="http://schemas.openxmlformats.org/officeDocument/2006/relationships/customXml" Target="../ink/ink554.xml"/><Relationship Id="rId232" Type="http://schemas.openxmlformats.org/officeDocument/2006/relationships/image" Target="../media/image559.png"/><Relationship Id="rId253" Type="http://schemas.openxmlformats.org/officeDocument/2006/relationships/customXml" Target="../ink/ink575.xml"/><Relationship Id="rId274" Type="http://schemas.openxmlformats.org/officeDocument/2006/relationships/customXml" Target="../ink/ink586.xml"/><Relationship Id="rId295" Type="http://schemas.openxmlformats.org/officeDocument/2006/relationships/image" Target="../media/image589.png"/><Relationship Id="rId309" Type="http://schemas.openxmlformats.org/officeDocument/2006/relationships/customXml" Target="../ink/ink604.xml"/><Relationship Id="rId460" Type="http://schemas.openxmlformats.org/officeDocument/2006/relationships/customXml" Target="../ink/ink680.xml"/><Relationship Id="rId27" Type="http://schemas.openxmlformats.org/officeDocument/2006/relationships/customXml" Target="../ink/ink460.xml"/><Relationship Id="rId48" Type="http://schemas.openxmlformats.org/officeDocument/2006/relationships/customXml" Target="../ink/ink471.xml"/><Relationship Id="rId69" Type="http://schemas.openxmlformats.org/officeDocument/2006/relationships/customXml" Target="../ink/ink482.xml"/><Relationship Id="rId113" Type="http://schemas.openxmlformats.org/officeDocument/2006/relationships/image" Target="../media/image68.png"/><Relationship Id="rId134" Type="http://schemas.openxmlformats.org/officeDocument/2006/relationships/customXml" Target="../ink/ink515.xml"/><Relationship Id="rId320" Type="http://schemas.openxmlformats.org/officeDocument/2006/relationships/image" Target="../media/image601.png"/><Relationship Id="rId80" Type="http://schemas.openxmlformats.org/officeDocument/2006/relationships/customXml" Target="../ink/ink488.xml"/><Relationship Id="rId155" Type="http://schemas.openxmlformats.org/officeDocument/2006/relationships/image" Target="../media/image522.png"/><Relationship Id="rId176" Type="http://schemas.openxmlformats.org/officeDocument/2006/relationships/customXml" Target="../ink/ink536.xml"/><Relationship Id="rId197" Type="http://schemas.openxmlformats.org/officeDocument/2006/relationships/customXml" Target="../ink/ink547.xml"/><Relationship Id="rId341" Type="http://schemas.openxmlformats.org/officeDocument/2006/relationships/customXml" Target="../ink/ink620.xml"/><Relationship Id="rId362" Type="http://schemas.openxmlformats.org/officeDocument/2006/relationships/image" Target="../media/image622.png"/><Relationship Id="rId383" Type="http://schemas.openxmlformats.org/officeDocument/2006/relationships/customXml" Target="../ink/ink641.xml"/><Relationship Id="rId418" Type="http://schemas.openxmlformats.org/officeDocument/2006/relationships/customXml" Target="../ink/ink659.xml"/><Relationship Id="rId439" Type="http://schemas.openxmlformats.org/officeDocument/2006/relationships/image" Target="../media/image660.png"/><Relationship Id="rId201" Type="http://schemas.openxmlformats.org/officeDocument/2006/relationships/customXml" Target="../ink/ink549.xml"/><Relationship Id="rId222" Type="http://schemas.openxmlformats.org/officeDocument/2006/relationships/image" Target="../media/image554.png"/><Relationship Id="rId243" Type="http://schemas.openxmlformats.org/officeDocument/2006/relationships/customXml" Target="../ink/ink570.xml"/><Relationship Id="rId264" Type="http://schemas.openxmlformats.org/officeDocument/2006/relationships/customXml" Target="../ink/ink581.xml"/><Relationship Id="rId285" Type="http://schemas.openxmlformats.org/officeDocument/2006/relationships/image" Target="../media/image584.png"/><Relationship Id="rId450" Type="http://schemas.openxmlformats.org/officeDocument/2006/relationships/customXml" Target="../ink/ink675.xml"/><Relationship Id="rId471" Type="http://schemas.openxmlformats.org/officeDocument/2006/relationships/image" Target="../media/image676.png"/><Relationship Id="rId17" Type="http://schemas.openxmlformats.org/officeDocument/2006/relationships/customXml" Target="../ink/ink455.xml"/><Relationship Id="rId38" Type="http://schemas.openxmlformats.org/officeDocument/2006/relationships/customXml" Target="../ink/ink466.xml"/><Relationship Id="rId59" Type="http://schemas.openxmlformats.org/officeDocument/2006/relationships/customXml" Target="../ink/ink477.xml"/><Relationship Id="rId103" Type="http://schemas.openxmlformats.org/officeDocument/2006/relationships/image" Target="../media/image497.png"/><Relationship Id="rId124" Type="http://schemas.openxmlformats.org/officeDocument/2006/relationships/customXml" Target="../ink/ink510.xml"/><Relationship Id="rId310" Type="http://schemas.openxmlformats.org/officeDocument/2006/relationships/image" Target="../media/image596.png"/><Relationship Id="rId70" Type="http://schemas.openxmlformats.org/officeDocument/2006/relationships/image" Target="../media/image482.png"/><Relationship Id="rId91" Type="http://schemas.openxmlformats.org/officeDocument/2006/relationships/image" Target="../media/image491.png"/><Relationship Id="rId145" Type="http://schemas.openxmlformats.org/officeDocument/2006/relationships/image" Target="../media/image517.png"/><Relationship Id="rId166" Type="http://schemas.openxmlformats.org/officeDocument/2006/relationships/customXml" Target="../ink/ink531.xml"/><Relationship Id="rId187" Type="http://schemas.openxmlformats.org/officeDocument/2006/relationships/customXml" Target="../ink/ink542.xml"/><Relationship Id="rId331" Type="http://schemas.openxmlformats.org/officeDocument/2006/relationships/customXml" Target="../ink/ink615.xml"/><Relationship Id="rId352" Type="http://schemas.openxmlformats.org/officeDocument/2006/relationships/image" Target="../media/image617.png"/><Relationship Id="rId373" Type="http://schemas.openxmlformats.org/officeDocument/2006/relationships/customXml" Target="../ink/ink636.xml"/><Relationship Id="rId394" Type="http://schemas.openxmlformats.org/officeDocument/2006/relationships/image" Target="../media/image638.png"/><Relationship Id="rId408" Type="http://schemas.openxmlformats.org/officeDocument/2006/relationships/customXml" Target="../ink/ink654.xml"/><Relationship Id="rId429" Type="http://schemas.openxmlformats.org/officeDocument/2006/relationships/image" Target="../media/image655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49.png"/><Relationship Id="rId233" Type="http://schemas.openxmlformats.org/officeDocument/2006/relationships/customXml" Target="../ink/ink565.xml"/><Relationship Id="rId254" Type="http://schemas.openxmlformats.org/officeDocument/2006/relationships/image" Target="../media/image570.png"/><Relationship Id="rId440" Type="http://schemas.openxmlformats.org/officeDocument/2006/relationships/customXml" Target="../ink/ink670.xml"/><Relationship Id="rId28" Type="http://schemas.openxmlformats.org/officeDocument/2006/relationships/customXml" Target="../ink/ink461.xml"/><Relationship Id="rId49" Type="http://schemas.openxmlformats.org/officeDocument/2006/relationships/image" Target="../media/image472.png"/><Relationship Id="rId114" Type="http://schemas.openxmlformats.org/officeDocument/2006/relationships/customXml" Target="../ink/ink505.xml"/><Relationship Id="rId275" Type="http://schemas.openxmlformats.org/officeDocument/2006/relationships/image" Target="../media/image579.png"/><Relationship Id="rId296" Type="http://schemas.openxmlformats.org/officeDocument/2006/relationships/customXml" Target="../ink/ink597.xml"/><Relationship Id="rId300" Type="http://schemas.openxmlformats.org/officeDocument/2006/relationships/image" Target="../media/image591.png"/><Relationship Id="rId461" Type="http://schemas.openxmlformats.org/officeDocument/2006/relationships/image" Target="../media/image671.png"/><Relationship Id="rId60" Type="http://schemas.openxmlformats.org/officeDocument/2006/relationships/image" Target="../media/image477.png"/><Relationship Id="rId81" Type="http://schemas.openxmlformats.org/officeDocument/2006/relationships/image" Target="../media/image486.png"/><Relationship Id="rId135" Type="http://schemas.openxmlformats.org/officeDocument/2006/relationships/image" Target="../media/image512.png"/><Relationship Id="rId156" Type="http://schemas.openxmlformats.org/officeDocument/2006/relationships/customXml" Target="../ink/ink526.xml"/><Relationship Id="rId177" Type="http://schemas.openxmlformats.org/officeDocument/2006/relationships/image" Target="../media/image532.png"/><Relationship Id="rId198" Type="http://schemas.openxmlformats.org/officeDocument/2006/relationships/image" Target="../media/image542.png"/><Relationship Id="rId321" Type="http://schemas.openxmlformats.org/officeDocument/2006/relationships/customXml" Target="../ink/ink610.xml"/><Relationship Id="rId342" Type="http://schemas.openxmlformats.org/officeDocument/2006/relationships/image" Target="../media/image612.png"/><Relationship Id="rId363" Type="http://schemas.openxmlformats.org/officeDocument/2006/relationships/customXml" Target="../ink/ink631.xml"/><Relationship Id="rId384" Type="http://schemas.openxmlformats.org/officeDocument/2006/relationships/image" Target="../media/image633.png"/><Relationship Id="rId419" Type="http://schemas.openxmlformats.org/officeDocument/2006/relationships/image" Target="../media/image650.png"/><Relationship Id="rId202" Type="http://schemas.openxmlformats.org/officeDocument/2006/relationships/image" Target="../media/image544.png"/><Relationship Id="rId223" Type="http://schemas.openxmlformats.org/officeDocument/2006/relationships/customXml" Target="../ink/ink560.xml"/><Relationship Id="rId244" Type="http://schemas.openxmlformats.org/officeDocument/2006/relationships/image" Target="../media/image565.png"/><Relationship Id="rId430" Type="http://schemas.openxmlformats.org/officeDocument/2006/relationships/customXml" Target="../ink/ink665.xml"/><Relationship Id="rId18" Type="http://schemas.openxmlformats.org/officeDocument/2006/relationships/image" Target="../media/image458.png"/><Relationship Id="rId39" Type="http://schemas.openxmlformats.org/officeDocument/2006/relationships/image" Target="../media/image467.png"/><Relationship Id="rId265" Type="http://schemas.openxmlformats.org/officeDocument/2006/relationships/image" Target="../media/image575.png"/><Relationship Id="rId286" Type="http://schemas.openxmlformats.org/officeDocument/2006/relationships/customXml" Target="../ink/ink592.xml"/><Relationship Id="rId451" Type="http://schemas.openxmlformats.org/officeDocument/2006/relationships/image" Target="../media/image666.png"/><Relationship Id="rId472" Type="http://schemas.openxmlformats.org/officeDocument/2006/relationships/customXml" Target="../ink/ink686.xml"/><Relationship Id="rId50" Type="http://schemas.openxmlformats.org/officeDocument/2006/relationships/customXml" Target="../ink/ink472.xml"/><Relationship Id="rId104" Type="http://schemas.openxmlformats.org/officeDocument/2006/relationships/customXml" Target="../ink/ink500.xml"/><Relationship Id="rId125" Type="http://schemas.openxmlformats.org/officeDocument/2006/relationships/image" Target="../media/image507.png"/><Relationship Id="rId146" Type="http://schemas.openxmlformats.org/officeDocument/2006/relationships/customXml" Target="../ink/ink521.xml"/><Relationship Id="rId167" Type="http://schemas.openxmlformats.org/officeDocument/2006/relationships/image" Target="../media/image528.png"/><Relationship Id="rId188" Type="http://schemas.openxmlformats.org/officeDocument/2006/relationships/image" Target="../media/image537.png"/><Relationship Id="rId311" Type="http://schemas.openxmlformats.org/officeDocument/2006/relationships/customXml" Target="../ink/ink605.xml"/><Relationship Id="rId332" Type="http://schemas.openxmlformats.org/officeDocument/2006/relationships/image" Target="../media/image607.png"/><Relationship Id="rId353" Type="http://schemas.openxmlformats.org/officeDocument/2006/relationships/customXml" Target="../ink/ink626.xml"/><Relationship Id="rId374" Type="http://schemas.openxmlformats.org/officeDocument/2006/relationships/image" Target="../media/image628.png"/><Relationship Id="rId395" Type="http://schemas.openxmlformats.org/officeDocument/2006/relationships/customXml" Target="../ink/ink647.xml"/><Relationship Id="rId409" Type="http://schemas.openxmlformats.org/officeDocument/2006/relationships/image" Target="../media/image645.png"/><Relationship Id="rId71" Type="http://schemas.openxmlformats.org/officeDocument/2006/relationships/customXml" Target="../ink/ink483.xml"/><Relationship Id="rId92" Type="http://schemas.openxmlformats.org/officeDocument/2006/relationships/customXml" Target="../ink/ink494.xml"/><Relationship Id="rId213" Type="http://schemas.openxmlformats.org/officeDocument/2006/relationships/customXml" Target="../ink/ink555.xml"/><Relationship Id="rId234" Type="http://schemas.openxmlformats.org/officeDocument/2006/relationships/image" Target="../media/image560.png"/><Relationship Id="rId420" Type="http://schemas.openxmlformats.org/officeDocument/2006/relationships/customXml" Target="../ink/ink660.xml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462.png"/><Relationship Id="rId255" Type="http://schemas.openxmlformats.org/officeDocument/2006/relationships/customXml" Target="../ink/ink576.xml"/><Relationship Id="rId276" Type="http://schemas.openxmlformats.org/officeDocument/2006/relationships/customXml" Target="../ink/ink587.xml"/><Relationship Id="rId297" Type="http://schemas.openxmlformats.org/officeDocument/2006/relationships/customXml" Target="../ink/ink598.xml"/><Relationship Id="rId441" Type="http://schemas.openxmlformats.org/officeDocument/2006/relationships/image" Target="../media/image661.png"/><Relationship Id="rId462" Type="http://schemas.openxmlformats.org/officeDocument/2006/relationships/customXml" Target="../ink/ink681.xml"/><Relationship Id="rId40" Type="http://schemas.openxmlformats.org/officeDocument/2006/relationships/customXml" Target="../ink/ink467.xml"/><Relationship Id="rId115" Type="http://schemas.openxmlformats.org/officeDocument/2006/relationships/image" Target="../media/image502.png"/><Relationship Id="rId136" Type="http://schemas.openxmlformats.org/officeDocument/2006/relationships/customXml" Target="../ink/ink516.xml"/><Relationship Id="rId157" Type="http://schemas.openxmlformats.org/officeDocument/2006/relationships/image" Target="../media/image523.png"/><Relationship Id="rId178" Type="http://schemas.openxmlformats.org/officeDocument/2006/relationships/customXml" Target="../ink/ink537.xml"/><Relationship Id="rId301" Type="http://schemas.openxmlformats.org/officeDocument/2006/relationships/customXml" Target="../ink/ink600.xml"/><Relationship Id="rId322" Type="http://schemas.openxmlformats.org/officeDocument/2006/relationships/image" Target="../media/image602.png"/><Relationship Id="rId343" Type="http://schemas.openxmlformats.org/officeDocument/2006/relationships/customXml" Target="../ink/ink621.xml"/><Relationship Id="rId364" Type="http://schemas.openxmlformats.org/officeDocument/2006/relationships/image" Target="../media/image623.png"/><Relationship Id="rId61" Type="http://schemas.openxmlformats.org/officeDocument/2006/relationships/customXml" Target="../ink/ink478.xml"/><Relationship Id="rId82" Type="http://schemas.openxmlformats.org/officeDocument/2006/relationships/customXml" Target="../ink/ink489.xml"/><Relationship Id="rId199" Type="http://schemas.openxmlformats.org/officeDocument/2006/relationships/customXml" Target="../ink/ink548.xml"/><Relationship Id="rId203" Type="http://schemas.openxmlformats.org/officeDocument/2006/relationships/customXml" Target="../ink/ink550.xml"/><Relationship Id="rId385" Type="http://schemas.openxmlformats.org/officeDocument/2006/relationships/customXml" Target="../ink/ink642.xml"/><Relationship Id="rId19" Type="http://schemas.openxmlformats.org/officeDocument/2006/relationships/customXml" Target="../ink/ink456.xml"/><Relationship Id="rId224" Type="http://schemas.openxmlformats.org/officeDocument/2006/relationships/image" Target="../media/image555.png"/><Relationship Id="rId245" Type="http://schemas.openxmlformats.org/officeDocument/2006/relationships/customXml" Target="../ink/ink571.xml"/><Relationship Id="rId266" Type="http://schemas.openxmlformats.org/officeDocument/2006/relationships/customXml" Target="../ink/ink582.xml"/><Relationship Id="rId287" Type="http://schemas.openxmlformats.org/officeDocument/2006/relationships/image" Target="../media/image585.png"/><Relationship Id="rId410" Type="http://schemas.openxmlformats.org/officeDocument/2006/relationships/customXml" Target="../ink/ink655.xml"/><Relationship Id="rId431" Type="http://schemas.openxmlformats.org/officeDocument/2006/relationships/image" Target="../media/image656.png"/><Relationship Id="rId452" Type="http://schemas.openxmlformats.org/officeDocument/2006/relationships/customXml" Target="../ink/ink676.xml"/><Relationship Id="rId473" Type="http://schemas.openxmlformats.org/officeDocument/2006/relationships/image" Target="../media/image677.png"/><Relationship Id="rId30" Type="http://schemas.openxmlformats.org/officeDocument/2006/relationships/customXml" Target="../ink/ink462.xml"/><Relationship Id="rId105" Type="http://schemas.openxmlformats.org/officeDocument/2006/relationships/image" Target="../media/image498.png"/><Relationship Id="rId126" Type="http://schemas.openxmlformats.org/officeDocument/2006/relationships/customXml" Target="../ink/ink511.xml"/><Relationship Id="rId147" Type="http://schemas.openxmlformats.org/officeDocument/2006/relationships/image" Target="../media/image518.png"/><Relationship Id="rId168" Type="http://schemas.openxmlformats.org/officeDocument/2006/relationships/customXml" Target="../ink/ink532.xml"/><Relationship Id="rId312" Type="http://schemas.openxmlformats.org/officeDocument/2006/relationships/image" Target="../media/image597.png"/><Relationship Id="rId333" Type="http://schemas.openxmlformats.org/officeDocument/2006/relationships/customXml" Target="../ink/ink616.xml"/><Relationship Id="rId354" Type="http://schemas.openxmlformats.org/officeDocument/2006/relationships/image" Target="../media/image618.png"/><Relationship Id="rId51" Type="http://schemas.openxmlformats.org/officeDocument/2006/relationships/image" Target="../media/image473.png"/><Relationship Id="rId72" Type="http://schemas.openxmlformats.org/officeDocument/2006/relationships/image" Target="../media/image77.png"/><Relationship Id="rId93" Type="http://schemas.openxmlformats.org/officeDocument/2006/relationships/image" Target="../media/image492.png"/><Relationship Id="rId189" Type="http://schemas.openxmlformats.org/officeDocument/2006/relationships/customXml" Target="../ink/ink543.xml"/><Relationship Id="rId375" Type="http://schemas.openxmlformats.org/officeDocument/2006/relationships/customXml" Target="../ink/ink637.xml"/><Relationship Id="rId396" Type="http://schemas.openxmlformats.org/officeDocument/2006/relationships/customXml" Target="../ink/ink648.xml"/><Relationship Id="rId3" Type="http://schemas.openxmlformats.org/officeDocument/2006/relationships/image" Target="../media/image450.png"/><Relationship Id="rId214" Type="http://schemas.openxmlformats.org/officeDocument/2006/relationships/image" Target="../media/image550.png"/><Relationship Id="rId235" Type="http://schemas.openxmlformats.org/officeDocument/2006/relationships/customXml" Target="../ink/ink566.xml"/><Relationship Id="rId256" Type="http://schemas.openxmlformats.org/officeDocument/2006/relationships/customXml" Target="../ink/ink577.xml"/><Relationship Id="rId277" Type="http://schemas.openxmlformats.org/officeDocument/2006/relationships/image" Target="../media/image580.png"/><Relationship Id="rId298" Type="http://schemas.openxmlformats.org/officeDocument/2006/relationships/image" Target="../media/image590.png"/><Relationship Id="rId400" Type="http://schemas.openxmlformats.org/officeDocument/2006/relationships/customXml" Target="../ink/ink650.xml"/><Relationship Id="rId421" Type="http://schemas.openxmlformats.org/officeDocument/2006/relationships/image" Target="../media/image651.png"/><Relationship Id="rId442" Type="http://schemas.openxmlformats.org/officeDocument/2006/relationships/customXml" Target="../ink/ink671.xml"/><Relationship Id="rId463" Type="http://schemas.openxmlformats.org/officeDocument/2006/relationships/image" Target="../media/image672.png"/><Relationship Id="rId116" Type="http://schemas.openxmlformats.org/officeDocument/2006/relationships/customXml" Target="../ink/ink506.xml"/><Relationship Id="rId137" Type="http://schemas.openxmlformats.org/officeDocument/2006/relationships/image" Target="../media/image513.png"/><Relationship Id="rId158" Type="http://schemas.openxmlformats.org/officeDocument/2006/relationships/customXml" Target="../ink/ink527.xml"/><Relationship Id="rId302" Type="http://schemas.openxmlformats.org/officeDocument/2006/relationships/image" Target="../media/image592.png"/><Relationship Id="rId323" Type="http://schemas.openxmlformats.org/officeDocument/2006/relationships/customXml" Target="../ink/ink611.xml"/><Relationship Id="rId344" Type="http://schemas.openxmlformats.org/officeDocument/2006/relationships/image" Target="../media/image613.png"/><Relationship Id="rId20" Type="http://schemas.openxmlformats.org/officeDocument/2006/relationships/image" Target="../media/image459.png"/><Relationship Id="rId41" Type="http://schemas.openxmlformats.org/officeDocument/2006/relationships/image" Target="../media/image468.png"/><Relationship Id="rId62" Type="http://schemas.openxmlformats.org/officeDocument/2006/relationships/image" Target="../media/image478.png"/><Relationship Id="rId83" Type="http://schemas.openxmlformats.org/officeDocument/2006/relationships/image" Target="../media/image487.png"/><Relationship Id="rId179" Type="http://schemas.openxmlformats.org/officeDocument/2006/relationships/image" Target="../media/image533.png"/><Relationship Id="rId365" Type="http://schemas.openxmlformats.org/officeDocument/2006/relationships/customXml" Target="../ink/ink632.xml"/><Relationship Id="rId386" Type="http://schemas.openxmlformats.org/officeDocument/2006/relationships/image" Target="../media/image634.png"/><Relationship Id="rId190" Type="http://schemas.openxmlformats.org/officeDocument/2006/relationships/image" Target="../media/image538.png"/><Relationship Id="rId204" Type="http://schemas.openxmlformats.org/officeDocument/2006/relationships/image" Target="../media/image545.png"/><Relationship Id="rId225" Type="http://schemas.openxmlformats.org/officeDocument/2006/relationships/customXml" Target="../ink/ink561.xml"/><Relationship Id="rId246" Type="http://schemas.openxmlformats.org/officeDocument/2006/relationships/image" Target="../media/image566.png"/><Relationship Id="rId267" Type="http://schemas.openxmlformats.org/officeDocument/2006/relationships/image" Target="../media/image576.png"/><Relationship Id="rId288" Type="http://schemas.openxmlformats.org/officeDocument/2006/relationships/customXml" Target="../ink/ink593.xml"/><Relationship Id="rId411" Type="http://schemas.openxmlformats.org/officeDocument/2006/relationships/image" Target="../media/image646.png"/><Relationship Id="rId432" Type="http://schemas.openxmlformats.org/officeDocument/2006/relationships/customXml" Target="../ink/ink666.xml"/><Relationship Id="rId453" Type="http://schemas.openxmlformats.org/officeDocument/2006/relationships/image" Target="../media/image667.png"/><Relationship Id="rId474" Type="http://schemas.openxmlformats.org/officeDocument/2006/relationships/customXml" Target="../ink/ink687.xml"/><Relationship Id="rId106" Type="http://schemas.openxmlformats.org/officeDocument/2006/relationships/customXml" Target="../ink/ink501.xml"/><Relationship Id="rId127" Type="http://schemas.openxmlformats.org/officeDocument/2006/relationships/image" Target="../media/image508.png"/><Relationship Id="rId313" Type="http://schemas.openxmlformats.org/officeDocument/2006/relationships/customXml" Target="../ink/ink606.xml"/><Relationship Id="rId10" Type="http://schemas.openxmlformats.org/officeDocument/2006/relationships/image" Target="../media/image454.png"/><Relationship Id="rId31" Type="http://schemas.openxmlformats.org/officeDocument/2006/relationships/image" Target="../media/image463.png"/><Relationship Id="rId52" Type="http://schemas.openxmlformats.org/officeDocument/2006/relationships/customXml" Target="../ink/ink473.xml"/><Relationship Id="rId73" Type="http://schemas.openxmlformats.org/officeDocument/2006/relationships/customXml" Target="../ink/ink484.xml"/><Relationship Id="rId94" Type="http://schemas.openxmlformats.org/officeDocument/2006/relationships/customXml" Target="../ink/ink495.xml"/><Relationship Id="rId148" Type="http://schemas.openxmlformats.org/officeDocument/2006/relationships/customXml" Target="../ink/ink522.xml"/><Relationship Id="rId169" Type="http://schemas.openxmlformats.org/officeDocument/2006/relationships/image" Target="../media/image529.png"/><Relationship Id="rId334" Type="http://schemas.openxmlformats.org/officeDocument/2006/relationships/image" Target="../media/image608.png"/><Relationship Id="rId355" Type="http://schemas.openxmlformats.org/officeDocument/2006/relationships/customXml" Target="../ink/ink627.xml"/><Relationship Id="rId376" Type="http://schemas.openxmlformats.org/officeDocument/2006/relationships/image" Target="../media/image629.png"/><Relationship Id="rId397" Type="http://schemas.openxmlformats.org/officeDocument/2006/relationships/image" Target="../media/image639.png"/><Relationship Id="rId4" Type="http://schemas.openxmlformats.org/officeDocument/2006/relationships/customXml" Target="../ink/ink449.xml"/><Relationship Id="rId180" Type="http://schemas.openxmlformats.org/officeDocument/2006/relationships/customXml" Target="../ink/ink538.xml"/><Relationship Id="rId215" Type="http://schemas.openxmlformats.org/officeDocument/2006/relationships/customXml" Target="../ink/ink556.xml"/><Relationship Id="rId236" Type="http://schemas.openxmlformats.org/officeDocument/2006/relationships/image" Target="../media/image561.png"/><Relationship Id="rId257" Type="http://schemas.openxmlformats.org/officeDocument/2006/relationships/image" Target="../media/image571.png"/><Relationship Id="rId278" Type="http://schemas.openxmlformats.org/officeDocument/2006/relationships/customXml" Target="../ink/ink588.xml"/><Relationship Id="rId401" Type="http://schemas.openxmlformats.org/officeDocument/2006/relationships/image" Target="../media/image641.png"/><Relationship Id="rId422" Type="http://schemas.openxmlformats.org/officeDocument/2006/relationships/customXml" Target="../ink/ink661.xml"/><Relationship Id="rId443" Type="http://schemas.openxmlformats.org/officeDocument/2006/relationships/image" Target="../media/image662.png"/><Relationship Id="rId464" Type="http://schemas.openxmlformats.org/officeDocument/2006/relationships/customXml" Target="../ink/ink682.xml"/><Relationship Id="rId303" Type="http://schemas.openxmlformats.org/officeDocument/2006/relationships/customXml" Target="../ink/ink601.xml"/><Relationship Id="rId42" Type="http://schemas.openxmlformats.org/officeDocument/2006/relationships/customXml" Target="../ink/ink468.xml"/><Relationship Id="rId84" Type="http://schemas.openxmlformats.org/officeDocument/2006/relationships/customXml" Target="../ink/ink490.xml"/><Relationship Id="rId138" Type="http://schemas.openxmlformats.org/officeDocument/2006/relationships/customXml" Target="../ink/ink517.xml"/><Relationship Id="rId345" Type="http://schemas.openxmlformats.org/officeDocument/2006/relationships/customXml" Target="../ink/ink622.xml"/><Relationship Id="rId387" Type="http://schemas.openxmlformats.org/officeDocument/2006/relationships/customXml" Target="../ink/ink643.xml"/><Relationship Id="rId191" Type="http://schemas.openxmlformats.org/officeDocument/2006/relationships/customXml" Target="../ink/ink544.xml"/><Relationship Id="rId205" Type="http://schemas.openxmlformats.org/officeDocument/2006/relationships/customXml" Target="../ink/ink551.xml"/><Relationship Id="rId247" Type="http://schemas.openxmlformats.org/officeDocument/2006/relationships/customXml" Target="../ink/ink572.xml"/><Relationship Id="rId412" Type="http://schemas.openxmlformats.org/officeDocument/2006/relationships/customXml" Target="../ink/ink656.xml"/><Relationship Id="rId107" Type="http://schemas.openxmlformats.org/officeDocument/2006/relationships/image" Target="../media/image499.png"/><Relationship Id="rId289" Type="http://schemas.openxmlformats.org/officeDocument/2006/relationships/image" Target="../media/image586.png"/><Relationship Id="rId454" Type="http://schemas.openxmlformats.org/officeDocument/2006/relationships/customXml" Target="../ink/ink677.xml"/><Relationship Id="rId11" Type="http://schemas.openxmlformats.org/officeDocument/2006/relationships/customXml" Target="../ink/ink452.xml"/><Relationship Id="rId53" Type="http://schemas.openxmlformats.org/officeDocument/2006/relationships/image" Target="../media/image474.png"/><Relationship Id="rId149" Type="http://schemas.openxmlformats.org/officeDocument/2006/relationships/image" Target="../media/image519.png"/><Relationship Id="rId314" Type="http://schemas.openxmlformats.org/officeDocument/2006/relationships/image" Target="../media/image598.png"/><Relationship Id="rId356" Type="http://schemas.openxmlformats.org/officeDocument/2006/relationships/image" Target="../media/image619.png"/><Relationship Id="rId398" Type="http://schemas.openxmlformats.org/officeDocument/2006/relationships/customXml" Target="../ink/ink649.xml"/><Relationship Id="rId95" Type="http://schemas.openxmlformats.org/officeDocument/2006/relationships/image" Target="../media/image493.png"/><Relationship Id="rId160" Type="http://schemas.openxmlformats.org/officeDocument/2006/relationships/customXml" Target="../ink/ink528.xml"/><Relationship Id="rId216" Type="http://schemas.openxmlformats.org/officeDocument/2006/relationships/image" Target="../media/image551.png"/><Relationship Id="rId423" Type="http://schemas.openxmlformats.org/officeDocument/2006/relationships/image" Target="../media/image652.png"/><Relationship Id="rId258" Type="http://schemas.openxmlformats.org/officeDocument/2006/relationships/customXml" Target="../ink/ink578.xml"/><Relationship Id="rId465" Type="http://schemas.openxmlformats.org/officeDocument/2006/relationships/image" Target="../media/image673.png"/><Relationship Id="rId22" Type="http://schemas.openxmlformats.org/officeDocument/2006/relationships/image" Target="../media/image460.png"/><Relationship Id="rId64" Type="http://schemas.openxmlformats.org/officeDocument/2006/relationships/image" Target="../media/image479.png"/><Relationship Id="rId118" Type="http://schemas.openxmlformats.org/officeDocument/2006/relationships/customXml" Target="../ink/ink507.xml"/><Relationship Id="rId325" Type="http://schemas.openxmlformats.org/officeDocument/2006/relationships/customXml" Target="../ink/ink612.xml"/><Relationship Id="rId367" Type="http://schemas.openxmlformats.org/officeDocument/2006/relationships/customXml" Target="../ink/ink633.xml"/><Relationship Id="rId171" Type="http://schemas.openxmlformats.org/officeDocument/2006/relationships/image" Target="../media/image530.png"/><Relationship Id="rId227" Type="http://schemas.openxmlformats.org/officeDocument/2006/relationships/customXml" Target="../ink/ink562.xml"/><Relationship Id="rId269" Type="http://schemas.openxmlformats.org/officeDocument/2006/relationships/image" Target="../media/image41.png"/><Relationship Id="rId434" Type="http://schemas.openxmlformats.org/officeDocument/2006/relationships/customXml" Target="../ink/ink667.xml"/><Relationship Id="rId33" Type="http://schemas.openxmlformats.org/officeDocument/2006/relationships/image" Target="../media/image464.png"/><Relationship Id="rId129" Type="http://schemas.openxmlformats.org/officeDocument/2006/relationships/image" Target="../media/image509.png"/><Relationship Id="rId280" Type="http://schemas.openxmlformats.org/officeDocument/2006/relationships/customXml" Target="../ink/ink589.xml"/><Relationship Id="rId336" Type="http://schemas.openxmlformats.org/officeDocument/2006/relationships/image" Target="../media/image609.png"/><Relationship Id="rId75" Type="http://schemas.openxmlformats.org/officeDocument/2006/relationships/image" Target="../media/image483.png"/><Relationship Id="rId140" Type="http://schemas.openxmlformats.org/officeDocument/2006/relationships/customXml" Target="../ink/ink518.xml"/><Relationship Id="rId182" Type="http://schemas.openxmlformats.org/officeDocument/2006/relationships/customXml" Target="../ink/ink539.xml"/><Relationship Id="rId378" Type="http://schemas.openxmlformats.org/officeDocument/2006/relationships/image" Target="../media/image630.png"/><Relationship Id="rId403" Type="http://schemas.openxmlformats.org/officeDocument/2006/relationships/image" Target="../media/image642.png"/><Relationship Id="rId6" Type="http://schemas.openxmlformats.org/officeDocument/2006/relationships/customXml" Target="../ink/ink450.xml"/><Relationship Id="rId238" Type="http://schemas.openxmlformats.org/officeDocument/2006/relationships/image" Target="../media/image562.png"/><Relationship Id="rId445" Type="http://schemas.openxmlformats.org/officeDocument/2006/relationships/image" Target="../media/image663.png"/><Relationship Id="rId291" Type="http://schemas.openxmlformats.org/officeDocument/2006/relationships/image" Target="../media/image587.png"/><Relationship Id="rId305" Type="http://schemas.openxmlformats.org/officeDocument/2006/relationships/customXml" Target="../ink/ink602.xml"/><Relationship Id="rId347" Type="http://schemas.openxmlformats.org/officeDocument/2006/relationships/customXml" Target="../ink/ink623.xml"/><Relationship Id="rId44" Type="http://schemas.openxmlformats.org/officeDocument/2006/relationships/customXml" Target="../ink/ink469.xml"/><Relationship Id="rId86" Type="http://schemas.openxmlformats.org/officeDocument/2006/relationships/customXml" Target="../ink/ink491.xml"/><Relationship Id="rId151" Type="http://schemas.openxmlformats.org/officeDocument/2006/relationships/image" Target="../media/image520.png"/><Relationship Id="rId389" Type="http://schemas.openxmlformats.org/officeDocument/2006/relationships/customXml" Target="../ink/ink644.xml"/><Relationship Id="rId193" Type="http://schemas.openxmlformats.org/officeDocument/2006/relationships/customXml" Target="../ink/ink545.xml"/><Relationship Id="rId207" Type="http://schemas.openxmlformats.org/officeDocument/2006/relationships/customXml" Target="../ink/ink552.xml"/><Relationship Id="rId249" Type="http://schemas.openxmlformats.org/officeDocument/2006/relationships/customXml" Target="../ink/ink573.xml"/><Relationship Id="rId414" Type="http://schemas.openxmlformats.org/officeDocument/2006/relationships/customXml" Target="../ink/ink657.xml"/><Relationship Id="rId456" Type="http://schemas.openxmlformats.org/officeDocument/2006/relationships/customXml" Target="../ink/ink67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45.xml"/><Relationship Id="rId299" Type="http://schemas.openxmlformats.org/officeDocument/2006/relationships/image" Target="../media/image818.png"/><Relationship Id="rId303" Type="http://schemas.openxmlformats.org/officeDocument/2006/relationships/image" Target="../media/image820.png"/><Relationship Id="rId21" Type="http://schemas.openxmlformats.org/officeDocument/2006/relationships/customXml" Target="../ink/ink696.xml"/><Relationship Id="rId42" Type="http://schemas.openxmlformats.org/officeDocument/2006/relationships/image" Target="../media/image700.png"/><Relationship Id="rId63" Type="http://schemas.openxmlformats.org/officeDocument/2006/relationships/customXml" Target="../ink/ink717.xml"/><Relationship Id="rId84" Type="http://schemas.openxmlformats.org/officeDocument/2006/relationships/customXml" Target="../ink/ink728.xml"/><Relationship Id="rId138" Type="http://schemas.openxmlformats.org/officeDocument/2006/relationships/customXml" Target="../ink/ink756.xml"/><Relationship Id="rId159" Type="http://schemas.openxmlformats.org/officeDocument/2006/relationships/customXml" Target="../ink/ink767.xml"/><Relationship Id="rId324" Type="http://schemas.openxmlformats.org/officeDocument/2006/relationships/image" Target="../media/image829.png"/><Relationship Id="rId345" Type="http://schemas.openxmlformats.org/officeDocument/2006/relationships/customXml" Target="../ink/ink862.xml"/><Relationship Id="rId366" Type="http://schemas.openxmlformats.org/officeDocument/2006/relationships/image" Target="../media/image850.png"/><Relationship Id="rId170" Type="http://schemas.openxmlformats.org/officeDocument/2006/relationships/customXml" Target="../ink/ink773.xml"/><Relationship Id="rId191" Type="http://schemas.openxmlformats.org/officeDocument/2006/relationships/image" Target="../media/image769.png"/><Relationship Id="rId205" Type="http://schemas.openxmlformats.org/officeDocument/2006/relationships/image" Target="../media/image774.png"/><Relationship Id="rId226" Type="http://schemas.openxmlformats.org/officeDocument/2006/relationships/customXml" Target="../ink/ink801.xml"/><Relationship Id="rId247" Type="http://schemas.openxmlformats.org/officeDocument/2006/relationships/image" Target="../media/image795.png"/><Relationship Id="rId107" Type="http://schemas.openxmlformats.org/officeDocument/2006/relationships/customXml" Target="../ink/ink740.xml"/><Relationship Id="rId268" Type="http://schemas.openxmlformats.org/officeDocument/2006/relationships/customXml" Target="../ink/ink822.xml"/><Relationship Id="rId289" Type="http://schemas.openxmlformats.org/officeDocument/2006/relationships/image" Target="../media/image813.png"/><Relationship Id="rId11" Type="http://schemas.openxmlformats.org/officeDocument/2006/relationships/image" Target="../media/image684.png"/><Relationship Id="rId32" Type="http://schemas.openxmlformats.org/officeDocument/2006/relationships/image" Target="../media/image695.png"/><Relationship Id="rId53" Type="http://schemas.openxmlformats.org/officeDocument/2006/relationships/customXml" Target="../ink/ink712.xml"/><Relationship Id="rId74" Type="http://schemas.openxmlformats.org/officeDocument/2006/relationships/customXml" Target="../ink/ink723.xml"/><Relationship Id="rId128" Type="http://schemas.openxmlformats.org/officeDocument/2006/relationships/customXml" Target="../ink/ink751.xml"/><Relationship Id="rId149" Type="http://schemas.openxmlformats.org/officeDocument/2006/relationships/image" Target="../media/image749.png"/><Relationship Id="rId314" Type="http://schemas.openxmlformats.org/officeDocument/2006/relationships/customXml" Target="../ink/ink846.xml"/><Relationship Id="rId335" Type="http://schemas.openxmlformats.org/officeDocument/2006/relationships/customXml" Target="../ink/ink857.xml"/><Relationship Id="rId356" Type="http://schemas.openxmlformats.org/officeDocument/2006/relationships/image" Target="../media/image845.png"/><Relationship Id="rId5" Type="http://schemas.openxmlformats.org/officeDocument/2006/relationships/customXml" Target="../ink/ink689.xml"/><Relationship Id="rId95" Type="http://schemas.openxmlformats.org/officeDocument/2006/relationships/image" Target="../media/image723.png"/><Relationship Id="rId160" Type="http://schemas.openxmlformats.org/officeDocument/2006/relationships/image" Target="../media/image754.png"/><Relationship Id="rId181" Type="http://schemas.openxmlformats.org/officeDocument/2006/relationships/image" Target="../media/image764.png"/><Relationship Id="rId216" Type="http://schemas.openxmlformats.org/officeDocument/2006/relationships/customXml" Target="../ink/ink796.xml"/><Relationship Id="rId237" Type="http://schemas.openxmlformats.org/officeDocument/2006/relationships/image" Target="../media/image790.png"/><Relationship Id="rId258" Type="http://schemas.openxmlformats.org/officeDocument/2006/relationships/customXml" Target="../ink/ink817.xml"/><Relationship Id="rId279" Type="http://schemas.openxmlformats.org/officeDocument/2006/relationships/image" Target="../media/image808.png"/><Relationship Id="rId22" Type="http://schemas.openxmlformats.org/officeDocument/2006/relationships/image" Target="../media/image690.png"/><Relationship Id="rId43" Type="http://schemas.openxmlformats.org/officeDocument/2006/relationships/customXml" Target="../ink/ink707.xml"/><Relationship Id="rId64" Type="http://schemas.openxmlformats.org/officeDocument/2006/relationships/image" Target="../media/image710.png"/><Relationship Id="rId118" Type="http://schemas.openxmlformats.org/officeDocument/2006/relationships/image" Target="../media/image734.png"/><Relationship Id="rId139" Type="http://schemas.openxmlformats.org/officeDocument/2006/relationships/image" Target="../media/image744.png"/><Relationship Id="rId290" Type="http://schemas.openxmlformats.org/officeDocument/2006/relationships/customXml" Target="../ink/ink834.xml"/><Relationship Id="rId304" Type="http://schemas.openxmlformats.org/officeDocument/2006/relationships/customXml" Target="../ink/ink841.xml"/><Relationship Id="rId325" Type="http://schemas.openxmlformats.org/officeDocument/2006/relationships/customXml" Target="../ink/ink852.xml"/><Relationship Id="rId346" Type="http://schemas.openxmlformats.org/officeDocument/2006/relationships/image" Target="../media/image840.png"/><Relationship Id="rId367" Type="http://schemas.openxmlformats.org/officeDocument/2006/relationships/customXml" Target="../ink/ink873.xml"/><Relationship Id="rId85" Type="http://schemas.openxmlformats.org/officeDocument/2006/relationships/image" Target="../media/image719.png"/><Relationship Id="rId150" Type="http://schemas.openxmlformats.org/officeDocument/2006/relationships/customXml" Target="../ink/ink762.xml"/><Relationship Id="rId171" Type="http://schemas.openxmlformats.org/officeDocument/2006/relationships/image" Target="../media/image759.png"/><Relationship Id="rId192" Type="http://schemas.openxmlformats.org/officeDocument/2006/relationships/customXml" Target="../ink/ink784.xml"/><Relationship Id="rId206" Type="http://schemas.openxmlformats.org/officeDocument/2006/relationships/customXml" Target="../ink/ink791.xml"/><Relationship Id="rId227" Type="http://schemas.openxmlformats.org/officeDocument/2006/relationships/image" Target="../media/image785.png"/><Relationship Id="rId248" Type="http://schemas.openxmlformats.org/officeDocument/2006/relationships/customXml" Target="../ink/ink812.xml"/><Relationship Id="rId269" Type="http://schemas.openxmlformats.org/officeDocument/2006/relationships/image" Target="../media/image806.png"/><Relationship Id="rId12" Type="http://schemas.openxmlformats.org/officeDocument/2006/relationships/image" Target="../media/image685.png"/><Relationship Id="rId33" Type="http://schemas.openxmlformats.org/officeDocument/2006/relationships/customXml" Target="../ink/ink702.xml"/><Relationship Id="rId108" Type="http://schemas.openxmlformats.org/officeDocument/2006/relationships/image" Target="../media/image729.png"/><Relationship Id="rId129" Type="http://schemas.openxmlformats.org/officeDocument/2006/relationships/image" Target="../media/image739.png"/><Relationship Id="rId280" Type="http://schemas.openxmlformats.org/officeDocument/2006/relationships/customXml" Target="../ink/ink829.xml"/><Relationship Id="rId315" Type="http://schemas.openxmlformats.org/officeDocument/2006/relationships/image" Target="../media/image825.png"/><Relationship Id="rId336" Type="http://schemas.openxmlformats.org/officeDocument/2006/relationships/image" Target="../media/image835.png"/><Relationship Id="rId357" Type="http://schemas.openxmlformats.org/officeDocument/2006/relationships/customXml" Target="../ink/ink868.xml"/><Relationship Id="rId54" Type="http://schemas.openxmlformats.org/officeDocument/2006/relationships/image" Target="../media/image706.png"/><Relationship Id="rId75" Type="http://schemas.openxmlformats.org/officeDocument/2006/relationships/image" Target="../media/image715.png"/><Relationship Id="rId96" Type="http://schemas.openxmlformats.org/officeDocument/2006/relationships/customXml" Target="../ink/ink734.xml"/><Relationship Id="rId140" Type="http://schemas.openxmlformats.org/officeDocument/2006/relationships/customXml" Target="../ink/ink757.xml"/><Relationship Id="rId161" Type="http://schemas.openxmlformats.org/officeDocument/2006/relationships/customXml" Target="../ink/ink768.xml"/><Relationship Id="rId182" Type="http://schemas.openxmlformats.org/officeDocument/2006/relationships/customXml" Target="../ink/ink779.xml"/><Relationship Id="rId217" Type="http://schemas.openxmlformats.org/officeDocument/2006/relationships/image" Target="../media/image780.png"/><Relationship Id="rId6" Type="http://schemas.openxmlformats.org/officeDocument/2006/relationships/image" Target="../media/image681.png"/><Relationship Id="rId238" Type="http://schemas.openxmlformats.org/officeDocument/2006/relationships/customXml" Target="../ink/ink807.xml"/><Relationship Id="rId259" Type="http://schemas.openxmlformats.org/officeDocument/2006/relationships/image" Target="../media/image801.png"/><Relationship Id="rId23" Type="http://schemas.openxmlformats.org/officeDocument/2006/relationships/customXml" Target="../ink/ink697.xml"/><Relationship Id="rId119" Type="http://schemas.openxmlformats.org/officeDocument/2006/relationships/customXml" Target="../ink/ink746.xml"/><Relationship Id="rId270" Type="http://schemas.openxmlformats.org/officeDocument/2006/relationships/customXml" Target="../ink/ink823.xml"/><Relationship Id="rId291" Type="http://schemas.openxmlformats.org/officeDocument/2006/relationships/image" Target="../media/image814.png"/><Relationship Id="rId305" Type="http://schemas.openxmlformats.org/officeDocument/2006/relationships/image" Target="../media/image68.png"/><Relationship Id="rId326" Type="http://schemas.openxmlformats.org/officeDocument/2006/relationships/image" Target="../media/image830.png"/><Relationship Id="rId347" Type="http://schemas.openxmlformats.org/officeDocument/2006/relationships/customXml" Target="../ink/ink863.xml"/><Relationship Id="rId44" Type="http://schemas.openxmlformats.org/officeDocument/2006/relationships/image" Target="../media/image701.png"/><Relationship Id="rId65" Type="http://schemas.openxmlformats.org/officeDocument/2006/relationships/customXml" Target="../ink/ink718.xml"/><Relationship Id="rId86" Type="http://schemas.openxmlformats.org/officeDocument/2006/relationships/customXml" Target="../ink/ink729.xml"/><Relationship Id="rId130" Type="http://schemas.openxmlformats.org/officeDocument/2006/relationships/customXml" Target="../ink/ink752.xml"/><Relationship Id="rId151" Type="http://schemas.openxmlformats.org/officeDocument/2006/relationships/image" Target="../media/image750.png"/><Relationship Id="rId368" Type="http://schemas.openxmlformats.org/officeDocument/2006/relationships/image" Target="../media/image851.png"/><Relationship Id="rId172" Type="http://schemas.openxmlformats.org/officeDocument/2006/relationships/customXml" Target="../ink/ink774.xml"/><Relationship Id="rId193" Type="http://schemas.openxmlformats.org/officeDocument/2006/relationships/image" Target="../media/image770.png"/><Relationship Id="rId207" Type="http://schemas.openxmlformats.org/officeDocument/2006/relationships/image" Target="../media/image775.png"/><Relationship Id="rId228" Type="http://schemas.openxmlformats.org/officeDocument/2006/relationships/customXml" Target="../ink/ink802.xml"/><Relationship Id="rId249" Type="http://schemas.openxmlformats.org/officeDocument/2006/relationships/image" Target="../media/image796.png"/><Relationship Id="rId13" Type="http://schemas.openxmlformats.org/officeDocument/2006/relationships/customXml" Target="../ink/ink692.xml"/><Relationship Id="rId109" Type="http://schemas.openxmlformats.org/officeDocument/2006/relationships/customXml" Target="../ink/ink741.xml"/><Relationship Id="rId260" Type="http://schemas.openxmlformats.org/officeDocument/2006/relationships/customXml" Target="../ink/ink818.xml"/><Relationship Id="rId281" Type="http://schemas.openxmlformats.org/officeDocument/2006/relationships/image" Target="../media/image809.png"/><Relationship Id="rId316" Type="http://schemas.openxmlformats.org/officeDocument/2006/relationships/customXml" Target="../ink/ink847.xml"/><Relationship Id="rId337" Type="http://schemas.openxmlformats.org/officeDocument/2006/relationships/customXml" Target="../ink/ink858.xml"/><Relationship Id="rId34" Type="http://schemas.openxmlformats.org/officeDocument/2006/relationships/image" Target="../media/image696.png"/><Relationship Id="rId55" Type="http://schemas.openxmlformats.org/officeDocument/2006/relationships/customXml" Target="../ink/ink713.xml"/><Relationship Id="rId76" Type="http://schemas.openxmlformats.org/officeDocument/2006/relationships/customXml" Target="../ink/ink724.xml"/><Relationship Id="rId97" Type="http://schemas.openxmlformats.org/officeDocument/2006/relationships/image" Target="../media/image724.png"/><Relationship Id="rId120" Type="http://schemas.openxmlformats.org/officeDocument/2006/relationships/image" Target="../media/image735.png"/><Relationship Id="rId141" Type="http://schemas.openxmlformats.org/officeDocument/2006/relationships/image" Target="../media/image745.png"/><Relationship Id="rId358" Type="http://schemas.openxmlformats.org/officeDocument/2006/relationships/image" Target="../media/image846.png"/><Relationship Id="rId7" Type="http://schemas.openxmlformats.org/officeDocument/2006/relationships/customXml" Target="../ink/ink690.xml"/><Relationship Id="rId162" Type="http://schemas.openxmlformats.org/officeDocument/2006/relationships/customXml" Target="../ink/ink769.xml"/><Relationship Id="rId183" Type="http://schemas.openxmlformats.org/officeDocument/2006/relationships/image" Target="../media/image765.png"/><Relationship Id="rId218" Type="http://schemas.openxmlformats.org/officeDocument/2006/relationships/customXml" Target="../ink/ink797.xml"/><Relationship Id="rId239" Type="http://schemas.openxmlformats.org/officeDocument/2006/relationships/image" Target="../media/image791.png"/><Relationship Id="rId250" Type="http://schemas.openxmlformats.org/officeDocument/2006/relationships/customXml" Target="../ink/ink813.xml"/><Relationship Id="rId271" Type="http://schemas.openxmlformats.org/officeDocument/2006/relationships/image" Target="../media/image133.png"/><Relationship Id="rId292" Type="http://schemas.openxmlformats.org/officeDocument/2006/relationships/customXml" Target="../ink/ink835.xml"/><Relationship Id="rId306" Type="http://schemas.openxmlformats.org/officeDocument/2006/relationships/customXml" Target="../ink/ink842.xml"/><Relationship Id="rId24" Type="http://schemas.openxmlformats.org/officeDocument/2006/relationships/image" Target="../media/image691.png"/><Relationship Id="rId45" Type="http://schemas.openxmlformats.org/officeDocument/2006/relationships/customXml" Target="../ink/ink708.xml"/><Relationship Id="rId66" Type="http://schemas.openxmlformats.org/officeDocument/2006/relationships/image" Target="../media/image711.png"/><Relationship Id="rId87" Type="http://schemas.openxmlformats.org/officeDocument/2006/relationships/image" Target="../media/image720.png"/><Relationship Id="rId110" Type="http://schemas.openxmlformats.org/officeDocument/2006/relationships/image" Target="../media/image730.png"/><Relationship Id="rId131" Type="http://schemas.openxmlformats.org/officeDocument/2006/relationships/image" Target="../media/image740.png"/><Relationship Id="rId327" Type="http://schemas.openxmlformats.org/officeDocument/2006/relationships/customXml" Target="../ink/ink853.xml"/><Relationship Id="rId348" Type="http://schemas.openxmlformats.org/officeDocument/2006/relationships/image" Target="../media/image841.png"/><Relationship Id="rId369" Type="http://schemas.openxmlformats.org/officeDocument/2006/relationships/customXml" Target="../ink/ink874.xml"/><Relationship Id="rId152" Type="http://schemas.openxmlformats.org/officeDocument/2006/relationships/customXml" Target="../ink/ink763.xml"/><Relationship Id="rId173" Type="http://schemas.openxmlformats.org/officeDocument/2006/relationships/image" Target="../media/image760.png"/><Relationship Id="rId194" Type="http://schemas.openxmlformats.org/officeDocument/2006/relationships/customXml" Target="../ink/ink785.xml"/><Relationship Id="rId208" Type="http://schemas.openxmlformats.org/officeDocument/2006/relationships/customXml" Target="../ink/ink792.xml"/><Relationship Id="rId229" Type="http://schemas.openxmlformats.org/officeDocument/2006/relationships/image" Target="../media/image786.png"/><Relationship Id="rId240" Type="http://schemas.openxmlformats.org/officeDocument/2006/relationships/customXml" Target="../ink/ink808.xml"/><Relationship Id="rId261" Type="http://schemas.openxmlformats.org/officeDocument/2006/relationships/image" Target="../media/image802.png"/><Relationship Id="rId14" Type="http://schemas.openxmlformats.org/officeDocument/2006/relationships/image" Target="../media/image686.png"/><Relationship Id="rId35" Type="http://schemas.openxmlformats.org/officeDocument/2006/relationships/customXml" Target="../ink/ink703.xml"/><Relationship Id="rId56" Type="http://schemas.openxmlformats.org/officeDocument/2006/relationships/image" Target="../media/image707.png"/><Relationship Id="rId77" Type="http://schemas.openxmlformats.org/officeDocument/2006/relationships/image" Target="../media/image716.png"/><Relationship Id="rId100" Type="http://schemas.openxmlformats.org/officeDocument/2006/relationships/customXml" Target="../ink/ink736.xml"/><Relationship Id="rId282" Type="http://schemas.openxmlformats.org/officeDocument/2006/relationships/customXml" Target="../ink/ink830.xml"/><Relationship Id="rId317" Type="http://schemas.openxmlformats.org/officeDocument/2006/relationships/image" Target="../media/image826.png"/><Relationship Id="rId338" Type="http://schemas.openxmlformats.org/officeDocument/2006/relationships/image" Target="../media/image836.png"/><Relationship Id="rId359" Type="http://schemas.openxmlformats.org/officeDocument/2006/relationships/customXml" Target="../ink/ink869.xml"/><Relationship Id="rId8" Type="http://schemas.openxmlformats.org/officeDocument/2006/relationships/image" Target="../media/image682.png"/><Relationship Id="rId98" Type="http://schemas.openxmlformats.org/officeDocument/2006/relationships/customXml" Target="../ink/ink735.xml"/><Relationship Id="rId121" Type="http://schemas.openxmlformats.org/officeDocument/2006/relationships/customXml" Target="../ink/ink747.xml"/><Relationship Id="rId142" Type="http://schemas.openxmlformats.org/officeDocument/2006/relationships/customXml" Target="../ink/ink758.xml"/><Relationship Id="rId163" Type="http://schemas.openxmlformats.org/officeDocument/2006/relationships/image" Target="../media/image755.png"/><Relationship Id="rId184" Type="http://schemas.openxmlformats.org/officeDocument/2006/relationships/customXml" Target="../ink/ink780.xml"/><Relationship Id="rId219" Type="http://schemas.openxmlformats.org/officeDocument/2006/relationships/image" Target="../media/image781.png"/><Relationship Id="rId370" Type="http://schemas.openxmlformats.org/officeDocument/2006/relationships/image" Target="../media/image852.png"/><Relationship Id="rId230" Type="http://schemas.openxmlformats.org/officeDocument/2006/relationships/customXml" Target="../ink/ink803.xml"/><Relationship Id="rId251" Type="http://schemas.openxmlformats.org/officeDocument/2006/relationships/image" Target="../media/image797.png"/><Relationship Id="rId25" Type="http://schemas.openxmlformats.org/officeDocument/2006/relationships/customXml" Target="../ink/ink698.xml"/><Relationship Id="rId46" Type="http://schemas.openxmlformats.org/officeDocument/2006/relationships/image" Target="../media/image702.png"/><Relationship Id="rId67" Type="http://schemas.openxmlformats.org/officeDocument/2006/relationships/customXml" Target="../ink/ink719.xml"/><Relationship Id="rId272" Type="http://schemas.openxmlformats.org/officeDocument/2006/relationships/customXml" Target="../ink/ink824.xml"/><Relationship Id="rId293" Type="http://schemas.openxmlformats.org/officeDocument/2006/relationships/image" Target="../media/image815.png"/><Relationship Id="rId307" Type="http://schemas.openxmlformats.org/officeDocument/2006/relationships/image" Target="../media/image821.png"/><Relationship Id="rId328" Type="http://schemas.openxmlformats.org/officeDocument/2006/relationships/image" Target="../media/image831.png"/><Relationship Id="rId349" Type="http://schemas.openxmlformats.org/officeDocument/2006/relationships/customXml" Target="../ink/ink864.xml"/><Relationship Id="rId88" Type="http://schemas.openxmlformats.org/officeDocument/2006/relationships/customXml" Target="../ink/ink730.xml"/><Relationship Id="rId111" Type="http://schemas.openxmlformats.org/officeDocument/2006/relationships/customXml" Target="../ink/ink742.xml"/><Relationship Id="rId132" Type="http://schemas.openxmlformats.org/officeDocument/2006/relationships/customXml" Target="../ink/ink753.xml"/><Relationship Id="rId153" Type="http://schemas.openxmlformats.org/officeDocument/2006/relationships/image" Target="../media/image751.png"/><Relationship Id="rId174" Type="http://schemas.openxmlformats.org/officeDocument/2006/relationships/customXml" Target="../ink/ink775.xml"/><Relationship Id="rId195" Type="http://schemas.openxmlformats.org/officeDocument/2006/relationships/image" Target="../media/image518.png"/><Relationship Id="rId209" Type="http://schemas.openxmlformats.org/officeDocument/2006/relationships/image" Target="../media/image776.png"/><Relationship Id="rId360" Type="http://schemas.openxmlformats.org/officeDocument/2006/relationships/image" Target="../media/image847.png"/><Relationship Id="rId220" Type="http://schemas.openxmlformats.org/officeDocument/2006/relationships/customXml" Target="../ink/ink798.xml"/><Relationship Id="rId241" Type="http://schemas.openxmlformats.org/officeDocument/2006/relationships/image" Target="../media/image792.png"/><Relationship Id="rId15" Type="http://schemas.openxmlformats.org/officeDocument/2006/relationships/customXml" Target="../ink/ink693.xml"/><Relationship Id="rId36" Type="http://schemas.openxmlformats.org/officeDocument/2006/relationships/image" Target="../media/image697.png"/><Relationship Id="rId57" Type="http://schemas.openxmlformats.org/officeDocument/2006/relationships/customXml" Target="../ink/ink714.xml"/><Relationship Id="rId262" Type="http://schemas.openxmlformats.org/officeDocument/2006/relationships/customXml" Target="../ink/ink819.xml"/><Relationship Id="rId283" Type="http://schemas.openxmlformats.org/officeDocument/2006/relationships/image" Target="../media/image810.png"/><Relationship Id="rId318" Type="http://schemas.openxmlformats.org/officeDocument/2006/relationships/customXml" Target="../ink/ink848.xml"/><Relationship Id="rId339" Type="http://schemas.openxmlformats.org/officeDocument/2006/relationships/customXml" Target="../ink/ink859.xml"/><Relationship Id="rId78" Type="http://schemas.openxmlformats.org/officeDocument/2006/relationships/customXml" Target="../ink/ink725.xml"/><Relationship Id="rId99" Type="http://schemas.openxmlformats.org/officeDocument/2006/relationships/image" Target="../media/image725.png"/><Relationship Id="rId101" Type="http://schemas.openxmlformats.org/officeDocument/2006/relationships/image" Target="../media/image726.png"/><Relationship Id="rId122" Type="http://schemas.openxmlformats.org/officeDocument/2006/relationships/image" Target="../media/image736.png"/><Relationship Id="rId143" Type="http://schemas.openxmlformats.org/officeDocument/2006/relationships/image" Target="../media/image746.png"/><Relationship Id="rId164" Type="http://schemas.openxmlformats.org/officeDocument/2006/relationships/customXml" Target="../ink/ink770.xml"/><Relationship Id="rId185" Type="http://schemas.openxmlformats.org/officeDocument/2006/relationships/image" Target="../media/image766.png"/><Relationship Id="rId350" Type="http://schemas.openxmlformats.org/officeDocument/2006/relationships/image" Target="../media/image842.png"/><Relationship Id="rId371" Type="http://schemas.openxmlformats.org/officeDocument/2006/relationships/customXml" Target="../ink/ink875.xml"/><Relationship Id="rId4" Type="http://schemas.openxmlformats.org/officeDocument/2006/relationships/image" Target="../media/image680.png"/><Relationship Id="rId9" Type="http://schemas.openxmlformats.org/officeDocument/2006/relationships/image" Target="../media/image683.png"/><Relationship Id="rId180" Type="http://schemas.openxmlformats.org/officeDocument/2006/relationships/customXml" Target="../ink/ink778.xml"/><Relationship Id="rId210" Type="http://schemas.openxmlformats.org/officeDocument/2006/relationships/customXml" Target="../ink/ink793.xml"/><Relationship Id="rId215" Type="http://schemas.openxmlformats.org/officeDocument/2006/relationships/image" Target="../media/image779.png"/><Relationship Id="rId236" Type="http://schemas.openxmlformats.org/officeDocument/2006/relationships/customXml" Target="../ink/ink806.xml"/><Relationship Id="rId257" Type="http://schemas.openxmlformats.org/officeDocument/2006/relationships/image" Target="../media/image800.png"/><Relationship Id="rId278" Type="http://schemas.openxmlformats.org/officeDocument/2006/relationships/customXml" Target="../ink/ink828.xml"/><Relationship Id="rId26" Type="http://schemas.openxmlformats.org/officeDocument/2006/relationships/image" Target="../media/image692.png"/><Relationship Id="rId231" Type="http://schemas.openxmlformats.org/officeDocument/2006/relationships/image" Target="../media/image787.png"/><Relationship Id="rId252" Type="http://schemas.openxmlformats.org/officeDocument/2006/relationships/customXml" Target="../ink/ink814.xml"/><Relationship Id="rId273" Type="http://schemas.openxmlformats.org/officeDocument/2006/relationships/customXml" Target="../ink/ink825.xml"/><Relationship Id="rId294" Type="http://schemas.openxmlformats.org/officeDocument/2006/relationships/customXml" Target="../ink/ink836.xml"/><Relationship Id="rId308" Type="http://schemas.openxmlformats.org/officeDocument/2006/relationships/customXml" Target="../ink/ink843.xml"/><Relationship Id="rId329" Type="http://schemas.openxmlformats.org/officeDocument/2006/relationships/customXml" Target="../ink/ink854.xml"/><Relationship Id="rId47" Type="http://schemas.openxmlformats.org/officeDocument/2006/relationships/customXml" Target="../ink/ink709.xml"/><Relationship Id="rId68" Type="http://schemas.openxmlformats.org/officeDocument/2006/relationships/image" Target="../media/image712.png"/><Relationship Id="rId89" Type="http://schemas.openxmlformats.org/officeDocument/2006/relationships/image" Target="../media/image721.png"/><Relationship Id="rId112" Type="http://schemas.openxmlformats.org/officeDocument/2006/relationships/image" Target="../media/image731.png"/><Relationship Id="rId133" Type="http://schemas.openxmlformats.org/officeDocument/2006/relationships/image" Target="../media/image741.png"/><Relationship Id="rId154" Type="http://schemas.openxmlformats.org/officeDocument/2006/relationships/customXml" Target="../ink/ink764.xml"/><Relationship Id="rId175" Type="http://schemas.openxmlformats.org/officeDocument/2006/relationships/image" Target="../media/image761.png"/><Relationship Id="rId340" Type="http://schemas.openxmlformats.org/officeDocument/2006/relationships/image" Target="../media/image837.png"/><Relationship Id="rId361" Type="http://schemas.openxmlformats.org/officeDocument/2006/relationships/customXml" Target="../ink/ink870.xml"/><Relationship Id="rId196" Type="http://schemas.openxmlformats.org/officeDocument/2006/relationships/customXml" Target="../ink/ink786.xml"/><Relationship Id="rId200" Type="http://schemas.openxmlformats.org/officeDocument/2006/relationships/customXml" Target="../ink/ink788.xml"/><Relationship Id="rId16" Type="http://schemas.openxmlformats.org/officeDocument/2006/relationships/image" Target="../media/image687.png"/><Relationship Id="rId221" Type="http://schemas.openxmlformats.org/officeDocument/2006/relationships/image" Target="../media/image782.png"/><Relationship Id="rId242" Type="http://schemas.openxmlformats.org/officeDocument/2006/relationships/customXml" Target="../ink/ink809.xml"/><Relationship Id="rId263" Type="http://schemas.openxmlformats.org/officeDocument/2006/relationships/image" Target="../media/image803.png"/><Relationship Id="rId284" Type="http://schemas.openxmlformats.org/officeDocument/2006/relationships/customXml" Target="../ink/ink831.xml"/><Relationship Id="rId319" Type="http://schemas.openxmlformats.org/officeDocument/2006/relationships/image" Target="../media/image827.png"/><Relationship Id="rId37" Type="http://schemas.openxmlformats.org/officeDocument/2006/relationships/customXml" Target="../ink/ink704.xml"/><Relationship Id="rId58" Type="http://schemas.openxmlformats.org/officeDocument/2006/relationships/image" Target="../media/image708.png"/><Relationship Id="rId79" Type="http://schemas.openxmlformats.org/officeDocument/2006/relationships/image" Target="../media/image41.png"/><Relationship Id="rId102" Type="http://schemas.openxmlformats.org/officeDocument/2006/relationships/customXml" Target="../ink/ink737.xml"/><Relationship Id="rId123" Type="http://schemas.openxmlformats.org/officeDocument/2006/relationships/customXml" Target="../ink/ink748.xml"/><Relationship Id="rId144" Type="http://schemas.openxmlformats.org/officeDocument/2006/relationships/customXml" Target="../ink/ink759.xml"/><Relationship Id="rId330" Type="http://schemas.openxmlformats.org/officeDocument/2006/relationships/image" Target="../media/image832.png"/><Relationship Id="rId90" Type="http://schemas.openxmlformats.org/officeDocument/2006/relationships/customXml" Target="../ink/ink731.xml"/><Relationship Id="rId165" Type="http://schemas.openxmlformats.org/officeDocument/2006/relationships/image" Target="../media/image756.png"/><Relationship Id="rId186" Type="http://schemas.openxmlformats.org/officeDocument/2006/relationships/customXml" Target="../ink/ink781.xml"/><Relationship Id="rId351" Type="http://schemas.openxmlformats.org/officeDocument/2006/relationships/customXml" Target="../ink/ink865.xml"/><Relationship Id="rId372" Type="http://schemas.openxmlformats.org/officeDocument/2006/relationships/image" Target="../media/image853.png"/><Relationship Id="rId211" Type="http://schemas.openxmlformats.org/officeDocument/2006/relationships/image" Target="../media/image777.png"/><Relationship Id="rId232" Type="http://schemas.openxmlformats.org/officeDocument/2006/relationships/customXml" Target="../ink/ink804.xml"/><Relationship Id="rId253" Type="http://schemas.openxmlformats.org/officeDocument/2006/relationships/image" Target="../media/image798.png"/><Relationship Id="rId274" Type="http://schemas.openxmlformats.org/officeDocument/2006/relationships/customXml" Target="../ink/ink826.xml"/><Relationship Id="rId295" Type="http://schemas.openxmlformats.org/officeDocument/2006/relationships/image" Target="../media/image816.png"/><Relationship Id="rId309" Type="http://schemas.openxmlformats.org/officeDocument/2006/relationships/image" Target="../media/image822.png"/><Relationship Id="rId27" Type="http://schemas.openxmlformats.org/officeDocument/2006/relationships/customXml" Target="../ink/ink699.xml"/><Relationship Id="rId48" Type="http://schemas.openxmlformats.org/officeDocument/2006/relationships/image" Target="../media/image703.png"/><Relationship Id="rId69" Type="http://schemas.openxmlformats.org/officeDocument/2006/relationships/customXml" Target="../ink/ink720.xml"/><Relationship Id="rId113" Type="http://schemas.openxmlformats.org/officeDocument/2006/relationships/customXml" Target="../ink/ink743.xml"/><Relationship Id="rId134" Type="http://schemas.openxmlformats.org/officeDocument/2006/relationships/customXml" Target="../ink/ink754.xml"/><Relationship Id="rId320" Type="http://schemas.openxmlformats.org/officeDocument/2006/relationships/customXml" Target="../ink/ink849.xml"/><Relationship Id="rId80" Type="http://schemas.openxmlformats.org/officeDocument/2006/relationships/customXml" Target="../ink/ink726.xml"/><Relationship Id="rId155" Type="http://schemas.openxmlformats.org/officeDocument/2006/relationships/image" Target="../media/image752.png"/><Relationship Id="rId176" Type="http://schemas.openxmlformats.org/officeDocument/2006/relationships/customXml" Target="../ink/ink776.xml"/><Relationship Id="rId197" Type="http://schemas.openxmlformats.org/officeDocument/2006/relationships/image" Target="../media/image771.png"/><Relationship Id="rId341" Type="http://schemas.openxmlformats.org/officeDocument/2006/relationships/customXml" Target="../ink/ink860.xml"/><Relationship Id="rId362" Type="http://schemas.openxmlformats.org/officeDocument/2006/relationships/image" Target="../media/image848.png"/><Relationship Id="rId201" Type="http://schemas.openxmlformats.org/officeDocument/2006/relationships/image" Target="../media/image773.png"/><Relationship Id="rId222" Type="http://schemas.openxmlformats.org/officeDocument/2006/relationships/customXml" Target="../ink/ink799.xml"/><Relationship Id="rId243" Type="http://schemas.openxmlformats.org/officeDocument/2006/relationships/image" Target="../media/image793.png"/><Relationship Id="rId264" Type="http://schemas.openxmlformats.org/officeDocument/2006/relationships/customXml" Target="../ink/ink820.xml"/><Relationship Id="rId285" Type="http://schemas.openxmlformats.org/officeDocument/2006/relationships/image" Target="../media/image811.png"/><Relationship Id="rId17" Type="http://schemas.openxmlformats.org/officeDocument/2006/relationships/customXml" Target="../ink/ink694.xml"/><Relationship Id="rId38" Type="http://schemas.openxmlformats.org/officeDocument/2006/relationships/image" Target="../media/image698.png"/><Relationship Id="rId59" Type="http://schemas.openxmlformats.org/officeDocument/2006/relationships/customXml" Target="../ink/ink715.xml"/><Relationship Id="rId103" Type="http://schemas.openxmlformats.org/officeDocument/2006/relationships/image" Target="../media/image727.png"/><Relationship Id="rId124" Type="http://schemas.openxmlformats.org/officeDocument/2006/relationships/customXml" Target="../ink/ink749.xml"/><Relationship Id="rId310" Type="http://schemas.openxmlformats.org/officeDocument/2006/relationships/customXml" Target="../ink/ink844.xml"/><Relationship Id="rId70" Type="http://schemas.openxmlformats.org/officeDocument/2006/relationships/image" Target="../media/image713.png"/><Relationship Id="rId91" Type="http://schemas.openxmlformats.org/officeDocument/2006/relationships/image" Target="../media/image722.png"/><Relationship Id="rId145" Type="http://schemas.openxmlformats.org/officeDocument/2006/relationships/image" Target="../media/image747.png"/><Relationship Id="rId166" Type="http://schemas.openxmlformats.org/officeDocument/2006/relationships/customXml" Target="../ink/ink771.xml"/><Relationship Id="rId187" Type="http://schemas.openxmlformats.org/officeDocument/2006/relationships/image" Target="../media/image767.png"/><Relationship Id="rId331" Type="http://schemas.openxmlformats.org/officeDocument/2006/relationships/customXml" Target="../ink/ink855.xml"/><Relationship Id="rId352" Type="http://schemas.openxmlformats.org/officeDocument/2006/relationships/image" Target="../media/image843.png"/><Relationship Id="rId373" Type="http://schemas.openxmlformats.org/officeDocument/2006/relationships/customXml" Target="../ink/ink876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94.xml"/><Relationship Id="rId233" Type="http://schemas.openxmlformats.org/officeDocument/2006/relationships/image" Target="../media/image788.png"/><Relationship Id="rId254" Type="http://schemas.openxmlformats.org/officeDocument/2006/relationships/customXml" Target="../ink/ink815.xml"/><Relationship Id="rId28" Type="http://schemas.openxmlformats.org/officeDocument/2006/relationships/image" Target="../media/image693.png"/><Relationship Id="rId49" Type="http://schemas.openxmlformats.org/officeDocument/2006/relationships/customXml" Target="../ink/ink710.xml"/><Relationship Id="rId114" Type="http://schemas.openxmlformats.org/officeDocument/2006/relationships/image" Target="../media/image732.png"/><Relationship Id="rId275" Type="http://schemas.openxmlformats.org/officeDocument/2006/relationships/image" Target="../media/image807.png"/><Relationship Id="rId296" Type="http://schemas.openxmlformats.org/officeDocument/2006/relationships/customXml" Target="../ink/ink837.xml"/><Relationship Id="rId300" Type="http://schemas.openxmlformats.org/officeDocument/2006/relationships/customXml" Target="../ink/ink839.xml"/><Relationship Id="rId60" Type="http://schemas.openxmlformats.org/officeDocument/2006/relationships/image" Target="../media/image42.png"/><Relationship Id="rId81" Type="http://schemas.openxmlformats.org/officeDocument/2006/relationships/image" Target="../media/image717.png"/><Relationship Id="rId135" Type="http://schemas.openxmlformats.org/officeDocument/2006/relationships/image" Target="../media/image742.png"/><Relationship Id="rId156" Type="http://schemas.openxmlformats.org/officeDocument/2006/relationships/customXml" Target="../ink/ink765.xml"/><Relationship Id="rId177" Type="http://schemas.openxmlformats.org/officeDocument/2006/relationships/image" Target="../media/image762.png"/><Relationship Id="rId198" Type="http://schemas.openxmlformats.org/officeDocument/2006/relationships/customXml" Target="../ink/ink787.xml"/><Relationship Id="rId321" Type="http://schemas.openxmlformats.org/officeDocument/2006/relationships/image" Target="../media/image828.png"/><Relationship Id="rId342" Type="http://schemas.openxmlformats.org/officeDocument/2006/relationships/image" Target="../media/image838.png"/><Relationship Id="rId363" Type="http://schemas.openxmlformats.org/officeDocument/2006/relationships/customXml" Target="../ink/ink871.xml"/><Relationship Id="rId202" Type="http://schemas.openxmlformats.org/officeDocument/2006/relationships/customXml" Target="../ink/ink789.xml"/><Relationship Id="rId223" Type="http://schemas.openxmlformats.org/officeDocument/2006/relationships/image" Target="../media/image783.png"/><Relationship Id="rId244" Type="http://schemas.openxmlformats.org/officeDocument/2006/relationships/customXml" Target="../ink/ink810.xml"/><Relationship Id="rId18" Type="http://schemas.openxmlformats.org/officeDocument/2006/relationships/image" Target="../media/image688.png"/><Relationship Id="rId39" Type="http://schemas.openxmlformats.org/officeDocument/2006/relationships/customXml" Target="../ink/ink705.xml"/><Relationship Id="rId265" Type="http://schemas.openxmlformats.org/officeDocument/2006/relationships/image" Target="../media/image804.png"/><Relationship Id="rId286" Type="http://schemas.openxmlformats.org/officeDocument/2006/relationships/customXml" Target="../ink/ink832.xml"/><Relationship Id="rId50" Type="http://schemas.openxmlformats.org/officeDocument/2006/relationships/image" Target="../media/image704.png"/><Relationship Id="rId104" Type="http://schemas.openxmlformats.org/officeDocument/2006/relationships/customXml" Target="../ink/ink738.xml"/><Relationship Id="rId125" Type="http://schemas.openxmlformats.org/officeDocument/2006/relationships/image" Target="../media/image737.png"/><Relationship Id="rId146" Type="http://schemas.openxmlformats.org/officeDocument/2006/relationships/customXml" Target="../ink/ink760.xml"/><Relationship Id="rId167" Type="http://schemas.openxmlformats.org/officeDocument/2006/relationships/image" Target="../media/image757.png"/><Relationship Id="rId188" Type="http://schemas.openxmlformats.org/officeDocument/2006/relationships/customXml" Target="../ink/ink782.xml"/><Relationship Id="rId311" Type="http://schemas.openxmlformats.org/officeDocument/2006/relationships/image" Target="../media/image823.png"/><Relationship Id="rId332" Type="http://schemas.openxmlformats.org/officeDocument/2006/relationships/image" Target="../media/image833.png"/><Relationship Id="rId353" Type="http://schemas.openxmlformats.org/officeDocument/2006/relationships/customXml" Target="../ink/ink866.xml"/><Relationship Id="rId374" Type="http://schemas.openxmlformats.org/officeDocument/2006/relationships/image" Target="../media/image854.png"/><Relationship Id="rId71" Type="http://schemas.openxmlformats.org/officeDocument/2006/relationships/customXml" Target="../ink/ink721.xml"/><Relationship Id="rId92" Type="http://schemas.openxmlformats.org/officeDocument/2006/relationships/customXml" Target="../ink/ink732.xml"/><Relationship Id="rId213" Type="http://schemas.openxmlformats.org/officeDocument/2006/relationships/image" Target="../media/image778.png"/><Relationship Id="rId234" Type="http://schemas.openxmlformats.org/officeDocument/2006/relationships/customXml" Target="../ink/ink805.xml"/><Relationship Id="rId2" Type="http://schemas.openxmlformats.org/officeDocument/2006/relationships/image" Target="../media/image679.png"/><Relationship Id="rId29" Type="http://schemas.openxmlformats.org/officeDocument/2006/relationships/customXml" Target="../ink/ink700.xml"/><Relationship Id="rId255" Type="http://schemas.openxmlformats.org/officeDocument/2006/relationships/image" Target="../media/image799.png"/><Relationship Id="rId276" Type="http://schemas.openxmlformats.org/officeDocument/2006/relationships/customXml" Target="../ink/ink827.xml"/><Relationship Id="rId297" Type="http://schemas.openxmlformats.org/officeDocument/2006/relationships/image" Target="../media/image817.png"/><Relationship Id="rId40" Type="http://schemas.openxmlformats.org/officeDocument/2006/relationships/image" Target="../media/image699.png"/><Relationship Id="rId115" Type="http://schemas.openxmlformats.org/officeDocument/2006/relationships/customXml" Target="../ink/ink744.xml"/><Relationship Id="rId136" Type="http://schemas.openxmlformats.org/officeDocument/2006/relationships/customXml" Target="../ink/ink755.xml"/><Relationship Id="rId157" Type="http://schemas.openxmlformats.org/officeDocument/2006/relationships/image" Target="../media/image753.png"/><Relationship Id="rId178" Type="http://schemas.openxmlformats.org/officeDocument/2006/relationships/customXml" Target="../ink/ink777.xml"/><Relationship Id="rId301" Type="http://schemas.openxmlformats.org/officeDocument/2006/relationships/image" Target="../media/image819.png"/><Relationship Id="rId322" Type="http://schemas.openxmlformats.org/officeDocument/2006/relationships/customXml" Target="../ink/ink850.xml"/><Relationship Id="rId343" Type="http://schemas.openxmlformats.org/officeDocument/2006/relationships/customXml" Target="../ink/ink861.xml"/><Relationship Id="rId364" Type="http://schemas.openxmlformats.org/officeDocument/2006/relationships/image" Target="../media/image849.png"/><Relationship Id="rId61" Type="http://schemas.openxmlformats.org/officeDocument/2006/relationships/customXml" Target="../ink/ink716.xml"/><Relationship Id="rId82" Type="http://schemas.openxmlformats.org/officeDocument/2006/relationships/customXml" Target="../ink/ink727.xml"/><Relationship Id="rId199" Type="http://schemas.openxmlformats.org/officeDocument/2006/relationships/image" Target="../media/image772.png"/><Relationship Id="rId203" Type="http://schemas.openxmlformats.org/officeDocument/2006/relationships/image" Target="../media/image59.png"/><Relationship Id="rId19" Type="http://schemas.openxmlformats.org/officeDocument/2006/relationships/customXml" Target="../ink/ink695.xml"/><Relationship Id="rId224" Type="http://schemas.openxmlformats.org/officeDocument/2006/relationships/customXml" Target="../ink/ink800.xml"/><Relationship Id="rId245" Type="http://schemas.openxmlformats.org/officeDocument/2006/relationships/image" Target="../media/image794.png"/><Relationship Id="rId266" Type="http://schemas.openxmlformats.org/officeDocument/2006/relationships/customXml" Target="../ink/ink821.xml"/><Relationship Id="rId287" Type="http://schemas.openxmlformats.org/officeDocument/2006/relationships/image" Target="../media/image812.png"/><Relationship Id="rId30" Type="http://schemas.openxmlformats.org/officeDocument/2006/relationships/image" Target="../media/image694.png"/><Relationship Id="rId105" Type="http://schemas.openxmlformats.org/officeDocument/2006/relationships/image" Target="../media/image728.png"/><Relationship Id="rId126" Type="http://schemas.openxmlformats.org/officeDocument/2006/relationships/customXml" Target="../ink/ink750.xml"/><Relationship Id="rId147" Type="http://schemas.openxmlformats.org/officeDocument/2006/relationships/image" Target="../media/image748.png"/><Relationship Id="rId168" Type="http://schemas.openxmlformats.org/officeDocument/2006/relationships/customXml" Target="../ink/ink772.xml"/><Relationship Id="rId312" Type="http://schemas.openxmlformats.org/officeDocument/2006/relationships/customXml" Target="../ink/ink845.xml"/><Relationship Id="rId333" Type="http://schemas.openxmlformats.org/officeDocument/2006/relationships/customXml" Target="../ink/ink856.xml"/><Relationship Id="rId354" Type="http://schemas.openxmlformats.org/officeDocument/2006/relationships/image" Target="../media/image844.png"/><Relationship Id="rId51" Type="http://schemas.openxmlformats.org/officeDocument/2006/relationships/customXml" Target="../ink/ink711.xml"/><Relationship Id="rId72" Type="http://schemas.openxmlformats.org/officeDocument/2006/relationships/customXml" Target="../ink/ink722.xml"/><Relationship Id="rId93" Type="http://schemas.openxmlformats.org/officeDocument/2006/relationships/image" Target="../media/image77.png"/><Relationship Id="rId189" Type="http://schemas.openxmlformats.org/officeDocument/2006/relationships/image" Target="../media/image768.png"/><Relationship Id="rId375" Type="http://schemas.openxmlformats.org/officeDocument/2006/relationships/customXml" Target="../ink/ink877.xml"/><Relationship Id="rId3" Type="http://schemas.openxmlformats.org/officeDocument/2006/relationships/customXml" Target="../ink/ink688.xml"/><Relationship Id="rId214" Type="http://schemas.openxmlformats.org/officeDocument/2006/relationships/customXml" Target="../ink/ink795.xml"/><Relationship Id="rId235" Type="http://schemas.openxmlformats.org/officeDocument/2006/relationships/image" Target="../media/image789.png"/><Relationship Id="rId256" Type="http://schemas.openxmlformats.org/officeDocument/2006/relationships/customXml" Target="../ink/ink816.xml"/><Relationship Id="rId277" Type="http://schemas.openxmlformats.org/officeDocument/2006/relationships/image" Target="../media/image90.png"/><Relationship Id="rId298" Type="http://schemas.openxmlformats.org/officeDocument/2006/relationships/customXml" Target="../ink/ink838.xml"/><Relationship Id="rId116" Type="http://schemas.openxmlformats.org/officeDocument/2006/relationships/image" Target="../media/image733.png"/><Relationship Id="rId137" Type="http://schemas.openxmlformats.org/officeDocument/2006/relationships/image" Target="../media/image743.png"/><Relationship Id="rId158" Type="http://schemas.openxmlformats.org/officeDocument/2006/relationships/customXml" Target="../ink/ink766.xml"/><Relationship Id="rId302" Type="http://schemas.openxmlformats.org/officeDocument/2006/relationships/customXml" Target="../ink/ink840.xml"/><Relationship Id="rId323" Type="http://schemas.openxmlformats.org/officeDocument/2006/relationships/customXml" Target="../ink/ink851.xml"/><Relationship Id="rId344" Type="http://schemas.openxmlformats.org/officeDocument/2006/relationships/image" Target="../media/image839.png"/><Relationship Id="rId20" Type="http://schemas.openxmlformats.org/officeDocument/2006/relationships/image" Target="../media/image689.png"/><Relationship Id="rId41" Type="http://schemas.openxmlformats.org/officeDocument/2006/relationships/customXml" Target="../ink/ink706.xml"/><Relationship Id="rId62" Type="http://schemas.openxmlformats.org/officeDocument/2006/relationships/image" Target="../media/image709.png"/><Relationship Id="rId83" Type="http://schemas.openxmlformats.org/officeDocument/2006/relationships/image" Target="../media/image718.png"/><Relationship Id="rId179" Type="http://schemas.openxmlformats.org/officeDocument/2006/relationships/image" Target="../media/image763.png"/><Relationship Id="rId365" Type="http://schemas.openxmlformats.org/officeDocument/2006/relationships/customXml" Target="../ink/ink872.xml"/><Relationship Id="rId190" Type="http://schemas.openxmlformats.org/officeDocument/2006/relationships/customXml" Target="../ink/ink783.xml"/><Relationship Id="rId204" Type="http://schemas.openxmlformats.org/officeDocument/2006/relationships/customXml" Target="../ink/ink790.xml"/><Relationship Id="rId225" Type="http://schemas.openxmlformats.org/officeDocument/2006/relationships/image" Target="../media/image784.png"/><Relationship Id="rId246" Type="http://schemas.openxmlformats.org/officeDocument/2006/relationships/customXml" Target="../ink/ink811.xml"/><Relationship Id="rId267" Type="http://schemas.openxmlformats.org/officeDocument/2006/relationships/image" Target="../media/image805.png"/><Relationship Id="rId288" Type="http://schemas.openxmlformats.org/officeDocument/2006/relationships/customXml" Target="../ink/ink833.xml"/><Relationship Id="rId106" Type="http://schemas.openxmlformats.org/officeDocument/2006/relationships/customXml" Target="../ink/ink739.xml"/><Relationship Id="rId127" Type="http://schemas.openxmlformats.org/officeDocument/2006/relationships/image" Target="../media/image738.png"/><Relationship Id="rId313" Type="http://schemas.openxmlformats.org/officeDocument/2006/relationships/image" Target="../media/image824.png"/><Relationship Id="rId10" Type="http://schemas.openxmlformats.org/officeDocument/2006/relationships/customXml" Target="../ink/ink691.xml"/><Relationship Id="rId31" Type="http://schemas.openxmlformats.org/officeDocument/2006/relationships/customXml" Target="../ink/ink701.xml"/><Relationship Id="rId52" Type="http://schemas.openxmlformats.org/officeDocument/2006/relationships/image" Target="../media/image705.png"/><Relationship Id="rId73" Type="http://schemas.openxmlformats.org/officeDocument/2006/relationships/image" Target="../media/image714.png"/><Relationship Id="rId94" Type="http://schemas.openxmlformats.org/officeDocument/2006/relationships/customXml" Target="../ink/ink733.xml"/><Relationship Id="rId148" Type="http://schemas.openxmlformats.org/officeDocument/2006/relationships/customXml" Target="../ink/ink761.xml"/><Relationship Id="rId169" Type="http://schemas.openxmlformats.org/officeDocument/2006/relationships/image" Target="../media/image758.png"/><Relationship Id="rId334" Type="http://schemas.openxmlformats.org/officeDocument/2006/relationships/image" Target="../media/image834.png"/><Relationship Id="rId355" Type="http://schemas.openxmlformats.org/officeDocument/2006/relationships/customXml" Target="../ink/ink867.xml"/><Relationship Id="rId376" Type="http://schemas.openxmlformats.org/officeDocument/2006/relationships/image" Target="../media/image8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D72F385-DF46-EEBB-0089-9D7006524A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cs-CZ" altLang="cs-CZ" b="1">
                <a:latin typeface="Calibri" panose="020F0502020204030204" pitchFamily="34" charset="0"/>
              </a:rPr>
              <a:t>Diskrétní struktury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1C85CEF-EBD3-DFDB-B500-9E62EF3BC0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cs-CZ" altLang="cs-CZ">
                <a:latin typeface="Calibri" panose="020F0502020204030204" pitchFamily="34" charset="0"/>
              </a:rPr>
              <a:t>Cvičení 4</a:t>
            </a:r>
          </a:p>
          <a:p>
            <a:pPr eaLnBrk="1" hangingPunct="1"/>
            <a:r>
              <a:rPr lang="cs-CZ" altLang="cs-CZ" b="1">
                <a:latin typeface="Calibri" panose="020F0502020204030204" pitchFamily="34" charset="0"/>
              </a:rPr>
              <a:t>Zobrazení, matematická indukce</a:t>
            </a:r>
          </a:p>
        </p:txBody>
      </p:sp>
      <p:pic>
        <p:nvPicPr>
          <p:cNvPr id="3076" name="Obrázek 1">
            <a:extLst>
              <a:ext uri="{FF2B5EF4-FFF2-40B4-BE49-F238E27FC236}">
                <a16:creationId xmlns:a16="http://schemas.microsoft.com/office/drawing/2014/main" id="{94362FC8-B4EF-C9E6-77F9-FDD8D88D8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3789363"/>
            <a:ext cx="15240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620394D-37DA-3D71-48A2-2DCDB715B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Zobrazení</a:t>
            </a:r>
          </a:p>
        </p:txBody>
      </p:sp>
      <p:sp>
        <p:nvSpPr>
          <p:cNvPr id="4099" name="TextovéPole 1">
            <a:extLst>
              <a:ext uri="{FF2B5EF4-FFF2-40B4-BE49-F238E27FC236}">
                <a16:creationId xmlns:a16="http://schemas.microsoft.com/office/drawing/2014/main" id="{879B68B5-5687-A8FE-C529-D999D1C81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D686C95-531F-48E2-9970-B9ED6F7BB099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cs-CZ" altLang="cs-CZ" sz="1100"/>
          </a:p>
        </p:txBody>
      </p:sp>
      <p:pic>
        <p:nvPicPr>
          <p:cNvPr id="4100" name="Picture 10">
            <a:extLst>
              <a:ext uri="{FF2B5EF4-FFF2-40B4-BE49-F238E27FC236}">
                <a16:creationId xmlns:a16="http://schemas.microsoft.com/office/drawing/2014/main" id="{565DCD95-C435-7EF3-9A8A-5D864D4B7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069975"/>
            <a:ext cx="8183562" cy="271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11">
            <a:extLst>
              <a:ext uri="{FF2B5EF4-FFF2-40B4-BE49-F238E27FC236}">
                <a16:creationId xmlns:a16="http://schemas.microsoft.com/office/drawing/2014/main" id="{6266961A-47E1-0908-DED4-F96D353B1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3789363"/>
            <a:ext cx="8148638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Skupina 3">
            <a:extLst>
              <a:ext uri="{FF2B5EF4-FFF2-40B4-BE49-F238E27FC236}">
                <a16:creationId xmlns:a16="http://schemas.microsoft.com/office/drawing/2014/main" id="{7EE3C8AB-0132-F623-6FBC-CFF2A82262D0}"/>
              </a:ext>
            </a:extLst>
          </p:cNvPr>
          <p:cNvGrpSpPr/>
          <p:nvPr/>
        </p:nvGrpSpPr>
        <p:grpSpPr>
          <a:xfrm>
            <a:off x="633020" y="944032"/>
            <a:ext cx="154800" cy="305280"/>
            <a:chOff x="633020" y="944032"/>
            <a:chExt cx="15480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Rukopis 1">
                  <a:extLst>
                    <a:ext uri="{FF2B5EF4-FFF2-40B4-BE49-F238E27FC236}">
                      <a16:creationId xmlns:a16="http://schemas.microsoft.com/office/drawing/2014/main" id="{C6C9A048-F871-F328-04C1-F7B0A3772840}"/>
                    </a:ext>
                  </a:extLst>
                </p14:cNvPr>
                <p14:cNvContentPartPr/>
                <p14:nvPr/>
              </p14:nvContentPartPr>
              <p14:xfrm>
                <a:off x="633020" y="979312"/>
                <a:ext cx="93960" cy="179640"/>
              </p14:xfrm>
            </p:contentPart>
          </mc:Choice>
          <mc:Fallback xmlns="">
            <p:pic>
              <p:nvPicPr>
                <p:cNvPr id="2" name="Rukopis 1">
                  <a:extLst>
                    <a:ext uri="{FF2B5EF4-FFF2-40B4-BE49-F238E27FC236}">
                      <a16:creationId xmlns:a16="http://schemas.microsoft.com/office/drawing/2014/main" id="{C6C9A048-F871-F328-04C1-F7B0A377284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4380" y="970312"/>
                  <a:ext cx="111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Rukopis 2">
                  <a:extLst>
                    <a:ext uri="{FF2B5EF4-FFF2-40B4-BE49-F238E27FC236}">
                      <a16:creationId xmlns:a16="http://schemas.microsoft.com/office/drawing/2014/main" id="{1B54C89E-4201-E550-409F-48D5E1DE5490}"/>
                    </a:ext>
                  </a:extLst>
                </p14:cNvPr>
                <p14:cNvContentPartPr/>
                <p14:nvPr/>
              </p14:nvContentPartPr>
              <p14:xfrm>
                <a:off x="729500" y="944032"/>
                <a:ext cx="58320" cy="305280"/>
              </p14:xfrm>
            </p:contentPart>
          </mc:Choice>
          <mc:Fallback xmlns="">
            <p:pic>
              <p:nvPicPr>
                <p:cNvPr id="3" name="Rukopis 2">
                  <a:extLst>
                    <a:ext uri="{FF2B5EF4-FFF2-40B4-BE49-F238E27FC236}">
                      <a16:creationId xmlns:a16="http://schemas.microsoft.com/office/drawing/2014/main" id="{1B54C89E-4201-E550-409F-48D5E1DE549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0500" y="935392"/>
                  <a:ext cx="75960" cy="322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kupina 17">
            <a:extLst>
              <a:ext uri="{FF2B5EF4-FFF2-40B4-BE49-F238E27FC236}">
                <a16:creationId xmlns:a16="http://schemas.microsoft.com/office/drawing/2014/main" id="{C661E1CC-0663-D9CC-B5D1-D36650F82E94}"/>
              </a:ext>
            </a:extLst>
          </p:cNvPr>
          <p:cNvGrpSpPr/>
          <p:nvPr/>
        </p:nvGrpSpPr>
        <p:grpSpPr>
          <a:xfrm>
            <a:off x="728420" y="255367"/>
            <a:ext cx="1744920" cy="493200"/>
            <a:chOff x="728420" y="255367"/>
            <a:chExt cx="1744920" cy="49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Rukopis 4">
                  <a:extLst>
                    <a:ext uri="{FF2B5EF4-FFF2-40B4-BE49-F238E27FC236}">
                      <a16:creationId xmlns:a16="http://schemas.microsoft.com/office/drawing/2014/main" id="{1E33F8E9-4BF0-F038-7AE6-FB3FC19713D9}"/>
                    </a:ext>
                  </a:extLst>
                </p14:cNvPr>
                <p14:cNvContentPartPr/>
                <p14:nvPr/>
              </p14:nvContentPartPr>
              <p14:xfrm>
                <a:off x="728420" y="464887"/>
                <a:ext cx="183600" cy="252360"/>
              </p14:xfrm>
            </p:contentPart>
          </mc:Choice>
          <mc:Fallback>
            <p:pic>
              <p:nvPicPr>
                <p:cNvPr id="5" name="Rukopis 4">
                  <a:extLst>
                    <a:ext uri="{FF2B5EF4-FFF2-40B4-BE49-F238E27FC236}">
                      <a16:creationId xmlns:a16="http://schemas.microsoft.com/office/drawing/2014/main" id="{1E33F8E9-4BF0-F038-7AE6-FB3FC19713D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9780" y="456247"/>
                  <a:ext cx="201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Rukopis 5">
                  <a:extLst>
                    <a:ext uri="{FF2B5EF4-FFF2-40B4-BE49-F238E27FC236}">
                      <a16:creationId xmlns:a16="http://schemas.microsoft.com/office/drawing/2014/main" id="{59502BE8-D6F7-3C52-57B1-25007B18160B}"/>
                    </a:ext>
                  </a:extLst>
                </p14:cNvPr>
                <p14:cNvContentPartPr/>
                <p14:nvPr/>
              </p14:nvContentPartPr>
              <p14:xfrm>
                <a:off x="937940" y="408367"/>
                <a:ext cx="66600" cy="340200"/>
              </p14:xfrm>
            </p:contentPart>
          </mc:Choice>
          <mc:Fallback>
            <p:pic>
              <p:nvPicPr>
                <p:cNvPr id="6" name="Rukopis 5">
                  <a:extLst>
                    <a:ext uri="{FF2B5EF4-FFF2-40B4-BE49-F238E27FC236}">
                      <a16:creationId xmlns:a16="http://schemas.microsoft.com/office/drawing/2014/main" id="{59502BE8-D6F7-3C52-57B1-25007B1816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9300" y="399367"/>
                  <a:ext cx="842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Rukopis 6">
                  <a:extLst>
                    <a:ext uri="{FF2B5EF4-FFF2-40B4-BE49-F238E27FC236}">
                      <a16:creationId xmlns:a16="http://schemas.microsoft.com/office/drawing/2014/main" id="{FABA1BAF-1921-D31A-63B1-F7D8F3D62D50}"/>
                    </a:ext>
                  </a:extLst>
                </p14:cNvPr>
                <p14:cNvContentPartPr/>
                <p14:nvPr/>
              </p14:nvContentPartPr>
              <p14:xfrm>
                <a:off x="1182740" y="485767"/>
                <a:ext cx="89640" cy="218520"/>
              </p14:xfrm>
            </p:contentPart>
          </mc:Choice>
          <mc:Fallback>
            <p:pic>
              <p:nvPicPr>
                <p:cNvPr id="7" name="Rukopis 6">
                  <a:extLst>
                    <a:ext uri="{FF2B5EF4-FFF2-40B4-BE49-F238E27FC236}">
                      <a16:creationId xmlns:a16="http://schemas.microsoft.com/office/drawing/2014/main" id="{FABA1BAF-1921-D31A-63B1-F7D8F3D62D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73740" y="477127"/>
                  <a:ext cx="1072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Rukopis 8">
                  <a:extLst>
                    <a:ext uri="{FF2B5EF4-FFF2-40B4-BE49-F238E27FC236}">
                      <a16:creationId xmlns:a16="http://schemas.microsoft.com/office/drawing/2014/main" id="{A95F75AE-3354-9981-E6F3-7960EB7E98B7}"/>
                    </a:ext>
                  </a:extLst>
                </p14:cNvPr>
                <p14:cNvContentPartPr/>
                <p14:nvPr/>
              </p14:nvContentPartPr>
              <p14:xfrm>
                <a:off x="1182020" y="418807"/>
                <a:ext cx="190800" cy="268560"/>
              </p14:xfrm>
            </p:contentPart>
          </mc:Choice>
          <mc:Fallback>
            <p:pic>
              <p:nvPicPr>
                <p:cNvPr id="9" name="Rukopis 8">
                  <a:extLst>
                    <a:ext uri="{FF2B5EF4-FFF2-40B4-BE49-F238E27FC236}">
                      <a16:creationId xmlns:a16="http://schemas.microsoft.com/office/drawing/2014/main" id="{A95F75AE-3354-9981-E6F3-7960EB7E98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3380" y="409807"/>
                  <a:ext cx="2084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Rukopis 9">
                  <a:extLst>
                    <a:ext uri="{FF2B5EF4-FFF2-40B4-BE49-F238E27FC236}">
                      <a16:creationId xmlns:a16="http://schemas.microsoft.com/office/drawing/2014/main" id="{110F9010-BAAE-6A58-8E9F-2AF4D8BB7098}"/>
                    </a:ext>
                  </a:extLst>
                </p14:cNvPr>
                <p14:cNvContentPartPr/>
                <p14:nvPr/>
              </p14:nvContentPartPr>
              <p14:xfrm>
                <a:off x="1268780" y="354007"/>
                <a:ext cx="178560" cy="37080"/>
              </p14:xfrm>
            </p:contentPart>
          </mc:Choice>
          <mc:Fallback>
            <p:pic>
              <p:nvPicPr>
                <p:cNvPr id="10" name="Rukopis 9">
                  <a:extLst>
                    <a:ext uri="{FF2B5EF4-FFF2-40B4-BE49-F238E27FC236}">
                      <a16:creationId xmlns:a16="http://schemas.microsoft.com/office/drawing/2014/main" id="{110F9010-BAAE-6A58-8E9F-2AF4D8BB709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60140" y="345007"/>
                  <a:ext cx="196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Rukopis 10">
                  <a:extLst>
                    <a:ext uri="{FF2B5EF4-FFF2-40B4-BE49-F238E27FC236}">
                      <a16:creationId xmlns:a16="http://schemas.microsoft.com/office/drawing/2014/main" id="{83047D5D-3214-7275-E9A0-0744A6F75778}"/>
                    </a:ext>
                  </a:extLst>
                </p14:cNvPr>
                <p14:cNvContentPartPr/>
                <p14:nvPr/>
              </p14:nvContentPartPr>
              <p14:xfrm>
                <a:off x="1379300" y="500167"/>
                <a:ext cx="184680" cy="165240"/>
              </p14:xfrm>
            </p:contentPart>
          </mc:Choice>
          <mc:Fallback>
            <p:pic>
              <p:nvPicPr>
                <p:cNvPr id="11" name="Rukopis 10">
                  <a:extLst>
                    <a:ext uri="{FF2B5EF4-FFF2-40B4-BE49-F238E27FC236}">
                      <a16:creationId xmlns:a16="http://schemas.microsoft.com/office/drawing/2014/main" id="{83047D5D-3214-7275-E9A0-0744A6F7577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70660" y="491527"/>
                  <a:ext cx="202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Rukopis 11">
                  <a:extLst>
                    <a:ext uri="{FF2B5EF4-FFF2-40B4-BE49-F238E27FC236}">
                      <a16:creationId xmlns:a16="http://schemas.microsoft.com/office/drawing/2014/main" id="{C15E82FA-4910-EB6E-CADD-C8A76568A565}"/>
                    </a:ext>
                  </a:extLst>
                </p14:cNvPr>
                <p14:cNvContentPartPr/>
                <p14:nvPr/>
              </p14:nvContentPartPr>
              <p14:xfrm>
                <a:off x="1591340" y="499447"/>
                <a:ext cx="87840" cy="181080"/>
              </p14:xfrm>
            </p:contentPart>
          </mc:Choice>
          <mc:Fallback>
            <p:pic>
              <p:nvPicPr>
                <p:cNvPr id="12" name="Rukopis 11">
                  <a:extLst>
                    <a:ext uri="{FF2B5EF4-FFF2-40B4-BE49-F238E27FC236}">
                      <a16:creationId xmlns:a16="http://schemas.microsoft.com/office/drawing/2014/main" id="{C15E82FA-4910-EB6E-CADD-C8A76568A5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82700" y="490807"/>
                  <a:ext cx="105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Rukopis 12">
                  <a:extLst>
                    <a:ext uri="{FF2B5EF4-FFF2-40B4-BE49-F238E27FC236}">
                      <a16:creationId xmlns:a16="http://schemas.microsoft.com/office/drawing/2014/main" id="{001A1D52-0E05-0045-E265-0509F441A64C}"/>
                    </a:ext>
                  </a:extLst>
                </p14:cNvPr>
                <p14:cNvContentPartPr/>
                <p14:nvPr/>
              </p14:nvContentPartPr>
              <p14:xfrm>
                <a:off x="1599620" y="424927"/>
                <a:ext cx="140040" cy="23760"/>
              </p14:xfrm>
            </p:contentPart>
          </mc:Choice>
          <mc:Fallback>
            <p:pic>
              <p:nvPicPr>
                <p:cNvPr id="13" name="Rukopis 12">
                  <a:extLst>
                    <a:ext uri="{FF2B5EF4-FFF2-40B4-BE49-F238E27FC236}">
                      <a16:creationId xmlns:a16="http://schemas.microsoft.com/office/drawing/2014/main" id="{001A1D52-0E05-0045-E265-0509F441A6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90980" y="416287"/>
                  <a:ext cx="1576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Rukopis 13">
                  <a:extLst>
                    <a:ext uri="{FF2B5EF4-FFF2-40B4-BE49-F238E27FC236}">
                      <a16:creationId xmlns:a16="http://schemas.microsoft.com/office/drawing/2014/main" id="{5835D1C3-41B5-232B-8EFA-5F9957D186C1}"/>
                    </a:ext>
                  </a:extLst>
                </p14:cNvPr>
                <p14:cNvContentPartPr/>
                <p14:nvPr/>
              </p14:nvContentPartPr>
              <p14:xfrm>
                <a:off x="1711580" y="499447"/>
                <a:ext cx="233640" cy="170640"/>
              </p14:xfrm>
            </p:contentPart>
          </mc:Choice>
          <mc:Fallback>
            <p:pic>
              <p:nvPicPr>
                <p:cNvPr id="14" name="Rukopis 13">
                  <a:extLst>
                    <a:ext uri="{FF2B5EF4-FFF2-40B4-BE49-F238E27FC236}">
                      <a16:creationId xmlns:a16="http://schemas.microsoft.com/office/drawing/2014/main" id="{5835D1C3-41B5-232B-8EFA-5F9957D186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02940" y="490807"/>
                  <a:ext cx="251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Rukopis 15">
                  <a:extLst>
                    <a:ext uri="{FF2B5EF4-FFF2-40B4-BE49-F238E27FC236}">
                      <a16:creationId xmlns:a16="http://schemas.microsoft.com/office/drawing/2014/main" id="{599C4740-DFA6-259F-5D8D-6FD4431DCFEE}"/>
                    </a:ext>
                  </a:extLst>
                </p14:cNvPr>
                <p14:cNvContentPartPr/>
                <p14:nvPr/>
              </p14:nvContentPartPr>
              <p14:xfrm>
                <a:off x="1939460" y="505207"/>
                <a:ext cx="506520" cy="163080"/>
              </p14:xfrm>
            </p:contentPart>
          </mc:Choice>
          <mc:Fallback>
            <p:pic>
              <p:nvPicPr>
                <p:cNvPr id="16" name="Rukopis 15">
                  <a:extLst>
                    <a:ext uri="{FF2B5EF4-FFF2-40B4-BE49-F238E27FC236}">
                      <a16:creationId xmlns:a16="http://schemas.microsoft.com/office/drawing/2014/main" id="{599C4740-DFA6-259F-5D8D-6FD4431DCF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30460" y="496567"/>
                  <a:ext cx="524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Rukopis 16">
                  <a:extLst>
                    <a:ext uri="{FF2B5EF4-FFF2-40B4-BE49-F238E27FC236}">
                      <a16:creationId xmlns:a16="http://schemas.microsoft.com/office/drawing/2014/main" id="{403A6713-A732-3A5E-03A7-801F45E6B8A7}"/>
                    </a:ext>
                  </a:extLst>
                </p14:cNvPr>
                <p14:cNvContentPartPr/>
                <p14:nvPr/>
              </p14:nvContentPartPr>
              <p14:xfrm>
                <a:off x="2393780" y="255367"/>
                <a:ext cx="79560" cy="287640"/>
              </p14:xfrm>
            </p:contentPart>
          </mc:Choice>
          <mc:Fallback>
            <p:pic>
              <p:nvPicPr>
                <p:cNvPr id="17" name="Rukopis 16">
                  <a:extLst>
                    <a:ext uri="{FF2B5EF4-FFF2-40B4-BE49-F238E27FC236}">
                      <a16:creationId xmlns:a16="http://schemas.microsoft.com/office/drawing/2014/main" id="{403A6713-A732-3A5E-03A7-801F45E6B8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85140" y="246727"/>
                  <a:ext cx="9720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Skupina 25">
            <a:extLst>
              <a:ext uri="{FF2B5EF4-FFF2-40B4-BE49-F238E27FC236}">
                <a16:creationId xmlns:a16="http://schemas.microsoft.com/office/drawing/2014/main" id="{02210798-B311-C7D9-6B20-90DCACC76FC1}"/>
              </a:ext>
            </a:extLst>
          </p:cNvPr>
          <p:cNvGrpSpPr/>
          <p:nvPr/>
        </p:nvGrpSpPr>
        <p:grpSpPr>
          <a:xfrm>
            <a:off x="779900" y="1174807"/>
            <a:ext cx="1326240" cy="479880"/>
            <a:chOff x="779900" y="1174807"/>
            <a:chExt cx="132624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Rukopis 18">
                  <a:extLst>
                    <a:ext uri="{FF2B5EF4-FFF2-40B4-BE49-F238E27FC236}">
                      <a16:creationId xmlns:a16="http://schemas.microsoft.com/office/drawing/2014/main" id="{B35BA823-FAE9-7534-7F47-3BF0C713F20B}"/>
                    </a:ext>
                  </a:extLst>
                </p14:cNvPr>
                <p14:cNvContentPartPr/>
                <p14:nvPr/>
              </p14:nvContentPartPr>
              <p14:xfrm>
                <a:off x="779900" y="1263007"/>
                <a:ext cx="292320" cy="186480"/>
              </p14:xfrm>
            </p:contentPart>
          </mc:Choice>
          <mc:Fallback>
            <p:pic>
              <p:nvPicPr>
                <p:cNvPr id="19" name="Rukopis 18">
                  <a:extLst>
                    <a:ext uri="{FF2B5EF4-FFF2-40B4-BE49-F238E27FC236}">
                      <a16:creationId xmlns:a16="http://schemas.microsoft.com/office/drawing/2014/main" id="{B35BA823-FAE9-7534-7F47-3BF0C713F20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0900" y="1254007"/>
                  <a:ext cx="309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Rukopis 19">
                  <a:extLst>
                    <a:ext uri="{FF2B5EF4-FFF2-40B4-BE49-F238E27FC236}">
                      <a16:creationId xmlns:a16="http://schemas.microsoft.com/office/drawing/2014/main" id="{8A55E616-E3B3-2404-3BFF-AB4176839829}"/>
                    </a:ext>
                  </a:extLst>
                </p14:cNvPr>
                <p14:cNvContentPartPr/>
                <p14:nvPr/>
              </p14:nvContentPartPr>
              <p14:xfrm>
                <a:off x="1060340" y="1174807"/>
                <a:ext cx="89640" cy="369360"/>
              </p14:xfrm>
            </p:contentPart>
          </mc:Choice>
          <mc:Fallback>
            <p:pic>
              <p:nvPicPr>
                <p:cNvPr id="20" name="Rukopis 19">
                  <a:extLst>
                    <a:ext uri="{FF2B5EF4-FFF2-40B4-BE49-F238E27FC236}">
                      <a16:creationId xmlns:a16="http://schemas.microsoft.com/office/drawing/2014/main" id="{8A55E616-E3B3-2404-3BFF-AB417683982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1340" y="1165807"/>
                  <a:ext cx="1072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Rukopis 21">
                  <a:extLst>
                    <a:ext uri="{FF2B5EF4-FFF2-40B4-BE49-F238E27FC236}">
                      <a16:creationId xmlns:a16="http://schemas.microsoft.com/office/drawing/2014/main" id="{1F700F6B-B99F-ACA3-1621-B33159DAA9DF}"/>
                    </a:ext>
                  </a:extLst>
                </p14:cNvPr>
                <p14:cNvContentPartPr/>
                <p14:nvPr/>
              </p14:nvContentPartPr>
              <p14:xfrm>
                <a:off x="1245380" y="1210807"/>
                <a:ext cx="246960" cy="273960"/>
              </p14:xfrm>
            </p:contentPart>
          </mc:Choice>
          <mc:Fallback>
            <p:pic>
              <p:nvPicPr>
                <p:cNvPr id="22" name="Rukopis 21">
                  <a:extLst>
                    <a:ext uri="{FF2B5EF4-FFF2-40B4-BE49-F238E27FC236}">
                      <a16:creationId xmlns:a16="http://schemas.microsoft.com/office/drawing/2014/main" id="{1F700F6B-B99F-ACA3-1621-B33159DAA9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36740" y="1201807"/>
                  <a:ext cx="2646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Rukopis 22">
                  <a:extLst>
                    <a:ext uri="{FF2B5EF4-FFF2-40B4-BE49-F238E27FC236}">
                      <a16:creationId xmlns:a16="http://schemas.microsoft.com/office/drawing/2014/main" id="{44CB38E6-A60F-CD37-D408-4BF60B185996}"/>
                    </a:ext>
                  </a:extLst>
                </p14:cNvPr>
                <p14:cNvContentPartPr/>
                <p14:nvPr/>
              </p14:nvContentPartPr>
              <p14:xfrm>
                <a:off x="1644260" y="1219807"/>
                <a:ext cx="142920" cy="266040"/>
              </p14:xfrm>
            </p:contentPart>
          </mc:Choice>
          <mc:Fallback>
            <p:pic>
              <p:nvPicPr>
                <p:cNvPr id="23" name="Rukopis 22">
                  <a:extLst>
                    <a:ext uri="{FF2B5EF4-FFF2-40B4-BE49-F238E27FC236}">
                      <a16:creationId xmlns:a16="http://schemas.microsoft.com/office/drawing/2014/main" id="{44CB38E6-A60F-CD37-D408-4BF60B1859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35620" y="1211167"/>
                  <a:ext cx="1605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Rukopis 23">
                  <a:extLst>
                    <a:ext uri="{FF2B5EF4-FFF2-40B4-BE49-F238E27FC236}">
                      <a16:creationId xmlns:a16="http://schemas.microsoft.com/office/drawing/2014/main" id="{8F24E08D-BEE4-E5CF-804F-C09131D47034}"/>
                    </a:ext>
                  </a:extLst>
                </p14:cNvPr>
                <p14:cNvContentPartPr/>
                <p14:nvPr/>
              </p14:nvContentPartPr>
              <p14:xfrm>
                <a:off x="1736420" y="1176967"/>
                <a:ext cx="227520" cy="477720"/>
              </p14:xfrm>
            </p:contentPart>
          </mc:Choice>
          <mc:Fallback>
            <p:pic>
              <p:nvPicPr>
                <p:cNvPr id="24" name="Rukopis 23">
                  <a:extLst>
                    <a:ext uri="{FF2B5EF4-FFF2-40B4-BE49-F238E27FC236}">
                      <a16:creationId xmlns:a16="http://schemas.microsoft.com/office/drawing/2014/main" id="{8F24E08D-BEE4-E5CF-804F-C09131D4703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27780" y="1167967"/>
                  <a:ext cx="24516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Rukopis 24">
                  <a:extLst>
                    <a:ext uri="{FF2B5EF4-FFF2-40B4-BE49-F238E27FC236}">
                      <a16:creationId xmlns:a16="http://schemas.microsoft.com/office/drawing/2014/main" id="{44352293-F7D5-1BE7-AA0E-FDEA594CC0EC}"/>
                    </a:ext>
                  </a:extLst>
                </p14:cNvPr>
                <p14:cNvContentPartPr/>
                <p14:nvPr/>
              </p14:nvContentPartPr>
              <p14:xfrm>
                <a:off x="2051420" y="1193887"/>
                <a:ext cx="54720" cy="335520"/>
              </p14:xfrm>
            </p:contentPart>
          </mc:Choice>
          <mc:Fallback>
            <p:pic>
              <p:nvPicPr>
                <p:cNvPr id="25" name="Rukopis 24">
                  <a:extLst>
                    <a:ext uri="{FF2B5EF4-FFF2-40B4-BE49-F238E27FC236}">
                      <a16:creationId xmlns:a16="http://schemas.microsoft.com/office/drawing/2014/main" id="{44352293-F7D5-1BE7-AA0E-FDEA594CC0E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42780" y="1185247"/>
                  <a:ext cx="7236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Skupina 30">
            <a:extLst>
              <a:ext uri="{FF2B5EF4-FFF2-40B4-BE49-F238E27FC236}">
                <a16:creationId xmlns:a16="http://schemas.microsoft.com/office/drawing/2014/main" id="{AFB27ABA-501A-AEBE-E268-42D15599A957}"/>
              </a:ext>
            </a:extLst>
          </p:cNvPr>
          <p:cNvGrpSpPr/>
          <p:nvPr/>
        </p:nvGrpSpPr>
        <p:grpSpPr>
          <a:xfrm>
            <a:off x="2307380" y="1153207"/>
            <a:ext cx="571680" cy="311760"/>
            <a:chOff x="2307380" y="1153207"/>
            <a:chExt cx="57168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Rukopis 26">
                  <a:extLst>
                    <a:ext uri="{FF2B5EF4-FFF2-40B4-BE49-F238E27FC236}">
                      <a16:creationId xmlns:a16="http://schemas.microsoft.com/office/drawing/2014/main" id="{C5CF6A05-38A2-3813-0E85-2890C867FD02}"/>
                    </a:ext>
                  </a:extLst>
                </p14:cNvPr>
                <p14:cNvContentPartPr/>
                <p14:nvPr/>
              </p14:nvContentPartPr>
              <p14:xfrm>
                <a:off x="2316020" y="1313407"/>
                <a:ext cx="81000" cy="20160"/>
              </p14:xfrm>
            </p:contentPart>
          </mc:Choice>
          <mc:Fallback>
            <p:pic>
              <p:nvPicPr>
                <p:cNvPr id="27" name="Rukopis 26">
                  <a:extLst>
                    <a:ext uri="{FF2B5EF4-FFF2-40B4-BE49-F238E27FC236}">
                      <a16:creationId xmlns:a16="http://schemas.microsoft.com/office/drawing/2014/main" id="{C5CF6A05-38A2-3813-0E85-2890C867FD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07380" y="1304767"/>
                  <a:ext cx="98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Rukopis 27">
                  <a:extLst>
                    <a:ext uri="{FF2B5EF4-FFF2-40B4-BE49-F238E27FC236}">
                      <a16:creationId xmlns:a16="http://schemas.microsoft.com/office/drawing/2014/main" id="{7271301A-AC3D-56D4-8318-D498E891B2F1}"/>
                    </a:ext>
                  </a:extLst>
                </p14:cNvPr>
                <p14:cNvContentPartPr/>
                <p14:nvPr/>
              </p14:nvContentPartPr>
              <p14:xfrm>
                <a:off x="2307380" y="1385047"/>
                <a:ext cx="123480" cy="4680"/>
              </p14:xfrm>
            </p:contentPart>
          </mc:Choice>
          <mc:Fallback>
            <p:pic>
              <p:nvPicPr>
                <p:cNvPr id="28" name="Rukopis 27">
                  <a:extLst>
                    <a:ext uri="{FF2B5EF4-FFF2-40B4-BE49-F238E27FC236}">
                      <a16:creationId xmlns:a16="http://schemas.microsoft.com/office/drawing/2014/main" id="{7271301A-AC3D-56D4-8318-D498E891B2F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98740" y="1376047"/>
                  <a:ext cx="141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Rukopis 29">
                  <a:extLst>
                    <a:ext uri="{FF2B5EF4-FFF2-40B4-BE49-F238E27FC236}">
                      <a16:creationId xmlns:a16="http://schemas.microsoft.com/office/drawing/2014/main" id="{BF1F2823-E479-3CE0-4A20-5F8E4F1D07BD}"/>
                    </a:ext>
                  </a:extLst>
                </p14:cNvPr>
                <p14:cNvContentPartPr/>
                <p14:nvPr/>
              </p14:nvContentPartPr>
              <p14:xfrm>
                <a:off x="2534900" y="1153207"/>
                <a:ext cx="344160" cy="311760"/>
              </p14:xfrm>
            </p:contentPart>
          </mc:Choice>
          <mc:Fallback>
            <p:pic>
              <p:nvPicPr>
                <p:cNvPr id="30" name="Rukopis 29">
                  <a:extLst>
                    <a:ext uri="{FF2B5EF4-FFF2-40B4-BE49-F238E27FC236}">
                      <a16:creationId xmlns:a16="http://schemas.microsoft.com/office/drawing/2014/main" id="{BF1F2823-E479-3CE0-4A20-5F8E4F1D07B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26260" y="1144567"/>
                  <a:ext cx="36180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Skupina 38">
            <a:extLst>
              <a:ext uri="{FF2B5EF4-FFF2-40B4-BE49-F238E27FC236}">
                <a16:creationId xmlns:a16="http://schemas.microsoft.com/office/drawing/2014/main" id="{1EA097A5-9592-E907-EEAF-9FD6F70AB0D0}"/>
              </a:ext>
            </a:extLst>
          </p:cNvPr>
          <p:cNvGrpSpPr/>
          <p:nvPr/>
        </p:nvGrpSpPr>
        <p:grpSpPr>
          <a:xfrm>
            <a:off x="3628220" y="1181647"/>
            <a:ext cx="666360" cy="474480"/>
            <a:chOff x="3628220" y="1181647"/>
            <a:chExt cx="666360" cy="47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Rukopis 33">
                  <a:extLst>
                    <a:ext uri="{FF2B5EF4-FFF2-40B4-BE49-F238E27FC236}">
                      <a16:creationId xmlns:a16="http://schemas.microsoft.com/office/drawing/2014/main" id="{301C8E10-D918-C308-4A9A-7D16B60F8C56}"/>
                    </a:ext>
                  </a:extLst>
                </p14:cNvPr>
                <p14:cNvContentPartPr/>
                <p14:nvPr/>
              </p14:nvContentPartPr>
              <p14:xfrm>
                <a:off x="3628220" y="1241047"/>
                <a:ext cx="148680" cy="260280"/>
              </p14:xfrm>
            </p:contentPart>
          </mc:Choice>
          <mc:Fallback>
            <p:pic>
              <p:nvPicPr>
                <p:cNvPr id="34" name="Rukopis 33">
                  <a:extLst>
                    <a:ext uri="{FF2B5EF4-FFF2-40B4-BE49-F238E27FC236}">
                      <a16:creationId xmlns:a16="http://schemas.microsoft.com/office/drawing/2014/main" id="{301C8E10-D918-C308-4A9A-7D16B60F8C5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19220" y="1232047"/>
                  <a:ext cx="1663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Rukopis 34">
                  <a:extLst>
                    <a:ext uri="{FF2B5EF4-FFF2-40B4-BE49-F238E27FC236}">
                      <a16:creationId xmlns:a16="http://schemas.microsoft.com/office/drawing/2014/main" id="{5F938268-E75E-0D6C-D8CB-CA6F44B4E75B}"/>
                    </a:ext>
                  </a:extLst>
                </p14:cNvPr>
                <p14:cNvContentPartPr/>
                <p14:nvPr/>
              </p14:nvContentPartPr>
              <p14:xfrm>
                <a:off x="3664220" y="1225207"/>
                <a:ext cx="158760" cy="259560"/>
              </p14:xfrm>
            </p:contentPart>
          </mc:Choice>
          <mc:Fallback>
            <p:pic>
              <p:nvPicPr>
                <p:cNvPr id="35" name="Rukopis 34">
                  <a:extLst>
                    <a:ext uri="{FF2B5EF4-FFF2-40B4-BE49-F238E27FC236}">
                      <a16:creationId xmlns:a16="http://schemas.microsoft.com/office/drawing/2014/main" id="{5F938268-E75E-0D6C-D8CB-CA6F44B4E7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55580" y="1216567"/>
                  <a:ext cx="1764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Rukopis 35">
                  <a:extLst>
                    <a:ext uri="{FF2B5EF4-FFF2-40B4-BE49-F238E27FC236}">
                      <a16:creationId xmlns:a16="http://schemas.microsoft.com/office/drawing/2014/main" id="{0F664F20-52C0-1860-0E23-D42229621FB4}"/>
                    </a:ext>
                  </a:extLst>
                </p14:cNvPr>
                <p14:cNvContentPartPr/>
                <p14:nvPr/>
              </p14:nvContentPartPr>
              <p14:xfrm>
                <a:off x="3919820" y="1212607"/>
                <a:ext cx="95760" cy="242280"/>
              </p14:xfrm>
            </p:contentPart>
          </mc:Choice>
          <mc:Fallback>
            <p:pic>
              <p:nvPicPr>
                <p:cNvPr id="36" name="Rukopis 35">
                  <a:extLst>
                    <a:ext uri="{FF2B5EF4-FFF2-40B4-BE49-F238E27FC236}">
                      <a16:creationId xmlns:a16="http://schemas.microsoft.com/office/drawing/2014/main" id="{0F664F20-52C0-1860-0E23-D42229621F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10820" y="1203607"/>
                  <a:ext cx="113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Rukopis 36">
                  <a:extLst>
                    <a:ext uri="{FF2B5EF4-FFF2-40B4-BE49-F238E27FC236}">
                      <a16:creationId xmlns:a16="http://schemas.microsoft.com/office/drawing/2014/main" id="{F5A983B5-EB23-74FF-7E4E-A63FB31022EF}"/>
                    </a:ext>
                  </a:extLst>
                </p14:cNvPr>
                <p14:cNvContentPartPr/>
                <p14:nvPr/>
              </p14:nvContentPartPr>
              <p14:xfrm>
                <a:off x="3957620" y="1228447"/>
                <a:ext cx="224640" cy="427680"/>
              </p14:xfrm>
            </p:contentPart>
          </mc:Choice>
          <mc:Fallback>
            <p:pic>
              <p:nvPicPr>
                <p:cNvPr id="37" name="Rukopis 36">
                  <a:extLst>
                    <a:ext uri="{FF2B5EF4-FFF2-40B4-BE49-F238E27FC236}">
                      <a16:creationId xmlns:a16="http://schemas.microsoft.com/office/drawing/2014/main" id="{F5A983B5-EB23-74FF-7E4E-A63FB31022E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48980" y="1219807"/>
                  <a:ext cx="2422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Rukopis 37">
                  <a:extLst>
                    <a:ext uri="{FF2B5EF4-FFF2-40B4-BE49-F238E27FC236}">
                      <a16:creationId xmlns:a16="http://schemas.microsoft.com/office/drawing/2014/main" id="{47932512-627C-6EC3-849B-1631A0C953AE}"/>
                    </a:ext>
                  </a:extLst>
                </p14:cNvPr>
                <p14:cNvContentPartPr/>
                <p14:nvPr/>
              </p14:nvContentPartPr>
              <p14:xfrm>
                <a:off x="4216460" y="1181647"/>
                <a:ext cx="78120" cy="333000"/>
              </p14:xfrm>
            </p:contentPart>
          </mc:Choice>
          <mc:Fallback>
            <p:pic>
              <p:nvPicPr>
                <p:cNvPr id="38" name="Rukopis 37">
                  <a:extLst>
                    <a:ext uri="{FF2B5EF4-FFF2-40B4-BE49-F238E27FC236}">
                      <a16:creationId xmlns:a16="http://schemas.microsoft.com/office/drawing/2014/main" id="{47932512-627C-6EC3-849B-1631A0C953A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07460" y="1173007"/>
                  <a:ext cx="95760" cy="35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Skupina 57">
            <a:extLst>
              <a:ext uri="{FF2B5EF4-FFF2-40B4-BE49-F238E27FC236}">
                <a16:creationId xmlns:a16="http://schemas.microsoft.com/office/drawing/2014/main" id="{07F052DF-AF1D-C5BF-B343-D89F1DEC404D}"/>
              </a:ext>
            </a:extLst>
          </p:cNvPr>
          <p:cNvGrpSpPr/>
          <p:nvPr/>
        </p:nvGrpSpPr>
        <p:grpSpPr>
          <a:xfrm>
            <a:off x="4535780" y="1183087"/>
            <a:ext cx="1925640" cy="409320"/>
            <a:chOff x="4535780" y="1183087"/>
            <a:chExt cx="1925640" cy="40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Rukopis 39">
                  <a:extLst>
                    <a:ext uri="{FF2B5EF4-FFF2-40B4-BE49-F238E27FC236}">
                      <a16:creationId xmlns:a16="http://schemas.microsoft.com/office/drawing/2014/main" id="{63BEEC65-5E68-57CE-1C8C-5C33852BD0CE}"/>
                    </a:ext>
                  </a:extLst>
                </p14:cNvPr>
                <p14:cNvContentPartPr/>
                <p14:nvPr/>
              </p14:nvContentPartPr>
              <p14:xfrm>
                <a:off x="4551620" y="1307287"/>
                <a:ext cx="101160" cy="6840"/>
              </p14:xfrm>
            </p:contentPart>
          </mc:Choice>
          <mc:Fallback>
            <p:pic>
              <p:nvPicPr>
                <p:cNvPr id="40" name="Rukopis 39">
                  <a:extLst>
                    <a:ext uri="{FF2B5EF4-FFF2-40B4-BE49-F238E27FC236}">
                      <a16:creationId xmlns:a16="http://schemas.microsoft.com/office/drawing/2014/main" id="{63BEEC65-5E68-57CE-1C8C-5C33852BD0C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42980" y="1298647"/>
                  <a:ext cx="1188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Rukopis 40">
                  <a:extLst>
                    <a:ext uri="{FF2B5EF4-FFF2-40B4-BE49-F238E27FC236}">
                      <a16:creationId xmlns:a16="http://schemas.microsoft.com/office/drawing/2014/main" id="{8CDBDC9B-5620-F8A1-91CA-E259A282AB9E}"/>
                    </a:ext>
                  </a:extLst>
                </p14:cNvPr>
                <p14:cNvContentPartPr/>
                <p14:nvPr/>
              </p14:nvContentPartPr>
              <p14:xfrm>
                <a:off x="4535780" y="1377127"/>
                <a:ext cx="121680" cy="11880"/>
              </p14:xfrm>
            </p:contentPart>
          </mc:Choice>
          <mc:Fallback>
            <p:pic>
              <p:nvPicPr>
                <p:cNvPr id="41" name="Rukopis 40">
                  <a:extLst>
                    <a:ext uri="{FF2B5EF4-FFF2-40B4-BE49-F238E27FC236}">
                      <a16:creationId xmlns:a16="http://schemas.microsoft.com/office/drawing/2014/main" id="{8CDBDC9B-5620-F8A1-91CA-E259A282AB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27140" y="1368487"/>
                  <a:ext cx="139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Rukopis 42">
                  <a:extLst>
                    <a:ext uri="{FF2B5EF4-FFF2-40B4-BE49-F238E27FC236}">
                      <a16:creationId xmlns:a16="http://schemas.microsoft.com/office/drawing/2014/main" id="{8E1E9E0E-D785-F01E-AF17-A1214678965E}"/>
                    </a:ext>
                  </a:extLst>
                </p14:cNvPr>
                <p14:cNvContentPartPr/>
                <p14:nvPr/>
              </p14:nvContentPartPr>
              <p14:xfrm>
                <a:off x="4749980" y="1183087"/>
                <a:ext cx="174600" cy="394920"/>
              </p14:xfrm>
            </p:contentPart>
          </mc:Choice>
          <mc:Fallback>
            <p:pic>
              <p:nvPicPr>
                <p:cNvPr id="43" name="Rukopis 42">
                  <a:extLst>
                    <a:ext uri="{FF2B5EF4-FFF2-40B4-BE49-F238E27FC236}">
                      <a16:creationId xmlns:a16="http://schemas.microsoft.com/office/drawing/2014/main" id="{8E1E9E0E-D785-F01E-AF17-A1214678965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41340" y="1174447"/>
                  <a:ext cx="1922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Rukopis 44">
                  <a:extLst>
                    <a:ext uri="{FF2B5EF4-FFF2-40B4-BE49-F238E27FC236}">
                      <a16:creationId xmlns:a16="http://schemas.microsoft.com/office/drawing/2014/main" id="{D17E44A3-7F7C-B158-BB3B-FC3B2F3F5359}"/>
                    </a:ext>
                  </a:extLst>
                </p14:cNvPr>
                <p14:cNvContentPartPr/>
                <p14:nvPr/>
              </p14:nvContentPartPr>
              <p14:xfrm>
                <a:off x="4872380" y="1247887"/>
                <a:ext cx="141480" cy="201960"/>
              </p14:xfrm>
            </p:contentPart>
          </mc:Choice>
          <mc:Fallback>
            <p:pic>
              <p:nvPicPr>
                <p:cNvPr id="45" name="Rukopis 44">
                  <a:extLst>
                    <a:ext uri="{FF2B5EF4-FFF2-40B4-BE49-F238E27FC236}">
                      <a16:creationId xmlns:a16="http://schemas.microsoft.com/office/drawing/2014/main" id="{D17E44A3-7F7C-B158-BB3B-FC3B2F3F535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63740" y="1238887"/>
                  <a:ext cx="1591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Rukopis 45">
                  <a:extLst>
                    <a:ext uri="{FF2B5EF4-FFF2-40B4-BE49-F238E27FC236}">
                      <a16:creationId xmlns:a16="http://schemas.microsoft.com/office/drawing/2014/main" id="{5687AB47-9106-BA83-FD31-3899901C6A53}"/>
                    </a:ext>
                  </a:extLst>
                </p14:cNvPr>
                <p14:cNvContentPartPr/>
                <p14:nvPr/>
              </p14:nvContentPartPr>
              <p14:xfrm>
                <a:off x="5000540" y="1439407"/>
                <a:ext cx="47880" cy="129960"/>
              </p14:xfrm>
            </p:contentPart>
          </mc:Choice>
          <mc:Fallback>
            <p:pic>
              <p:nvPicPr>
                <p:cNvPr id="46" name="Rukopis 45">
                  <a:extLst>
                    <a:ext uri="{FF2B5EF4-FFF2-40B4-BE49-F238E27FC236}">
                      <a16:creationId xmlns:a16="http://schemas.microsoft.com/office/drawing/2014/main" id="{5687AB47-9106-BA83-FD31-3899901C6A5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91540" y="1430407"/>
                  <a:ext cx="655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Rukopis 46">
                  <a:extLst>
                    <a:ext uri="{FF2B5EF4-FFF2-40B4-BE49-F238E27FC236}">
                      <a16:creationId xmlns:a16="http://schemas.microsoft.com/office/drawing/2014/main" id="{A4CB09F7-4100-7976-6976-4EC7D8C4C709}"/>
                    </a:ext>
                  </a:extLst>
                </p14:cNvPr>
                <p14:cNvContentPartPr/>
                <p14:nvPr/>
              </p14:nvContentPartPr>
              <p14:xfrm>
                <a:off x="5134100" y="1247887"/>
                <a:ext cx="114120" cy="225720"/>
              </p14:xfrm>
            </p:contentPart>
          </mc:Choice>
          <mc:Fallback>
            <p:pic>
              <p:nvPicPr>
                <p:cNvPr id="47" name="Rukopis 46">
                  <a:extLst>
                    <a:ext uri="{FF2B5EF4-FFF2-40B4-BE49-F238E27FC236}">
                      <a16:creationId xmlns:a16="http://schemas.microsoft.com/office/drawing/2014/main" id="{A4CB09F7-4100-7976-6976-4EC7D8C4C70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25460" y="1238887"/>
                  <a:ext cx="1317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Rukopis 47">
                  <a:extLst>
                    <a:ext uri="{FF2B5EF4-FFF2-40B4-BE49-F238E27FC236}">
                      <a16:creationId xmlns:a16="http://schemas.microsoft.com/office/drawing/2014/main" id="{2AF89693-B4F1-0CA9-215A-F4E3275B3F60}"/>
                    </a:ext>
                  </a:extLst>
                </p14:cNvPr>
                <p14:cNvContentPartPr/>
                <p14:nvPr/>
              </p14:nvContentPartPr>
              <p14:xfrm>
                <a:off x="5198900" y="1437967"/>
                <a:ext cx="53640" cy="148680"/>
              </p14:xfrm>
            </p:contentPart>
          </mc:Choice>
          <mc:Fallback>
            <p:pic>
              <p:nvPicPr>
                <p:cNvPr id="48" name="Rukopis 47">
                  <a:extLst>
                    <a:ext uri="{FF2B5EF4-FFF2-40B4-BE49-F238E27FC236}">
                      <a16:creationId xmlns:a16="http://schemas.microsoft.com/office/drawing/2014/main" id="{2AF89693-B4F1-0CA9-215A-F4E3275B3F6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90260" y="1429327"/>
                  <a:ext cx="71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Rukopis 48">
                  <a:extLst>
                    <a:ext uri="{FF2B5EF4-FFF2-40B4-BE49-F238E27FC236}">
                      <a16:creationId xmlns:a16="http://schemas.microsoft.com/office/drawing/2014/main" id="{A4D5D178-9DEB-2B05-FA0F-EBF6DD932772}"/>
                    </a:ext>
                  </a:extLst>
                </p14:cNvPr>
                <p14:cNvContentPartPr/>
                <p14:nvPr/>
              </p14:nvContentPartPr>
              <p14:xfrm>
                <a:off x="5335340" y="1256167"/>
                <a:ext cx="148680" cy="215280"/>
              </p14:xfrm>
            </p:contentPart>
          </mc:Choice>
          <mc:Fallback>
            <p:pic>
              <p:nvPicPr>
                <p:cNvPr id="49" name="Rukopis 48">
                  <a:extLst>
                    <a:ext uri="{FF2B5EF4-FFF2-40B4-BE49-F238E27FC236}">
                      <a16:creationId xmlns:a16="http://schemas.microsoft.com/office/drawing/2014/main" id="{A4D5D178-9DEB-2B05-FA0F-EBF6DD93277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26340" y="1247527"/>
                  <a:ext cx="1663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Rukopis 49">
                  <a:extLst>
                    <a:ext uri="{FF2B5EF4-FFF2-40B4-BE49-F238E27FC236}">
                      <a16:creationId xmlns:a16="http://schemas.microsoft.com/office/drawing/2014/main" id="{8358F75F-53E9-2656-5C82-104EBA68CF78}"/>
                    </a:ext>
                  </a:extLst>
                </p14:cNvPr>
                <p14:cNvContentPartPr/>
                <p14:nvPr/>
              </p14:nvContentPartPr>
              <p14:xfrm>
                <a:off x="5470700" y="1478287"/>
                <a:ext cx="56520" cy="114120"/>
              </p14:xfrm>
            </p:contentPart>
          </mc:Choice>
          <mc:Fallback>
            <p:pic>
              <p:nvPicPr>
                <p:cNvPr id="50" name="Rukopis 49">
                  <a:extLst>
                    <a:ext uri="{FF2B5EF4-FFF2-40B4-BE49-F238E27FC236}">
                      <a16:creationId xmlns:a16="http://schemas.microsoft.com/office/drawing/2014/main" id="{8358F75F-53E9-2656-5C82-104EBA68CF7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62060" y="1469287"/>
                  <a:ext cx="74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Rukopis 51">
                  <a:extLst>
                    <a:ext uri="{FF2B5EF4-FFF2-40B4-BE49-F238E27FC236}">
                      <a16:creationId xmlns:a16="http://schemas.microsoft.com/office/drawing/2014/main" id="{5BED4587-3D34-F04F-9EEA-7AC643CE776B}"/>
                    </a:ext>
                  </a:extLst>
                </p14:cNvPr>
                <p14:cNvContentPartPr/>
                <p14:nvPr/>
              </p14:nvContentPartPr>
              <p14:xfrm>
                <a:off x="5647820" y="1448407"/>
                <a:ext cx="14760" cy="6120"/>
              </p14:xfrm>
            </p:contentPart>
          </mc:Choice>
          <mc:Fallback>
            <p:pic>
              <p:nvPicPr>
                <p:cNvPr id="52" name="Rukopis 51">
                  <a:extLst>
                    <a:ext uri="{FF2B5EF4-FFF2-40B4-BE49-F238E27FC236}">
                      <a16:creationId xmlns:a16="http://schemas.microsoft.com/office/drawing/2014/main" id="{5BED4587-3D34-F04F-9EEA-7AC643CE776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38820" y="1439767"/>
                  <a:ext cx="32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Rukopis 52">
                  <a:extLst>
                    <a:ext uri="{FF2B5EF4-FFF2-40B4-BE49-F238E27FC236}">
                      <a16:creationId xmlns:a16="http://schemas.microsoft.com/office/drawing/2014/main" id="{95C4FB6B-958B-4413-B7FD-C990B2D1303A}"/>
                    </a:ext>
                  </a:extLst>
                </p14:cNvPr>
                <p14:cNvContentPartPr/>
                <p14:nvPr/>
              </p14:nvContentPartPr>
              <p14:xfrm>
                <a:off x="5761580" y="1456687"/>
                <a:ext cx="16200" cy="1080"/>
              </p14:xfrm>
            </p:contentPart>
          </mc:Choice>
          <mc:Fallback>
            <p:pic>
              <p:nvPicPr>
                <p:cNvPr id="53" name="Rukopis 52">
                  <a:extLst>
                    <a:ext uri="{FF2B5EF4-FFF2-40B4-BE49-F238E27FC236}">
                      <a16:creationId xmlns:a16="http://schemas.microsoft.com/office/drawing/2014/main" id="{95C4FB6B-958B-4413-B7FD-C990B2D130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52580" y="1448047"/>
                  <a:ext cx="33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Rukopis 53">
                  <a:extLst>
                    <a:ext uri="{FF2B5EF4-FFF2-40B4-BE49-F238E27FC236}">
                      <a16:creationId xmlns:a16="http://schemas.microsoft.com/office/drawing/2014/main" id="{4D4BF0A7-B0FF-E2ED-B5B9-C98ABAEF80FB}"/>
                    </a:ext>
                  </a:extLst>
                </p14:cNvPr>
                <p14:cNvContentPartPr/>
                <p14:nvPr/>
              </p14:nvContentPartPr>
              <p14:xfrm>
                <a:off x="5862020" y="1454887"/>
                <a:ext cx="1800" cy="1080"/>
              </p14:xfrm>
            </p:contentPart>
          </mc:Choice>
          <mc:Fallback>
            <p:pic>
              <p:nvPicPr>
                <p:cNvPr id="54" name="Rukopis 53">
                  <a:extLst>
                    <a:ext uri="{FF2B5EF4-FFF2-40B4-BE49-F238E27FC236}">
                      <a16:creationId xmlns:a16="http://schemas.microsoft.com/office/drawing/2014/main" id="{4D4BF0A7-B0FF-E2ED-B5B9-C98ABAEF80F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53380" y="1446247"/>
                  <a:ext cx="19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Rukopis 54">
                  <a:extLst>
                    <a:ext uri="{FF2B5EF4-FFF2-40B4-BE49-F238E27FC236}">
                      <a16:creationId xmlns:a16="http://schemas.microsoft.com/office/drawing/2014/main" id="{6203BF2B-2D6F-7325-D064-99D871EF504B}"/>
                    </a:ext>
                  </a:extLst>
                </p14:cNvPr>
                <p14:cNvContentPartPr/>
                <p14:nvPr/>
              </p14:nvContentPartPr>
              <p14:xfrm>
                <a:off x="5983700" y="1445887"/>
                <a:ext cx="65880" cy="135720"/>
              </p14:xfrm>
            </p:contentPart>
          </mc:Choice>
          <mc:Fallback>
            <p:pic>
              <p:nvPicPr>
                <p:cNvPr id="55" name="Rukopis 54">
                  <a:extLst>
                    <a:ext uri="{FF2B5EF4-FFF2-40B4-BE49-F238E27FC236}">
                      <a16:creationId xmlns:a16="http://schemas.microsoft.com/office/drawing/2014/main" id="{6203BF2B-2D6F-7325-D064-99D871EF504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74700" y="1436887"/>
                  <a:ext cx="83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Rukopis 55">
                  <a:extLst>
                    <a:ext uri="{FF2B5EF4-FFF2-40B4-BE49-F238E27FC236}">
                      <a16:creationId xmlns:a16="http://schemas.microsoft.com/office/drawing/2014/main" id="{7B8493D6-56CF-6BBE-F3E2-F1895DB300DA}"/>
                    </a:ext>
                  </a:extLst>
                </p14:cNvPr>
                <p14:cNvContentPartPr/>
                <p14:nvPr/>
              </p14:nvContentPartPr>
              <p14:xfrm>
                <a:off x="6149660" y="1236007"/>
                <a:ext cx="151560" cy="258840"/>
              </p14:xfrm>
            </p:contentPart>
          </mc:Choice>
          <mc:Fallback>
            <p:pic>
              <p:nvPicPr>
                <p:cNvPr id="56" name="Rukopis 55">
                  <a:extLst>
                    <a:ext uri="{FF2B5EF4-FFF2-40B4-BE49-F238E27FC236}">
                      <a16:creationId xmlns:a16="http://schemas.microsoft.com/office/drawing/2014/main" id="{7B8493D6-56CF-6BBE-F3E2-F1895DB300D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40660" y="1227367"/>
                  <a:ext cx="169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Rukopis 56">
                  <a:extLst>
                    <a:ext uri="{FF2B5EF4-FFF2-40B4-BE49-F238E27FC236}">
                      <a16:creationId xmlns:a16="http://schemas.microsoft.com/office/drawing/2014/main" id="{0218CF97-E9B6-D2DE-B4AA-B35347266E13}"/>
                    </a:ext>
                  </a:extLst>
                </p14:cNvPr>
                <p14:cNvContentPartPr/>
                <p14:nvPr/>
              </p14:nvContentPartPr>
              <p14:xfrm>
                <a:off x="6326780" y="1199287"/>
                <a:ext cx="134640" cy="377640"/>
              </p14:xfrm>
            </p:contentPart>
          </mc:Choice>
          <mc:Fallback>
            <p:pic>
              <p:nvPicPr>
                <p:cNvPr id="57" name="Rukopis 56">
                  <a:extLst>
                    <a:ext uri="{FF2B5EF4-FFF2-40B4-BE49-F238E27FC236}">
                      <a16:creationId xmlns:a16="http://schemas.microsoft.com/office/drawing/2014/main" id="{0218CF97-E9B6-D2DE-B4AA-B35347266E1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17780" y="1190287"/>
                  <a:ext cx="152280" cy="39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Skupina 67">
            <a:extLst>
              <a:ext uri="{FF2B5EF4-FFF2-40B4-BE49-F238E27FC236}">
                <a16:creationId xmlns:a16="http://schemas.microsoft.com/office/drawing/2014/main" id="{2E7CCCBB-FD6D-6A24-705E-6C1A631B4EDA}"/>
              </a:ext>
            </a:extLst>
          </p:cNvPr>
          <p:cNvGrpSpPr/>
          <p:nvPr/>
        </p:nvGrpSpPr>
        <p:grpSpPr>
          <a:xfrm>
            <a:off x="848300" y="1745047"/>
            <a:ext cx="1241280" cy="503640"/>
            <a:chOff x="848300" y="1745047"/>
            <a:chExt cx="1241280" cy="50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Rukopis 58">
                  <a:extLst>
                    <a:ext uri="{FF2B5EF4-FFF2-40B4-BE49-F238E27FC236}">
                      <a16:creationId xmlns:a16="http://schemas.microsoft.com/office/drawing/2014/main" id="{BA81E92D-278B-169B-59B8-4D9A1DA293F0}"/>
                    </a:ext>
                  </a:extLst>
                </p14:cNvPr>
                <p14:cNvContentPartPr/>
                <p14:nvPr/>
              </p14:nvContentPartPr>
              <p14:xfrm>
                <a:off x="848300" y="1792207"/>
                <a:ext cx="262800" cy="286920"/>
              </p14:xfrm>
            </p:contentPart>
          </mc:Choice>
          <mc:Fallback>
            <p:pic>
              <p:nvPicPr>
                <p:cNvPr id="59" name="Rukopis 58">
                  <a:extLst>
                    <a:ext uri="{FF2B5EF4-FFF2-40B4-BE49-F238E27FC236}">
                      <a16:creationId xmlns:a16="http://schemas.microsoft.com/office/drawing/2014/main" id="{BA81E92D-278B-169B-59B8-4D9A1DA293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9660" y="1783567"/>
                  <a:ext cx="2804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Rukopis 59">
                  <a:extLst>
                    <a:ext uri="{FF2B5EF4-FFF2-40B4-BE49-F238E27FC236}">
                      <a16:creationId xmlns:a16="http://schemas.microsoft.com/office/drawing/2014/main" id="{099FAEC5-FAB0-1E77-9FC7-D20BB65C6F24}"/>
                    </a:ext>
                  </a:extLst>
                </p14:cNvPr>
                <p14:cNvContentPartPr/>
                <p14:nvPr/>
              </p14:nvContentPartPr>
              <p14:xfrm>
                <a:off x="1048820" y="1805167"/>
                <a:ext cx="119160" cy="443520"/>
              </p14:xfrm>
            </p:contentPart>
          </mc:Choice>
          <mc:Fallback>
            <p:pic>
              <p:nvPicPr>
                <p:cNvPr id="60" name="Rukopis 59">
                  <a:extLst>
                    <a:ext uri="{FF2B5EF4-FFF2-40B4-BE49-F238E27FC236}">
                      <a16:creationId xmlns:a16="http://schemas.microsoft.com/office/drawing/2014/main" id="{099FAEC5-FAB0-1E77-9FC7-D20BB65C6F2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0180" y="1796167"/>
                  <a:ext cx="13680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Rukopis 60">
                  <a:extLst>
                    <a:ext uri="{FF2B5EF4-FFF2-40B4-BE49-F238E27FC236}">
                      <a16:creationId xmlns:a16="http://schemas.microsoft.com/office/drawing/2014/main" id="{22E04612-C2C8-60A0-0476-9BC04B815265}"/>
                    </a:ext>
                  </a:extLst>
                </p14:cNvPr>
                <p14:cNvContentPartPr/>
                <p14:nvPr/>
              </p14:nvContentPartPr>
              <p14:xfrm>
                <a:off x="1333940" y="1786807"/>
                <a:ext cx="245880" cy="295200"/>
              </p14:xfrm>
            </p:contentPart>
          </mc:Choice>
          <mc:Fallback>
            <p:pic>
              <p:nvPicPr>
                <p:cNvPr id="61" name="Rukopis 60">
                  <a:extLst>
                    <a:ext uri="{FF2B5EF4-FFF2-40B4-BE49-F238E27FC236}">
                      <a16:creationId xmlns:a16="http://schemas.microsoft.com/office/drawing/2014/main" id="{22E04612-C2C8-60A0-0476-9BC04B81526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325300" y="1778167"/>
                  <a:ext cx="2635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Rukopis 61">
                  <a:extLst>
                    <a:ext uri="{FF2B5EF4-FFF2-40B4-BE49-F238E27FC236}">
                      <a16:creationId xmlns:a16="http://schemas.microsoft.com/office/drawing/2014/main" id="{CFDCD69D-AFED-E907-88CD-AD69946B7B9D}"/>
                    </a:ext>
                  </a:extLst>
                </p14:cNvPr>
                <p14:cNvContentPartPr/>
                <p14:nvPr/>
              </p14:nvContentPartPr>
              <p14:xfrm>
                <a:off x="1690700" y="1836847"/>
                <a:ext cx="123480" cy="231480"/>
              </p14:xfrm>
            </p:contentPart>
          </mc:Choice>
          <mc:Fallback>
            <p:pic>
              <p:nvPicPr>
                <p:cNvPr id="62" name="Rukopis 61">
                  <a:extLst>
                    <a:ext uri="{FF2B5EF4-FFF2-40B4-BE49-F238E27FC236}">
                      <a16:creationId xmlns:a16="http://schemas.microsoft.com/office/drawing/2014/main" id="{CFDCD69D-AFED-E907-88CD-AD69946B7B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82060" y="1827847"/>
                  <a:ext cx="1411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Rukopis 62">
                  <a:extLst>
                    <a:ext uri="{FF2B5EF4-FFF2-40B4-BE49-F238E27FC236}">
                      <a16:creationId xmlns:a16="http://schemas.microsoft.com/office/drawing/2014/main" id="{246F8199-E996-4A41-2512-E4DF6B349A88}"/>
                    </a:ext>
                  </a:extLst>
                </p14:cNvPr>
                <p14:cNvContentPartPr/>
                <p14:nvPr/>
              </p14:nvContentPartPr>
              <p14:xfrm>
                <a:off x="1755140" y="1800847"/>
                <a:ext cx="237600" cy="416160"/>
              </p14:xfrm>
            </p:contentPart>
          </mc:Choice>
          <mc:Fallback>
            <p:pic>
              <p:nvPicPr>
                <p:cNvPr id="63" name="Rukopis 62">
                  <a:extLst>
                    <a:ext uri="{FF2B5EF4-FFF2-40B4-BE49-F238E27FC236}">
                      <a16:creationId xmlns:a16="http://schemas.microsoft.com/office/drawing/2014/main" id="{246F8199-E996-4A41-2512-E4DF6B349A8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46500" y="1791847"/>
                  <a:ext cx="2552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Rukopis 63">
                  <a:extLst>
                    <a:ext uri="{FF2B5EF4-FFF2-40B4-BE49-F238E27FC236}">
                      <a16:creationId xmlns:a16="http://schemas.microsoft.com/office/drawing/2014/main" id="{5FF83EEC-E68B-FCE0-8EA9-465E9C123F70}"/>
                    </a:ext>
                  </a:extLst>
                </p14:cNvPr>
                <p14:cNvContentPartPr/>
                <p14:nvPr/>
              </p14:nvContentPartPr>
              <p14:xfrm>
                <a:off x="2008220" y="1745047"/>
                <a:ext cx="81360" cy="396720"/>
              </p14:xfrm>
            </p:contentPart>
          </mc:Choice>
          <mc:Fallback>
            <p:pic>
              <p:nvPicPr>
                <p:cNvPr id="64" name="Rukopis 63">
                  <a:extLst>
                    <a:ext uri="{FF2B5EF4-FFF2-40B4-BE49-F238E27FC236}">
                      <a16:creationId xmlns:a16="http://schemas.microsoft.com/office/drawing/2014/main" id="{5FF83EEC-E68B-FCE0-8EA9-465E9C123F7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999580" y="1736047"/>
                  <a:ext cx="99000" cy="41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Skupina 69">
            <a:extLst>
              <a:ext uri="{FF2B5EF4-FFF2-40B4-BE49-F238E27FC236}">
                <a16:creationId xmlns:a16="http://schemas.microsoft.com/office/drawing/2014/main" id="{7BBB8348-A277-AFBB-DA0A-56F0576ADB18}"/>
              </a:ext>
            </a:extLst>
          </p:cNvPr>
          <p:cNvGrpSpPr/>
          <p:nvPr/>
        </p:nvGrpSpPr>
        <p:grpSpPr>
          <a:xfrm>
            <a:off x="2316020" y="1845487"/>
            <a:ext cx="623160" cy="293400"/>
            <a:chOff x="2316020" y="1845487"/>
            <a:chExt cx="62316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5" name="Rukopis 64">
                  <a:extLst>
                    <a:ext uri="{FF2B5EF4-FFF2-40B4-BE49-F238E27FC236}">
                      <a16:creationId xmlns:a16="http://schemas.microsoft.com/office/drawing/2014/main" id="{853B0ED7-8DB2-979A-278B-B5FD8CB5850C}"/>
                    </a:ext>
                  </a:extLst>
                </p14:cNvPr>
                <p14:cNvContentPartPr/>
                <p14:nvPr/>
              </p14:nvContentPartPr>
              <p14:xfrm>
                <a:off x="2316020" y="1976167"/>
                <a:ext cx="95400" cy="8640"/>
              </p14:xfrm>
            </p:contentPart>
          </mc:Choice>
          <mc:Fallback>
            <p:pic>
              <p:nvPicPr>
                <p:cNvPr id="65" name="Rukopis 64">
                  <a:extLst>
                    <a:ext uri="{FF2B5EF4-FFF2-40B4-BE49-F238E27FC236}">
                      <a16:creationId xmlns:a16="http://schemas.microsoft.com/office/drawing/2014/main" id="{853B0ED7-8DB2-979A-278B-B5FD8CB5850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07380" y="1967167"/>
                  <a:ext cx="113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Rukopis 65">
                  <a:extLst>
                    <a:ext uri="{FF2B5EF4-FFF2-40B4-BE49-F238E27FC236}">
                      <a16:creationId xmlns:a16="http://schemas.microsoft.com/office/drawing/2014/main" id="{FBB2E46C-F01B-A469-388E-6AC4CD849378}"/>
                    </a:ext>
                  </a:extLst>
                </p14:cNvPr>
                <p14:cNvContentPartPr/>
                <p14:nvPr/>
              </p14:nvContentPartPr>
              <p14:xfrm>
                <a:off x="2337620" y="2043487"/>
                <a:ext cx="112680" cy="2160"/>
              </p14:xfrm>
            </p:contentPart>
          </mc:Choice>
          <mc:Fallback>
            <p:pic>
              <p:nvPicPr>
                <p:cNvPr id="66" name="Rukopis 65">
                  <a:extLst>
                    <a:ext uri="{FF2B5EF4-FFF2-40B4-BE49-F238E27FC236}">
                      <a16:creationId xmlns:a16="http://schemas.microsoft.com/office/drawing/2014/main" id="{FBB2E46C-F01B-A469-388E-6AC4CD84937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28980" y="2034487"/>
                  <a:ext cx="1303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Rukopis 68">
                  <a:extLst>
                    <a:ext uri="{FF2B5EF4-FFF2-40B4-BE49-F238E27FC236}">
                      <a16:creationId xmlns:a16="http://schemas.microsoft.com/office/drawing/2014/main" id="{AC19C703-E038-F0DA-501F-1FF9434A637A}"/>
                    </a:ext>
                  </a:extLst>
                </p14:cNvPr>
                <p14:cNvContentPartPr/>
                <p14:nvPr/>
              </p14:nvContentPartPr>
              <p14:xfrm>
                <a:off x="2524820" y="1845487"/>
                <a:ext cx="414360" cy="293400"/>
              </p14:xfrm>
            </p:contentPart>
          </mc:Choice>
          <mc:Fallback>
            <p:pic>
              <p:nvPicPr>
                <p:cNvPr id="69" name="Rukopis 68">
                  <a:extLst>
                    <a:ext uri="{FF2B5EF4-FFF2-40B4-BE49-F238E27FC236}">
                      <a16:creationId xmlns:a16="http://schemas.microsoft.com/office/drawing/2014/main" id="{AC19C703-E038-F0DA-501F-1FF9434A63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15820" y="1836487"/>
                  <a:ext cx="432000" cy="31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Skupina 78">
            <a:extLst>
              <a:ext uri="{FF2B5EF4-FFF2-40B4-BE49-F238E27FC236}">
                <a16:creationId xmlns:a16="http://schemas.microsoft.com/office/drawing/2014/main" id="{6D057054-5608-B50E-FF47-5D182EB591A9}"/>
              </a:ext>
            </a:extLst>
          </p:cNvPr>
          <p:cNvGrpSpPr/>
          <p:nvPr/>
        </p:nvGrpSpPr>
        <p:grpSpPr>
          <a:xfrm>
            <a:off x="3612740" y="1771327"/>
            <a:ext cx="720360" cy="420840"/>
            <a:chOff x="3612740" y="1771327"/>
            <a:chExt cx="72036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Rukopis 70">
                  <a:extLst>
                    <a:ext uri="{FF2B5EF4-FFF2-40B4-BE49-F238E27FC236}">
                      <a16:creationId xmlns:a16="http://schemas.microsoft.com/office/drawing/2014/main" id="{7B84C0B6-8BFF-4C26-62D0-8FC87DE761D1}"/>
                    </a:ext>
                  </a:extLst>
                </p14:cNvPr>
                <p14:cNvContentPartPr/>
                <p14:nvPr/>
              </p14:nvContentPartPr>
              <p14:xfrm>
                <a:off x="3612740" y="1782487"/>
                <a:ext cx="189720" cy="306720"/>
              </p14:xfrm>
            </p:contentPart>
          </mc:Choice>
          <mc:Fallback>
            <p:pic>
              <p:nvPicPr>
                <p:cNvPr id="71" name="Rukopis 70">
                  <a:extLst>
                    <a:ext uri="{FF2B5EF4-FFF2-40B4-BE49-F238E27FC236}">
                      <a16:creationId xmlns:a16="http://schemas.microsoft.com/office/drawing/2014/main" id="{7B84C0B6-8BFF-4C26-62D0-8FC87DE761D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03740" y="1773487"/>
                  <a:ext cx="2073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Rukopis 71">
                  <a:extLst>
                    <a:ext uri="{FF2B5EF4-FFF2-40B4-BE49-F238E27FC236}">
                      <a16:creationId xmlns:a16="http://schemas.microsoft.com/office/drawing/2014/main" id="{6A379929-000A-7433-8FBD-203F2E44B7EA}"/>
                    </a:ext>
                  </a:extLst>
                </p14:cNvPr>
                <p14:cNvContentPartPr/>
                <p14:nvPr/>
              </p14:nvContentPartPr>
              <p14:xfrm>
                <a:off x="3901100" y="1793287"/>
                <a:ext cx="117000" cy="259200"/>
              </p14:xfrm>
            </p:contentPart>
          </mc:Choice>
          <mc:Fallback>
            <p:pic>
              <p:nvPicPr>
                <p:cNvPr id="72" name="Rukopis 71">
                  <a:extLst>
                    <a:ext uri="{FF2B5EF4-FFF2-40B4-BE49-F238E27FC236}">
                      <a16:creationId xmlns:a16="http://schemas.microsoft.com/office/drawing/2014/main" id="{6A379929-000A-7433-8FBD-203F2E44B7E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92460" y="1784647"/>
                  <a:ext cx="1346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4" name="Rukopis 73">
                  <a:extLst>
                    <a:ext uri="{FF2B5EF4-FFF2-40B4-BE49-F238E27FC236}">
                      <a16:creationId xmlns:a16="http://schemas.microsoft.com/office/drawing/2014/main" id="{D8EFD59E-D639-44C9-3495-43B020525F73}"/>
                    </a:ext>
                  </a:extLst>
                </p14:cNvPr>
                <p14:cNvContentPartPr/>
                <p14:nvPr/>
              </p14:nvContentPartPr>
              <p14:xfrm>
                <a:off x="3965900" y="1804087"/>
                <a:ext cx="258120" cy="388080"/>
              </p14:xfrm>
            </p:contentPart>
          </mc:Choice>
          <mc:Fallback>
            <p:pic>
              <p:nvPicPr>
                <p:cNvPr id="74" name="Rukopis 73">
                  <a:extLst>
                    <a:ext uri="{FF2B5EF4-FFF2-40B4-BE49-F238E27FC236}">
                      <a16:creationId xmlns:a16="http://schemas.microsoft.com/office/drawing/2014/main" id="{D8EFD59E-D639-44C9-3495-43B020525F7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57260" y="1795447"/>
                  <a:ext cx="2757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Rukopis 74">
                  <a:extLst>
                    <a:ext uri="{FF2B5EF4-FFF2-40B4-BE49-F238E27FC236}">
                      <a16:creationId xmlns:a16="http://schemas.microsoft.com/office/drawing/2014/main" id="{7EBF53D0-466E-8E61-5AF0-92DEF870E07D}"/>
                    </a:ext>
                  </a:extLst>
                </p14:cNvPr>
                <p14:cNvContentPartPr/>
                <p14:nvPr/>
              </p14:nvContentPartPr>
              <p14:xfrm>
                <a:off x="4262180" y="1771327"/>
                <a:ext cx="70920" cy="358200"/>
              </p14:xfrm>
            </p:contentPart>
          </mc:Choice>
          <mc:Fallback>
            <p:pic>
              <p:nvPicPr>
                <p:cNvPr id="75" name="Rukopis 74">
                  <a:extLst>
                    <a:ext uri="{FF2B5EF4-FFF2-40B4-BE49-F238E27FC236}">
                      <a16:creationId xmlns:a16="http://schemas.microsoft.com/office/drawing/2014/main" id="{7EBF53D0-466E-8E61-5AF0-92DEF870E07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53540" y="1762687"/>
                  <a:ext cx="88560" cy="37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Skupina 82">
            <a:extLst>
              <a:ext uri="{FF2B5EF4-FFF2-40B4-BE49-F238E27FC236}">
                <a16:creationId xmlns:a16="http://schemas.microsoft.com/office/drawing/2014/main" id="{6CAFE045-E906-795B-8C62-740E849BE411}"/>
              </a:ext>
            </a:extLst>
          </p:cNvPr>
          <p:cNvGrpSpPr/>
          <p:nvPr/>
        </p:nvGrpSpPr>
        <p:grpSpPr>
          <a:xfrm>
            <a:off x="4531460" y="1812007"/>
            <a:ext cx="876600" cy="359640"/>
            <a:chOff x="4531460" y="1812007"/>
            <a:chExt cx="87660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6" name="Rukopis 75">
                  <a:extLst>
                    <a:ext uri="{FF2B5EF4-FFF2-40B4-BE49-F238E27FC236}">
                      <a16:creationId xmlns:a16="http://schemas.microsoft.com/office/drawing/2014/main" id="{F6C824A4-C876-A165-6049-2F72AD2C869D}"/>
                    </a:ext>
                  </a:extLst>
                </p14:cNvPr>
                <p14:cNvContentPartPr/>
                <p14:nvPr/>
              </p14:nvContentPartPr>
              <p14:xfrm>
                <a:off x="4531460" y="1955287"/>
                <a:ext cx="132840" cy="11520"/>
              </p14:xfrm>
            </p:contentPart>
          </mc:Choice>
          <mc:Fallback>
            <p:pic>
              <p:nvPicPr>
                <p:cNvPr id="76" name="Rukopis 75">
                  <a:extLst>
                    <a:ext uri="{FF2B5EF4-FFF2-40B4-BE49-F238E27FC236}">
                      <a16:creationId xmlns:a16="http://schemas.microsoft.com/office/drawing/2014/main" id="{F6C824A4-C876-A165-6049-2F72AD2C86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22820" y="1946647"/>
                  <a:ext cx="150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7" name="Rukopis 76">
                  <a:extLst>
                    <a:ext uri="{FF2B5EF4-FFF2-40B4-BE49-F238E27FC236}">
                      <a16:creationId xmlns:a16="http://schemas.microsoft.com/office/drawing/2014/main" id="{9AA52634-38CE-0729-4270-5593F88D9228}"/>
                    </a:ext>
                  </a:extLst>
                </p14:cNvPr>
                <p14:cNvContentPartPr/>
                <p14:nvPr/>
              </p14:nvContentPartPr>
              <p14:xfrm>
                <a:off x="4550180" y="2020087"/>
                <a:ext cx="148680" cy="10080"/>
              </p14:xfrm>
            </p:contentPart>
          </mc:Choice>
          <mc:Fallback>
            <p:pic>
              <p:nvPicPr>
                <p:cNvPr id="77" name="Rukopis 76">
                  <a:extLst>
                    <a:ext uri="{FF2B5EF4-FFF2-40B4-BE49-F238E27FC236}">
                      <a16:creationId xmlns:a16="http://schemas.microsoft.com/office/drawing/2014/main" id="{9AA52634-38CE-0729-4270-5593F88D922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41540" y="2011087"/>
                  <a:ext cx="166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Rukopis 79">
                  <a:extLst>
                    <a:ext uri="{FF2B5EF4-FFF2-40B4-BE49-F238E27FC236}">
                      <a16:creationId xmlns:a16="http://schemas.microsoft.com/office/drawing/2014/main" id="{3F08FFAE-9DEA-C198-D9B3-090E7FAF6A51}"/>
                    </a:ext>
                  </a:extLst>
                </p14:cNvPr>
                <p14:cNvContentPartPr/>
                <p14:nvPr/>
              </p14:nvContentPartPr>
              <p14:xfrm>
                <a:off x="4833500" y="1915327"/>
                <a:ext cx="360000" cy="256320"/>
              </p14:xfrm>
            </p:contentPart>
          </mc:Choice>
          <mc:Fallback>
            <p:pic>
              <p:nvPicPr>
                <p:cNvPr id="80" name="Rukopis 79">
                  <a:extLst>
                    <a:ext uri="{FF2B5EF4-FFF2-40B4-BE49-F238E27FC236}">
                      <a16:creationId xmlns:a16="http://schemas.microsoft.com/office/drawing/2014/main" id="{3F08FFAE-9DEA-C198-D9B3-090E7FAF6A5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24860" y="1906687"/>
                  <a:ext cx="377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1" name="Rukopis 80">
                  <a:extLst>
                    <a:ext uri="{FF2B5EF4-FFF2-40B4-BE49-F238E27FC236}">
                      <a16:creationId xmlns:a16="http://schemas.microsoft.com/office/drawing/2014/main" id="{342E2306-D2E2-0630-DED5-3454838EE510}"/>
                    </a:ext>
                  </a:extLst>
                </p14:cNvPr>
                <p14:cNvContentPartPr/>
                <p14:nvPr/>
              </p14:nvContentPartPr>
              <p14:xfrm>
                <a:off x="5291060" y="1812007"/>
                <a:ext cx="88200" cy="201240"/>
              </p14:xfrm>
            </p:contentPart>
          </mc:Choice>
          <mc:Fallback>
            <p:pic>
              <p:nvPicPr>
                <p:cNvPr id="81" name="Rukopis 80">
                  <a:extLst>
                    <a:ext uri="{FF2B5EF4-FFF2-40B4-BE49-F238E27FC236}">
                      <a16:creationId xmlns:a16="http://schemas.microsoft.com/office/drawing/2014/main" id="{342E2306-D2E2-0630-DED5-3454838EE51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82060" y="1803007"/>
                  <a:ext cx="1058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Rukopis 81">
                  <a:extLst>
                    <a:ext uri="{FF2B5EF4-FFF2-40B4-BE49-F238E27FC236}">
                      <a16:creationId xmlns:a16="http://schemas.microsoft.com/office/drawing/2014/main" id="{3D41F1F3-080C-8819-F118-7C23D5A1664D}"/>
                    </a:ext>
                  </a:extLst>
                </p14:cNvPr>
                <p14:cNvContentPartPr/>
                <p14:nvPr/>
              </p14:nvContentPartPr>
              <p14:xfrm>
                <a:off x="5282420" y="1870687"/>
                <a:ext cx="125640" cy="13680"/>
              </p14:xfrm>
            </p:contentPart>
          </mc:Choice>
          <mc:Fallback>
            <p:pic>
              <p:nvPicPr>
                <p:cNvPr id="82" name="Rukopis 81">
                  <a:extLst>
                    <a:ext uri="{FF2B5EF4-FFF2-40B4-BE49-F238E27FC236}">
                      <a16:creationId xmlns:a16="http://schemas.microsoft.com/office/drawing/2014/main" id="{3D41F1F3-080C-8819-F118-7C23D5A1664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73420" y="1862047"/>
                  <a:ext cx="14328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Skupina 85">
            <a:extLst>
              <a:ext uri="{FF2B5EF4-FFF2-40B4-BE49-F238E27FC236}">
                <a16:creationId xmlns:a16="http://schemas.microsoft.com/office/drawing/2014/main" id="{F071F997-481C-0847-6F78-CAC860CC7976}"/>
              </a:ext>
            </a:extLst>
          </p:cNvPr>
          <p:cNvGrpSpPr/>
          <p:nvPr/>
        </p:nvGrpSpPr>
        <p:grpSpPr>
          <a:xfrm>
            <a:off x="826340" y="2383687"/>
            <a:ext cx="302760" cy="412200"/>
            <a:chOff x="826340" y="2383687"/>
            <a:chExt cx="302760" cy="41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4" name="Rukopis 83">
                  <a:extLst>
                    <a:ext uri="{FF2B5EF4-FFF2-40B4-BE49-F238E27FC236}">
                      <a16:creationId xmlns:a16="http://schemas.microsoft.com/office/drawing/2014/main" id="{F88F8DBF-8053-BF6B-C498-D37A93F1FB89}"/>
                    </a:ext>
                  </a:extLst>
                </p14:cNvPr>
                <p14:cNvContentPartPr/>
                <p14:nvPr/>
              </p14:nvContentPartPr>
              <p14:xfrm>
                <a:off x="826340" y="2396287"/>
                <a:ext cx="198360" cy="187560"/>
              </p14:xfrm>
            </p:contentPart>
          </mc:Choice>
          <mc:Fallback>
            <p:pic>
              <p:nvPicPr>
                <p:cNvPr id="84" name="Rukopis 83">
                  <a:extLst>
                    <a:ext uri="{FF2B5EF4-FFF2-40B4-BE49-F238E27FC236}">
                      <a16:creationId xmlns:a16="http://schemas.microsoft.com/office/drawing/2014/main" id="{F88F8DBF-8053-BF6B-C498-D37A93F1FB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7340" y="2387287"/>
                  <a:ext cx="216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5" name="Rukopis 84">
                  <a:extLst>
                    <a:ext uri="{FF2B5EF4-FFF2-40B4-BE49-F238E27FC236}">
                      <a16:creationId xmlns:a16="http://schemas.microsoft.com/office/drawing/2014/main" id="{DA5C9078-2F60-1B2D-DA10-BB566DFB4D60}"/>
                    </a:ext>
                  </a:extLst>
                </p14:cNvPr>
                <p14:cNvContentPartPr/>
                <p14:nvPr/>
              </p14:nvContentPartPr>
              <p14:xfrm>
                <a:off x="1024340" y="2383687"/>
                <a:ext cx="104760" cy="412200"/>
              </p14:xfrm>
            </p:contentPart>
          </mc:Choice>
          <mc:Fallback>
            <p:pic>
              <p:nvPicPr>
                <p:cNvPr id="85" name="Rukopis 84">
                  <a:extLst>
                    <a:ext uri="{FF2B5EF4-FFF2-40B4-BE49-F238E27FC236}">
                      <a16:creationId xmlns:a16="http://schemas.microsoft.com/office/drawing/2014/main" id="{DA5C9078-2F60-1B2D-DA10-BB566DFB4D6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15700" y="2375047"/>
                  <a:ext cx="122400" cy="42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Skupina 103">
            <a:extLst>
              <a:ext uri="{FF2B5EF4-FFF2-40B4-BE49-F238E27FC236}">
                <a16:creationId xmlns:a16="http://schemas.microsoft.com/office/drawing/2014/main" id="{67389210-EA77-674F-E277-A06E7A8E1D53}"/>
              </a:ext>
            </a:extLst>
          </p:cNvPr>
          <p:cNvGrpSpPr/>
          <p:nvPr/>
        </p:nvGrpSpPr>
        <p:grpSpPr>
          <a:xfrm>
            <a:off x="4607060" y="377407"/>
            <a:ext cx="1485720" cy="374760"/>
            <a:chOff x="4607060" y="377407"/>
            <a:chExt cx="148572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Rukopis 86">
                  <a:extLst>
                    <a:ext uri="{FF2B5EF4-FFF2-40B4-BE49-F238E27FC236}">
                      <a16:creationId xmlns:a16="http://schemas.microsoft.com/office/drawing/2014/main" id="{B018AFE9-FDAA-C752-3B25-23AC84DDF2DF}"/>
                    </a:ext>
                  </a:extLst>
                </p14:cNvPr>
                <p14:cNvContentPartPr/>
                <p14:nvPr/>
              </p14:nvContentPartPr>
              <p14:xfrm>
                <a:off x="4607060" y="382807"/>
                <a:ext cx="127440" cy="286560"/>
              </p14:xfrm>
            </p:contentPart>
          </mc:Choice>
          <mc:Fallback>
            <p:pic>
              <p:nvPicPr>
                <p:cNvPr id="87" name="Rukopis 86">
                  <a:extLst>
                    <a:ext uri="{FF2B5EF4-FFF2-40B4-BE49-F238E27FC236}">
                      <a16:creationId xmlns:a16="http://schemas.microsoft.com/office/drawing/2014/main" id="{B018AFE9-FDAA-C752-3B25-23AC84DDF2D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98420" y="374167"/>
                  <a:ext cx="1450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8" name="Rukopis 87">
                  <a:extLst>
                    <a:ext uri="{FF2B5EF4-FFF2-40B4-BE49-F238E27FC236}">
                      <a16:creationId xmlns:a16="http://schemas.microsoft.com/office/drawing/2014/main" id="{3B456056-6462-D0E3-70BA-F7C96270751E}"/>
                    </a:ext>
                  </a:extLst>
                </p14:cNvPr>
                <p14:cNvContentPartPr/>
                <p14:nvPr/>
              </p14:nvContentPartPr>
              <p14:xfrm>
                <a:off x="4725860" y="377407"/>
                <a:ext cx="172800" cy="265680"/>
              </p14:xfrm>
            </p:contentPart>
          </mc:Choice>
          <mc:Fallback>
            <p:pic>
              <p:nvPicPr>
                <p:cNvPr id="88" name="Rukopis 87">
                  <a:extLst>
                    <a:ext uri="{FF2B5EF4-FFF2-40B4-BE49-F238E27FC236}">
                      <a16:creationId xmlns:a16="http://schemas.microsoft.com/office/drawing/2014/main" id="{3B456056-6462-D0E3-70BA-F7C96270751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16860" y="368767"/>
                  <a:ext cx="1904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9" name="Rukopis 88">
                  <a:extLst>
                    <a:ext uri="{FF2B5EF4-FFF2-40B4-BE49-F238E27FC236}">
                      <a16:creationId xmlns:a16="http://schemas.microsoft.com/office/drawing/2014/main" id="{A06E0AAE-F8C1-2828-5F9F-FCA3D0FADB3A}"/>
                    </a:ext>
                  </a:extLst>
                </p14:cNvPr>
                <p14:cNvContentPartPr/>
                <p14:nvPr/>
              </p14:nvContentPartPr>
              <p14:xfrm>
                <a:off x="4961300" y="535807"/>
                <a:ext cx="105480" cy="1080"/>
              </p14:xfrm>
            </p:contentPart>
          </mc:Choice>
          <mc:Fallback>
            <p:pic>
              <p:nvPicPr>
                <p:cNvPr id="89" name="Rukopis 88">
                  <a:extLst>
                    <a:ext uri="{FF2B5EF4-FFF2-40B4-BE49-F238E27FC236}">
                      <a16:creationId xmlns:a16="http://schemas.microsoft.com/office/drawing/2014/main" id="{A06E0AAE-F8C1-2828-5F9F-FCA3D0FADB3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952300" y="526807"/>
                  <a:ext cx="1231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0" name="Rukopis 89">
                  <a:extLst>
                    <a:ext uri="{FF2B5EF4-FFF2-40B4-BE49-F238E27FC236}">
                      <a16:creationId xmlns:a16="http://schemas.microsoft.com/office/drawing/2014/main" id="{150416FC-6CBA-AD2D-9CD0-8C83CC117673}"/>
                    </a:ext>
                  </a:extLst>
                </p14:cNvPr>
                <p14:cNvContentPartPr/>
                <p14:nvPr/>
              </p14:nvContentPartPr>
              <p14:xfrm>
                <a:off x="4933940" y="593767"/>
                <a:ext cx="130320" cy="360"/>
              </p14:xfrm>
            </p:contentPart>
          </mc:Choice>
          <mc:Fallback>
            <p:pic>
              <p:nvPicPr>
                <p:cNvPr id="90" name="Rukopis 89">
                  <a:extLst>
                    <a:ext uri="{FF2B5EF4-FFF2-40B4-BE49-F238E27FC236}">
                      <a16:creationId xmlns:a16="http://schemas.microsoft.com/office/drawing/2014/main" id="{150416FC-6CBA-AD2D-9CD0-8C83CC11767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924940" y="585127"/>
                  <a:ext cx="147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Rukopis 91">
                  <a:extLst>
                    <a:ext uri="{FF2B5EF4-FFF2-40B4-BE49-F238E27FC236}">
                      <a16:creationId xmlns:a16="http://schemas.microsoft.com/office/drawing/2014/main" id="{1A08A3F2-89BA-3B90-9B9E-101609E9ECD5}"/>
                    </a:ext>
                  </a:extLst>
                </p14:cNvPr>
                <p14:cNvContentPartPr/>
                <p14:nvPr/>
              </p14:nvContentPartPr>
              <p14:xfrm>
                <a:off x="5188460" y="411967"/>
                <a:ext cx="131400" cy="293760"/>
              </p14:xfrm>
            </p:contentPart>
          </mc:Choice>
          <mc:Fallback>
            <p:pic>
              <p:nvPicPr>
                <p:cNvPr id="92" name="Rukopis 91">
                  <a:extLst>
                    <a:ext uri="{FF2B5EF4-FFF2-40B4-BE49-F238E27FC236}">
                      <a16:creationId xmlns:a16="http://schemas.microsoft.com/office/drawing/2014/main" id="{1A08A3F2-89BA-3B90-9B9E-101609E9ECD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79820" y="403327"/>
                  <a:ext cx="1490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3" name="Rukopis 92">
                  <a:extLst>
                    <a:ext uri="{FF2B5EF4-FFF2-40B4-BE49-F238E27FC236}">
                      <a16:creationId xmlns:a16="http://schemas.microsoft.com/office/drawing/2014/main" id="{80BB14EC-EBB8-BF4E-F61B-B0AAFFFE29F3}"/>
                    </a:ext>
                  </a:extLst>
                </p14:cNvPr>
                <p14:cNvContentPartPr/>
                <p14:nvPr/>
              </p14:nvContentPartPr>
              <p14:xfrm>
                <a:off x="5369900" y="469567"/>
                <a:ext cx="124200" cy="172080"/>
              </p14:xfrm>
            </p:contentPart>
          </mc:Choice>
          <mc:Fallback>
            <p:pic>
              <p:nvPicPr>
                <p:cNvPr id="93" name="Rukopis 92">
                  <a:extLst>
                    <a:ext uri="{FF2B5EF4-FFF2-40B4-BE49-F238E27FC236}">
                      <a16:creationId xmlns:a16="http://schemas.microsoft.com/office/drawing/2014/main" id="{80BB14EC-EBB8-BF4E-F61B-B0AAFFFE29F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61260" y="460927"/>
                  <a:ext cx="1418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4" name="Rukopis 93">
                  <a:extLst>
                    <a:ext uri="{FF2B5EF4-FFF2-40B4-BE49-F238E27FC236}">
                      <a16:creationId xmlns:a16="http://schemas.microsoft.com/office/drawing/2014/main" id="{2C39BD22-2A40-0876-7AA8-5FA302415260}"/>
                    </a:ext>
                  </a:extLst>
                </p14:cNvPr>
                <p14:cNvContentPartPr/>
                <p14:nvPr/>
              </p14:nvContentPartPr>
              <p14:xfrm>
                <a:off x="5493740" y="621847"/>
                <a:ext cx="40680" cy="130320"/>
              </p14:xfrm>
            </p:contentPart>
          </mc:Choice>
          <mc:Fallback>
            <p:pic>
              <p:nvPicPr>
                <p:cNvPr id="94" name="Rukopis 93">
                  <a:extLst>
                    <a:ext uri="{FF2B5EF4-FFF2-40B4-BE49-F238E27FC236}">
                      <a16:creationId xmlns:a16="http://schemas.microsoft.com/office/drawing/2014/main" id="{2C39BD22-2A40-0876-7AA8-5FA30241526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85100" y="612847"/>
                  <a:ext cx="58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5" name="Rukopis 94">
                  <a:extLst>
                    <a:ext uri="{FF2B5EF4-FFF2-40B4-BE49-F238E27FC236}">
                      <a16:creationId xmlns:a16="http://schemas.microsoft.com/office/drawing/2014/main" id="{3A3A000F-7B53-BB66-6EAC-74BB654385D1}"/>
                    </a:ext>
                  </a:extLst>
                </p14:cNvPr>
                <p14:cNvContentPartPr/>
                <p14:nvPr/>
              </p14:nvContentPartPr>
              <p14:xfrm>
                <a:off x="5624780" y="427807"/>
                <a:ext cx="108720" cy="222120"/>
              </p14:xfrm>
            </p:contentPart>
          </mc:Choice>
          <mc:Fallback>
            <p:pic>
              <p:nvPicPr>
                <p:cNvPr id="95" name="Rukopis 94">
                  <a:extLst>
                    <a:ext uri="{FF2B5EF4-FFF2-40B4-BE49-F238E27FC236}">
                      <a16:creationId xmlns:a16="http://schemas.microsoft.com/office/drawing/2014/main" id="{3A3A000F-7B53-BB66-6EAC-74BB654385D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615780" y="419167"/>
                  <a:ext cx="1263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6" name="Rukopis 95">
                  <a:extLst>
                    <a:ext uri="{FF2B5EF4-FFF2-40B4-BE49-F238E27FC236}">
                      <a16:creationId xmlns:a16="http://schemas.microsoft.com/office/drawing/2014/main" id="{01E10A3D-E976-7C8B-9371-4A19500EBF19}"/>
                    </a:ext>
                  </a:extLst>
                </p14:cNvPr>
                <p14:cNvContentPartPr/>
                <p14:nvPr/>
              </p14:nvContentPartPr>
              <p14:xfrm>
                <a:off x="5744300" y="610327"/>
                <a:ext cx="53640" cy="135720"/>
              </p14:xfrm>
            </p:contentPart>
          </mc:Choice>
          <mc:Fallback>
            <p:pic>
              <p:nvPicPr>
                <p:cNvPr id="96" name="Rukopis 95">
                  <a:extLst>
                    <a:ext uri="{FF2B5EF4-FFF2-40B4-BE49-F238E27FC236}">
                      <a16:creationId xmlns:a16="http://schemas.microsoft.com/office/drawing/2014/main" id="{01E10A3D-E976-7C8B-9371-4A19500EBF1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735300" y="601327"/>
                  <a:ext cx="712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7" name="Rukopis 96">
                  <a:extLst>
                    <a:ext uri="{FF2B5EF4-FFF2-40B4-BE49-F238E27FC236}">
                      <a16:creationId xmlns:a16="http://schemas.microsoft.com/office/drawing/2014/main" id="{46FFA213-FA6C-D1DC-0BE4-C21F8C54F9D3}"/>
                    </a:ext>
                  </a:extLst>
                </p14:cNvPr>
                <p14:cNvContentPartPr/>
                <p14:nvPr/>
              </p14:nvContentPartPr>
              <p14:xfrm>
                <a:off x="5865980" y="422767"/>
                <a:ext cx="149400" cy="226800"/>
              </p14:xfrm>
            </p:contentPart>
          </mc:Choice>
          <mc:Fallback>
            <p:pic>
              <p:nvPicPr>
                <p:cNvPr id="97" name="Rukopis 96">
                  <a:extLst>
                    <a:ext uri="{FF2B5EF4-FFF2-40B4-BE49-F238E27FC236}">
                      <a16:creationId xmlns:a16="http://schemas.microsoft.com/office/drawing/2014/main" id="{46FFA213-FA6C-D1DC-0BE4-C21F8C54F9D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57340" y="413767"/>
                  <a:ext cx="1670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8" name="Rukopis 97">
                  <a:extLst>
                    <a:ext uri="{FF2B5EF4-FFF2-40B4-BE49-F238E27FC236}">
                      <a16:creationId xmlns:a16="http://schemas.microsoft.com/office/drawing/2014/main" id="{B4EAA806-4DC2-D846-493B-E760430E5204}"/>
                    </a:ext>
                  </a:extLst>
                </p14:cNvPr>
                <p14:cNvContentPartPr/>
                <p14:nvPr/>
              </p14:nvContentPartPr>
              <p14:xfrm>
                <a:off x="6049220" y="602407"/>
                <a:ext cx="43560" cy="140040"/>
              </p14:xfrm>
            </p:contentPart>
          </mc:Choice>
          <mc:Fallback>
            <p:pic>
              <p:nvPicPr>
                <p:cNvPr id="98" name="Rukopis 97">
                  <a:extLst>
                    <a:ext uri="{FF2B5EF4-FFF2-40B4-BE49-F238E27FC236}">
                      <a16:creationId xmlns:a16="http://schemas.microsoft.com/office/drawing/2014/main" id="{B4EAA806-4DC2-D846-493B-E760430E520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040220" y="593407"/>
                  <a:ext cx="6120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Skupina 102">
            <a:extLst>
              <a:ext uri="{FF2B5EF4-FFF2-40B4-BE49-F238E27FC236}">
                <a16:creationId xmlns:a16="http://schemas.microsoft.com/office/drawing/2014/main" id="{9E59EB5D-1582-8097-F069-FF3B1F32DA5B}"/>
              </a:ext>
            </a:extLst>
          </p:cNvPr>
          <p:cNvGrpSpPr/>
          <p:nvPr/>
        </p:nvGrpSpPr>
        <p:grpSpPr>
          <a:xfrm>
            <a:off x="6259100" y="408727"/>
            <a:ext cx="676800" cy="340560"/>
            <a:chOff x="6259100" y="408727"/>
            <a:chExt cx="67680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9" name="Rukopis 98">
                  <a:extLst>
                    <a:ext uri="{FF2B5EF4-FFF2-40B4-BE49-F238E27FC236}">
                      <a16:creationId xmlns:a16="http://schemas.microsoft.com/office/drawing/2014/main" id="{12AD7CDA-8BBC-A193-70F8-24CAAB43A474}"/>
                    </a:ext>
                  </a:extLst>
                </p14:cNvPr>
                <p14:cNvContentPartPr/>
                <p14:nvPr/>
              </p14:nvContentPartPr>
              <p14:xfrm>
                <a:off x="6259100" y="586207"/>
                <a:ext cx="4680" cy="13320"/>
              </p14:xfrm>
            </p:contentPart>
          </mc:Choice>
          <mc:Fallback>
            <p:pic>
              <p:nvPicPr>
                <p:cNvPr id="99" name="Rukopis 98">
                  <a:extLst>
                    <a:ext uri="{FF2B5EF4-FFF2-40B4-BE49-F238E27FC236}">
                      <a16:creationId xmlns:a16="http://schemas.microsoft.com/office/drawing/2014/main" id="{12AD7CDA-8BBC-A193-70F8-24CAAB43A47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50460" y="577567"/>
                  <a:ext cx="22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Rukopis 99">
                  <a:extLst>
                    <a:ext uri="{FF2B5EF4-FFF2-40B4-BE49-F238E27FC236}">
                      <a16:creationId xmlns:a16="http://schemas.microsoft.com/office/drawing/2014/main" id="{9D7EECE5-B9BF-67D7-C634-842E51BE1D65}"/>
                    </a:ext>
                  </a:extLst>
                </p14:cNvPr>
                <p14:cNvContentPartPr/>
                <p14:nvPr/>
              </p14:nvContentPartPr>
              <p14:xfrm>
                <a:off x="6364220" y="599887"/>
                <a:ext cx="104040" cy="7560"/>
              </p14:xfrm>
            </p:contentPart>
          </mc:Choice>
          <mc:Fallback>
            <p:pic>
              <p:nvPicPr>
                <p:cNvPr id="100" name="Rukopis 99">
                  <a:extLst>
                    <a:ext uri="{FF2B5EF4-FFF2-40B4-BE49-F238E27FC236}">
                      <a16:creationId xmlns:a16="http://schemas.microsoft.com/office/drawing/2014/main" id="{9D7EECE5-B9BF-67D7-C634-842E51BE1D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55220" y="590887"/>
                  <a:ext cx="121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1" name="Rukopis 100">
                  <a:extLst>
                    <a:ext uri="{FF2B5EF4-FFF2-40B4-BE49-F238E27FC236}">
                      <a16:creationId xmlns:a16="http://schemas.microsoft.com/office/drawing/2014/main" id="{60FA1308-D40E-287B-FA16-F0291DFF797E}"/>
                    </a:ext>
                  </a:extLst>
                </p14:cNvPr>
                <p14:cNvContentPartPr/>
                <p14:nvPr/>
              </p14:nvContentPartPr>
              <p14:xfrm>
                <a:off x="6549620" y="605647"/>
                <a:ext cx="93960" cy="2880"/>
              </p14:xfrm>
            </p:contentPart>
          </mc:Choice>
          <mc:Fallback>
            <p:pic>
              <p:nvPicPr>
                <p:cNvPr id="101" name="Rukopis 100">
                  <a:extLst>
                    <a:ext uri="{FF2B5EF4-FFF2-40B4-BE49-F238E27FC236}">
                      <a16:creationId xmlns:a16="http://schemas.microsoft.com/office/drawing/2014/main" id="{60FA1308-D40E-287B-FA16-F0291DFF797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40980" y="596647"/>
                  <a:ext cx="111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2" name="Rukopis 101">
                  <a:extLst>
                    <a:ext uri="{FF2B5EF4-FFF2-40B4-BE49-F238E27FC236}">
                      <a16:creationId xmlns:a16="http://schemas.microsoft.com/office/drawing/2014/main" id="{4C19D4B9-0D04-57E4-250B-B6E679414D8C}"/>
                    </a:ext>
                  </a:extLst>
                </p14:cNvPr>
                <p14:cNvContentPartPr/>
                <p14:nvPr/>
              </p14:nvContentPartPr>
              <p14:xfrm>
                <a:off x="6769940" y="408727"/>
                <a:ext cx="165960" cy="340560"/>
              </p14:xfrm>
            </p:contentPart>
          </mc:Choice>
          <mc:Fallback>
            <p:pic>
              <p:nvPicPr>
                <p:cNvPr id="102" name="Rukopis 101">
                  <a:extLst>
                    <a:ext uri="{FF2B5EF4-FFF2-40B4-BE49-F238E27FC236}">
                      <a16:creationId xmlns:a16="http://schemas.microsoft.com/office/drawing/2014/main" id="{4C19D4B9-0D04-57E4-250B-B6E679414D8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60940" y="399727"/>
                  <a:ext cx="183600" cy="3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Skupina 117">
            <a:extLst>
              <a:ext uri="{FF2B5EF4-FFF2-40B4-BE49-F238E27FC236}">
                <a16:creationId xmlns:a16="http://schemas.microsoft.com/office/drawing/2014/main" id="{FB880A00-E4A4-FCA4-CF2B-3034EBC31915}"/>
              </a:ext>
            </a:extLst>
          </p:cNvPr>
          <p:cNvGrpSpPr/>
          <p:nvPr/>
        </p:nvGrpSpPr>
        <p:grpSpPr>
          <a:xfrm>
            <a:off x="5581220" y="2068687"/>
            <a:ext cx="215280" cy="41760"/>
            <a:chOff x="5581220" y="2068687"/>
            <a:chExt cx="215280" cy="4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Rukopis 104">
                  <a:extLst>
                    <a:ext uri="{FF2B5EF4-FFF2-40B4-BE49-F238E27FC236}">
                      <a16:creationId xmlns:a16="http://schemas.microsoft.com/office/drawing/2014/main" id="{E0BE3851-F19E-1B6F-29EC-35DEF5BBCB59}"/>
                    </a:ext>
                  </a:extLst>
                </p14:cNvPr>
                <p14:cNvContentPartPr/>
                <p14:nvPr/>
              </p14:nvContentPartPr>
              <p14:xfrm>
                <a:off x="5581220" y="2068687"/>
                <a:ext cx="151560" cy="4320"/>
              </p14:xfrm>
            </p:contentPart>
          </mc:Choice>
          <mc:Fallback>
            <p:pic>
              <p:nvPicPr>
                <p:cNvPr id="105" name="Rukopis 104">
                  <a:extLst>
                    <a:ext uri="{FF2B5EF4-FFF2-40B4-BE49-F238E27FC236}">
                      <a16:creationId xmlns:a16="http://schemas.microsoft.com/office/drawing/2014/main" id="{E0BE3851-F19E-1B6F-29EC-35DEF5BBCB5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572580" y="2059687"/>
                  <a:ext cx="169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Rukopis 105">
                  <a:extLst>
                    <a:ext uri="{FF2B5EF4-FFF2-40B4-BE49-F238E27FC236}">
                      <a16:creationId xmlns:a16="http://schemas.microsoft.com/office/drawing/2014/main" id="{8696FFC7-459E-98E7-99EE-2B4B2B641796}"/>
                    </a:ext>
                  </a:extLst>
                </p14:cNvPr>
                <p14:cNvContentPartPr/>
                <p14:nvPr/>
              </p14:nvContentPartPr>
              <p14:xfrm>
                <a:off x="5653580" y="2094607"/>
                <a:ext cx="142920" cy="15840"/>
              </p14:xfrm>
            </p:contentPart>
          </mc:Choice>
          <mc:Fallback>
            <p:pic>
              <p:nvPicPr>
                <p:cNvPr id="106" name="Rukopis 105">
                  <a:extLst>
                    <a:ext uri="{FF2B5EF4-FFF2-40B4-BE49-F238E27FC236}">
                      <a16:creationId xmlns:a16="http://schemas.microsoft.com/office/drawing/2014/main" id="{8696FFC7-459E-98E7-99EE-2B4B2B6417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44580" y="2085607"/>
                  <a:ext cx="16056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Skupina 116">
            <a:extLst>
              <a:ext uri="{FF2B5EF4-FFF2-40B4-BE49-F238E27FC236}">
                <a16:creationId xmlns:a16="http://schemas.microsoft.com/office/drawing/2014/main" id="{70E7CC27-9B31-EE76-34F7-F30477F946B3}"/>
              </a:ext>
            </a:extLst>
          </p:cNvPr>
          <p:cNvGrpSpPr/>
          <p:nvPr/>
        </p:nvGrpSpPr>
        <p:grpSpPr>
          <a:xfrm>
            <a:off x="5965700" y="1837567"/>
            <a:ext cx="732600" cy="378720"/>
            <a:chOff x="5965700" y="1837567"/>
            <a:chExt cx="73260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7" name="Rukopis 106">
                  <a:extLst>
                    <a:ext uri="{FF2B5EF4-FFF2-40B4-BE49-F238E27FC236}">
                      <a16:creationId xmlns:a16="http://schemas.microsoft.com/office/drawing/2014/main" id="{BBDC0C22-D890-E949-FC9A-407E65F13FF7}"/>
                    </a:ext>
                  </a:extLst>
                </p14:cNvPr>
                <p14:cNvContentPartPr/>
                <p14:nvPr/>
              </p14:nvContentPartPr>
              <p14:xfrm>
                <a:off x="5965700" y="1885087"/>
                <a:ext cx="125640" cy="274680"/>
              </p14:xfrm>
            </p:contentPart>
          </mc:Choice>
          <mc:Fallback>
            <p:pic>
              <p:nvPicPr>
                <p:cNvPr id="107" name="Rukopis 106">
                  <a:extLst>
                    <a:ext uri="{FF2B5EF4-FFF2-40B4-BE49-F238E27FC236}">
                      <a16:creationId xmlns:a16="http://schemas.microsoft.com/office/drawing/2014/main" id="{BBDC0C22-D890-E949-FC9A-407E65F13FF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56700" y="1876087"/>
                  <a:ext cx="143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Rukopis 107">
                  <a:extLst>
                    <a:ext uri="{FF2B5EF4-FFF2-40B4-BE49-F238E27FC236}">
                      <a16:creationId xmlns:a16="http://schemas.microsoft.com/office/drawing/2014/main" id="{D71F95AA-FBEE-87CA-7C17-6485EB4D78A1}"/>
                    </a:ext>
                  </a:extLst>
                </p14:cNvPr>
                <p14:cNvContentPartPr/>
                <p14:nvPr/>
              </p14:nvContentPartPr>
              <p14:xfrm>
                <a:off x="6208700" y="1901647"/>
                <a:ext cx="128520" cy="214200"/>
              </p14:xfrm>
            </p:contentPart>
          </mc:Choice>
          <mc:Fallback>
            <p:pic>
              <p:nvPicPr>
                <p:cNvPr id="108" name="Rukopis 107">
                  <a:extLst>
                    <a:ext uri="{FF2B5EF4-FFF2-40B4-BE49-F238E27FC236}">
                      <a16:creationId xmlns:a16="http://schemas.microsoft.com/office/drawing/2014/main" id="{D71F95AA-FBEE-87CA-7C17-6485EB4D78A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00060" y="1892647"/>
                  <a:ext cx="146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Rukopis 108">
                  <a:extLst>
                    <a:ext uri="{FF2B5EF4-FFF2-40B4-BE49-F238E27FC236}">
                      <a16:creationId xmlns:a16="http://schemas.microsoft.com/office/drawing/2014/main" id="{7652FA45-30BC-2238-CA4D-33E572BB9CA7}"/>
                    </a:ext>
                  </a:extLst>
                </p14:cNvPr>
                <p14:cNvContentPartPr/>
                <p14:nvPr/>
              </p14:nvContentPartPr>
              <p14:xfrm>
                <a:off x="6319580" y="2082007"/>
                <a:ext cx="42120" cy="95400"/>
              </p14:xfrm>
            </p:contentPart>
          </mc:Choice>
          <mc:Fallback>
            <p:pic>
              <p:nvPicPr>
                <p:cNvPr id="109" name="Rukopis 108">
                  <a:extLst>
                    <a:ext uri="{FF2B5EF4-FFF2-40B4-BE49-F238E27FC236}">
                      <a16:creationId xmlns:a16="http://schemas.microsoft.com/office/drawing/2014/main" id="{7652FA45-30BC-2238-CA4D-33E572BB9C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10580" y="2073367"/>
                  <a:ext cx="597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Rukopis 109">
                  <a:extLst>
                    <a:ext uri="{FF2B5EF4-FFF2-40B4-BE49-F238E27FC236}">
                      <a16:creationId xmlns:a16="http://schemas.microsoft.com/office/drawing/2014/main" id="{D65D6794-BED9-E6F1-86F7-81287F8B8818}"/>
                    </a:ext>
                  </a:extLst>
                </p14:cNvPr>
                <p14:cNvContentPartPr/>
                <p14:nvPr/>
              </p14:nvContentPartPr>
              <p14:xfrm>
                <a:off x="6479060" y="1837567"/>
                <a:ext cx="154440" cy="226440"/>
              </p14:xfrm>
            </p:contentPart>
          </mc:Choice>
          <mc:Fallback>
            <p:pic>
              <p:nvPicPr>
                <p:cNvPr id="110" name="Rukopis 109">
                  <a:extLst>
                    <a:ext uri="{FF2B5EF4-FFF2-40B4-BE49-F238E27FC236}">
                      <a16:creationId xmlns:a16="http://schemas.microsoft.com/office/drawing/2014/main" id="{D65D6794-BED9-E6F1-86F7-81287F8B881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70420" y="1828927"/>
                  <a:ext cx="1720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Rukopis 110">
                  <a:extLst>
                    <a:ext uri="{FF2B5EF4-FFF2-40B4-BE49-F238E27FC236}">
                      <a16:creationId xmlns:a16="http://schemas.microsoft.com/office/drawing/2014/main" id="{30538720-43CC-E935-BA5C-A134F6E2E67C}"/>
                    </a:ext>
                  </a:extLst>
                </p14:cNvPr>
                <p14:cNvContentPartPr/>
                <p14:nvPr/>
              </p14:nvContentPartPr>
              <p14:xfrm>
                <a:off x="6633140" y="2075527"/>
                <a:ext cx="65160" cy="140760"/>
              </p14:xfrm>
            </p:contentPart>
          </mc:Choice>
          <mc:Fallback>
            <p:pic>
              <p:nvPicPr>
                <p:cNvPr id="111" name="Rukopis 110">
                  <a:extLst>
                    <a:ext uri="{FF2B5EF4-FFF2-40B4-BE49-F238E27FC236}">
                      <a16:creationId xmlns:a16="http://schemas.microsoft.com/office/drawing/2014/main" id="{30538720-43CC-E935-BA5C-A134F6E2E67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624500" y="2066887"/>
                  <a:ext cx="8280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Skupina 115">
            <a:extLst>
              <a:ext uri="{FF2B5EF4-FFF2-40B4-BE49-F238E27FC236}">
                <a16:creationId xmlns:a16="http://schemas.microsoft.com/office/drawing/2014/main" id="{9311A7D1-7A29-5E66-2440-EFD7376FEA8B}"/>
              </a:ext>
            </a:extLst>
          </p:cNvPr>
          <p:cNvGrpSpPr/>
          <p:nvPr/>
        </p:nvGrpSpPr>
        <p:grpSpPr>
          <a:xfrm>
            <a:off x="6884780" y="1981207"/>
            <a:ext cx="303840" cy="4320"/>
            <a:chOff x="6884780" y="1981207"/>
            <a:chExt cx="303840" cy="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Rukopis 111">
                  <a:extLst>
                    <a:ext uri="{FF2B5EF4-FFF2-40B4-BE49-F238E27FC236}">
                      <a16:creationId xmlns:a16="http://schemas.microsoft.com/office/drawing/2014/main" id="{FBE0E3C0-C9E2-0D26-40ED-0013619F313A}"/>
                    </a:ext>
                  </a:extLst>
                </p14:cNvPr>
                <p14:cNvContentPartPr/>
                <p14:nvPr/>
              </p14:nvContentPartPr>
              <p14:xfrm>
                <a:off x="6884780" y="1985167"/>
                <a:ext cx="23400" cy="360"/>
              </p14:xfrm>
            </p:contentPart>
          </mc:Choice>
          <mc:Fallback>
            <p:pic>
              <p:nvPicPr>
                <p:cNvPr id="112" name="Rukopis 111">
                  <a:extLst>
                    <a:ext uri="{FF2B5EF4-FFF2-40B4-BE49-F238E27FC236}">
                      <a16:creationId xmlns:a16="http://schemas.microsoft.com/office/drawing/2014/main" id="{FBE0E3C0-C9E2-0D26-40ED-0013619F313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76140" y="1976167"/>
                  <a:ext cx="41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Rukopis 112">
                  <a:extLst>
                    <a:ext uri="{FF2B5EF4-FFF2-40B4-BE49-F238E27FC236}">
                      <a16:creationId xmlns:a16="http://schemas.microsoft.com/office/drawing/2014/main" id="{F5221255-2673-71D0-E225-5C5C4655C95D}"/>
                    </a:ext>
                  </a:extLst>
                </p14:cNvPr>
                <p14:cNvContentPartPr/>
                <p14:nvPr/>
              </p14:nvContentPartPr>
              <p14:xfrm>
                <a:off x="6982700" y="1983007"/>
                <a:ext cx="144360" cy="1800"/>
              </p14:xfrm>
            </p:contentPart>
          </mc:Choice>
          <mc:Fallback>
            <p:pic>
              <p:nvPicPr>
                <p:cNvPr id="113" name="Rukopis 112">
                  <a:extLst>
                    <a:ext uri="{FF2B5EF4-FFF2-40B4-BE49-F238E27FC236}">
                      <a16:creationId xmlns:a16="http://schemas.microsoft.com/office/drawing/2014/main" id="{F5221255-2673-71D0-E225-5C5C4655C95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74060" y="1974367"/>
                  <a:ext cx="162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4" name="Rukopis 113">
                  <a:extLst>
                    <a:ext uri="{FF2B5EF4-FFF2-40B4-BE49-F238E27FC236}">
                      <a16:creationId xmlns:a16="http://schemas.microsoft.com/office/drawing/2014/main" id="{00F46A0B-4DE1-FEEA-9BF9-26B8EEC49A99}"/>
                    </a:ext>
                  </a:extLst>
                </p14:cNvPr>
                <p14:cNvContentPartPr/>
                <p14:nvPr/>
              </p14:nvContentPartPr>
              <p14:xfrm>
                <a:off x="7188260" y="1981207"/>
                <a:ext cx="360" cy="1080"/>
              </p14:xfrm>
            </p:contentPart>
          </mc:Choice>
          <mc:Fallback>
            <p:pic>
              <p:nvPicPr>
                <p:cNvPr id="114" name="Rukopis 113">
                  <a:extLst>
                    <a:ext uri="{FF2B5EF4-FFF2-40B4-BE49-F238E27FC236}">
                      <a16:creationId xmlns:a16="http://schemas.microsoft.com/office/drawing/2014/main" id="{00F46A0B-4DE1-FEEA-9BF9-26B8EEC49A9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179620" y="1972207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5" name="Rukopis 114">
                <a:extLst>
                  <a:ext uri="{FF2B5EF4-FFF2-40B4-BE49-F238E27FC236}">
                    <a16:creationId xmlns:a16="http://schemas.microsoft.com/office/drawing/2014/main" id="{DA7E085B-7000-5272-83E6-20F93EF7A3ED}"/>
                  </a:ext>
                </a:extLst>
              </p14:cNvPr>
              <p14:cNvContentPartPr/>
              <p14:nvPr/>
            </p14:nvContentPartPr>
            <p14:xfrm>
              <a:off x="7342340" y="1793287"/>
              <a:ext cx="161280" cy="383760"/>
            </p14:xfrm>
          </p:contentPart>
        </mc:Choice>
        <mc:Fallback>
          <p:pic>
            <p:nvPicPr>
              <p:cNvPr id="115" name="Rukopis 114">
                <a:extLst>
                  <a:ext uri="{FF2B5EF4-FFF2-40B4-BE49-F238E27FC236}">
                    <a16:creationId xmlns:a16="http://schemas.microsoft.com/office/drawing/2014/main" id="{DA7E085B-7000-5272-83E6-20F93EF7A3E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333700" y="1784287"/>
                <a:ext cx="178920" cy="40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Skupina 139">
            <a:extLst>
              <a:ext uri="{FF2B5EF4-FFF2-40B4-BE49-F238E27FC236}">
                <a16:creationId xmlns:a16="http://schemas.microsoft.com/office/drawing/2014/main" id="{479B8665-0602-45F0-2ECF-7C912D2BE506}"/>
              </a:ext>
            </a:extLst>
          </p:cNvPr>
          <p:cNvGrpSpPr/>
          <p:nvPr/>
        </p:nvGrpSpPr>
        <p:grpSpPr>
          <a:xfrm>
            <a:off x="1349420" y="2410327"/>
            <a:ext cx="794520" cy="389880"/>
            <a:chOff x="1349420" y="2410327"/>
            <a:chExt cx="79452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9" name="Rukopis 118">
                  <a:extLst>
                    <a:ext uri="{FF2B5EF4-FFF2-40B4-BE49-F238E27FC236}">
                      <a16:creationId xmlns:a16="http://schemas.microsoft.com/office/drawing/2014/main" id="{C1445C0E-A530-9498-5202-5D0A2DB4F3EB}"/>
                    </a:ext>
                  </a:extLst>
                </p14:cNvPr>
                <p14:cNvContentPartPr/>
                <p14:nvPr/>
              </p14:nvContentPartPr>
              <p14:xfrm>
                <a:off x="1349420" y="2433007"/>
                <a:ext cx="245160" cy="281520"/>
              </p14:xfrm>
            </p:contentPart>
          </mc:Choice>
          <mc:Fallback>
            <p:pic>
              <p:nvPicPr>
                <p:cNvPr id="119" name="Rukopis 118">
                  <a:extLst>
                    <a:ext uri="{FF2B5EF4-FFF2-40B4-BE49-F238E27FC236}">
                      <a16:creationId xmlns:a16="http://schemas.microsoft.com/office/drawing/2014/main" id="{C1445C0E-A530-9498-5202-5D0A2DB4F3E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40780" y="2424367"/>
                  <a:ext cx="2628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Rukopis 119">
                  <a:extLst>
                    <a:ext uri="{FF2B5EF4-FFF2-40B4-BE49-F238E27FC236}">
                      <a16:creationId xmlns:a16="http://schemas.microsoft.com/office/drawing/2014/main" id="{38A74D19-35BC-4E34-C0C6-B352642A4E9C}"/>
                    </a:ext>
                  </a:extLst>
                </p14:cNvPr>
                <p14:cNvContentPartPr/>
                <p14:nvPr/>
              </p14:nvContentPartPr>
              <p14:xfrm>
                <a:off x="1736060" y="2453167"/>
                <a:ext cx="105840" cy="254880"/>
              </p14:xfrm>
            </p:contentPart>
          </mc:Choice>
          <mc:Fallback>
            <p:pic>
              <p:nvPicPr>
                <p:cNvPr id="120" name="Rukopis 119">
                  <a:extLst>
                    <a:ext uri="{FF2B5EF4-FFF2-40B4-BE49-F238E27FC236}">
                      <a16:creationId xmlns:a16="http://schemas.microsoft.com/office/drawing/2014/main" id="{38A74D19-35BC-4E34-C0C6-B352642A4E9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727060" y="2444167"/>
                  <a:ext cx="123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Rukopis 120">
                  <a:extLst>
                    <a:ext uri="{FF2B5EF4-FFF2-40B4-BE49-F238E27FC236}">
                      <a16:creationId xmlns:a16="http://schemas.microsoft.com/office/drawing/2014/main" id="{1B5A0334-8BFC-B52F-E8AB-B93F42542C2B}"/>
                    </a:ext>
                  </a:extLst>
                </p14:cNvPr>
                <p14:cNvContentPartPr/>
                <p14:nvPr/>
              </p14:nvContentPartPr>
              <p14:xfrm>
                <a:off x="1782500" y="2450647"/>
                <a:ext cx="239040" cy="349560"/>
              </p14:xfrm>
            </p:contentPart>
          </mc:Choice>
          <mc:Fallback>
            <p:pic>
              <p:nvPicPr>
                <p:cNvPr id="121" name="Rukopis 120">
                  <a:extLst>
                    <a:ext uri="{FF2B5EF4-FFF2-40B4-BE49-F238E27FC236}">
                      <a16:creationId xmlns:a16="http://schemas.microsoft.com/office/drawing/2014/main" id="{1B5A0334-8BFC-B52F-E8AB-B93F42542C2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73500" y="2442007"/>
                  <a:ext cx="25668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Rukopis 121">
                  <a:extLst>
                    <a:ext uri="{FF2B5EF4-FFF2-40B4-BE49-F238E27FC236}">
                      <a16:creationId xmlns:a16="http://schemas.microsoft.com/office/drawing/2014/main" id="{D72D3B7A-55ED-82D7-03A1-FB8EA15F091E}"/>
                    </a:ext>
                  </a:extLst>
                </p14:cNvPr>
                <p14:cNvContentPartPr/>
                <p14:nvPr/>
              </p14:nvContentPartPr>
              <p14:xfrm>
                <a:off x="2061500" y="2410327"/>
                <a:ext cx="82440" cy="296280"/>
              </p14:xfrm>
            </p:contentPart>
          </mc:Choice>
          <mc:Fallback>
            <p:pic>
              <p:nvPicPr>
                <p:cNvPr id="122" name="Rukopis 121">
                  <a:extLst>
                    <a:ext uri="{FF2B5EF4-FFF2-40B4-BE49-F238E27FC236}">
                      <a16:creationId xmlns:a16="http://schemas.microsoft.com/office/drawing/2014/main" id="{D72D3B7A-55ED-82D7-03A1-FB8EA15F091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052860" y="2401687"/>
                  <a:ext cx="10008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Skupina 138">
            <a:extLst>
              <a:ext uri="{FF2B5EF4-FFF2-40B4-BE49-F238E27FC236}">
                <a16:creationId xmlns:a16="http://schemas.microsoft.com/office/drawing/2014/main" id="{EFF75552-CA86-A2A9-9A07-84753A106B48}"/>
              </a:ext>
            </a:extLst>
          </p:cNvPr>
          <p:cNvGrpSpPr/>
          <p:nvPr/>
        </p:nvGrpSpPr>
        <p:grpSpPr>
          <a:xfrm>
            <a:off x="2352020" y="2561167"/>
            <a:ext cx="135720" cy="49680"/>
            <a:chOff x="2352020" y="2561167"/>
            <a:chExt cx="135720" cy="4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Rukopis 122">
                  <a:extLst>
                    <a:ext uri="{FF2B5EF4-FFF2-40B4-BE49-F238E27FC236}">
                      <a16:creationId xmlns:a16="http://schemas.microsoft.com/office/drawing/2014/main" id="{1A145A2D-CAD8-5713-62BC-0181FBB541A0}"/>
                    </a:ext>
                  </a:extLst>
                </p14:cNvPr>
                <p14:cNvContentPartPr/>
                <p14:nvPr/>
              </p14:nvContentPartPr>
              <p14:xfrm>
                <a:off x="2352020" y="2561167"/>
                <a:ext cx="93960" cy="4320"/>
              </p14:xfrm>
            </p:contentPart>
          </mc:Choice>
          <mc:Fallback>
            <p:pic>
              <p:nvPicPr>
                <p:cNvPr id="123" name="Rukopis 122">
                  <a:extLst>
                    <a:ext uri="{FF2B5EF4-FFF2-40B4-BE49-F238E27FC236}">
                      <a16:creationId xmlns:a16="http://schemas.microsoft.com/office/drawing/2014/main" id="{1A145A2D-CAD8-5713-62BC-0181FBB541A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343380" y="2552527"/>
                  <a:ext cx="111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Rukopis 123">
                  <a:extLst>
                    <a:ext uri="{FF2B5EF4-FFF2-40B4-BE49-F238E27FC236}">
                      <a16:creationId xmlns:a16="http://schemas.microsoft.com/office/drawing/2014/main" id="{A87C09C1-B9F6-1D6F-7007-E07693684D40}"/>
                    </a:ext>
                  </a:extLst>
                </p14:cNvPr>
                <p14:cNvContentPartPr/>
                <p14:nvPr/>
              </p14:nvContentPartPr>
              <p14:xfrm>
                <a:off x="2369300" y="2601487"/>
                <a:ext cx="118440" cy="9360"/>
              </p14:xfrm>
            </p:contentPart>
          </mc:Choice>
          <mc:Fallback>
            <p:pic>
              <p:nvPicPr>
                <p:cNvPr id="124" name="Rukopis 123">
                  <a:extLst>
                    <a:ext uri="{FF2B5EF4-FFF2-40B4-BE49-F238E27FC236}">
                      <a16:creationId xmlns:a16="http://schemas.microsoft.com/office/drawing/2014/main" id="{A87C09C1-B9F6-1D6F-7007-E07693684D4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360660" y="2592487"/>
                  <a:ext cx="13608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Skupina 137">
            <a:extLst>
              <a:ext uri="{FF2B5EF4-FFF2-40B4-BE49-F238E27FC236}">
                <a16:creationId xmlns:a16="http://schemas.microsoft.com/office/drawing/2014/main" id="{540BE55B-EA1F-2F10-1C29-7BAB64ECF465}"/>
              </a:ext>
            </a:extLst>
          </p:cNvPr>
          <p:cNvGrpSpPr/>
          <p:nvPr/>
        </p:nvGrpSpPr>
        <p:grpSpPr>
          <a:xfrm>
            <a:off x="2755940" y="2447767"/>
            <a:ext cx="1328760" cy="230040"/>
            <a:chOff x="2755940" y="2447767"/>
            <a:chExt cx="132876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Rukopis 124">
                  <a:extLst>
                    <a:ext uri="{FF2B5EF4-FFF2-40B4-BE49-F238E27FC236}">
                      <a16:creationId xmlns:a16="http://schemas.microsoft.com/office/drawing/2014/main" id="{8A0CE235-B90F-F6DC-EEBB-C078F31C3537}"/>
                    </a:ext>
                  </a:extLst>
                </p14:cNvPr>
                <p14:cNvContentPartPr/>
                <p14:nvPr/>
              </p14:nvContentPartPr>
              <p14:xfrm>
                <a:off x="2755940" y="2505007"/>
                <a:ext cx="192960" cy="160200"/>
              </p14:xfrm>
            </p:contentPart>
          </mc:Choice>
          <mc:Fallback>
            <p:pic>
              <p:nvPicPr>
                <p:cNvPr id="125" name="Rukopis 124">
                  <a:extLst>
                    <a:ext uri="{FF2B5EF4-FFF2-40B4-BE49-F238E27FC236}">
                      <a16:creationId xmlns:a16="http://schemas.microsoft.com/office/drawing/2014/main" id="{8A0CE235-B90F-F6DC-EEBB-C078F31C353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746940" y="2496007"/>
                  <a:ext cx="210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6" name="Rukopis 125">
                  <a:extLst>
                    <a:ext uri="{FF2B5EF4-FFF2-40B4-BE49-F238E27FC236}">
                      <a16:creationId xmlns:a16="http://schemas.microsoft.com/office/drawing/2014/main" id="{013EAE41-D7A7-BADC-5A0F-A5522B6EF6FB}"/>
                    </a:ext>
                  </a:extLst>
                </p14:cNvPr>
                <p14:cNvContentPartPr/>
                <p14:nvPr/>
              </p14:nvContentPartPr>
              <p14:xfrm>
                <a:off x="3047540" y="2519047"/>
                <a:ext cx="95400" cy="122040"/>
              </p14:xfrm>
            </p:contentPart>
          </mc:Choice>
          <mc:Fallback>
            <p:pic>
              <p:nvPicPr>
                <p:cNvPr id="126" name="Rukopis 125">
                  <a:extLst>
                    <a:ext uri="{FF2B5EF4-FFF2-40B4-BE49-F238E27FC236}">
                      <a16:creationId xmlns:a16="http://schemas.microsoft.com/office/drawing/2014/main" id="{013EAE41-D7A7-BADC-5A0F-A5522B6EF6F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38540" y="2510407"/>
                  <a:ext cx="1130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7" name="Rukopis 126">
                  <a:extLst>
                    <a:ext uri="{FF2B5EF4-FFF2-40B4-BE49-F238E27FC236}">
                      <a16:creationId xmlns:a16="http://schemas.microsoft.com/office/drawing/2014/main" id="{6F8C941C-1C50-538D-CBED-59F7B18308D4}"/>
                    </a:ext>
                  </a:extLst>
                </p14:cNvPr>
                <p14:cNvContentPartPr/>
                <p14:nvPr/>
              </p14:nvContentPartPr>
              <p14:xfrm>
                <a:off x="3208100" y="2553967"/>
                <a:ext cx="97200" cy="118440"/>
              </p14:xfrm>
            </p:contentPart>
          </mc:Choice>
          <mc:Fallback>
            <p:pic>
              <p:nvPicPr>
                <p:cNvPr id="127" name="Rukopis 126">
                  <a:extLst>
                    <a:ext uri="{FF2B5EF4-FFF2-40B4-BE49-F238E27FC236}">
                      <a16:creationId xmlns:a16="http://schemas.microsoft.com/office/drawing/2014/main" id="{6F8C941C-1C50-538D-CBED-59F7B18308D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99100" y="2545327"/>
                  <a:ext cx="1148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8" name="Rukopis 127">
                  <a:extLst>
                    <a:ext uri="{FF2B5EF4-FFF2-40B4-BE49-F238E27FC236}">
                      <a16:creationId xmlns:a16="http://schemas.microsoft.com/office/drawing/2014/main" id="{8A0C0C85-DDB4-A827-964F-0C345FAD0D97}"/>
                    </a:ext>
                  </a:extLst>
                </p14:cNvPr>
                <p14:cNvContentPartPr/>
                <p14:nvPr/>
              </p14:nvContentPartPr>
              <p14:xfrm>
                <a:off x="3344540" y="2536327"/>
                <a:ext cx="148680" cy="116640"/>
              </p14:xfrm>
            </p:contentPart>
          </mc:Choice>
          <mc:Fallback>
            <p:pic>
              <p:nvPicPr>
                <p:cNvPr id="128" name="Rukopis 127">
                  <a:extLst>
                    <a:ext uri="{FF2B5EF4-FFF2-40B4-BE49-F238E27FC236}">
                      <a16:creationId xmlns:a16="http://schemas.microsoft.com/office/drawing/2014/main" id="{8A0C0C85-DDB4-A827-964F-0C345FAD0D9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35900" y="2527687"/>
                  <a:ext cx="166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9" name="Rukopis 128">
                  <a:extLst>
                    <a:ext uri="{FF2B5EF4-FFF2-40B4-BE49-F238E27FC236}">
                      <a16:creationId xmlns:a16="http://schemas.microsoft.com/office/drawing/2014/main" id="{7452AFCF-91A3-573A-7E1D-F164C46DDA2C}"/>
                    </a:ext>
                  </a:extLst>
                </p14:cNvPr>
                <p14:cNvContentPartPr/>
                <p14:nvPr/>
              </p14:nvContentPartPr>
              <p14:xfrm>
                <a:off x="3330500" y="2482687"/>
                <a:ext cx="121320" cy="36720"/>
              </p14:xfrm>
            </p:contentPart>
          </mc:Choice>
          <mc:Fallback>
            <p:pic>
              <p:nvPicPr>
                <p:cNvPr id="129" name="Rukopis 128">
                  <a:extLst>
                    <a:ext uri="{FF2B5EF4-FFF2-40B4-BE49-F238E27FC236}">
                      <a16:creationId xmlns:a16="http://schemas.microsoft.com/office/drawing/2014/main" id="{7452AFCF-91A3-573A-7E1D-F164C46DDA2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321500" y="2474047"/>
                  <a:ext cx="138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0" name="Rukopis 129">
                  <a:extLst>
                    <a:ext uri="{FF2B5EF4-FFF2-40B4-BE49-F238E27FC236}">
                      <a16:creationId xmlns:a16="http://schemas.microsoft.com/office/drawing/2014/main" id="{20970EF2-65D1-F156-75C9-5C1A65DFF964}"/>
                    </a:ext>
                  </a:extLst>
                </p14:cNvPr>
                <p14:cNvContentPartPr/>
                <p14:nvPr/>
              </p14:nvContentPartPr>
              <p14:xfrm>
                <a:off x="3527420" y="2447767"/>
                <a:ext cx="68040" cy="230040"/>
              </p14:xfrm>
            </p:contentPart>
          </mc:Choice>
          <mc:Fallback>
            <p:pic>
              <p:nvPicPr>
                <p:cNvPr id="130" name="Rukopis 129">
                  <a:extLst>
                    <a:ext uri="{FF2B5EF4-FFF2-40B4-BE49-F238E27FC236}">
                      <a16:creationId xmlns:a16="http://schemas.microsoft.com/office/drawing/2014/main" id="{20970EF2-65D1-F156-75C9-5C1A65DFF96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518420" y="2439127"/>
                  <a:ext cx="856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1" name="Rukopis 130">
                  <a:extLst>
                    <a:ext uri="{FF2B5EF4-FFF2-40B4-BE49-F238E27FC236}">
                      <a16:creationId xmlns:a16="http://schemas.microsoft.com/office/drawing/2014/main" id="{729F8AE2-6DC1-0D1F-E591-FDA7E7F3A3D0}"/>
                    </a:ext>
                  </a:extLst>
                </p14:cNvPr>
                <p14:cNvContentPartPr/>
                <p14:nvPr/>
              </p14:nvContentPartPr>
              <p14:xfrm>
                <a:off x="3645140" y="2523727"/>
                <a:ext cx="193320" cy="112320"/>
              </p14:xfrm>
            </p:contentPart>
          </mc:Choice>
          <mc:Fallback>
            <p:pic>
              <p:nvPicPr>
                <p:cNvPr id="131" name="Rukopis 130">
                  <a:extLst>
                    <a:ext uri="{FF2B5EF4-FFF2-40B4-BE49-F238E27FC236}">
                      <a16:creationId xmlns:a16="http://schemas.microsoft.com/office/drawing/2014/main" id="{729F8AE2-6DC1-0D1F-E591-FDA7E7F3A3D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636500" y="2514727"/>
                  <a:ext cx="210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2" name="Rukopis 131">
                  <a:extLst>
                    <a:ext uri="{FF2B5EF4-FFF2-40B4-BE49-F238E27FC236}">
                      <a16:creationId xmlns:a16="http://schemas.microsoft.com/office/drawing/2014/main" id="{92FC8202-0D05-2C1D-9EE0-8D2213DEC090}"/>
                    </a:ext>
                  </a:extLst>
                </p14:cNvPr>
                <p14:cNvContentPartPr/>
                <p14:nvPr/>
              </p14:nvContentPartPr>
              <p14:xfrm>
                <a:off x="3817940" y="2555047"/>
                <a:ext cx="266760" cy="97920"/>
              </p14:xfrm>
            </p:contentPart>
          </mc:Choice>
          <mc:Fallback>
            <p:pic>
              <p:nvPicPr>
                <p:cNvPr id="132" name="Rukopis 131">
                  <a:extLst>
                    <a:ext uri="{FF2B5EF4-FFF2-40B4-BE49-F238E27FC236}">
                      <a16:creationId xmlns:a16="http://schemas.microsoft.com/office/drawing/2014/main" id="{92FC8202-0D05-2C1D-9EE0-8D2213DEC09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08940" y="2546407"/>
                  <a:ext cx="28440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Skupina 145">
            <a:extLst>
              <a:ext uri="{FF2B5EF4-FFF2-40B4-BE49-F238E27FC236}">
                <a16:creationId xmlns:a16="http://schemas.microsoft.com/office/drawing/2014/main" id="{341AE31D-FA9E-AED7-A9B1-3FD5420F3540}"/>
              </a:ext>
            </a:extLst>
          </p:cNvPr>
          <p:cNvGrpSpPr/>
          <p:nvPr/>
        </p:nvGrpSpPr>
        <p:grpSpPr>
          <a:xfrm>
            <a:off x="4391780" y="2389807"/>
            <a:ext cx="792000" cy="279000"/>
            <a:chOff x="4391780" y="2389807"/>
            <a:chExt cx="79200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1" name="Rukopis 140">
                  <a:extLst>
                    <a:ext uri="{FF2B5EF4-FFF2-40B4-BE49-F238E27FC236}">
                      <a16:creationId xmlns:a16="http://schemas.microsoft.com/office/drawing/2014/main" id="{1B2B937C-515C-1105-826C-3C4A84DACBDE}"/>
                    </a:ext>
                  </a:extLst>
                </p14:cNvPr>
                <p14:cNvContentPartPr/>
                <p14:nvPr/>
              </p14:nvContentPartPr>
              <p14:xfrm>
                <a:off x="4391780" y="2515087"/>
                <a:ext cx="105480" cy="153720"/>
              </p14:xfrm>
            </p:contentPart>
          </mc:Choice>
          <mc:Fallback>
            <p:pic>
              <p:nvPicPr>
                <p:cNvPr id="141" name="Rukopis 140">
                  <a:extLst>
                    <a:ext uri="{FF2B5EF4-FFF2-40B4-BE49-F238E27FC236}">
                      <a16:creationId xmlns:a16="http://schemas.microsoft.com/office/drawing/2014/main" id="{1B2B937C-515C-1105-826C-3C4A84DACBD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383140" y="2506447"/>
                  <a:ext cx="123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2" name="Rukopis 141">
                  <a:extLst>
                    <a:ext uri="{FF2B5EF4-FFF2-40B4-BE49-F238E27FC236}">
                      <a16:creationId xmlns:a16="http://schemas.microsoft.com/office/drawing/2014/main" id="{748E47F0-0D83-C97A-BD85-B82AFE922C08}"/>
                    </a:ext>
                  </a:extLst>
                </p14:cNvPr>
                <p14:cNvContentPartPr/>
                <p14:nvPr/>
              </p14:nvContentPartPr>
              <p14:xfrm>
                <a:off x="4552700" y="2515807"/>
                <a:ext cx="90000" cy="126000"/>
              </p14:xfrm>
            </p:contentPart>
          </mc:Choice>
          <mc:Fallback>
            <p:pic>
              <p:nvPicPr>
                <p:cNvPr id="142" name="Rukopis 141">
                  <a:extLst>
                    <a:ext uri="{FF2B5EF4-FFF2-40B4-BE49-F238E27FC236}">
                      <a16:creationId xmlns:a16="http://schemas.microsoft.com/office/drawing/2014/main" id="{748E47F0-0D83-C97A-BD85-B82AFE922C0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543700" y="2507167"/>
                  <a:ext cx="107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3" name="Rukopis 142">
                  <a:extLst>
                    <a:ext uri="{FF2B5EF4-FFF2-40B4-BE49-F238E27FC236}">
                      <a16:creationId xmlns:a16="http://schemas.microsoft.com/office/drawing/2014/main" id="{1009CA86-DAD2-4314-B381-5A2CA380F1E8}"/>
                    </a:ext>
                  </a:extLst>
                </p14:cNvPr>
                <p14:cNvContentPartPr/>
                <p14:nvPr/>
              </p14:nvContentPartPr>
              <p14:xfrm>
                <a:off x="4603460" y="2433727"/>
                <a:ext cx="81000" cy="12600"/>
              </p14:xfrm>
            </p:contentPart>
          </mc:Choice>
          <mc:Fallback>
            <p:pic>
              <p:nvPicPr>
                <p:cNvPr id="143" name="Rukopis 142">
                  <a:extLst>
                    <a:ext uri="{FF2B5EF4-FFF2-40B4-BE49-F238E27FC236}">
                      <a16:creationId xmlns:a16="http://schemas.microsoft.com/office/drawing/2014/main" id="{1009CA86-DAD2-4314-B381-5A2CA380F1E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94460" y="2424727"/>
                  <a:ext cx="986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4" name="Rukopis 143">
                  <a:extLst>
                    <a:ext uri="{FF2B5EF4-FFF2-40B4-BE49-F238E27FC236}">
                      <a16:creationId xmlns:a16="http://schemas.microsoft.com/office/drawing/2014/main" id="{79BD7281-A20E-C93A-9C38-29CAD52E911C}"/>
                    </a:ext>
                  </a:extLst>
                </p14:cNvPr>
                <p14:cNvContentPartPr/>
                <p14:nvPr/>
              </p14:nvContentPartPr>
              <p14:xfrm>
                <a:off x="4675100" y="2502487"/>
                <a:ext cx="140040" cy="132480"/>
              </p14:xfrm>
            </p:contentPart>
          </mc:Choice>
          <mc:Fallback>
            <p:pic>
              <p:nvPicPr>
                <p:cNvPr id="144" name="Rukopis 143">
                  <a:extLst>
                    <a:ext uri="{FF2B5EF4-FFF2-40B4-BE49-F238E27FC236}">
                      <a16:creationId xmlns:a16="http://schemas.microsoft.com/office/drawing/2014/main" id="{79BD7281-A20E-C93A-9C38-29CAD52E911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66460" y="2493847"/>
                  <a:ext cx="1576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5" name="Rukopis 144">
                  <a:extLst>
                    <a:ext uri="{FF2B5EF4-FFF2-40B4-BE49-F238E27FC236}">
                      <a16:creationId xmlns:a16="http://schemas.microsoft.com/office/drawing/2014/main" id="{980DF61B-EA5B-0E1C-5999-77C3F2B73445}"/>
                    </a:ext>
                  </a:extLst>
                </p14:cNvPr>
                <p14:cNvContentPartPr/>
                <p14:nvPr/>
              </p14:nvContentPartPr>
              <p14:xfrm>
                <a:off x="4818380" y="2389807"/>
                <a:ext cx="365400" cy="264240"/>
              </p14:xfrm>
            </p:contentPart>
          </mc:Choice>
          <mc:Fallback>
            <p:pic>
              <p:nvPicPr>
                <p:cNvPr id="145" name="Rukopis 144">
                  <a:extLst>
                    <a:ext uri="{FF2B5EF4-FFF2-40B4-BE49-F238E27FC236}">
                      <a16:creationId xmlns:a16="http://schemas.microsoft.com/office/drawing/2014/main" id="{980DF61B-EA5B-0E1C-5999-77C3F2B7344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809380" y="2380807"/>
                  <a:ext cx="383040" cy="2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Skupina 164">
            <a:extLst>
              <a:ext uri="{FF2B5EF4-FFF2-40B4-BE49-F238E27FC236}">
                <a16:creationId xmlns:a16="http://schemas.microsoft.com/office/drawing/2014/main" id="{92D45E21-AD20-5F99-96B5-6FC9BE243D63}"/>
              </a:ext>
            </a:extLst>
          </p:cNvPr>
          <p:cNvGrpSpPr/>
          <p:nvPr/>
        </p:nvGrpSpPr>
        <p:grpSpPr>
          <a:xfrm>
            <a:off x="5392940" y="2358487"/>
            <a:ext cx="1533960" cy="320760"/>
            <a:chOff x="5392940" y="2358487"/>
            <a:chExt cx="153396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7" name="Rukopis 146">
                  <a:extLst>
                    <a:ext uri="{FF2B5EF4-FFF2-40B4-BE49-F238E27FC236}">
                      <a16:creationId xmlns:a16="http://schemas.microsoft.com/office/drawing/2014/main" id="{B953639F-8646-D22F-D252-64938F8B3AF7}"/>
                    </a:ext>
                  </a:extLst>
                </p14:cNvPr>
                <p14:cNvContentPartPr/>
                <p14:nvPr/>
              </p14:nvContentPartPr>
              <p14:xfrm>
                <a:off x="5392940" y="2421847"/>
                <a:ext cx="133200" cy="206280"/>
              </p14:xfrm>
            </p:contentPart>
          </mc:Choice>
          <mc:Fallback>
            <p:pic>
              <p:nvPicPr>
                <p:cNvPr id="147" name="Rukopis 146">
                  <a:extLst>
                    <a:ext uri="{FF2B5EF4-FFF2-40B4-BE49-F238E27FC236}">
                      <a16:creationId xmlns:a16="http://schemas.microsoft.com/office/drawing/2014/main" id="{B953639F-8646-D22F-D252-64938F8B3AF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383940" y="2413207"/>
                  <a:ext cx="150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8" name="Rukopis 147">
                  <a:extLst>
                    <a:ext uri="{FF2B5EF4-FFF2-40B4-BE49-F238E27FC236}">
                      <a16:creationId xmlns:a16="http://schemas.microsoft.com/office/drawing/2014/main" id="{D54BD823-E0ED-62C2-8723-3A1319449DA1}"/>
                    </a:ext>
                  </a:extLst>
                </p14:cNvPr>
                <p14:cNvContentPartPr/>
                <p14:nvPr/>
              </p14:nvContentPartPr>
              <p14:xfrm>
                <a:off x="5584460" y="2536687"/>
                <a:ext cx="7560" cy="78120"/>
              </p14:xfrm>
            </p:contentPart>
          </mc:Choice>
          <mc:Fallback>
            <p:pic>
              <p:nvPicPr>
                <p:cNvPr id="148" name="Rukopis 147">
                  <a:extLst>
                    <a:ext uri="{FF2B5EF4-FFF2-40B4-BE49-F238E27FC236}">
                      <a16:creationId xmlns:a16="http://schemas.microsoft.com/office/drawing/2014/main" id="{D54BD823-E0ED-62C2-8723-3A1319449DA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575820" y="2527687"/>
                  <a:ext cx="25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9" name="Rukopis 148">
                  <a:extLst>
                    <a:ext uri="{FF2B5EF4-FFF2-40B4-BE49-F238E27FC236}">
                      <a16:creationId xmlns:a16="http://schemas.microsoft.com/office/drawing/2014/main" id="{8AB9E8F5-C60F-7336-F69C-24F0090A31B9}"/>
                    </a:ext>
                  </a:extLst>
                </p14:cNvPr>
                <p14:cNvContentPartPr/>
                <p14:nvPr/>
              </p14:nvContentPartPr>
              <p14:xfrm>
                <a:off x="5678060" y="2427247"/>
                <a:ext cx="360" cy="360"/>
              </p14:xfrm>
            </p:contentPart>
          </mc:Choice>
          <mc:Fallback>
            <p:pic>
              <p:nvPicPr>
                <p:cNvPr id="149" name="Rukopis 148">
                  <a:extLst>
                    <a:ext uri="{FF2B5EF4-FFF2-40B4-BE49-F238E27FC236}">
                      <a16:creationId xmlns:a16="http://schemas.microsoft.com/office/drawing/2014/main" id="{8AB9E8F5-C60F-7336-F69C-24F0090A31B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669060" y="241824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0" name="Rukopis 149">
                  <a:extLst>
                    <a:ext uri="{FF2B5EF4-FFF2-40B4-BE49-F238E27FC236}">
                      <a16:creationId xmlns:a16="http://schemas.microsoft.com/office/drawing/2014/main" id="{64504416-A1B1-3883-6858-CA6075B22C25}"/>
                    </a:ext>
                  </a:extLst>
                </p14:cNvPr>
                <p14:cNvContentPartPr/>
                <p14:nvPr/>
              </p14:nvContentPartPr>
              <p14:xfrm>
                <a:off x="5693900" y="2495647"/>
                <a:ext cx="267840" cy="127800"/>
              </p14:xfrm>
            </p:contentPart>
          </mc:Choice>
          <mc:Fallback>
            <p:pic>
              <p:nvPicPr>
                <p:cNvPr id="150" name="Rukopis 149">
                  <a:extLst>
                    <a:ext uri="{FF2B5EF4-FFF2-40B4-BE49-F238E27FC236}">
                      <a16:creationId xmlns:a16="http://schemas.microsoft.com/office/drawing/2014/main" id="{64504416-A1B1-3883-6858-CA6075B22C2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685260" y="2487007"/>
                  <a:ext cx="285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1" name="Rukopis 150">
                  <a:extLst>
                    <a:ext uri="{FF2B5EF4-FFF2-40B4-BE49-F238E27FC236}">
                      <a16:creationId xmlns:a16="http://schemas.microsoft.com/office/drawing/2014/main" id="{E1F1A3AF-31C9-F2AC-03EB-6408BAFA6991}"/>
                    </a:ext>
                  </a:extLst>
                </p14:cNvPr>
                <p14:cNvContentPartPr/>
                <p14:nvPr/>
              </p14:nvContentPartPr>
              <p14:xfrm>
                <a:off x="5981540" y="2358487"/>
                <a:ext cx="62280" cy="148680"/>
              </p14:xfrm>
            </p:contentPart>
          </mc:Choice>
          <mc:Fallback>
            <p:pic>
              <p:nvPicPr>
                <p:cNvPr id="151" name="Rukopis 150">
                  <a:extLst>
                    <a:ext uri="{FF2B5EF4-FFF2-40B4-BE49-F238E27FC236}">
                      <a16:creationId xmlns:a16="http://schemas.microsoft.com/office/drawing/2014/main" id="{E1F1A3AF-31C9-F2AC-03EB-6408BAFA699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972540" y="2349847"/>
                  <a:ext cx="799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2" name="Rukopis 151">
                  <a:extLst>
                    <a:ext uri="{FF2B5EF4-FFF2-40B4-BE49-F238E27FC236}">
                      <a16:creationId xmlns:a16="http://schemas.microsoft.com/office/drawing/2014/main" id="{CF2E001E-6A9B-5810-C0D4-1CE45262B477}"/>
                    </a:ext>
                  </a:extLst>
                </p14:cNvPr>
                <p14:cNvContentPartPr/>
                <p14:nvPr/>
              </p14:nvContentPartPr>
              <p14:xfrm>
                <a:off x="6022580" y="2515807"/>
                <a:ext cx="137880" cy="118440"/>
              </p14:xfrm>
            </p:contentPart>
          </mc:Choice>
          <mc:Fallback>
            <p:pic>
              <p:nvPicPr>
                <p:cNvPr id="152" name="Rukopis 151">
                  <a:extLst>
                    <a:ext uri="{FF2B5EF4-FFF2-40B4-BE49-F238E27FC236}">
                      <a16:creationId xmlns:a16="http://schemas.microsoft.com/office/drawing/2014/main" id="{CF2E001E-6A9B-5810-C0D4-1CE45262B47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013580" y="2507167"/>
                  <a:ext cx="1555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3" name="Rukopis 152">
                  <a:extLst>
                    <a:ext uri="{FF2B5EF4-FFF2-40B4-BE49-F238E27FC236}">
                      <a16:creationId xmlns:a16="http://schemas.microsoft.com/office/drawing/2014/main" id="{5D25EADB-1AC0-6C7C-A45A-1646DD950541}"/>
                    </a:ext>
                  </a:extLst>
                </p14:cNvPr>
                <p14:cNvContentPartPr/>
                <p14:nvPr/>
              </p14:nvContentPartPr>
              <p14:xfrm>
                <a:off x="6217340" y="2539927"/>
                <a:ext cx="220320" cy="119880"/>
              </p14:xfrm>
            </p:contentPart>
          </mc:Choice>
          <mc:Fallback>
            <p:pic>
              <p:nvPicPr>
                <p:cNvPr id="153" name="Rukopis 152">
                  <a:extLst>
                    <a:ext uri="{FF2B5EF4-FFF2-40B4-BE49-F238E27FC236}">
                      <a16:creationId xmlns:a16="http://schemas.microsoft.com/office/drawing/2014/main" id="{5D25EADB-1AC0-6C7C-A45A-1646DD95054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208700" y="2530927"/>
                  <a:ext cx="2379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4" name="Rukopis 153">
                  <a:extLst>
                    <a:ext uri="{FF2B5EF4-FFF2-40B4-BE49-F238E27FC236}">
                      <a16:creationId xmlns:a16="http://schemas.microsoft.com/office/drawing/2014/main" id="{8EDE4304-B3D4-1880-68B9-B9EE88660F8B}"/>
                    </a:ext>
                  </a:extLst>
                </p14:cNvPr>
                <p14:cNvContentPartPr/>
                <p14:nvPr/>
              </p14:nvContentPartPr>
              <p14:xfrm>
                <a:off x="6483380" y="2439487"/>
                <a:ext cx="53640" cy="97560"/>
              </p14:xfrm>
            </p:contentPart>
          </mc:Choice>
          <mc:Fallback>
            <p:pic>
              <p:nvPicPr>
                <p:cNvPr id="154" name="Rukopis 153">
                  <a:extLst>
                    <a:ext uri="{FF2B5EF4-FFF2-40B4-BE49-F238E27FC236}">
                      <a16:creationId xmlns:a16="http://schemas.microsoft.com/office/drawing/2014/main" id="{8EDE4304-B3D4-1880-68B9-B9EE88660F8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474740" y="2430487"/>
                  <a:ext cx="71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5" name="Rukopis 154">
                  <a:extLst>
                    <a:ext uri="{FF2B5EF4-FFF2-40B4-BE49-F238E27FC236}">
                      <a16:creationId xmlns:a16="http://schemas.microsoft.com/office/drawing/2014/main" id="{32D4EB45-362C-9D72-356E-92BE77A16F1F}"/>
                    </a:ext>
                  </a:extLst>
                </p14:cNvPr>
                <p14:cNvContentPartPr/>
                <p14:nvPr/>
              </p14:nvContentPartPr>
              <p14:xfrm>
                <a:off x="6545300" y="2400967"/>
                <a:ext cx="381600" cy="278280"/>
              </p14:xfrm>
            </p:contentPart>
          </mc:Choice>
          <mc:Fallback>
            <p:pic>
              <p:nvPicPr>
                <p:cNvPr id="155" name="Rukopis 154">
                  <a:extLst>
                    <a:ext uri="{FF2B5EF4-FFF2-40B4-BE49-F238E27FC236}">
                      <a16:creationId xmlns:a16="http://schemas.microsoft.com/office/drawing/2014/main" id="{32D4EB45-362C-9D72-356E-92BE77A16F1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536660" y="2392327"/>
                  <a:ext cx="39924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Skupina 166">
            <a:extLst>
              <a:ext uri="{FF2B5EF4-FFF2-40B4-BE49-F238E27FC236}">
                <a16:creationId xmlns:a16="http://schemas.microsoft.com/office/drawing/2014/main" id="{1738BAE7-77B8-317D-F33E-5C3F41A2BBA0}"/>
              </a:ext>
            </a:extLst>
          </p:cNvPr>
          <p:cNvGrpSpPr/>
          <p:nvPr/>
        </p:nvGrpSpPr>
        <p:grpSpPr>
          <a:xfrm>
            <a:off x="7149740" y="2348767"/>
            <a:ext cx="817560" cy="278640"/>
            <a:chOff x="7149740" y="2348767"/>
            <a:chExt cx="81756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6" name="Rukopis 155">
                  <a:extLst>
                    <a:ext uri="{FF2B5EF4-FFF2-40B4-BE49-F238E27FC236}">
                      <a16:creationId xmlns:a16="http://schemas.microsoft.com/office/drawing/2014/main" id="{BB27628B-769F-7737-2A2A-F449D2EC2609}"/>
                    </a:ext>
                  </a:extLst>
                </p14:cNvPr>
                <p14:cNvContentPartPr/>
                <p14:nvPr/>
              </p14:nvContentPartPr>
              <p14:xfrm>
                <a:off x="7149740" y="2483407"/>
                <a:ext cx="126360" cy="140760"/>
              </p14:xfrm>
            </p:contentPart>
          </mc:Choice>
          <mc:Fallback>
            <p:pic>
              <p:nvPicPr>
                <p:cNvPr id="156" name="Rukopis 155">
                  <a:extLst>
                    <a:ext uri="{FF2B5EF4-FFF2-40B4-BE49-F238E27FC236}">
                      <a16:creationId xmlns:a16="http://schemas.microsoft.com/office/drawing/2014/main" id="{BB27628B-769F-7737-2A2A-F449D2EC260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140740" y="2474767"/>
                  <a:ext cx="1440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7" name="Rukopis 156">
                  <a:extLst>
                    <a:ext uri="{FF2B5EF4-FFF2-40B4-BE49-F238E27FC236}">
                      <a16:creationId xmlns:a16="http://schemas.microsoft.com/office/drawing/2014/main" id="{E70F554B-E502-64C8-C26C-3054BC42D23F}"/>
                    </a:ext>
                  </a:extLst>
                </p14:cNvPr>
                <p14:cNvContentPartPr/>
                <p14:nvPr/>
              </p14:nvContentPartPr>
              <p14:xfrm>
                <a:off x="7218500" y="2436967"/>
                <a:ext cx="109800" cy="10800"/>
              </p14:xfrm>
            </p:contentPart>
          </mc:Choice>
          <mc:Fallback>
            <p:pic>
              <p:nvPicPr>
                <p:cNvPr id="157" name="Rukopis 156">
                  <a:extLst>
                    <a:ext uri="{FF2B5EF4-FFF2-40B4-BE49-F238E27FC236}">
                      <a16:creationId xmlns:a16="http://schemas.microsoft.com/office/drawing/2014/main" id="{E70F554B-E502-64C8-C26C-3054BC42D23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209860" y="2427967"/>
                  <a:ext cx="127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8" name="Rukopis 157">
                  <a:extLst>
                    <a:ext uri="{FF2B5EF4-FFF2-40B4-BE49-F238E27FC236}">
                      <a16:creationId xmlns:a16="http://schemas.microsoft.com/office/drawing/2014/main" id="{3AE4F9FC-377D-EECB-B149-AE2C0684E60E}"/>
                    </a:ext>
                  </a:extLst>
                </p14:cNvPr>
                <p14:cNvContentPartPr/>
                <p14:nvPr/>
              </p14:nvContentPartPr>
              <p14:xfrm>
                <a:off x="7346660" y="2479807"/>
                <a:ext cx="93960" cy="114840"/>
              </p14:xfrm>
            </p:contentPart>
          </mc:Choice>
          <mc:Fallback>
            <p:pic>
              <p:nvPicPr>
                <p:cNvPr id="158" name="Rukopis 157">
                  <a:extLst>
                    <a:ext uri="{FF2B5EF4-FFF2-40B4-BE49-F238E27FC236}">
                      <a16:creationId xmlns:a16="http://schemas.microsoft.com/office/drawing/2014/main" id="{3AE4F9FC-377D-EECB-B149-AE2C0684E60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337660" y="2470807"/>
                  <a:ext cx="1116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9" name="Rukopis 158">
                  <a:extLst>
                    <a:ext uri="{FF2B5EF4-FFF2-40B4-BE49-F238E27FC236}">
                      <a16:creationId xmlns:a16="http://schemas.microsoft.com/office/drawing/2014/main" id="{F5A9217D-30C4-7954-AF72-33D5C2E21B3F}"/>
                    </a:ext>
                  </a:extLst>
                </p14:cNvPr>
                <p14:cNvContentPartPr/>
                <p14:nvPr/>
              </p14:nvContentPartPr>
              <p14:xfrm>
                <a:off x="7499300" y="2348767"/>
                <a:ext cx="145800" cy="278640"/>
              </p14:xfrm>
            </p:contentPart>
          </mc:Choice>
          <mc:Fallback>
            <p:pic>
              <p:nvPicPr>
                <p:cNvPr id="159" name="Rukopis 158">
                  <a:extLst>
                    <a:ext uri="{FF2B5EF4-FFF2-40B4-BE49-F238E27FC236}">
                      <a16:creationId xmlns:a16="http://schemas.microsoft.com/office/drawing/2014/main" id="{F5A9217D-30C4-7954-AF72-33D5C2E21B3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490300" y="2340127"/>
                  <a:ext cx="163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0" name="Rukopis 159">
                  <a:extLst>
                    <a:ext uri="{FF2B5EF4-FFF2-40B4-BE49-F238E27FC236}">
                      <a16:creationId xmlns:a16="http://schemas.microsoft.com/office/drawing/2014/main" id="{6B167514-BC80-09E5-48FD-F339F15103A7}"/>
                    </a:ext>
                  </a:extLst>
                </p14:cNvPr>
                <p14:cNvContentPartPr/>
                <p14:nvPr/>
              </p14:nvContentPartPr>
              <p14:xfrm>
                <a:off x="7520900" y="2481607"/>
                <a:ext cx="208800" cy="96480"/>
              </p14:xfrm>
            </p:contentPart>
          </mc:Choice>
          <mc:Fallback>
            <p:pic>
              <p:nvPicPr>
                <p:cNvPr id="160" name="Rukopis 159">
                  <a:extLst>
                    <a:ext uri="{FF2B5EF4-FFF2-40B4-BE49-F238E27FC236}">
                      <a16:creationId xmlns:a16="http://schemas.microsoft.com/office/drawing/2014/main" id="{6B167514-BC80-09E5-48FD-F339F15103A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511900" y="2472967"/>
                  <a:ext cx="226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1" name="Rukopis 160">
                  <a:extLst>
                    <a:ext uri="{FF2B5EF4-FFF2-40B4-BE49-F238E27FC236}">
                      <a16:creationId xmlns:a16="http://schemas.microsoft.com/office/drawing/2014/main" id="{F0970C88-F687-AA81-897B-F7CED4CCEBCB}"/>
                    </a:ext>
                  </a:extLst>
                </p14:cNvPr>
                <p14:cNvContentPartPr/>
                <p14:nvPr/>
              </p14:nvContentPartPr>
              <p14:xfrm>
                <a:off x="7733660" y="2383687"/>
                <a:ext cx="89640" cy="52200"/>
              </p14:xfrm>
            </p:contentPart>
          </mc:Choice>
          <mc:Fallback>
            <p:pic>
              <p:nvPicPr>
                <p:cNvPr id="161" name="Rukopis 160">
                  <a:extLst>
                    <a:ext uri="{FF2B5EF4-FFF2-40B4-BE49-F238E27FC236}">
                      <a16:creationId xmlns:a16="http://schemas.microsoft.com/office/drawing/2014/main" id="{F0970C88-F687-AA81-897B-F7CED4CCEBC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724660" y="2375047"/>
                  <a:ext cx="1072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2" name="Rukopis 161">
                  <a:extLst>
                    <a:ext uri="{FF2B5EF4-FFF2-40B4-BE49-F238E27FC236}">
                      <a16:creationId xmlns:a16="http://schemas.microsoft.com/office/drawing/2014/main" id="{EBD9A3AD-E49C-ECB9-1B82-B5237F43317B}"/>
                    </a:ext>
                  </a:extLst>
                </p14:cNvPr>
                <p14:cNvContentPartPr/>
                <p14:nvPr/>
              </p14:nvContentPartPr>
              <p14:xfrm>
                <a:off x="7857500" y="2461447"/>
                <a:ext cx="109800" cy="129960"/>
              </p14:xfrm>
            </p:contentPart>
          </mc:Choice>
          <mc:Fallback>
            <p:pic>
              <p:nvPicPr>
                <p:cNvPr id="162" name="Rukopis 161">
                  <a:extLst>
                    <a:ext uri="{FF2B5EF4-FFF2-40B4-BE49-F238E27FC236}">
                      <a16:creationId xmlns:a16="http://schemas.microsoft.com/office/drawing/2014/main" id="{EBD9A3AD-E49C-ECB9-1B82-B5237F43317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848500" y="2452807"/>
                  <a:ext cx="12744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Skupina 169">
            <a:extLst>
              <a:ext uri="{FF2B5EF4-FFF2-40B4-BE49-F238E27FC236}">
                <a16:creationId xmlns:a16="http://schemas.microsoft.com/office/drawing/2014/main" id="{6A5C1A62-3087-EAFB-623E-35040AAF0727}"/>
              </a:ext>
            </a:extLst>
          </p:cNvPr>
          <p:cNvGrpSpPr/>
          <p:nvPr/>
        </p:nvGrpSpPr>
        <p:grpSpPr>
          <a:xfrm>
            <a:off x="7979540" y="2354527"/>
            <a:ext cx="312480" cy="246240"/>
            <a:chOff x="7979540" y="2354527"/>
            <a:chExt cx="31248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8" name="Rukopis 167">
                  <a:extLst>
                    <a:ext uri="{FF2B5EF4-FFF2-40B4-BE49-F238E27FC236}">
                      <a16:creationId xmlns:a16="http://schemas.microsoft.com/office/drawing/2014/main" id="{C5095583-35AE-36BD-7EF6-5326F08DBA57}"/>
                    </a:ext>
                  </a:extLst>
                </p14:cNvPr>
                <p14:cNvContentPartPr/>
                <p14:nvPr/>
              </p14:nvContentPartPr>
              <p14:xfrm>
                <a:off x="7979540" y="2453887"/>
                <a:ext cx="264960" cy="146880"/>
              </p14:xfrm>
            </p:contentPart>
          </mc:Choice>
          <mc:Fallback>
            <p:pic>
              <p:nvPicPr>
                <p:cNvPr id="168" name="Rukopis 167">
                  <a:extLst>
                    <a:ext uri="{FF2B5EF4-FFF2-40B4-BE49-F238E27FC236}">
                      <a16:creationId xmlns:a16="http://schemas.microsoft.com/office/drawing/2014/main" id="{C5095583-35AE-36BD-7EF6-5326F08DBA5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970900" y="2444887"/>
                  <a:ext cx="2826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9" name="Rukopis 168">
                  <a:extLst>
                    <a:ext uri="{FF2B5EF4-FFF2-40B4-BE49-F238E27FC236}">
                      <a16:creationId xmlns:a16="http://schemas.microsoft.com/office/drawing/2014/main" id="{D6C5279D-D251-41F0-0E13-11A10B4BA882}"/>
                    </a:ext>
                  </a:extLst>
                </p14:cNvPr>
                <p14:cNvContentPartPr/>
                <p14:nvPr/>
              </p14:nvContentPartPr>
              <p14:xfrm>
                <a:off x="8184740" y="2354527"/>
                <a:ext cx="107280" cy="102960"/>
              </p14:xfrm>
            </p:contentPart>
          </mc:Choice>
          <mc:Fallback>
            <p:pic>
              <p:nvPicPr>
                <p:cNvPr id="169" name="Rukopis 168">
                  <a:extLst>
                    <a:ext uri="{FF2B5EF4-FFF2-40B4-BE49-F238E27FC236}">
                      <a16:creationId xmlns:a16="http://schemas.microsoft.com/office/drawing/2014/main" id="{D6C5279D-D251-41F0-0E13-11A10B4BA88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175740" y="2345527"/>
                  <a:ext cx="12492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Skupina 178">
            <a:extLst>
              <a:ext uri="{FF2B5EF4-FFF2-40B4-BE49-F238E27FC236}">
                <a16:creationId xmlns:a16="http://schemas.microsoft.com/office/drawing/2014/main" id="{F867B9FA-5E2B-AA94-6624-09C66CEC5C04}"/>
              </a:ext>
            </a:extLst>
          </p:cNvPr>
          <p:cNvGrpSpPr/>
          <p:nvPr/>
        </p:nvGrpSpPr>
        <p:grpSpPr>
          <a:xfrm>
            <a:off x="1332140" y="2862847"/>
            <a:ext cx="803160" cy="384840"/>
            <a:chOff x="1332140" y="2862847"/>
            <a:chExt cx="80316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1" name="Rukopis 170">
                  <a:extLst>
                    <a:ext uri="{FF2B5EF4-FFF2-40B4-BE49-F238E27FC236}">
                      <a16:creationId xmlns:a16="http://schemas.microsoft.com/office/drawing/2014/main" id="{565A0097-91DF-4F4C-4009-E13BB7F5BC0C}"/>
                    </a:ext>
                  </a:extLst>
                </p14:cNvPr>
                <p14:cNvContentPartPr/>
                <p14:nvPr/>
              </p14:nvContentPartPr>
              <p14:xfrm>
                <a:off x="1332140" y="2892727"/>
                <a:ext cx="189000" cy="203040"/>
              </p14:xfrm>
            </p:contentPart>
          </mc:Choice>
          <mc:Fallback>
            <p:pic>
              <p:nvPicPr>
                <p:cNvPr id="171" name="Rukopis 170">
                  <a:extLst>
                    <a:ext uri="{FF2B5EF4-FFF2-40B4-BE49-F238E27FC236}">
                      <a16:creationId xmlns:a16="http://schemas.microsoft.com/office/drawing/2014/main" id="{565A0097-91DF-4F4C-4009-E13BB7F5BC0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323140" y="2884087"/>
                  <a:ext cx="206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2" name="Rukopis 171">
                  <a:extLst>
                    <a:ext uri="{FF2B5EF4-FFF2-40B4-BE49-F238E27FC236}">
                      <a16:creationId xmlns:a16="http://schemas.microsoft.com/office/drawing/2014/main" id="{7FF066A8-402F-5158-5316-B928420B6ECC}"/>
                    </a:ext>
                  </a:extLst>
                </p14:cNvPr>
                <p14:cNvContentPartPr/>
                <p14:nvPr/>
              </p14:nvContentPartPr>
              <p14:xfrm>
                <a:off x="1367060" y="2862847"/>
                <a:ext cx="208800" cy="248040"/>
              </p14:xfrm>
            </p:contentPart>
          </mc:Choice>
          <mc:Fallback>
            <p:pic>
              <p:nvPicPr>
                <p:cNvPr id="172" name="Rukopis 171">
                  <a:extLst>
                    <a:ext uri="{FF2B5EF4-FFF2-40B4-BE49-F238E27FC236}">
                      <a16:creationId xmlns:a16="http://schemas.microsoft.com/office/drawing/2014/main" id="{7FF066A8-402F-5158-5316-B928420B6EC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358060" y="2853847"/>
                  <a:ext cx="2264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3" name="Rukopis 172">
                  <a:extLst>
                    <a:ext uri="{FF2B5EF4-FFF2-40B4-BE49-F238E27FC236}">
                      <a16:creationId xmlns:a16="http://schemas.microsoft.com/office/drawing/2014/main" id="{4D109587-A113-0EAE-D8B5-733446149C9F}"/>
                    </a:ext>
                  </a:extLst>
                </p14:cNvPr>
                <p14:cNvContentPartPr/>
                <p14:nvPr/>
              </p14:nvContentPartPr>
              <p14:xfrm>
                <a:off x="1620860" y="2910727"/>
                <a:ext cx="101520" cy="201600"/>
              </p14:xfrm>
            </p:contentPart>
          </mc:Choice>
          <mc:Fallback>
            <p:pic>
              <p:nvPicPr>
                <p:cNvPr id="173" name="Rukopis 172">
                  <a:extLst>
                    <a:ext uri="{FF2B5EF4-FFF2-40B4-BE49-F238E27FC236}">
                      <a16:creationId xmlns:a16="http://schemas.microsoft.com/office/drawing/2014/main" id="{4D109587-A113-0EAE-D8B5-733446149C9F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611860" y="2902087"/>
                  <a:ext cx="119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4" name="Rukopis 173">
                  <a:extLst>
                    <a:ext uri="{FF2B5EF4-FFF2-40B4-BE49-F238E27FC236}">
                      <a16:creationId xmlns:a16="http://schemas.microsoft.com/office/drawing/2014/main" id="{42094491-FE4B-5BDB-32A0-7E8B2A7F1F16}"/>
                    </a:ext>
                  </a:extLst>
                </p14:cNvPr>
                <p14:cNvContentPartPr/>
                <p14:nvPr/>
              </p14:nvContentPartPr>
              <p14:xfrm>
                <a:off x="1773140" y="2880127"/>
                <a:ext cx="264240" cy="367560"/>
              </p14:xfrm>
            </p:contentPart>
          </mc:Choice>
          <mc:Fallback>
            <p:pic>
              <p:nvPicPr>
                <p:cNvPr id="174" name="Rukopis 173">
                  <a:extLst>
                    <a:ext uri="{FF2B5EF4-FFF2-40B4-BE49-F238E27FC236}">
                      <a16:creationId xmlns:a16="http://schemas.microsoft.com/office/drawing/2014/main" id="{42094491-FE4B-5BDB-32A0-7E8B2A7F1F1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764500" y="2871487"/>
                  <a:ext cx="2818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5" name="Rukopis 174">
                  <a:extLst>
                    <a:ext uri="{FF2B5EF4-FFF2-40B4-BE49-F238E27FC236}">
                      <a16:creationId xmlns:a16="http://schemas.microsoft.com/office/drawing/2014/main" id="{74FAB50A-0B06-4FAC-C04B-4A9E698453E3}"/>
                    </a:ext>
                  </a:extLst>
                </p14:cNvPr>
                <p14:cNvContentPartPr/>
                <p14:nvPr/>
              </p14:nvContentPartPr>
              <p14:xfrm>
                <a:off x="2093180" y="2915767"/>
                <a:ext cx="42120" cy="279720"/>
              </p14:xfrm>
            </p:contentPart>
          </mc:Choice>
          <mc:Fallback>
            <p:pic>
              <p:nvPicPr>
                <p:cNvPr id="175" name="Rukopis 174">
                  <a:extLst>
                    <a:ext uri="{FF2B5EF4-FFF2-40B4-BE49-F238E27FC236}">
                      <a16:creationId xmlns:a16="http://schemas.microsoft.com/office/drawing/2014/main" id="{74FAB50A-0B06-4FAC-C04B-4A9E698453E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084540" y="2907127"/>
                  <a:ext cx="59760" cy="29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Skupina 177">
            <a:extLst>
              <a:ext uri="{FF2B5EF4-FFF2-40B4-BE49-F238E27FC236}">
                <a16:creationId xmlns:a16="http://schemas.microsoft.com/office/drawing/2014/main" id="{AA15AD94-C63A-8527-74D7-2840A803F88B}"/>
              </a:ext>
            </a:extLst>
          </p:cNvPr>
          <p:cNvGrpSpPr/>
          <p:nvPr/>
        </p:nvGrpSpPr>
        <p:grpSpPr>
          <a:xfrm>
            <a:off x="2421140" y="3019447"/>
            <a:ext cx="178920" cy="59760"/>
            <a:chOff x="2421140" y="3019447"/>
            <a:chExt cx="178920" cy="5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6" name="Rukopis 175">
                  <a:extLst>
                    <a:ext uri="{FF2B5EF4-FFF2-40B4-BE49-F238E27FC236}">
                      <a16:creationId xmlns:a16="http://schemas.microsoft.com/office/drawing/2014/main" id="{69FBCDBE-B575-8BBC-7280-971998916482}"/>
                    </a:ext>
                  </a:extLst>
                </p14:cNvPr>
                <p14:cNvContentPartPr/>
                <p14:nvPr/>
              </p14:nvContentPartPr>
              <p14:xfrm>
                <a:off x="2421140" y="3019447"/>
                <a:ext cx="141480" cy="15120"/>
              </p14:xfrm>
            </p:contentPart>
          </mc:Choice>
          <mc:Fallback>
            <p:pic>
              <p:nvPicPr>
                <p:cNvPr id="176" name="Rukopis 175">
                  <a:extLst>
                    <a:ext uri="{FF2B5EF4-FFF2-40B4-BE49-F238E27FC236}">
                      <a16:creationId xmlns:a16="http://schemas.microsoft.com/office/drawing/2014/main" id="{69FBCDBE-B575-8BBC-7280-97199891648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412500" y="3010807"/>
                  <a:ext cx="1591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7" name="Rukopis 176">
                  <a:extLst>
                    <a:ext uri="{FF2B5EF4-FFF2-40B4-BE49-F238E27FC236}">
                      <a16:creationId xmlns:a16="http://schemas.microsoft.com/office/drawing/2014/main" id="{EB83E3E7-5DB7-9F35-73B2-BEAF5C20C86A}"/>
                    </a:ext>
                  </a:extLst>
                </p14:cNvPr>
                <p14:cNvContentPartPr/>
                <p14:nvPr/>
              </p14:nvContentPartPr>
              <p14:xfrm>
                <a:off x="2462900" y="3073807"/>
                <a:ext cx="137160" cy="5400"/>
              </p14:xfrm>
            </p:contentPart>
          </mc:Choice>
          <mc:Fallback>
            <p:pic>
              <p:nvPicPr>
                <p:cNvPr id="177" name="Rukopis 176">
                  <a:extLst>
                    <a:ext uri="{FF2B5EF4-FFF2-40B4-BE49-F238E27FC236}">
                      <a16:creationId xmlns:a16="http://schemas.microsoft.com/office/drawing/2014/main" id="{EB83E3E7-5DB7-9F35-73B2-BEAF5C20C86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453900" y="3065167"/>
                  <a:ext cx="15480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80" name="Rukopis 179">
                <a:extLst>
                  <a:ext uri="{FF2B5EF4-FFF2-40B4-BE49-F238E27FC236}">
                    <a16:creationId xmlns:a16="http://schemas.microsoft.com/office/drawing/2014/main" id="{A94BAFED-B809-7936-14E5-0B3A793D8BD5}"/>
                  </a:ext>
                </a:extLst>
              </p14:cNvPr>
              <p14:cNvContentPartPr/>
              <p14:nvPr/>
            </p14:nvContentPartPr>
            <p14:xfrm>
              <a:off x="2757740" y="2899927"/>
              <a:ext cx="294840" cy="246600"/>
            </p14:xfrm>
          </p:contentPart>
        </mc:Choice>
        <mc:Fallback>
          <p:pic>
            <p:nvPicPr>
              <p:cNvPr id="180" name="Rukopis 179">
                <a:extLst>
                  <a:ext uri="{FF2B5EF4-FFF2-40B4-BE49-F238E27FC236}">
                    <a16:creationId xmlns:a16="http://schemas.microsoft.com/office/drawing/2014/main" id="{A94BAFED-B809-7936-14E5-0B3A793D8BD5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2749100" y="2891287"/>
                <a:ext cx="312480" cy="26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Skupina 205">
            <a:extLst>
              <a:ext uri="{FF2B5EF4-FFF2-40B4-BE49-F238E27FC236}">
                <a16:creationId xmlns:a16="http://schemas.microsoft.com/office/drawing/2014/main" id="{0149E078-6018-FDC4-C9E1-FEDF5DCAE68F}"/>
              </a:ext>
            </a:extLst>
          </p:cNvPr>
          <p:cNvGrpSpPr/>
          <p:nvPr/>
        </p:nvGrpSpPr>
        <p:grpSpPr>
          <a:xfrm>
            <a:off x="869540" y="3437047"/>
            <a:ext cx="332280" cy="426960"/>
            <a:chOff x="869540" y="3437047"/>
            <a:chExt cx="33228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04" name="Rukopis 203">
                  <a:extLst>
                    <a:ext uri="{FF2B5EF4-FFF2-40B4-BE49-F238E27FC236}">
                      <a16:creationId xmlns:a16="http://schemas.microsoft.com/office/drawing/2014/main" id="{5F3DF69B-4595-EA2F-A884-3107962B05CB}"/>
                    </a:ext>
                  </a:extLst>
                </p14:cNvPr>
                <p14:cNvContentPartPr/>
                <p14:nvPr/>
              </p14:nvContentPartPr>
              <p14:xfrm>
                <a:off x="869540" y="3444247"/>
                <a:ext cx="221400" cy="273240"/>
              </p14:xfrm>
            </p:contentPart>
          </mc:Choice>
          <mc:Fallback>
            <p:pic>
              <p:nvPicPr>
                <p:cNvPr id="204" name="Rukopis 203">
                  <a:extLst>
                    <a:ext uri="{FF2B5EF4-FFF2-40B4-BE49-F238E27FC236}">
                      <a16:creationId xmlns:a16="http://schemas.microsoft.com/office/drawing/2014/main" id="{5F3DF69B-4595-EA2F-A884-3107962B05C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60540" y="3435247"/>
                  <a:ext cx="2390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05" name="Rukopis 204">
                  <a:extLst>
                    <a:ext uri="{FF2B5EF4-FFF2-40B4-BE49-F238E27FC236}">
                      <a16:creationId xmlns:a16="http://schemas.microsoft.com/office/drawing/2014/main" id="{1287D0C3-BC29-867C-0667-CB80822B1BDC}"/>
                    </a:ext>
                  </a:extLst>
                </p14:cNvPr>
                <p14:cNvContentPartPr/>
                <p14:nvPr/>
              </p14:nvContentPartPr>
              <p14:xfrm>
                <a:off x="1090580" y="3437047"/>
                <a:ext cx="111240" cy="426960"/>
              </p14:xfrm>
            </p:contentPart>
          </mc:Choice>
          <mc:Fallback>
            <p:pic>
              <p:nvPicPr>
                <p:cNvPr id="205" name="Rukopis 204">
                  <a:extLst>
                    <a:ext uri="{FF2B5EF4-FFF2-40B4-BE49-F238E27FC236}">
                      <a16:creationId xmlns:a16="http://schemas.microsoft.com/office/drawing/2014/main" id="{1287D0C3-BC29-867C-0667-CB80822B1BD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81580" y="3428047"/>
                  <a:ext cx="128880" cy="44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Skupina 208">
            <a:extLst>
              <a:ext uri="{FF2B5EF4-FFF2-40B4-BE49-F238E27FC236}">
                <a16:creationId xmlns:a16="http://schemas.microsoft.com/office/drawing/2014/main" id="{C81D0E20-F79B-B38A-D7FA-75A318C118ED}"/>
              </a:ext>
            </a:extLst>
          </p:cNvPr>
          <p:cNvGrpSpPr/>
          <p:nvPr/>
        </p:nvGrpSpPr>
        <p:grpSpPr>
          <a:xfrm>
            <a:off x="3136100" y="2825407"/>
            <a:ext cx="187200" cy="175680"/>
            <a:chOff x="3136100" y="2825407"/>
            <a:chExt cx="187200" cy="17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7" name="Rukopis 206">
                  <a:extLst>
                    <a:ext uri="{FF2B5EF4-FFF2-40B4-BE49-F238E27FC236}">
                      <a16:creationId xmlns:a16="http://schemas.microsoft.com/office/drawing/2014/main" id="{1A3F9413-2727-1B6A-E2AC-E28BE577B161}"/>
                    </a:ext>
                  </a:extLst>
                </p14:cNvPr>
                <p14:cNvContentPartPr/>
                <p14:nvPr/>
              </p14:nvContentPartPr>
              <p14:xfrm>
                <a:off x="3141860" y="2825407"/>
                <a:ext cx="106920" cy="175680"/>
              </p14:xfrm>
            </p:contentPart>
          </mc:Choice>
          <mc:Fallback>
            <p:pic>
              <p:nvPicPr>
                <p:cNvPr id="207" name="Rukopis 206">
                  <a:extLst>
                    <a:ext uri="{FF2B5EF4-FFF2-40B4-BE49-F238E27FC236}">
                      <a16:creationId xmlns:a16="http://schemas.microsoft.com/office/drawing/2014/main" id="{1A3F9413-2727-1B6A-E2AC-E28BE577B16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133220" y="2816407"/>
                  <a:ext cx="124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8" name="Rukopis 207">
                  <a:extLst>
                    <a:ext uri="{FF2B5EF4-FFF2-40B4-BE49-F238E27FC236}">
                      <a16:creationId xmlns:a16="http://schemas.microsoft.com/office/drawing/2014/main" id="{CA801EE7-BFCE-2F38-6DB1-090971A14C8F}"/>
                    </a:ext>
                  </a:extLst>
                </p14:cNvPr>
                <p14:cNvContentPartPr/>
                <p14:nvPr/>
              </p14:nvContentPartPr>
              <p14:xfrm>
                <a:off x="3136100" y="2892007"/>
                <a:ext cx="187200" cy="8280"/>
              </p14:xfrm>
            </p:contentPart>
          </mc:Choice>
          <mc:Fallback>
            <p:pic>
              <p:nvPicPr>
                <p:cNvPr id="208" name="Rukopis 207">
                  <a:extLst>
                    <a:ext uri="{FF2B5EF4-FFF2-40B4-BE49-F238E27FC236}">
                      <a16:creationId xmlns:a16="http://schemas.microsoft.com/office/drawing/2014/main" id="{CA801EE7-BFCE-2F38-6DB1-090971A14C8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27460" y="2883007"/>
                  <a:ext cx="20484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Skupina 216">
            <a:extLst>
              <a:ext uri="{FF2B5EF4-FFF2-40B4-BE49-F238E27FC236}">
                <a16:creationId xmlns:a16="http://schemas.microsoft.com/office/drawing/2014/main" id="{DC7DAB0F-901E-D1D9-82E5-5A1481C7660E}"/>
              </a:ext>
            </a:extLst>
          </p:cNvPr>
          <p:cNvGrpSpPr/>
          <p:nvPr/>
        </p:nvGrpSpPr>
        <p:grpSpPr>
          <a:xfrm>
            <a:off x="1354820" y="3430567"/>
            <a:ext cx="833400" cy="408240"/>
            <a:chOff x="1354820" y="3430567"/>
            <a:chExt cx="833400" cy="40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10" name="Rukopis 209">
                  <a:extLst>
                    <a:ext uri="{FF2B5EF4-FFF2-40B4-BE49-F238E27FC236}">
                      <a16:creationId xmlns:a16="http://schemas.microsoft.com/office/drawing/2014/main" id="{85B5C56B-C5A1-8194-F5B2-745D1E1DBC4A}"/>
                    </a:ext>
                  </a:extLst>
                </p14:cNvPr>
                <p14:cNvContentPartPr/>
                <p14:nvPr/>
              </p14:nvContentPartPr>
              <p14:xfrm>
                <a:off x="1354820" y="3464767"/>
                <a:ext cx="291600" cy="243360"/>
              </p14:xfrm>
            </p:contentPart>
          </mc:Choice>
          <mc:Fallback>
            <p:pic>
              <p:nvPicPr>
                <p:cNvPr id="210" name="Rukopis 209">
                  <a:extLst>
                    <a:ext uri="{FF2B5EF4-FFF2-40B4-BE49-F238E27FC236}">
                      <a16:creationId xmlns:a16="http://schemas.microsoft.com/office/drawing/2014/main" id="{85B5C56B-C5A1-8194-F5B2-745D1E1DBC4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345820" y="3455767"/>
                  <a:ext cx="309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11" name="Rukopis 210">
                  <a:extLst>
                    <a:ext uri="{FF2B5EF4-FFF2-40B4-BE49-F238E27FC236}">
                      <a16:creationId xmlns:a16="http://schemas.microsoft.com/office/drawing/2014/main" id="{D342FA8B-484A-A106-C276-828F55ADFC17}"/>
                    </a:ext>
                  </a:extLst>
                </p14:cNvPr>
                <p14:cNvContentPartPr/>
                <p14:nvPr/>
              </p14:nvContentPartPr>
              <p14:xfrm>
                <a:off x="1738940" y="3519127"/>
                <a:ext cx="111600" cy="190080"/>
              </p14:xfrm>
            </p:contentPart>
          </mc:Choice>
          <mc:Fallback>
            <p:pic>
              <p:nvPicPr>
                <p:cNvPr id="211" name="Rukopis 210">
                  <a:extLst>
                    <a:ext uri="{FF2B5EF4-FFF2-40B4-BE49-F238E27FC236}">
                      <a16:creationId xmlns:a16="http://schemas.microsoft.com/office/drawing/2014/main" id="{D342FA8B-484A-A106-C276-828F55ADFC1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729940" y="3510487"/>
                  <a:ext cx="129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12" name="Rukopis 211">
                  <a:extLst>
                    <a:ext uri="{FF2B5EF4-FFF2-40B4-BE49-F238E27FC236}">
                      <a16:creationId xmlns:a16="http://schemas.microsoft.com/office/drawing/2014/main" id="{3A447B1A-35C8-4819-03B7-E34646045A2F}"/>
                    </a:ext>
                  </a:extLst>
                </p14:cNvPr>
                <p14:cNvContentPartPr/>
                <p14:nvPr/>
              </p14:nvContentPartPr>
              <p14:xfrm>
                <a:off x="1828220" y="3473767"/>
                <a:ext cx="209160" cy="365040"/>
              </p14:xfrm>
            </p:contentPart>
          </mc:Choice>
          <mc:Fallback>
            <p:pic>
              <p:nvPicPr>
                <p:cNvPr id="212" name="Rukopis 211">
                  <a:extLst>
                    <a:ext uri="{FF2B5EF4-FFF2-40B4-BE49-F238E27FC236}">
                      <a16:creationId xmlns:a16="http://schemas.microsoft.com/office/drawing/2014/main" id="{3A447B1A-35C8-4819-03B7-E34646045A2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819580" y="3465127"/>
                  <a:ext cx="2268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13" name="Rukopis 212">
                  <a:extLst>
                    <a:ext uri="{FF2B5EF4-FFF2-40B4-BE49-F238E27FC236}">
                      <a16:creationId xmlns:a16="http://schemas.microsoft.com/office/drawing/2014/main" id="{74A71FDC-8598-D5E7-97BD-29A991332013}"/>
                    </a:ext>
                  </a:extLst>
                </p14:cNvPr>
                <p14:cNvContentPartPr/>
                <p14:nvPr/>
              </p14:nvContentPartPr>
              <p14:xfrm>
                <a:off x="2123420" y="3430567"/>
                <a:ext cx="64800" cy="312120"/>
              </p14:xfrm>
            </p:contentPart>
          </mc:Choice>
          <mc:Fallback>
            <p:pic>
              <p:nvPicPr>
                <p:cNvPr id="213" name="Rukopis 212">
                  <a:extLst>
                    <a:ext uri="{FF2B5EF4-FFF2-40B4-BE49-F238E27FC236}">
                      <a16:creationId xmlns:a16="http://schemas.microsoft.com/office/drawing/2014/main" id="{74A71FDC-8598-D5E7-97BD-29A99133201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114780" y="3421567"/>
                  <a:ext cx="8244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Skupina 215">
            <a:extLst>
              <a:ext uri="{FF2B5EF4-FFF2-40B4-BE49-F238E27FC236}">
                <a16:creationId xmlns:a16="http://schemas.microsoft.com/office/drawing/2014/main" id="{0C34895B-3232-B3CE-8AC6-805460629FCF}"/>
              </a:ext>
            </a:extLst>
          </p:cNvPr>
          <p:cNvGrpSpPr/>
          <p:nvPr/>
        </p:nvGrpSpPr>
        <p:grpSpPr>
          <a:xfrm>
            <a:off x="2418260" y="3530287"/>
            <a:ext cx="170280" cy="77760"/>
            <a:chOff x="2418260" y="3530287"/>
            <a:chExt cx="170280" cy="7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14" name="Rukopis 213">
                  <a:extLst>
                    <a:ext uri="{FF2B5EF4-FFF2-40B4-BE49-F238E27FC236}">
                      <a16:creationId xmlns:a16="http://schemas.microsoft.com/office/drawing/2014/main" id="{962980CB-27FB-FD35-0A03-F3F19D0D3824}"/>
                    </a:ext>
                  </a:extLst>
                </p14:cNvPr>
                <p14:cNvContentPartPr/>
                <p14:nvPr/>
              </p14:nvContentPartPr>
              <p14:xfrm>
                <a:off x="2418260" y="3530287"/>
                <a:ext cx="105480" cy="10080"/>
              </p14:xfrm>
            </p:contentPart>
          </mc:Choice>
          <mc:Fallback>
            <p:pic>
              <p:nvPicPr>
                <p:cNvPr id="214" name="Rukopis 213">
                  <a:extLst>
                    <a:ext uri="{FF2B5EF4-FFF2-40B4-BE49-F238E27FC236}">
                      <a16:creationId xmlns:a16="http://schemas.microsoft.com/office/drawing/2014/main" id="{962980CB-27FB-FD35-0A03-F3F19D0D382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409620" y="3521287"/>
                  <a:ext cx="123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15" name="Rukopis 214">
                  <a:extLst>
                    <a:ext uri="{FF2B5EF4-FFF2-40B4-BE49-F238E27FC236}">
                      <a16:creationId xmlns:a16="http://schemas.microsoft.com/office/drawing/2014/main" id="{0BD390FA-9D04-F933-77BD-939A9CCEBC82}"/>
                    </a:ext>
                  </a:extLst>
                </p14:cNvPr>
                <p14:cNvContentPartPr/>
                <p14:nvPr/>
              </p14:nvContentPartPr>
              <p14:xfrm>
                <a:off x="2431220" y="3592207"/>
                <a:ext cx="157320" cy="15840"/>
              </p14:xfrm>
            </p:contentPart>
          </mc:Choice>
          <mc:Fallback>
            <p:pic>
              <p:nvPicPr>
                <p:cNvPr id="215" name="Rukopis 214">
                  <a:extLst>
                    <a:ext uri="{FF2B5EF4-FFF2-40B4-BE49-F238E27FC236}">
                      <a16:creationId xmlns:a16="http://schemas.microsoft.com/office/drawing/2014/main" id="{0BD390FA-9D04-F933-77BD-939A9CCEBC8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422580" y="3583567"/>
                  <a:ext cx="17496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Skupina 237">
            <a:extLst>
              <a:ext uri="{FF2B5EF4-FFF2-40B4-BE49-F238E27FC236}">
                <a16:creationId xmlns:a16="http://schemas.microsoft.com/office/drawing/2014/main" id="{268F0961-2E31-89F1-569E-BAEDD34238F3}"/>
              </a:ext>
            </a:extLst>
          </p:cNvPr>
          <p:cNvGrpSpPr/>
          <p:nvPr/>
        </p:nvGrpSpPr>
        <p:grpSpPr>
          <a:xfrm>
            <a:off x="2834060" y="3329047"/>
            <a:ext cx="958320" cy="273960"/>
            <a:chOff x="2834060" y="3329047"/>
            <a:chExt cx="95832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18" name="Rukopis 217">
                  <a:extLst>
                    <a:ext uri="{FF2B5EF4-FFF2-40B4-BE49-F238E27FC236}">
                      <a16:creationId xmlns:a16="http://schemas.microsoft.com/office/drawing/2014/main" id="{790A882D-4FD5-7602-6DAD-4DF39109A5B0}"/>
                    </a:ext>
                  </a:extLst>
                </p14:cNvPr>
                <p14:cNvContentPartPr/>
                <p14:nvPr/>
              </p14:nvContentPartPr>
              <p14:xfrm>
                <a:off x="2834060" y="3420487"/>
                <a:ext cx="263520" cy="182520"/>
              </p14:xfrm>
            </p:contentPart>
          </mc:Choice>
          <mc:Fallback>
            <p:pic>
              <p:nvPicPr>
                <p:cNvPr id="218" name="Rukopis 217">
                  <a:extLst>
                    <a:ext uri="{FF2B5EF4-FFF2-40B4-BE49-F238E27FC236}">
                      <a16:creationId xmlns:a16="http://schemas.microsoft.com/office/drawing/2014/main" id="{790A882D-4FD5-7602-6DAD-4DF39109A5B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825060" y="3411847"/>
                  <a:ext cx="2811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19" name="Rukopis 218">
                  <a:extLst>
                    <a:ext uri="{FF2B5EF4-FFF2-40B4-BE49-F238E27FC236}">
                      <a16:creationId xmlns:a16="http://schemas.microsoft.com/office/drawing/2014/main" id="{564C710D-9205-158B-4775-79B964E8675D}"/>
                    </a:ext>
                  </a:extLst>
                </p14:cNvPr>
                <p14:cNvContentPartPr/>
                <p14:nvPr/>
              </p14:nvContentPartPr>
              <p14:xfrm>
                <a:off x="3172100" y="3419407"/>
                <a:ext cx="117000" cy="118440"/>
              </p14:xfrm>
            </p:contentPart>
          </mc:Choice>
          <mc:Fallback>
            <p:pic>
              <p:nvPicPr>
                <p:cNvPr id="219" name="Rukopis 218">
                  <a:extLst>
                    <a:ext uri="{FF2B5EF4-FFF2-40B4-BE49-F238E27FC236}">
                      <a16:creationId xmlns:a16="http://schemas.microsoft.com/office/drawing/2014/main" id="{564C710D-9205-158B-4775-79B964E8675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163100" y="3410767"/>
                  <a:ext cx="1346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20" name="Rukopis 219">
                  <a:extLst>
                    <a:ext uri="{FF2B5EF4-FFF2-40B4-BE49-F238E27FC236}">
                      <a16:creationId xmlns:a16="http://schemas.microsoft.com/office/drawing/2014/main" id="{14EBEB76-AA88-6CE2-1570-E11A4C0DFFF0}"/>
                    </a:ext>
                  </a:extLst>
                </p14:cNvPr>
                <p14:cNvContentPartPr/>
                <p14:nvPr/>
              </p14:nvContentPartPr>
              <p14:xfrm>
                <a:off x="3377300" y="3418687"/>
                <a:ext cx="110160" cy="109440"/>
              </p14:xfrm>
            </p:contentPart>
          </mc:Choice>
          <mc:Fallback>
            <p:pic>
              <p:nvPicPr>
                <p:cNvPr id="220" name="Rukopis 219">
                  <a:extLst>
                    <a:ext uri="{FF2B5EF4-FFF2-40B4-BE49-F238E27FC236}">
                      <a16:creationId xmlns:a16="http://schemas.microsoft.com/office/drawing/2014/main" id="{14EBEB76-AA88-6CE2-1570-E11A4C0DFFF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368660" y="3409687"/>
                  <a:ext cx="127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21" name="Rukopis 220">
                  <a:extLst>
                    <a:ext uri="{FF2B5EF4-FFF2-40B4-BE49-F238E27FC236}">
                      <a16:creationId xmlns:a16="http://schemas.microsoft.com/office/drawing/2014/main" id="{64C2D3B3-358C-433D-8611-F6B82CA73182}"/>
                    </a:ext>
                  </a:extLst>
                </p14:cNvPr>
                <p14:cNvContentPartPr/>
                <p14:nvPr/>
              </p14:nvContentPartPr>
              <p14:xfrm>
                <a:off x="3537140" y="3408247"/>
                <a:ext cx="143280" cy="116640"/>
              </p14:xfrm>
            </p:contentPart>
          </mc:Choice>
          <mc:Fallback>
            <p:pic>
              <p:nvPicPr>
                <p:cNvPr id="221" name="Rukopis 220">
                  <a:extLst>
                    <a:ext uri="{FF2B5EF4-FFF2-40B4-BE49-F238E27FC236}">
                      <a16:creationId xmlns:a16="http://schemas.microsoft.com/office/drawing/2014/main" id="{64C2D3B3-358C-433D-8611-F6B82CA7318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528140" y="3399247"/>
                  <a:ext cx="160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22" name="Rukopis 221">
                  <a:extLst>
                    <a:ext uri="{FF2B5EF4-FFF2-40B4-BE49-F238E27FC236}">
                      <a16:creationId xmlns:a16="http://schemas.microsoft.com/office/drawing/2014/main" id="{9E7A47BB-9FC6-310C-90B6-8BF4C9514285}"/>
                    </a:ext>
                  </a:extLst>
                </p14:cNvPr>
                <p14:cNvContentPartPr/>
                <p14:nvPr/>
              </p14:nvContentPartPr>
              <p14:xfrm>
                <a:off x="3520220" y="3329047"/>
                <a:ext cx="157320" cy="58680"/>
              </p14:xfrm>
            </p:contentPart>
          </mc:Choice>
          <mc:Fallback>
            <p:pic>
              <p:nvPicPr>
                <p:cNvPr id="222" name="Rukopis 221">
                  <a:extLst>
                    <a:ext uri="{FF2B5EF4-FFF2-40B4-BE49-F238E27FC236}">
                      <a16:creationId xmlns:a16="http://schemas.microsoft.com/office/drawing/2014/main" id="{9E7A47BB-9FC6-310C-90B6-8BF4C951428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511220" y="3320047"/>
                  <a:ext cx="174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3" name="Rukopis 222">
                  <a:extLst>
                    <a:ext uri="{FF2B5EF4-FFF2-40B4-BE49-F238E27FC236}">
                      <a16:creationId xmlns:a16="http://schemas.microsoft.com/office/drawing/2014/main" id="{DBCFE8E5-A4B8-6256-2B35-F9D542D4172F}"/>
                    </a:ext>
                  </a:extLst>
                </p14:cNvPr>
                <p14:cNvContentPartPr/>
                <p14:nvPr/>
              </p14:nvContentPartPr>
              <p14:xfrm>
                <a:off x="3776180" y="3523087"/>
                <a:ext cx="16200" cy="360"/>
              </p14:xfrm>
            </p:contentPart>
          </mc:Choice>
          <mc:Fallback>
            <p:pic>
              <p:nvPicPr>
                <p:cNvPr id="223" name="Rukopis 222">
                  <a:extLst>
                    <a:ext uri="{FF2B5EF4-FFF2-40B4-BE49-F238E27FC236}">
                      <a16:creationId xmlns:a16="http://schemas.microsoft.com/office/drawing/2014/main" id="{DBCFE8E5-A4B8-6256-2B35-F9D542D4172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67540" y="3514447"/>
                  <a:ext cx="3384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Skupina 236">
            <a:extLst>
              <a:ext uri="{FF2B5EF4-FFF2-40B4-BE49-F238E27FC236}">
                <a16:creationId xmlns:a16="http://schemas.microsoft.com/office/drawing/2014/main" id="{DB340D5D-76F3-0DE0-71F6-EFEED91BB8FE}"/>
              </a:ext>
            </a:extLst>
          </p:cNvPr>
          <p:cNvGrpSpPr/>
          <p:nvPr/>
        </p:nvGrpSpPr>
        <p:grpSpPr>
          <a:xfrm>
            <a:off x="4055540" y="3323647"/>
            <a:ext cx="549360" cy="264240"/>
            <a:chOff x="4055540" y="3323647"/>
            <a:chExt cx="54936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24" name="Rukopis 223">
                  <a:extLst>
                    <a:ext uri="{FF2B5EF4-FFF2-40B4-BE49-F238E27FC236}">
                      <a16:creationId xmlns:a16="http://schemas.microsoft.com/office/drawing/2014/main" id="{57B02C05-DC91-0EAE-FC9E-0D3E9683076D}"/>
                    </a:ext>
                  </a:extLst>
                </p14:cNvPr>
                <p14:cNvContentPartPr/>
                <p14:nvPr/>
              </p14:nvContentPartPr>
              <p14:xfrm>
                <a:off x="4055540" y="3323647"/>
                <a:ext cx="148320" cy="264240"/>
              </p14:xfrm>
            </p:contentPart>
          </mc:Choice>
          <mc:Fallback>
            <p:pic>
              <p:nvPicPr>
                <p:cNvPr id="224" name="Rukopis 223">
                  <a:extLst>
                    <a:ext uri="{FF2B5EF4-FFF2-40B4-BE49-F238E27FC236}">
                      <a16:creationId xmlns:a16="http://schemas.microsoft.com/office/drawing/2014/main" id="{57B02C05-DC91-0EAE-FC9E-0D3E9683076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046900" y="3315007"/>
                  <a:ext cx="1659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25" name="Rukopis 224">
                  <a:extLst>
                    <a:ext uri="{FF2B5EF4-FFF2-40B4-BE49-F238E27FC236}">
                      <a16:creationId xmlns:a16="http://schemas.microsoft.com/office/drawing/2014/main" id="{D4997AB8-36BC-AAA4-930E-DE5F2095F51C}"/>
                    </a:ext>
                  </a:extLst>
                </p14:cNvPr>
                <p14:cNvContentPartPr/>
                <p14:nvPr/>
              </p14:nvContentPartPr>
              <p14:xfrm>
                <a:off x="4275500" y="3462967"/>
                <a:ext cx="10440" cy="104400"/>
              </p14:xfrm>
            </p:contentPart>
          </mc:Choice>
          <mc:Fallback>
            <p:pic>
              <p:nvPicPr>
                <p:cNvPr id="225" name="Rukopis 224">
                  <a:extLst>
                    <a:ext uri="{FF2B5EF4-FFF2-40B4-BE49-F238E27FC236}">
                      <a16:creationId xmlns:a16="http://schemas.microsoft.com/office/drawing/2014/main" id="{D4997AB8-36BC-AAA4-930E-DE5F2095F51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266500" y="3453967"/>
                  <a:ext cx="28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26" name="Rukopis 225">
                  <a:extLst>
                    <a:ext uri="{FF2B5EF4-FFF2-40B4-BE49-F238E27FC236}">
                      <a16:creationId xmlns:a16="http://schemas.microsoft.com/office/drawing/2014/main" id="{7D1E6719-4F9A-4AE6-5A21-77EFF3A6A66F}"/>
                    </a:ext>
                  </a:extLst>
                </p14:cNvPr>
                <p14:cNvContentPartPr/>
                <p14:nvPr/>
              </p14:nvContentPartPr>
              <p14:xfrm>
                <a:off x="4350380" y="3342367"/>
                <a:ext cx="16200" cy="15120"/>
              </p14:xfrm>
            </p:contentPart>
          </mc:Choice>
          <mc:Fallback>
            <p:pic>
              <p:nvPicPr>
                <p:cNvPr id="226" name="Rukopis 225">
                  <a:extLst>
                    <a:ext uri="{FF2B5EF4-FFF2-40B4-BE49-F238E27FC236}">
                      <a16:creationId xmlns:a16="http://schemas.microsoft.com/office/drawing/2014/main" id="{7D1E6719-4F9A-4AE6-5A21-77EFF3A6A66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341380" y="3333727"/>
                  <a:ext cx="338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27" name="Rukopis 226">
                  <a:extLst>
                    <a:ext uri="{FF2B5EF4-FFF2-40B4-BE49-F238E27FC236}">
                      <a16:creationId xmlns:a16="http://schemas.microsoft.com/office/drawing/2014/main" id="{4D0840E0-DD64-2686-9751-61BD3BB41DA6}"/>
                    </a:ext>
                  </a:extLst>
                </p14:cNvPr>
                <p14:cNvContentPartPr/>
                <p14:nvPr/>
              </p14:nvContentPartPr>
              <p14:xfrm>
                <a:off x="4401860" y="3413647"/>
                <a:ext cx="203040" cy="141480"/>
              </p14:xfrm>
            </p:contentPart>
          </mc:Choice>
          <mc:Fallback>
            <p:pic>
              <p:nvPicPr>
                <p:cNvPr id="227" name="Rukopis 226">
                  <a:extLst>
                    <a:ext uri="{FF2B5EF4-FFF2-40B4-BE49-F238E27FC236}">
                      <a16:creationId xmlns:a16="http://schemas.microsoft.com/office/drawing/2014/main" id="{4D0840E0-DD64-2686-9751-61BD3BB41DA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393220" y="3405007"/>
                  <a:ext cx="22068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Skupina 235">
            <a:extLst>
              <a:ext uri="{FF2B5EF4-FFF2-40B4-BE49-F238E27FC236}">
                <a16:creationId xmlns:a16="http://schemas.microsoft.com/office/drawing/2014/main" id="{2A0536E4-7B23-1F1D-5A9E-6C8BC25218B3}"/>
              </a:ext>
            </a:extLst>
          </p:cNvPr>
          <p:cNvGrpSpPr/>
          <p:nvPr/>
        </p:nvGrpSpPr>
        <p:grpSpPr>
          <a:xfrm>
            <a:off x="4826300" y="3213127"/>
            <a:ext cx="1316520" cy="327960"/>
            <a:chOff x="4826300" y="3213127"/>
            <a:chExt cx="131652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28" name="Rukopis 227">
                  <a:extLst>
                    <a:ext uri="{FF2B5EF4-FFF2-40B4-BE49-F238E27FC236}">
                      <a16:creationId xmlns:a16="http://schemas.microsoft.com/office/drawing/2014/main" id="{FCF10449-EBE4-CE85-1527-5A19BAF07D00}"/>
                    </a:ext>
                  </a:extLst>
                </p14:cNvPr>
                <p14:cNvContentPartPr/>
                <p14:nvPr/>
              </p14:nvContentPartPr>
              <p14:xfrm>
                <a:off x="4826300" y="3389167"/>
                <a:ext cx="129960" cy="136800"/>
              </p14:xfrm>
            </p:contentPart>
          </mc:Choice>
          <mc:Fallback>
            <p:pic>
              <p:nvPicPr>
                <p:cNvPr id="228" name="Rukopis 227">
                  <a:extLst>
                    <a:ext uri="{FF2B5EF4-FFF2-40B4-BE49-F238E27FC236}">
                      <a16:creationId xmlns:a16="http://schemas.microsoft.com/office/drawing/2014/main" id="{FCF10449-EBE4-CE85-1527-5A19BAF07D0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17660" y="3380167"/>
                  <a:ext cx="1476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29" name="Rukopis 228">
                  <a:extLst>
                    <a:ext uri="{FF2B5EF4-FFF2-40B4-BE49-F238E27FC236}">
                      <a16:creationId xmlns:a16="http://schemas.microsoft.com/office/drawing/2014/main" id="{657D2D70-0C38-C80A-EDEE-0767A672DF0A}"/>
                    </a:ext>
                  </a:extLst>
                </p14:cNvPr>
                <p14:cNvContentPartPr/>
                <p14:nvPr/>
              </p14:nvContentPartPr>
              <p14:xfrm>
                <a:off x="4891100" y="3293407"/>
                <a:ext cx="131400" cy="28080"/>
              </p14:xfrm>
            </p:contentPart>
          </mc:Choice>
          <mc:Fallback>
            <p:pic>
              <p:nvPicPr>
                <p:cNvPr id="229" name="Rukopis 228">
                  <a:extLst>
                    <a:ext uri="{FF2B5EF4-FFF2-40B4-BE49-F238E27FC236}">
                      <a16:creationId xmlns:a16="http://schemas.microsoft.com/office/drawing/2014/main" id="{657D2D70-0C38-C80A-EDEE-0767A672DF0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882460" y="3284407"/>
                  <a:ext cx="149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30" name="Rukopis 229">
                  <a:extLst>
                    <a:ext uri="{FF2B5EF4-FFF2-40B4-BE49-F238E27FC236}">
                      <a16:creationId xmlns:a16="http://schemas.microsoft.com/office/drawing/2014/main" id="{CE75E7E8-6CE1-58E8-ACBC-974FF2E9003E}"/>
                    </a:ext>
                  </a:extLst>
                </p14:cNvPr>
                <p14:cNvContentPartPr/>
                <p14:nvPr/>
              </p14:nvContentPartPr>
              <p14:xfrm>
                <a:off x="5012060" y="3360007"/>
                <a:ext cx="194400" cy="158760"/>
              </p14:xfrm>
            </p:contentPart>
          </mc:Choice>
          <mc:Fallback>
            <p:pic>
              <p:nvPicPr>
                <p:cNvPr id="230" name="Rukopis 229">
                  <a:extLst>
                    <a:ext uri="{FF2B5EF4-FFF2-40B4-BE49-F238E27FC236}">
                      <a16:creationId xmlns:a16="http://schemas.microsoft.com/office/drawing/2014/main" id="{CE75E7E8-6CE1-58E8-ACBC-974FF2E9003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003060" y="3351007"/>
                  <a:ext cx="212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31" name="Rukopis 230">
                  <a:extLst>
                    <a:ext uri="{FF2B5EF4-FFF2-40B4-BE49-F238E27FC236}">
                      <a16:creationId xmlns:a16="http://schemas.microsoft.com/office/drawing/2014/main" id="{94945817-0758-C40C-2C36-8882D38A04EE}"/>
                    </a:ext>
                  </a:extLst>
                </p14:cNvPr>
                <p14:cNvContentPartPr/>
                <p14:nvPr/>
              </p14:nvContentPartPr>
              <p14:xfrm>
                <a:off x="5278100" y="3213127"/>
                <a:ext cx="141120" cy="312840"/>
              </p14:xfrm>
            </p:contentPart>
          </mc:Choice>
          <mc:Fallback>
            <p:pic>
              <p:nvPicPr>
                <p:cNvPr id="231" name="Rukopis 230">
                  <a:extLst>
                    <a:ext uri="{FF2B5EF4-FFF2-40B4-BE49-F238E27FC236}">
                      <a16:creationId xmlns:a16="http://schemas.microsoft.com/office/drawing/2014/main" id="{94945817-0758-C40C-2C36-8882D38A04E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269460" y="3204127"/>
                  <a:ext cx="1587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32" name="Rukopis 231">
                  <a:extLst>
                    <a:ext uri="{FF2B5EF4-FFF2-40B4-BE49-F238E27FC236}">
                      <a16:creationId xmlns:a16="http://schemas.microsoft.com/office/drawing/2014/main" id="{BD1F8721-CBEE-197A-4227-EDED82A7C7B1}"/>
                    </a:ext>
                  </a:extLst>
                </p14:cNvPr>
                <p14:cNvContentPartPr/>
                <p14:nvPr/>
              </p14:nvContentPartPr>
              <p14:xfrm>
                <a:off x="5239220" y="3372967"/>
                <a:ext cx="247680" cy="131400"/>
              </p14:xfrm>
            </p:contentPart>
          </mc:Choice>
          <mc:Fallback>
            <p:pic>
              <p:nvPicPr>
                <p:cNvPr id="232" name="Rukopis 231">
                  <a:extLst>
                    <a:ext uri="{FF2B5EF4-FFF2-40B4-BE49-F238E27FC236}">
                      <a16:creationId xmlns:a16="http://schemas.microsoft.com/office/drawing/2014/main" id="{BD1F8721-CBEE-197A-4227-EDED82A7C7B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230580" y="3364327"/>
                  <a:ext cx="2653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33" name="Rukopis 232">
                  <a:extLst>
                    <a:ext uri="{FF2B5EF4-FFF2-40B4-BE49-F238E27FC236}">
                      <a16:creationId xmlns:a16="http://schemas.microsoft.com/office/drawing/2014/main" id="{8B2644DE-24B5-7587-E75C-A0D34C70CDD9}"/>
                    </a:ext>
                  </a:extLst>
                </p14:cNvPr>
                <p14:cNvContentPartPr/>
                <p14:nvPr/>
              </p14:nvContentPartPr>
              <p14:xfrm>
                <a:off x="5457740" y="3273247"/>
                <a:ext cx="96840" cy="92880"/>
              </p14:xfrm>
            </p:contentPart>
          </mc:Choice>
          <mc:Fallback>
            <p:pic>
              <p:nvPicPr>
                <p:cNvPr id="233" name="Rukopis 232">
                  <a:extLst>
                    <a:ext uri="{FF2B5EF4-FFF2-40B4-BE49-F238E27FC236}">
                      <a16:creationId xmlns:a16="http://schemas.microsoft.com/office/drawing/2014/main" id="{8B2644DE-24B5-7587-E75C-A0D34C70CDD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49100" y="3264247"/>
                  <a:ext cx="114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34" name="Rukopis 233">
                  <a:extLst>
                    <a:ext uri="{FF2B5EF4-FFF2-40B4-BE49-F238E27FC236}">
                      <a16:creationId xmlns:a16="http://schemas.microsoft.com/office/drawing/2014/main" id="{48C350F4-0109-203B-B347-CBCF56C86128}"/>
                    </a:ext>
                  </a:extLst>
                </p14:cNvPr>
                <p14:cNvContentPartPr/>
                <p14:nvPr/>
              </p14:nvContentPartPr>
              <p14:xfrm>
                <a:off x="5561420" y="3367207"/>
                <a:ext cx="135720" cy="173880"/>
              </p14:xfrm>
            </p:contentPart>
          </mc:Choice>
          <mc:Fallback>
            <p:pic>
              <p:nvPicPr>
                <p:cNvPr id="234" name="Rukopis 233">
                  <a:extLst>
                    <a:ext uri="{FF2B5EF4-FFF2-40B4-BE49-F238E27FC236}">
                      <a16:creationId xmlns:a16="http://schemas.microsoft.com/office/drawing/2014/main" id="{48C350F4-0109-203B-B347-CBCF56C8612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552780" y="3358207"/>
                  <a:ext cx="1533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35" name="Rukopis 234">
                  <a:extLst>
                    <a:ext uri="{FF2B5EF4-FFF2-40B4-BE49-F238E27FC236}">
                      <a16:creationId xmlns:a16="http://schemas.microsoft.com/office/drawing/2014/main" id="{F18AA32B-3930-DB6A-AB27-A6E55B630CEC}"/>
                    </a:ext>
                  </a:extLst>
                </p14:cNvPr>
                <p14:cNvContentPartPr/>
                <p14:nvPr/>
              </p14:nvContentPartPr>
              <p14:xfrm>
                <a:off x="5718740" y="3268927"/>
                <a:ext cx="424080" cy="270000"/>
              </p14:xfrm>
            </p:contentPart>
          </mc:Choice>
          <mc:Fallback>
            <p:pic>
              <p:nvPicPr>
                <p:cNvPr id="235" name="Rukopis 234">
                  <a:extLst>
                    <a:ext uri="{FF2B5EF4-FFF2-40B4-BE49-F238E27FC236}">
                      <a16:creationId xmlns:a16="http://schemas.microsoft.com/office/drawing/2014/main" id="{F18AA32B-3930-DB6A-AB27-A6E55B630CE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710100" y="3259927"/>
                  <a:ext cx="441720" cy="28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39" name="Rukopis 238">
                <a:extLst>
                  <a:ext uri="{FF2B5EF4-FFF2-40B4-BE49-F238E27FC236}">
                    <a16:creationId xmlns:a16="http://schemas.microsoft.com/office/drawing/2014/main" id="{E2587184-A35C-6D5F-6BDA-7477D1547024}"/>
                  </a:ext>
                </a:extLst>
              </p14:cNvPr>
              <p14:cNvContentPartPr/>
              <p14:nvPr/>
            </p14:nvContentPartPr>
            <p14:xfrm>
              <a:off x="6302300" y="3568447"/>
              <a:ext cx="81000" cy="174960"/>
            </p14:xfrm>
          </p:contentPart>
        </mc:Choice>
        <mc:Fallback>
          <p:pic>
            <p:nvPicPr>
              <p:cNvPr id="239" name="Rukopis 238">
                <a:extLst>
                  <a:ext uri="{FF2B5EF4-FFF2-40B4-BE49-F238E27FC236}">
                    <a16:creationId xmlns:a16="http://schemas.microsoft.com/office/drawing/2014/main" id="{E2587184-A35C-6D5F-6BDA-7477D1547024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6293300" y="3559447"/>
                <a:ext cx="9864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Skupina 249">
            <a:extLst>
              <a:ext uri="{FF2B5EF4-FFF2-40B4-BE49-F238E27FC236}">
                <a16:creationId xmlns:a16="http://schemas.microsoft.com/office/drawing/2014/main" id="{ADF0955F-586F-5BBA-6ACC-65C5A98F354B}"/>
              </a:ext>
            </a:extLst>
          </p:cNvPr>
          <p:cNvGrpSpPr/>
          <p:nvPr/>
        </p:nvGrpSpPr>
        <p:grpSpPr>
          <a:xfrm>
            <a:off x="6621620" y="3217447"/>
            <a:ext cx="1508040" cy="407520"/>
            <a:chOff x="6621620" y="3217447"/>
            <a:chExt cx="1508040" cy="40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40" name="Rukopis 239">
                  <a:extLst>
                    <a:ext uri="{FF2B5EF4-FFF2-40B4-BE49-F238E27FC236}">
                      <a16:creationId xmlns:a16="http://schemas.microsoft.com/office/drawing/2014/main" id="{DDC30347-D8F8-3EA6-B31F-67DD1353FE98}"/>
                    </a:ext>
                  </a:extLst>
                </p14:cNvPr>
                <p14:cNvContentPartPr/>
                <p14:nvPr/>
              </p14:nvContentPartPr>
              <p14:xfrm>
                <a:off x="6621620" y="3316087"/>
                <a:ext cx="108360" cy="194400"/>
              </p14:xfrm>
            </p:contentPart>
          </mc:Choice>
          <mc:Fallback>
            <p:pic>
              <p:nvPicPr>
                <p:cNvPr id="240" name="Rukopis 239">
                  <a:extLst>
                    <a:ext uri="{FF2B5EF4-FFF2-40B4-BE49-F238E27FC236}">
                      <a16:creationId xmlns:a16="http://schemas.microsoft.com/office/drawing/2014/main" id="{DDC30347-D8F8-3EA6-B31F-67DD1353FE9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612980" y="3307087"/>
                  <a:ext cx="126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41" name="Rukopis 240">
                  <a:extLst>
                    <a:ext uri="{FF2B5EF4-FFF2-40B4-BE49-F238E27FC236}">
                      <a16:creationId xmlns:a16="http://schemas.microsoft.com/office/drawing/2014/main" id="{1FDD7202-6012-F759-1831-FBC626C53BCE}"/>
                    </a:ext>
                  </a:extLst>
                </p14:cNvPr>
                <p14:cNvContentPartPr/>
                <p14:nvPr/>
              </p14:nvContentPartPr>
              <p14:xfrm>
                <a:off x="6661940" y="3229327"/>
                <a:ext cx="217440" cy="242280"/>
              </p14:xfrm>
            </p:contentPart>
          </mc:Choice>
          <mc:Fallback>
            <p:pic>
              <p:nvPicPr>
                <p:cNvPr id="241" name="Rukopis 240">
                  <a:extLst>
                    <a:ext uri="{FF2B5EF4-FFF2-40B4-BE49-F238E27FC236}">
                      <a16:creationId xmlns:a16="http://schemas.microsoft.com/office/drawing/2014/main" id="{1FDD7202-6012-F759-1831-FBC626C53BC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652940" y="3220327"/>
                  <a:ext cx="2350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42" name="Rukopis 241">
                  <a:extLst>
                    <a:ext uri="{FF2B5EF4-FFF2-40B4-BE49-F238E27FC236}">
                      <a16:creationId xmlns:a16="http://schemas.microsoft.com/office/drawing/2014/main" id="{7B3E4A91-A203-A7D8-4B3D-21D453640FD9}"/>
                    </a:ext>
                  </a:extLst>
                </p14:cNvPr>
                <p14:cNvContentPartPr/>
                <p14:nvPr/>
              </p14:nvContentPartPr>
              <p14:xfrm>
                <a:off x="6999620" y="3226087"/>
                <a:ext cx="85680" cy="212040"/>
              </p14:xfrm>
            </p:contentPart>
          </mc:Choice>
          <mc:Fallback>
            <p:pic>
              <p:nvPicPr>
                <p:cNvPr id="242" name="Rukopis 241">
                  <a:extLst>
                    <a:ext uri="{FF2B5EF4-FFF2-40B4-BE49-F238E27FC236}">
                      <a16:creationId xmlns:a16="http://schemas.microsoft.com/office/drawing/2014/main" id="{7B3E4A91-A203-A7D8-4B3D-21D453640FD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990980" y="3217087"/>
                  <a:ext cx="1033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44" name="Rukopis 243">
                  <a:extLst>
                    <a:ext uri="{FF2B5EF4-FFF2-40B4-BE49-F238E27FC236}">
                      <a16:creationId xmlns:a16="http://schemas.microsoft.com/office/drawing/2014/main" id="{AB602B3E-8B03-73E2-4A43-16602CC39E2E}"/>
                    </a:ext>
                  </a:extLst>
                </p14:cNvPr>
                <p14:cNvContentPartPr/>
                <p14:nvPr/>
              </p14:nvContentPartPr>
              <p14:xfrm>
                <a:off x="7035620" y="3217447"/>
                <a:ext cx="210600" cy="407520"/>
              </p14:xfrm>
            </p:contentPart>
          </mc:Choice>
          <mc:Fallback>
            <p:pic>
              <p:nvPicPr>
                <p:cNvPr id="244" name="Rukopis 243">
                  <a:extLst>
                    <a:ext uri="{FF2B5EF4-FFF2-40B4-BE49-F238E27FC236}">
                      <a16:creationId xmlns:a16="http://schemas.microsoft.com/office/drawing/2014/main" id="{AB602B3E-8B03-73E2-4A43-16602CC39E2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026620" y="3208807"/>
                  <a:ext cx="22824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45" name="Rukopis 244">
                  <a:extLst>
                    <a:ext uri="{FF2B5EF4-FFF2-40B4-BE49-F238E27FC236}">
                      <a16:creationId xmlns:a16="http://schemas.microsoft.com/office/drawing/2014/main" id="{3CD556E1-FCE3-0CE1-7057-8704EF28D82B}"/>
                    </a:ext>
                  </a:extLst>
                </p14:cNvPr>
                <p14:cNvContentPartPr/>
                <p14:nvPr/>
              </p14:nvContentPartPr>
              <p14:xfrm>
                <a:off x="7251620" y="3235087"/>
                <a:ext cx="143640" cy="335520"/>
              </p14:xfrm>
            </p:contentPart>
          </mc:Choice>
          <mc:Fallback>
            <p:pic>
              <p:nvPicPr>
                <p:cNvPr id="245" name="Rukopis 244">
                  <a:extLst>
                    <a:ext uri="{FF2B5EF4-FFF2-40B4-BE49-F238E27FC236}">
                      <a16:creationId xmlns:a16="http://schemas.microsoft.com/office/drawing/2014/main" id="{3CD556E1-FCE3-0CE1-7057-8704EF28D82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242980" y="3226087"/>
                  <a:ext cx="1612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46" name="Rukopis 245">
                  <a:extLst>
                    <a:ext uri="{FF2B5EF4-FFF2-40B4-BE49-F238E27FC236}">
                      <a16:creationId xmlns:a16="http://schemas.microsoft.com/office/drawing/2014/main" id="{F6EB5A46-CBBE-989D-5ECE-74A05098C270}"/>
                    </a:ext>
                  </a:extLst>
                </p14:cNvPr>
                <p14:cNvContentPartPr/>
                <p14:nvPr/>
              </p14:nvContentPartPr>
              <p14:xfrm>
                <a:off x="7523420" y="3368287"/>
                <a:ext cx="117000" cy="11880"/>
              </p14:xfrm>
            </p:contentPart>
          </mc:Choice>
          <mc:Fallback>
            <p:pic>
              <p:nvPicPr>
                <p:cNvPr id="246" name="Rukopis 245">
                  <a:extLst>
                    <a:ext uri="{FF2B5EF4-FFF2-40B4-BE49-F238E27FC236}">
                      <a16:creationId xmlns:a16="http://schemas.microsoft.com/office/drawing/2014/main" id="{F6EB5A46-CBBE-989D-5ECE-74A05098C27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514780" y="3359647"/>
                  <a:ext cx="134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47" name="Rukopis 246">
                  <a:extLst>
                    <a:ext uri="{FF2B5EF4-FFF2-40B4-BE49-F238E27FC236}">
                      <a16:creationId xmlns:a16="http://schemas.microsoft.com/office/drawing/2014/main" id="{9509C27A-0FA8-A2FA-EEF8-140A3278E262}"/>
                    </a:ext>
                  </a:extLst>
                </p14:cNvPr>
                <p14:cNvContentPartPr/>
                <p14:nvPr/>
              </p14:nvContentPartPr>
              <p14:xfrm>
                <a:off x="7549340" y="3424807"/>
                <a:ext cx="111240" cy="6840"/>
              </p14:xfrm>
            </p:contentPart>
          </mc:Choice>
          <mc:Fallback>
            <p:pic>
              <p:nvPicPr>
                <p:cNvPr id="247" name="Rukopis 246">
                  <a:extLst>
                    <a:ext uri="{FF2B5EF4-FFF2-40B4-BE49-F238E27FC236}">
                      <a16:creationId xmlns:a16="http://schemas.microsoft.com/office/drawing/2014/main" id="{9509C27A-0FA8-A2FA-EEF8-140A3278E26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540700" y="3415807"/>
                  <a:ext cx="128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49" name="Rukopis 248">
                  <a:extLst>
                    <a:ext uri="{FF2B5EF4-FFF2-40B4-BE49-F238E27FC236}">
                      <a16:creationId xmlns:a16="http://schemas.microsoft.com/office/drawing/2014/main" id="{EF04AB0E-D57F-8BE5-E8D3-98321FD4E9C6}"/>
                    </a:ext>
                  </a:extLst>
                </p14:cNvPr>
                <p14:cNvContentPartPr/>
                <p14:nvPr/>
              </p14:nvContentPartPr>
              <p14:xfrm>
                <a:off x="7727900" y="3279727"/>
                <a:ext cx="401760" cy="271440"/>
              </p14:xfrm>
            </p:contentPart>
          </mc:Choice>
          <mc:Fallback>
            <p:pic>
              <p:nvPicPr>
                <p:cNvPr id="249" name="Rukopis 248">
                  <a:extLst>
                    <a:ext uri="{FF2B5EF4-FFF2-40B4-BE49-F238E27FC236}">
                      <a16:creationId xmlns:a16="http://schemas.microsoft.com/office/drawing/2014/main" id="{EF04AB0E-D57F-8BE5-E8D3-98321FD4E9C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718900" y="3271087"/>
                  <a:ext cx="41940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Skupina 252">
            <a:extLst>
              <a:ext uri="{FF2B5EF4-FFF2-40B4-BE49-F238E27FC236}">
                <a16:creationId xmlns:a16="http://schemas.microsoft.com/office/drawing/2014/main" id="{9210A56A-384F-A835-9366-F05DFD104D39}"/>
              </a:ext>
            </a:extLst>
          </p:cNvPr>
          <p:cNvGrpSpPr/>
          <p:nvPr/>
        </p:nvGrpSpPr>
        <p:grpSpPr>
          <a:xfrm>
            <a:off x="798620" y="4019527"/>
            <a:ext cx="345600" cy="411480"/>
            <a:chOff x="798620" y="4019527"/>
            <a:chExt cx="34560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51" name="Rukopis 250">
                  <a:extLst>
                    <a:ext uri="{FF2B5EF4-FFF2-40B4-BE49-F238E27FC236}">
                      <a16:creationId xmlns:a16="http://schemas.microsoft.com/office/drawing/2014/main" id="{CB1810FF-6AF1-F325-45E8-2FCB5380DC2D}"/>
                    </a:ext>
                  </a:extLst>
                </p14:cNvPr>
                <p14:cNvContentPartPr/>
                <p14:nvPr/>
              </p14:nvContentPartPr>
              <p14:xfrm>
                <a:off x="798620" y="4073527"/>
                <a:ext cx="270720" cy="185760"/>
              </p14:xfrm>
            </p:contentPart>
          </mc:Choice>
          <mc:Fallback>
            <p:pic>
              <p:nvPicPr>
                <p:cNvPr id="251" name="Rukopis 250">
                  <a:extLst>
                    <a:ext uri="{FF2B5EF4-FFF2-40B4-BE49-F238E27FC236}">
                      <a16:creationId xmlns:a16="http://schemas.microsoft.com/office/drawing/2014/main" id="{CB1810FF-6AF1-F325-45E8-2FCB5380DC2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89620" y="4064527"/>
                  <a:ext cx="288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52" name="Rukopis 251">
                  <a:extLst>
                    <a:ext uri="{FF2B5EF4-FFF2-40B4-BE49-F238E27FC236}">
                      <a16:creationId xmlns:a16="http://schemas.microsoft.com/office/drawing/2014/main" id="{2005B40F-8D22-075D-E708-17A57E6312D4}"/>
                    </a:ext>
                  </a:extLst>
                </p14:cNvPr>
                <p14:cNvContentPartPr/>
                <p14:nvPr/>
              </p14:nvContentPartPr>
              <p14:xfrm>
                <a:off x="1041620" y="4019527"/>
                <a:ext cx="102600" cy="411480"/>
              </p14:xfrm>
            </p:contentPart>
          </mc:Choice>
          <mc:Fallback>
            <p:pic>
              <p:nvPicPr>
                <p:cNvPr id="252" name="Rukopis 251">
                  <a:extLst>
                    <a:ext uri="{FF2B5EF4-FFF2-40B4-BE49-F238E27FC236}">
                      <a16:creationId xmlns:a16="http://schemas.microsoft.com/office/drawing/2014/main" id="{2005B40F-8D22-075D-E708-17A57E6312D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32980" y="4010887"/>
                  <a:ext cx="120240" cy="42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54" name="Rukopis 253">
                <a:extLst>
                  <a:ext uri="{FF2B5EF4-FFF2-40B4-BE49-F238E27FC236}">
                    <a16:creationId xmlns:a16="http://schemas.microsoft.com/office/drawing/2014/main" id="{C0574E96-69DF-BA89-1520-45968CB95AD5}"/>
                  </a:ext>
                </a:extLst>
              </p14:cNvPr>
              <p14:cNvContentPartPr/>
              <p14:nvPr/>
            </p14:nvContentPartPr>
            <p14:xfrm>
              <a:off x="1287500" y="4059487"/>
              <a:ext cx="222120" cy="235800"/>
            </p14:xfrm>
          </p:contentPart>
        </mc:Choice>
        <mc:Fallback>
          <p:pic>
            <p:nvPicPr>
              <p:cNvPr id="254" name="Rukopis 253">
                <a:extLst>
                  <a:ext uri="{FF2B5EF4-FFF2-40B4-BE49-F238E27FC236}">
                    <a16:creationId xmlns:a16="http://schemas.microsoft.com/office/drawing/2014/main" id="{C0574E96-69DF-BA89-1520-45968CB95AD5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1278500" y="4050847"/>
                <a:ext cx="239760" cy="25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Skupina 260">
            <a:extLst>
              <a:ext uri="{FF2B5EF4-FFF2-40B4-BE49-F238E27FC236}">
                <a16:creationId xmlns:a16="http://schemas.microsoft.com/office/drawing/2014/main" id="{BCA7D2A9-C3ED-8C63-00AE-5BBC7C631DDC}"/>
              </a:ext>
            </a:extLst>
          </p:cNvPr>
          <p:cNvGrpSpPr/>
          <p:nvPr/>
        </p:nvGrpSpPr>
        <p:grpSpPr>
          <a:xfrm>
            <a:off x="1727780" y="3969847"/>
            <a:ext cx="541080" cy="393120"/>
            <a:chOff x="1727780" y="3969847"/>
            <a:chExt cx="54108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55" name="Rukopis 254">
                  <a:extLst>
                    <a:ext uri="{FF2B5EF4-FFF2-40B4-BE49-F238E27FC236}">
                      <a16:creationId xmlns:a16="http://schemas.microsoft.com/office/drawing/2014/main" id="{9E3FFBCF-6507-D307-2C7C-B4A49857937F}"/>
                    </a:ext>
                  </a:extLst>
                </p14:cNvPr>
                <p14:cNvContentPartPr/>
                <p14:nvPr/>
              </p14:nvContentPartPr>
              <p14:xfrm>
                <a:off x="1727780" y="4057687"/>
                <a:ext cx="92520" cy="205560"/>
              </p14:xfrm>
            </p:contentPart>
          </mc:Choice>
          <mc:Fallback>
            <p:pic>
              <p:nvPicPr>
                <p:cNvPr id="255" name="Rukopis 254">
                  <a:extLst>
                    <a:ext uri="{FF2B5EF4-FFF2-40B4-BE49-F238E27FC236}">
                      <a16:creationId xmlns:a16="http://schemas.microsoft.com/office/drawing/2014/main" id="{9E3FFBCF-6507-D307-2C7C-B4A49857937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719140" y="4049047"/>
                  <a:ext cx="1101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56" name="Rukopis 255">
                  <a:extLst>
                    <a:ext uri="{FF2B5EF4-FFF2-40B4-BE49-F238E27FC236}">
                      <a16:creationId xmlns:a16="http://schemas.microsoft.com/office/drawing/2014/main" id="{8A14A90F-2B4A-14A7-8566-DBA078EE8610}"/>
                    </a:ext>
                  </a:extLst>
                </p14:cNvPr>
                <p14:cNvContentPartPr/>
                <p14:nvPr/>
              </p14:nvContentPartPr>
              <p14:xfrm>
                <a:off x="1819580" y="4009087"/>
                <a:ext cx="315720" cy="353880"/>
              </p14:xfrm>
            </p:contentPart>
          </mc:Choice>
          <mc:Fallback>
            <p:pic>
              <p:nvPicPr>
                <p:cNvPr id="256" name="Rukopis 255">
                  <a:extLst>
                    <a:ext uri="{FF2B5EF4-FFF2-40B4-BE49-F238E27FC236}">
                      <a16:creationId xmlns:a16="http://schemas.microsoft.com/office/drawing/2014/main" id="{8A14A90F-2B4A-14A7-8566-DBA078EE861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810580" y="4000087"/>
                  <a:ext cx="3333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57" name="Rukopis 256">
                  <a:extLst>
                    <a:ext uri="{FF2B5EF4-FFF2-40B4-BE49-F238E27FC236}">
                      <a16:creationId xmlns:a16="http://schemas.microsoft.com/office/drawing/2014/main" id="{4A7DAFF8-48EC-7A70-8197-04F3E7E0CA50}"/>
                    </a:ext>
                  </a:extLst>
                </p14:cNvPr>
                <p14:cNvContentPartPr/>
                <p14:nvPr/>
              </p14:nvContentPartPr>
              <p14:xfrm>
                <a:off x="2201180" y="3969847"/>
                <a:ext cx="67680" cy="310680"/>
              </p14:xfrm>
            </p:contentPart>
          </mc:Choice>
          <mc:Fallback>
            <p:pic>
              <p:nvPicPr>
                <p:cNvPr id="257" name="Rukopis 256">
                  <a:extLst>
                    <a:ext uri="{FF2B5EF4-FFF2-40B4-BE49-F238E27FC236}">
                      <a16:creationId xmlns:a16="http://schemas.microsoft.com/office/drawing/2014/main" id="{4A7DAFF8-48EC-7A70-8197-04F3E7E0CA5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192180" y="3960847"/>
                  <a:ext cx="8532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Skupina 259">
            <a:extLst>
              <a:ext uri="{FF2B5EF4-FFF2-40B4-BE49-F238E27FC236}">
                <a16:creationId xmlns:a16="http://schemas.microsoft.com/office/drawing/2014/main" id="{F2B1CE00-7266-C231-DC5E-F74E561CA4BA}"/>
              </a:ext>
            </a:extLst>
          </p:cNvPr>
          <p:cNvGrpSpPr/>
          <p:nvPr/>
        </p:nvGrpSpPr>
        <p:grpSpPr>
          <a:xfrm>
            <a:off x="2448500" y="4087567"/>
            <a:ext cx="220320" cy="63720"/>
            <a:chOff x="2448500" y="4087567"/>
            <a:chExt cx="220320" cy="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58" name="Rukopis 257">
                  <a:extLst>
                    <a:ext uri="{FF2B5EF4-FFF2-40B4-BE49-F238E27FC236}">
                      <a16:creationId xmlns:a16="http://schemas.microsoft.com/office/drawing/2014/main" id="{1FD6FFB8-89FD-AF00-D61F-74BC7A7B1EF6}"/>
                    </a:ext>
                  </a:extLst>
                </p14:cNvPr>
                <p14:cNvContentPartPr/>
                <p14:nvPr/>
              </p14:nvContentPartPr>
              <p14:xfrm>
                <a:off x="2448500" y="4087567"/>
                <a:ext cx="127080" cy="15840"/>
              </p14:xfrm>
            </p:contentPart>
          </mc:Choice>
          <mc:Fallback>
            <p:pic>
              <p:nvPicPr>
                <p:cNvPr id="258" name="Rukopis 257">
                  <a:extLst>
                    <a:ext uri="{FF2B5EF4-FFF2-40B4-BE49-F238E27FC236}">
                      <a16:creationId xmlns:a16="http://schemas.microsoft.com/office/drawing/2014/main" id="{1FD6FFB8-89FD-AF00-D61F-74BC7A7B1EF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439860" y="4078567"/>
                  <a:ext cx="1447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59" name="Rukopis 258">
                  <a:extLst>
                    <a:ext uri="{FF2B5EF4-FFF2-40B4-BE49-F238E27FC236}">
                      <a16:creationId xmlns:a16="http://schemas.microsoft.com/office/drawing/2014/main" id="{5B302983-DDEC-371E-5B11-8268F2FB5D00}"/>
                    </a:ext>
                  </a:extLst>
                </p14:cNvPr>
                <p14:cNvContentPartPr/>
                <p14:nvPr/>
              </p14:nvContentPartPr>
              <p14:xfrm>
                <a:off x="2490260" y="4136167"/>
                <a:ext cx="178560" cy="15120"/>
              </p14:xfrm>
            </p:contentPart>
          </mc:Choice>
          <mc:Fallback>
            <p:pic>
              <p:nvPicPr>
                <p:cNvPr id="259" name="Rukopis 258">
                  <a:extLst>
                    <a:ext uri="{FF2B5EF4-FFF2-40B4-BE49-F238E27FC236}">
                      <a16:creationId xmlns:a16="http://schemas.microsoft.com/office/drawing/2014/main" id="{5B302983-DDEC-371E-5B11-8268F2FB5D0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481260" y="4127167"/>
                  <a:ext cx="1962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Skupina 267">
            <a:extLst>
              <a:ext uri="{FF2B5EF4-FFF2-40B4-BE49-F238E27FC236}">
                <a16:creationId xmlns:a16="http://schemas.microsoft.com/office/drawing/2014/main" id="{77F8C6E0-36C2-991F-DBC1-F898D68BBFB7}"/>
              </a:ext>
            </a:extLst>
          </p:cNvPr>
          <p:cNvGrpSpPr/>
          <p:nvPr/>
        </p:nvGrpSpPr>
        <p:grpSpPr>
          <a:xfrm>
            <a:off x="3415100" y="3957967"/>
            <a:ext cx="621720" cy="94320"/>
            <a:chOff x="3415100" y="3957967"/>
            <a:chExt cx="621720" cy="9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62" name="Rukopis 261">
                  <a:extLst>
                    <a:ext uri="{FF2B5EF4-FFF2-40B4-BE49-F238E27FC236}">
                      <a16:creationId xmlns:a16="http://schemas.microsoft.com/office/drawing/2014/main" id="{01350CBA-A621-2ACC-9DC3-7DA0D6F45BB2}"/>
                    </a:ext>
                  </a:extLst>
                </p14:cNvPr>
                <p14:cNvContentPartPr/>
                <p14:nvPr/>
              </p14:nvContentPartPr>
              <p14:xfrm>
                <a:off x="3415100" y="3989287"/>
                <a:ext cx="421920" cy="63000"/>
              </p14:xfrm>
            </p:contentPart>
          </mc:Choice>
          <mc:Fallback>
            <p:pic>
              <p:nvPicPr>
                <p:cNvPr id="262" name="Rukopis 261">
                  <a:extLst>
                    <a:ext uri="{FF2B5EF4-FFF2-40B4-BE49-F238E27FC236}">
                      <a16:creationId xmlns:a16="http://schemas.microsoft.com/office/drawing/2014/main" id="{01350CBA-A621-2ACC-9DC3-7DA0D6F45BB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406460" y="3980287"/>
                  <a:ext cx="439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63" name="Rukopis 262">
                  <a:extLst>
                    <a:ext uri="{FF2B5EF4-FFF2-40B4-BE49-F238E27FC236}">
                      <a16:creationId xmlns:a16="http://schemas.microsoft.com/office/drawing/2014/main" id="{3017B2D0-107E-E7CA-F66E-F9BC6F42153B}"/>
                    </a:ext>
                  </a:extLst>
                </p14:cNvPr>
                <p14:cNvContentPartPr/>
                <p14:nvPr/>
              </p14:nvContentPartPr>
              <p14:xfrm>
                <a:off x="3787700" y="3957967"/>
                <a:ext cx="249120" cy="41760"/>
              </p14:xfrm>
            </p:contentPart>
          </mc:Choice>
          <mc:Fallback>
            <p:pic>
              <p:nvPicPr>
                <p:cNvPr id="263" name="Rukopis 262">
                  <a:extLst>
                    <a:ext uri="{FF2B5EF4-FFF2-40B4-BE49-F238E27FC236}">
                      <a16:creationId xmlns:a16="http://schemas.microsoft.com/office/drawing/2014/main" id="{3017B2D0-107E-E7CA-F66E-F9BC6F42153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779060" y="3949327"/>
                  <a:ext cx="26676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Skupina 266">
            <a:extLst>
              <a:ext uri="{FF2B5EF4-FFF2-40B4-BE49-F238E27FC236}">
                <a16:creationId xmlns:a16="http://schemas.microsoft.com/office/drawing/2014/main" id="{849E0828-E326-9CAA-7A2C-5A34927BD6C7}"/>
              </a:ext>
            </a:extLst>
          </p:cNvPr>
          <p:cNvGrpSpPr/>
          <p:nvPr/>
        </p:nvGrpSpPr>
        <p:grpSpPr>
          <a:xfrm>
            <a:off x="4222940" y="3886327"/>
            <a:ext cx="143640" cy="172800"/>
            <a:chOff x="4222940" y="3886327"/>
            <a:chExt cx="14364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64" name="Rukopis 263">
                  <a:extLst>
                    <a:ext uri="{FF2B5EF4-FFF2-40B4-BE49-F238E27FC236}">
                      <a16:creationId xmlns:a16="http://schemas.microsoft.com/office/drawing/2014/main" id="{FC52481A-E5AE-7399-E8D5-D3A094AC6BE2}"/>
                    </a:ext>
                  </a:extLst>
                </p14:cNvPr>
                <p14:cNvContentPartPr/>
                <p14:nvPr/>
              </p14:nvContentPartPr>
              <p14:xfrm>
                <a:off x="4222940" y="3901807"/>
                <a:ext cx="38160" cy="157320"/>
              </p14:xfrm>
            </p:contentPart>
          </mc:Choice>
          <mc:Fallback>
            <p:pic>
              <p:nvPicPr>
                <p:cNvPr id="264" name="Rukopis 263">
                  <a:extLst>
                    <a:ext uri="{FF2B5EF4-FFF2-40B4-BE49-F238E27FC236}">
                      <a16:creationId xmlns:a16="http://schemas.microsoft.com/office/drawing/2014/main" id="{FC52481A-E5AE-7399-E8D5-D3A094AC6BE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213940" y="3892807"/>
                  <a:ext cx="558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65" name="Rukopis 264">
                  <a:extLst>
                    <a:ext uri="{FF2B5EF4-FFF2-40B4-BE49-F238E27FC236}">
                      <a16:creationId xmlns:a16="http://schemas.microsoft.com/office/drawing/2014/main" id="{0BC97896-EA3A-0518-E22C-26353AA4E370}"/>
                    </a:ext>
                  </a:extLst>
                </p14:cNvPr>
                <p14:cNvContentPartPr/>
                <p14:nvPr/>
              </p14:nvContentPartPr>
              <p14:xfrm>
                <a:off x="4301420" y="3886327"/>
                <a:ext cx="65160" cy="160920"/>
              </p14:xfrm>
            </p:contentPart>
          </mc:Choice>
          <mc:Fallback>
            <p:pic>
              <p:nvPicPr>
                <p:cNvPr id="265" name="Rukopis 264">
                  <a:extLst>
                    <a:ext uri="{FF2B5EF4-FFF2-40B4-BE49-F238E27FC236}">
                      <a16:creationId xmlns:a16="http://schemas.microsoft.com/office/drawing/2014/main" id="{0BC97896-EA3A-0518-E22C-26353AA4E37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292420" y="3877327"/>
                  <a:ext cx="8280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66" name="Rukopis 265">
                <a:extLst>
                  <a:ext uri="{FF2B5EF4-FFF2-40B4-BE49-F238E27FC236}">
                    <a16:creationId xmlns:a16="http://schemas.microsoft.com/office/drawing/2014/main" id="{5DDE0C4B-EEDF-7E6D-17C2-90F761F2F593}"/>
                  </a:ext>
                </a:extLst>
              </p14:cNvPr>
              <p14:cNvContentPartPr/>
              <p14:nvPr/>
            </p14:nvContentPartPr>
            <p14:xfrm>
              <a:off x="4580420" y="3921247"/>
              <a:ext cx="693360" cy="54000"/>
            </p14:xfrm>
          </p:contentPart>
        </mc:Choice>
        <mc:Fallback>
          <p:pic>
            <p:nvPicPr>
              <p:cNvPr id="266" name="Rukopis 265">
                <a:extLst>
                  <a:ext uri="{FF2B5EF4-FFF2-40B4-BE49-F238E27FC236}">
                    <a16:creationId xmlns:a16="http://schemas.microsoft.com/office/drawing/2014/main" id="{5DDE0C4B-EEDF-7E6D-17C2-90F761F2F593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4571420" y="3912247"/>
                <a:ext cx="71100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Skupina 276">
            <a:extLst>
              <a:ext uri="{FF2B5EF4-FFF2-40B4-BE49-F238E27FC236}">
                <a16:creationId xmlns:a16="http://schemas.microsoft.com/office/drawing/2014/main" id="{2A054B00-FE59-171A-8666-8D4FA465EDAE}"/>
              </a:ext>
            </a:extLst>
          </p:cNvPr>
          <p:cNvGrpSpPr/>
          <p:nvPr/>
        </p:nvGrpSpPr>
        <p:grpSpPr>
          <a:xfrm>
            <a:off x="6718100" y="3777607"/>
            <a:ext cx="761040" cy="322560"/>
            <a:chOff x="6718100" y="3777607"/>
            <a:chExt cx="76104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69" name="Rukopis 268">
                  <a:extLst>
                    <a:ext uri="{FF2B5EF4-FFF2-40B4-BE49-F238E27FC236}">
                      <a16:creationId xmlns:a16="http://schemas.microsoft.com/office/drawing/2014/main" id="{B641B704-CBCD-5BD2-E967-9BD599E5AA7E}"/>
                    </a:ext>
                  </a:extLst>
                </p14:cNvPr>
                <p14:cNvContentPartPr/>
                <p14:nvPr/>
              </p14:nvContentPartPr>
              <p14:xfrm>
                <a:off x="6718100" y="3870847"/>
                <a:ext cx="93960" cy="176400"/>
              </p14:xfrm>
            </p:contentPart>
          </mc:Choice>
          <mc:Fallback>
            <p:pic>
              <p:nvPicPr>
                <p:cNvPr id="269" name="Rukopis 268">
                  <a:extLst>
                    <a:ext uri="{FF2B5EF4-FFF2-40B4-BE49-F238E27FC236}">
                      <a16:creationId xmlns:a16="http://schemas.microsoft.com/office/drawing/2014/main" id="{B641B704-CBCD-5BD2-E967-9BD599E5AA7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709100" y="3861847"/>
                  <a:ext cx="1116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70" name="Rukopis 269">
                  <a:extLst>
                    <a:ext uri="{FF2B5EF4-FFF2-40B4-BE49-F238E27FC236}">
                      <a16:creationId xmlns:a16="http://schemas.microsoft.com/office/drawing/2014/main" id="{CE3E66D3-D223-8935-3773-E87B33627200}"/>
                    </a:ext>
                  </a:extLst>
                </p14:cNvPr>
                <p14:cNvContentPartPr/>
                <p14:nvPr/>
              </p14:nvContentPartPr>
              <p14:xfrm>
                <a:off x="6758780" y="3812167"/>
                <a:ext cx="191160" cy="192960"/>
              </p14:xfrm>
            </p:contentPart>
          </mc:Choice>
          <mc:Fallback>
            <p:pic>
              <p:nvPicPr>
                <p:cNvPr id="270" name="Rukopis 269">
                  <a:extLst>
                    <a:ext uri="{FF2B5EF4-FFF2-40B4-BE49-F238E27FC236}">
                      <a16:creationId xmlns:a16="http://schemas.microsoft.com/office/drawing/2014/main" id="{CE3E66D3-D223-8935-3773-E87B3362720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749780" y="3803167"/>
                  <a:ext cx="208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71" name="Rukopis 270">
                  <a:extLst>
                    <a:ext uri="{FF2B5EF4-FFF2-40B4-BE49-F238E27FC236}">
                      <a16:creationId xmlns:a16="http://schemas.microsoft.com/office/drawing/2014/main" id="{2496A262-AA99-8E03-752F-CA9EF75AD8DA}"/>
                    </a:ext>
                  </a:extLst>
                </p14:cNvPr>
                <p14:cNvContentPartPr/>
                <p14:nvPr/>
              </p14:nvContentPartPr>
              <p14:xfrm>
                <a:off x="7025900" y="3793087"/>
                <a:ext cx="83880" cy="186120"/>
              </p14:xfrm>
            </p:contentPart>
          </mc:Choice>
          <mc:Fallback>
            <p:pic>
              <p:nvPicPr>
                <p:cNvPr id="271" name="Rukopis 270">
                  <a:extLst>
                    <a:ext uri="{FF2B5EF4-FFF2-40B4-BE49-F238E27FC236}">
                      <a16:creationId xmlns:a16="http://schemas.microsoft.com/office/drawing/2014/main" id="{2496A262-AA99-8E03-752F-CA9EF75AD8D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016900" y="3784087"/>
                  <a:ext cx="1015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72" name="Rukopis 271">
                  <a:extLst>
                    <a:ext uri="{FF2B5EF4-FFF2-40B4-BE49-F238E27FC236}">
                      <a16:creationId xmlns:a16="http://schemas.microsoft.com/office/drawing/2014/main" id="{C115E313-F31D-7593-B929-192231EEB74C}"/>
                    </a:ext>
                  </a:extLst>
                </p14:cNvPr>
                <p14:cNvContentPartPr/>
                <p14:nvPr/>
              </p14:nvContentPartPr>
              <p14:xfrm>
                <a:off x="7128500" y="3777607"/>
                <a:ext cx="231480" cy="322560"/>
              </p14:xfrm>
            </p:contentPart>
          </mc:Choice>
          <mc:Fallback>
            <p:pic>
              <p:nvPicPr>
                <p:cNvPr id="272" name="Rukopis 271">
                  <a:extLst>
                    <a:ext uri="{FF2B5EF4-FFF2-40B4-BE49-F238E27FC236}">
                      <a16:creationId xmlns:a16="http://schemas.microsoft.com/office/drawing/2014/main" id="{C115E313-F31D-7593-B929-192231EEB74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119860" y="3768607"/>
                  <a:ext cx="2491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73" name="Rukopis 272">
                  <a:extLst>
                    <a:ext uri="{FF2B5EF4-FFF2-40B4-BE49-F238E27FC236}">
                      <a16:creationId xmlns:a16="http://schemas.microsoft.com/office/drawing/2014/main" id="{EECF99FD-487D-FF99-DF0B-2DF883032EA2}"/>
                    </a:ext>
                  </a:extLst>
                </p14:cNvPr>
                <p14:cNvContentPartPr/>
                <p14:nvPr/>
              </p14:nvContentPartPr>
              <p14:xfrm>
                <a:off x="7330100" y="3778687"/>
                <a:ext cx="149040" cy="310320"/>
              </p14:xfrm>
            </p:contentPart>
          </mc:Choice>
          <mc:Fallback>
            <p:pic>
              <p:nvPicPr>
                <p:cNvPr id="273" name="Rukopis 272">
                  <a:extLst>
                    <a:ext uri="{FF2B5EF4-FFF2-40B4-BE49-F238E27FC236}">
                      <a16:creationId xmlns:a16="http://schemas.microsoft.com/office/drawing/2014/main" id="{EECF99FD-487D-FF99-DF0B-2DF883032EA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321100" y="3770047"/>
                  <a:ext cx="16668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Skupina 275">
            <a:extLst>
              <a:ext uri="{FF2B5EF4-FFF2-40B4-BE49-F238E27FC236}">
                <a16:creationId xmlns:a16="http://schemas.microsoft.com/office/drawing/2014/main" id="{98933237-466A-207B-BC8C-B5AA79A575DA}"/>
              </a:ext>
            </a:extLst>
          </p:cNvPr>
          <p:cNvGrpSpPr/>
          <p:nvPr/>
        </p:nvGrpSpPr>
        <p:grpSpPr>
          <a:xfrm>
            <a:off x="7647260" y="3938167"/>
            <a:ext cx="128520" cy="71640"/>
            <a:chOff x="7647260" y="3938167"/>
            <a:chExt cx="128520" cy="7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74" name="Rukopis 273">
                  <a:extLst>
                    <a:ext uri="{FF2B5EF4-FFF2-40B4-BE49-F238E27FC236}">
                      <a16:creationId xmlns:a16="http://schemas.microsoft.com/office/drawing/2014/main" id="{DDD418BF-843A-FF4D-48D2-94E3ABCCBE6F}"/>
                    </a:ext>
                  </a:extLst>
                </p14:cNvPr>
                <p14:cNvContentPartPr/>
                <p14:nvPr/>
              </p14:nvContentPartPr>
              <p14:xfrm>
                <a:off x="7661660" y="3938167"/>
                <a:ext cx="114120" cy="6840"/>
              </p14:xfrm>
            </p:contentPart>
          </mc:Choice>
          <mc:Fallback>
            <p:pic>
              <p:nvPicPr>
                <p:cNvPr id="274" name="Rukopis 273">
                  <a:extLst>
                    <a:ext uri="{FF2B5EF4-FFF2-40B4-BE49-F238E27FC236}">
                      <a16:creationId xmlns:a16="http://schemas.microsoft.com/office/drawing/2014/main" id="{DDD418BF-843A-FF4D-48D2-94E3ABCCBE6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653020" y="3929167"/>
                  <a:ext cx="131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75" name="Rukopis 274">
                  <a:extLst>
                    <a:ext uri="{FF2B5EF4-FFF2-40B4-BE49-F238E27FC236}">
                      <a16:creationId xmlns:a16="http://schemas.microsoft.com/office/drawing/2014/main" id="{CEC29929-6AD3-1ECE-814A-DCD9D2FE8383}"/>
                    </a:ext>
                  </a:extLst>
                </p14:cNvPr>
                <p14:cNvContentPartPr/>
                <p14:nvPr/>
              </p14:nvContentPartPr>
              <p14:xfrm>
                <a:off x="7647260" y="4002247"/>
                <a:ext cx="105480" cy="7560"/>
              </p14:xfrm>
            </p:contentPart>
          </mc:Choice>
          <mc:Fallback>
            <p:pic>
              <p:nvPicPr>
                <p:cNvPr id="275" name="Rukopis 274">
                  <a:extLst>
                    <a:ext uri="{FF2B5EF4-FFF2-40B4-BE49-F238E27FC236}">
                      <a16:creationId xmlns:a16="http://schemas.microsoft.com/office/drawing/2014/main" id="{CEC29929-6AD3-1ECE-814A-DCD9D2FE838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638620" y="3993247"/>
                  <a:ext cx="12312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Skupina 279">
            <a:extLst>
              <a:ext uri="{FF2B5EF4-FFF2-40B4-BE49-F238E27FC236}">
                <a16:creationId xmlns:a16="http://schemas.microsoft.com/office/drawing/2014/main" id="{A5F6A475-6807-BB9A-AA48-42F150FD7A06}"/>
              </a:ext>
            </a:extLst>
          </p:cNvPr>
          <p:cNvGrpSpPr/>
          <p:nvPr/>
        </p:nvGrpSpPr>
        <p:grpSpPr>
          <a:xfrm>
            <a:off x="7960820" y="3853207"/>
            <a:ext cx="238680" cy="232200"/>
            <a:chOff x="7960820" y="3853207"/>
            <a:chExt cx="238680" cy="2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78" name="Rukopis 277">
                  <a:extLst>
                    <a:ext uri="{FF2B5EF4-FFF2-40B4-BE49-F238E27FC236}">
                      <a16:creationId xmlns:a16="http://schemas.microsoft.com/office/drawing/2014/main" id="{27A7F808-6F2E-1D5E-5868-06BDFE9ABD5E}"/>
                    </a:ext>
                  </a:extLst>
                </p14:cNvPr>
                <p14:cNvContentPartPr/>
                <p14:nvPr/>
              </p14:nvContentPartPr>
              <p14:xfrm>
                <a:off x="7960820" y="3853207"/>
                <a:ext cx="238680" cy="232200"/>
              </p14:xfrm>
            </p:contentPart>
          </mc:Choice>
          <mc:Fallback>
            <p:pic>
              <p:nvPicPr>
                <p:cNvPr id="278" name="Rukopis 277">
                  <a:extLst>
                    <a:ext uri="{FF2B5EF4-FFF2-40B4-BE49-F238E27FC236}">
                      <a16:creationId xmlns:a16="http://schemas.microsoft.com/office/drawing/2014/main" id="{27A7F808-6F2E-1D5E-5868-06BDFE9ABD5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952180" y="3844567"/>
                  <a:ext cx="2563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79" name="Rukopis 278">
                  <a:extLst>
                    <a:ext uri="{FF2B5EF4-FFF2-40B4-BE49-F238E27FC236}">
                      <a16:creationId xmlns:a16="http://schemas.microsoft.com/office/drawing/2014/main" id="{61FC92A7-C1ED-0205-C4E3-B060021314D5}"/>
                    </a:ext>
                  </a:extLst>
                </p14:cNvPr>
                <p14:cNvContentPartPr/>
                <p14:nvPr/>
              </p14:nvContentPartPr>
              <p14:xfrm>
                <a:off x="7985300" y="3940687"/>
                <a:ext cx="191520" cy="12600"/>
              </p14:xfrm>
            </p:contentPart>
          </mc:Choice>
          <mc:Fallback>
            <p:pic>
              <p:nvPicPr>
                <p:cNvPr id="279" name="Rukopis 278">
                  <a:extLst>
                    <a:ext uri="{FF2B5EF4-FFF2-40B4-BE49-F238E27FC236}">
                      <a16:creationId xmlns:a16="http://schemas.microsoft.com/office/drawing/2014/main" id="{61FC92A7-C1ED-0205-C4E3-B060021314D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976660" y="3932047"/>
                  <a:ext cx="2091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Skupina 282">
            <a:extLst>
              <a:ext uri="{FF2B5EF4-FFF2-40B4-BE49-F238E27FC236}">
                <a16:creationId xmlns:a16="http://schemas.microsoft.com/office/drawing/2014/main" id="{06E802FD-FCF6-A56F-845C-A95C165A5445}"/>
              </a:ext>
            </a:extLst>
          </p:cNvPr>
          <p:cNvGrpSpPr/>
          <p:nvPr/>
        </p:nvGrpSpPr>
        <p:grpSpPr>
          <a:xfrm>
            <a:off x="807260" y="4659607"/>
            <a:ext cx="438120" cy="427680"/>
            <a:chOff x="807260" y="4659607"/>
            <a:chExt cx="43812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81" name="Rukopis 280">
                  <a:extLst>
                    <a:ext uri="{FF2B5EF4-FFF2-40B4-BE49-F238E27FC236}">
                      <a16:creationId xmlns:a16="http://schemas.microsoft.com/office/drawing/2014/main" id="{26E0AFC2-E715-02A2-FA41-3CAA45D6F7C1}"/>
                    </a:ext>
                  </a:extLst>
                </p14:cNvPr>
                <p14:cNvContentPartPr/>
                <p14:nvPr/>
              </p14:nvContentPartPr>
              <p14:xfrm>
                <a:off x="807260" y="4662487"/>
                <a:ext cx="311040" cy="413280"/>
              </p14:xfrm>
            </p:contentPart>
          </mc:Choice>
          <mc:Fallback>
            <p:pic>
              <p:nvPicPr>
                <p:cNvPr id="281" name="Rukopis 280">
                  <a:extLst>
                    <a:ext uri="{FF2B5EF4-FFF2-40B4-BE49-F238E27FC236}">
                      <a16:creationId xmlns:a16="http://schemas.microsoft.com/office/drawing/2014/main" id="{26E0AFC2-E715-02A2-FA41-3CAA45D6F7C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98260" y="4653487"/>
                  <a:ext cx="3286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82" name="Rukopis 281">
                  <a:extLst>
                    <a:ext uri="{FF2B5EF4-FFF2-40B4-BE49-F238E27FC236}">
                      <a16:creationId xmlns:a16="http://schemas.microsoft.com/office/drawing/2014/main" id="{C6EAD1C4-1290-A9FE-FFED-371DC88F114C}"/>
                    </a:ext>
                  </a:extLst>
                </p14:cNvPr>
                <p14:cNvContentPartPr/>
                <p14:nvPr/>
              </p14:nvContentPartPr>
              <p14:xfrm>
                <a:off x="1146740" y="4659607"/>
                <a:ext cx="98640" cy="427680"/>
              </p14:xfrm>
            </p:contentPart>
          </mc:Choice>
          <mc:Fallback>
            <p:pic>
              <p:nvPicPr>
                <p:cNvPr id="282" name="Rukopis 281">
                  <a:extLst>
                    <a:ext uri="{FF2B5EF4-FFF2-40B4-BE49-F238E27FC236}">
                      <a16:creationId xmlns:a16="http://schemas.microsoft.com/office/drawing/2014/main" id="{C6EAD1C4-1290-A9FE-FFED-371DC88F114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37740" y="4650967"/>
                  <a:ext cx="116280" cy="44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Skupina 291">
            <a:extLst>
              <a:ext uri="{FF2B5EF4-FFF2-40B4-BE49-F238E27FC236}">
                <a16:creationId xmlns:a16="http://schemas.microsoft.com/office/drawing/2014/main" id="{37649316-BD00-48A7-B6D5-9897C58CFD7A}"/>
              </a:ext>
            </a:extLst>
          </p:cNvPr>
          <p:cNvGrpSpPr/>
          <p:nvPr/>
        </p:nvGrpSpPr>
        <p:grpSpPr>
          <a:xfrm>
            <a:off x="1497020" y="4657087"/>
            <a:ext cx="835200" cy="423360"/>
            <a:chOff x="1497020" y="4657087"/>
            <a:chExt cx="835200" cy="4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84" name="Rukopis 283">
                  <a:extLst>
                    <a:ext uri="{FF2B5EF4-FFF2-40B4-BE49-F238E27FC236}">
                      <a16:creationId xmlns:a16="http://schemas.microsoft.com/office/drawing/2014/main" id="{37F21330-799E-0659-6FD7-7579C5025D44}"/>
                    </a:ext>
                  </a:extLst>
                </p14:cNvPr>
                <p14:cNvContentPartPr/>
                <p14:nvPr/>
              </p14:nvContentPartPr>
              <p14:xfrm>
                <a:off x="1497020" y="4752127"/>
                <a:ext cx="261720" cy="262800"/>
              </p14:xfrm>
            </p:contentPart>
          </mc:Choice>
          <mc:Fallback>
            <p:pic>
              <p:nvPicPr>
                <p:cNvPr id="284" name="Rukopis 283">
                  <a:extLst>
                    <a:ext uri="{FF2B5EF4-FFF2-40B4-BE49-F238E27FC236}">
                      <a16:creationId xmlns:a16="http://schemas.microsoft.com/office/drawing/2014/main" id="{37F21330-799E-0659-6FD7-7579C5025D4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488380" y="4743487"/>
                  <a:ext cx="279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85" name="Rukopis 284">
                  <a:extLst>
                    <a:ext uri="{FF2B5EF4-FFF2-40B4-BE49-F238E27FC236}">
                      <a16:creationId xmlns:a16="http://schemas.microsoft.com/office/drawing/2014/main" id="{279505CB-7421-CB90-7DFA-4F1EB589C923}"/>
                    </a:ext>
                  </a:extLst>
                </p14:cNvPr>
                <p14:cNvContentPartPr/>
                <p14:nvPr/>
              </p14:nvContentPartPr>
              <p14:xfrm>
                <a:off x="1836500" y="4744927"/>
                <a:ext cx="132480" cy="264600"/>
              </p14:xfrm>
            </p:contentPart>
          </mc:Choice>
          <mc:Fallback>
            <p:pic>
              <p:nvPicPr>
                <p:cNvPr id="285" name="Rukopis 284">
                  <a:extLst>
                    <a:ext uri="{FF2B5EF4-FFF2-40B4-BE49-F238E27FC236}">
                      <a16:creationId xmlns:a16="http://schemas.microsoft.com/office/drawing/2014/main" id="{279505CB-7421-CB90-7DFA-4F1EB589C92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827860" y="4736287"/>
                  <a:ext cx="150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87" name="Rukopis 286">
                  <a:extLst>
                    <a:ext uri="{FF2B5EF4-FFF2-40B4-BE49-F238E27FC236}">
                      <a16:creationId xmlns:a16="http://schemas.microsoft.com/office/drawing/2014/main" id="{08EBB6FB-8CE3-FFB0-97C4-F6A0974FE757}"/>
                    </a:ext>
                  </a:extLst>
                </p14:cNvPr>
                <p14:cNvContentPartPr/>
                <p14:nvPr/>
              </p14:nvContentPartPr>
              <p14:xfrm>
                <a:off x="1965020" y="4693447"/>
                <a:ext cx="230400" cy="387000"/>
              </p14:xfrm>
            </p:contentPart>
          </mc:Choice>
          <mc:Fallback>
            <p:pic>
              <p:nvPicPr>
                <p:cNvPr id="287" name="Rukopis 286">
                  <a:extLst>
                    <a:ext uri="{FF2B5EF4-FFF2-40B4-BE49-F238E27FC236}">
                      <a16:creationId xmlns:a16="http://schemas.microsoft.com/office/drawing/2014/main" id="{08EBB6FB-8CE3-FFB0-97C4-F6A0974FE75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956380" y="4684447"/>
                  <a:ext cx="2480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88" name="Rukopis 287">
                  <a:extLst>
                    <a:ext uri="{FF2B5EF4-FFF2-40B4-BE49-F238E27FC236}">
                      <a16:creationId xmlns:a16="http://schemas.microsoft.com/office/drawing/2014/main" id="{C6D4D5B1-C4A8-A769-F340-732D8EB8FCD5}"/>
                    </a:ext>
                  </a:extLst>
                </p14:cNvPr>
                <p14:cNvContentPartPr/>
                <p14:nvPr/>
              </p14:nvContentPartPr>
              <p14:xfrm>
                <a:off x="2250860" y="4657087"/>
                <a:ext cx="81360" cy="325800"/>
              </p14:xfrm>
            </p:contentPart>
          </mc:Choice>
          <mc:Fallback>
            <p:pic>
              <p:nvPicPr>
                <p:cNvPr id="288" name="Rukopis 287">
                  <a:extLst>
                    <a:ext uri="{FF2B5EF4-FFF2-40B4-BE49-F238E27FC236}">
                      <a16:creationId xmlns:a16="http://schemas.microsoft.com/office/drawing/2014/main" id="{C6D4D5B1-C4A8-A769-F340-732D8EB8FCD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242220" y="4648447"/>
                  <a:ext cx="9900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Skupina 294">
            <a:extLst>
              <a:ext uri="{FF2B5EF4-FFF2-40B4-BE49-F238E27FC236}">
                <a16:creationId xmlns:a16="http://schemas.microsoft.com/office/drawing/2014/main" id="{5B671A1D-05C4-BFFF-0D97-730B0C7C4B77}"/>
              </a:ext>
            </a:extLst>
          </p:cNvPr>
          <p:cNvGrpSpPr/>
          <p:nvPr/>
        </p:nvGrpSpPr>
        <p:grpSpPr>
          <a:xfrm>
            <a:off x="2511860" y="4674367"/>
            <a:ext cx="559800" cy="246960"/>
            <a:chOff x="2511860" y="4674367"/>
            <a:chExt cx="55980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89" name="Rukopis 288">
                  <a:extLst>
                    <a:ext uri="{FF2B5EF4-FFF2-40B4-BE49-F238E27FC236}">
                      <a16:creationId xmlns:a16="http://schemas.microsoft.com/office/drawing/2014/main" id="{6A1D23C1-E313-9C27-E82A-90BDEEAAB38C}"/>
                    </a:ext>
                  </a:extLst>
                </p14:cNvPr>
                <p14:cNvContentPartPr/>
                <p14:nvPr/>
              </p14:nvContentPartPr>
              <p14:xfrm>
                <a:off x="2511860" y="4778767"/>
                <a:ext cx="145800" cy="8280"/>
              </p14:xfrm>
            </p:contentPart>
          </mc:Choice>
          <mc:Fallback>
            <p:pic>
              <p:nvPicPr>
                <p:cNvPr id="289" name="Rukopis 288">
                  <a:extLst>
                    <a:ext uri="{FF2B5EF4-FFF2-40B4-BE49-F238E27FC236}">
                      <a16:creationId xmlns:a16="http://schemas.microsoft.com/office/drawing/2014/main" id="{6A1D23C1-E313-9C27-E82A-90BDEEAAB38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502860" y="4770127"/>
                  <a:ext cx="163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90" name="Rukopis 289">
                  <a:extLst>
                    <a:ext uri="{FF2B5EF4-FFF2-40B4-BE49-F238E27FC236}">
                      <a16:creationId xmlns:a16="http://schemas.microsoft.com/office/drawing/2014/main" id="{5EB1B16D-3657-C19D-651A-EBE6E67ED8D4}"/>
                    </a:ext>
                  </a:extLst>
                </p14:cNvPr>
                <p14:cNvContentPartPr/>
                <p14:nvPr/>
              </p14:nvContentPartPr>
              <p14:xfrm>
                <a:off x="2543540" y="4827367"/>
                <a:ext cx="173160" cy="20520"/>
              </p14:xfrm>
            </p:contentPart>
          </mc:Choice>
          <mc:Fallback>
            <p:pic>
              <p:nvPicPr>
                <p:cNvPr id="290" name="Rukopis 289">
                  <a:extLst>
                    <a:ext uri="{FF2B5EF4-FFF2-40B4-BE49-F238E27FC236}">
                      <a16:creationId xmlns:a16="http://schemas.microsoft.com/office/drawing/2014/main" id="{5EB1B16D-3657-C19D-651A-EBE6E67ED8D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534540" y="4818727"/>
                  <a:ext cx="190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93" name="Rukopis 292">
                  <a:extLst>
                    <a:ext uri="{FF2B5EF4-FFF2-40B4-BE49-F238E27FC236}">
                      <a16:creationId xmlns:a16="http://schemas.microsoft.com/office/drawing/2014/main" id="{6F8A6AF3-2C28-A191-3F65-75E74C93B995}"/>
                    </a:ext>
                  </a:extLst>
                </p14:cNvPr>
                <p14:cNvContentPartPr/>
                <p14:nvPr/>
              </p14:nvContentPartPr>
              <p14:xfrm>
                <a:off x="2897060" y="4674367"/>
                <a:ext cx="111600" cy="246960"/>
              </p14:xfrm>
            </p:contentPart>
          </mc:Choice>
          <mc:Fallback>
            <p:pic>
              <p:nvPicPr>
                <p:cNvPr id="293" name="Rukopis 292">
                  <a:extLst>
                    <a:ext uri="{FF2B5EF4-FFF2-40B4-BE49-F238E27FC236}">
                      <a16:creationId xmlns:a16="http://schemas.microsoft.com/office/drawing/2014/main" id="{6F8A6AF3-2C28-A191-3F65-75E74C93B99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888060" y="4665367"/>
                  <a:ext cx="1292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94" name="Rukopis 293">
                  <a:extLst>
                    <a:ext uri="{FF2B5EF4-FFF2-40B4-BE49-F238E27FC236}">
                      <a16:creationId xmlns:a16="http://schemas.microsoft.com/office/drawing/2014/main" id="{3C66A221-712F-57F0-0B4D-4991EFC1F877}"/>
                    </a:ext>
                  </a:extLst>
                </p14:cNvPr>
                <p14:cNvContentPartPr/>
                <p14:nvPr/>
              </p14:nvContentPartPr>
              <p14:xfrm>
                <a:off x="2851340" y="4804687"/>
                <a:ext cx="220320" cy="15840"/>
              </p14:xfrm>
            </p:contentPart>
          </mc:Choice>
          <mc:Fallback>
            <p:pic>
              <p:nvPicPr>
                <p:cNvPr id="294" name="Rukopis 293">
                  <a:extLst>
                    <a:ext uri="{FF2B5EF4-FFF2-40B4-BE49-F238E27FC236}">
                      <a16:creationId xmlns:a16="http://schemas.microsoft.com/office/drawing/2014/main" id="{3C66A221-712F-57F0-0B4D-4991EFC1F87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842340" y="4796047"/>
                  <a:ext cx="23796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Skupina 303">
            <a:extLst>
              <a:ext uri="{FF2B5EF4-FFF2-40B4-BE49-F238E27FC236}">
                <a16:creationId xmlns:a16="http://schemas.microsoft.com/office/drawing/2014/main" id="{CE362E65-5207-90AD-B314-4543CD2E8857}"/>
              </a:ext>
            </a:extLst>
          </p:cNvPr>
          <p:cNvGrpSpPr/>
          <p:nvPr/>
        </p:nvGrpSpPr>
        <p:grpSpPr>
          <a:xfrm>
            <a:off x="4025300" y="4536847"/>
            <a:ext cx="1549440" cy="412920"/>
            <a:chOff x="4025300" y="4536847"/>
            <a:chExt cx="154944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96" name="Rukopis 295">
                  <a:extLst>
                    <a:ext uri="{FF2B5EF4-FFF2-40B4-BE49-F238E27FC236}">
                      <a16:creationId xmlns:a16="http://schemas.microsoft.com/office/drawing/2014/main" id="{666D556E-D51A-9BC4-488C-1EDAFC6A2C3E}"/>
                    </a:ext>
                  </a:extLst>
                </p14:cNvPr>
                <p14:cNvContentPartPr/>
                <p14:nvPr/>
              </p14:nvContentPartPr>
              <p14:xfrm>
                <a:off x="4025300" y="4576447"/>
                <a:ext cx="108360" cy="259920"/>
              </p14:xfrm>
            </p:contentPart>
          </mc:Choice>
          <mc:Fallback>
            <p:pic>
              <p:nvPicPr>
                <p:cNvPr id="296" name="Rukopis 295">
                  <a:extLst>
                    <a:ext uri="{FF2B5EF4-FFF2-40B4-BE49-F238E27FC236}">
                      <a16:creationId xmlns:a16="http://schemas.microsoft.com/office/drawing/2014/main" id="{666D556E-D51A-9BC4-488C-1EDAFC6A2C3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016300" y="4567447"/>
                  <a:ext cx="1260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97" name="Rukopis 296">
                  <a:extLst>
                    <a:ext uri="{FF2B5EF4-FFF2-40B4-BE49-F238E27FC236}">
                      <a16:creationId xmlns:a16="http://schemas.microsoft.com/office/drawing/2014/main" id="{A377F2CB-B2C9-48EA-1439-E5CD5740F9C9}"/>
                    </a:ext>
                  </a:extLst>
                </p14:cNvPr>
                <p14:cNvContentPartPr/>
                <p14:nvPr/>
              </p14:nvContentPartPr>
              <p14:xfrm>
                <a:off x="4073900" y="4572487"/>
                <a:ext cx="204480" cy="235440"/>
              </p14:xfrm>
            </p:contentPart>
          </mc:Choice>
          <mc:Fallback>
            <p:pic>
              <p:nvPicPr>
                <p:cNvPr id="297" name="Rukopis 296">
                  <a:extLst>
                    <a:ext uri="{FF2B5EF4-FFF2-40B4-BE49-F238E27FC236}">
                      <a16:creationId xmlns:a16="http://schemas.microsoft.com/office/drawing/2014/main" id="{A377F2CB-B2C9-48EA-1439-E5CD5740F9C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065260" y="4563847"/>
                  <a:ext cx="2221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98" name="Rukopis 297">
                  <a:extLst>
                    <a:ext uri="{FF2B5EF4-FFF2-40B4-BE49-F238E27FC236}">
                      <a16:creationId xmlns:a16="http://schemas.microsoft.com/office/drawing/2014/main" id="{F89C0C8D-9E0E-5329-D10A-F529765BE71C}"/>
                    </a:ext>
                  </a:extLst>
                </p14:cNvPr>
                <p14:cNvContentPartPr/>
                <p14:nvPr/>
              </p14:nvContentPartPr>
              <p14:xfrm>
                <a:off x="4324460" y="4538647"/>
                <a:ext cx="112680" cy="242280"/>
              </p14:xfrm>
            </p:contentPart>
          </mc:Choice>
          <mc:Fallback>
            <p:pic>
              <p:nvPicPr>
                <p:cNvPr id="298" name="Rukopis 297">
                  <a:extLst>
                    <a:ext uri="{FF2B5EF4-FFF2-40B4-BE49-F238E27FC236}">
                      <a16:creationId xmlns:a16="http://schemas.microsoft.com/office/drawing/2014/main" id="{F89C0C8D-9E0E-5329-D10A-F529765BE71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315460" y="4530007"/>
                  <a:ext cx="1303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99" name="Rukopis 298">
                  <a:extLst>
                    <a:ext uri="{FF2B5EF4-FFF2-40B4-BE49-F238E27FC236}">
                      <a16:creationId xmlns:a16="http://schemas.microsoft.com/office/drawing/2014/main" id="{426CDA6C-C9F9-39AC-B9ED-1401B3DFE0DE}"/>
                    </a:ext>
                  </a:extLst>
                </p14:cNvPr>
                <p14:cNvContentPartPr/>
                <p14:nvPr/>
              </p14:nvContentPartPr>
              <p14:xfrm>
                <a:off x="4436420" y="4544407"/>
                <a:ext cx="249480" cy="405360"/>
              </p14:xfrm>
            </p:contentPart>
          </mc:Choice>
          <mc:Fallback>
            <p:pic>
              <p:nvPicPr>
                <p:cNvPr id="299" name="Rukopis 298">
                  <a:extLst>
                    <a:ext uri="{FF2B5EF4-FFF2-40B4-BE49-F238E27FC236}">
                      <a16:creationId xmlns:a16="http://schemas.microsoft.com/office/drawing/2014/main" id="{426CDA6C-C9F9-39AC-B9ED-1401B3DFE0D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427420" y="4535767"/>
                  <a:ext cx="2671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00" name="Rukopis 299">
                  <a:extLst>
                    <a:ext uri="{FF2B5EF4-FFF2-40B4-BE49-F238E27FC236}">
                      <a16:creationId xmlns:a16="http://schemas.microsoft.com/office/drawing/2014/main" id="{E89932E2-8D3E-8B71-790D-084478B3AA35}"/>
                    </a:ext>
                  </a:extLst>
                </p14:cNvPr>
                <p14:cNvContentPartPr/>
                <p14:nvPr/>
              </p14:nvContentPartPr>
              <p14:xfrm>
                <a:off x="4635500" y="4536847"/>
                <a:ext cx="182160" cy="395280"/>
              </p14:xfrm>
            </p:contentPart>
          </mc:Choice>
          <mc:Fallback>
            <p:pic>
              <p:nvPicPr>
                <p:cNvPr id="300" name="Rukopis 299">
                  <a:extLst>
                    <a:ext uri="{FF2B5EF4-FFF2-40B4-BE49-F238E27FC236}">
                      <a16:creationId xmlns:a16="http://schemas.microsoft.com/office/drawing/2014/main" id="{E89932E2-8D3E-8B71-790D-084478B3AA3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626860" y="4527847"/>
                  <a:ext cx="19980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01" name="Rukopis 300">
                  <a:extLst>
                    <a:ext uri="{FF2B5EF4-FFF2-40B4-BE49-F238E27FC236}">
                      <a16:creationId xmlns:a16="http://schemas.microsoft.com/office/drawing/2014/main" id="{4E9CE158-9430-1EC0-ACE2-70B5F9CC33E7}"/>
                    </a:ext>
                  </a:extLst>
                </p14:cNvPr>
                <p14:cNvContentPartPr/>
                <p14:nvPr/>
              </p14:nvContentPartPr>
              <p14:xfrm>
                <a:off x="4909820" y="4708927"/>
                <a:ext cx="241920" cy="57960"/>
              </p14:xfrm>
            </p:contentPart>
          </mc:Choice>
          <mc:Fallback>
            <p:pic>
              <p:nvPicPr>
                <p:cNvPr id="301" name="Rukopis 300">
                  <a:extLst>
                    <a:ext uri="{FF2B5EF4-FFF2-40B4-BE49-F238E27FC236}">
                      <a16:creationId xmlns:a16="http://schemas.microsoft.com/office/drawing/2014/main" id="{4E9CE158-9430-1EC0-ACE2-70B5F9CC33E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900820" y="4700287"/>
                  <a:ext cx="259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03" name="Rukopis 302">
                  <a:extLst>
                    <a:ext uri="{FF2B5EF4-FFF2-40B4-BE49-F238E27FC236}">
                      <a16:creationId xmlns:a16="http://schemas.microsoft.com/office/drawing/2014/main" id="{666B26FC-6F3D-A72E-45B0-9C4C635B33D0}"/>
                    </a:ext>
                  </a:extLst>
                </p14:cNvPr>
                <p14:cNvContentPartPr/>
                <p14:nvPr/>
              </p14:nvContentPartPr>
              <p14:xfrm>
                <a:off x="5301140" y="4622167"/>
                <a:ext cx="273600" cy="219240"/>
              </p14:xfrm>
            </p:contentPart>
          </mc:Choice>
          <mc:Fallback>
            <p:pic>
              <p:nvPicPr>
                <p:cNvPr id="303" name="Rukopis 302">
                  <a:extLst>
                    <a:ext uri="{FF2B5EF4-FFF2-40B4-BE49-F238E27FC236}">
                      <a16:creationId xmlns:a16="http://schemas.microsoft.com/office/drawing/2014/main" id="{666B26FC-6F3D-A72E-45B0-9C4C635B33D0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292140" y="4613527"/>
                  <a:ext cx="29124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Skupina 306">
            <a:extLst>
              <a:ext uri="{FF2B5EF4-FFF2-40B4-BE49-F238E27FC236}">
                <a16:creationId xmlns:a16="http://schemas.microsoft.com/office/drawing/2014/main" id="{89479773-7ABF-FAE1-FFE5-D18D8541D351}"/>
              </a:ext>
            </a:extLst>
          </p:cNvPr>
          <p:cNvGrpSpPr/>
          <p:nvPr/>
        </p:nvGrpSpPr>
        <p:grpSpPr>
          <a:xfrm>
            <a:off x="857300" y="5358727"/>
            <a:ext cx="394200" cy="465120"/>
            <a:chOff x="857300" y="5358727"/>
            <a:chExt cx="394200" cy="46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05" name="Rukopis 304">
                  <a:extLst>
                    <a:ext uri="{FF2B5EF4-FFF2-40B4-BE49-F238E27FC236}">
                      <a16:creationId xmlns:a16="http://schemas.microsoft.com/office/drawing/2014/main" id="{D956A6F9-5F7B-3ECB-ECA3-C3BAE42C2ABB}"/>
                    </a:ext>
                  </a:extLst>
                </p14:cNvPr>
                <p14:cNvContentPartPr/>
                <p14:nvPr/>
              </p14:nvContentPartPr>
              <p14:xfrm>
                <a:off x="857300" y="5397967"/>
                <a:ext cx="176040" cy="412920"/>
              </p14:xfrm>
            </p:contentPart>
          </mc:Choice>
          <mc:Fallback>
            <p:pic>
              <p:nvPicPr>
                <p:cNvPr id="305" name="Rukopis 304">
                  <a:extLst>
                    <a:ext uri="{FF2B5EF4-FFF2-40B4-BE49-F238E27FC236}">
                      <a16:creationId xmlns:a16="http://schemas.microsoft.com/office/drawing/2014/main" id="{D956A6F9-5F7B-3ECB-ECA3-C3BAE42C2AB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48660" y="5388967"/>
                  <a:ext cx="19368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06" name="Rukopis 305">
                  <a:extLst>
                    <a:ext uri="{FF2B5EF4-FFF2-40B4-BE49-F238E27FC236}">
                      <a16:creationId xmlns:a16="http://schemas.microsoft.com/office/drawing/2014/main" id="{A93F4435-4A64-A930-3EBB-5E21924EB0A4}"/>
                    </a:ext>
                  </a:extLst>
                </p14:cNvPr>
                <p14:cNvContentPartPr/>
                <p14:nvPr/>
              </p14:nvContentPartPr>
              <p14:xfrm>
                <a:off x="1116500" y="5358727"/>
                <a:ext cx="135000" cy="465120"/>
              </p14:xfrm>
            </p:contentPart>
          </mc:Choice>
          <mc:Fallback>
            <p:pic>
              <p:nvPicPr>
                <p:cNvPr id="306" name="Rukopis 305">
                  <a:extLst>
                    <a:ext uri="{FF2B5EF4-FFF2-40B4-BE49-F238E27FC236}">
                      <a16:creationId xmlns:a16="http://schemas.microsoft.com/office/drawing/2014/main" id="{A93F4435-4A64-A930-3EBB-5E21924EB0A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07500" y="5350087"/>
                  <a:ext cx="152640" cy="48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Skupina 313">
            <a:extLst>
              <a:ext uri="{FF2B5EF4-FFF2-40B4-BE49-F238E27FC236}">
                <a16:creationId xmlns:a16="http://schemas.microsoft.com/office/drawing/2014/main" id="{48BD1813-21A3-AB33-C290-958954B1C11A}"/>
              </a:ext>
            </a:extLst>
          </p:cNvPr>
          <p:cNvGrpSpPr/>
          <p:nvPr/>
        </p:nvGrpSpPr>
        <p:grpSpPr>
          <a:xfrm>
            <a:off x="1540940" y="5340007"/>
            <a:ext cx="1207440" cy="488160"/>
            <a:chOff x="1540940" y="5340007"/>
            <a:chExt cx="1207440" cy="48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08" name="Rukopis 307">
                  <a:extLst>
                    <a:ext uri="{FF2B5EF4-FFF2-40B4-BE49-F238E27FC236}">
                      <a16:creationId xmlns:a16="http://schemas.microsoft.com/office/drawing/2014/main" id="{71BD7F8B-135F-3C6F-B04E-D1DA48615A9F}"/>
                    </a:ext>
                  </a:extLst>
                </p14:cNvPr>
                <p14:cNvContentPartPr/>
                <p14:nvPr/>
              </p14:nvContentPartPr>
              <p14:xfrm>
                <a:off x="1540940" y="5410927"/>
                <a:ext cx="190080" cy="280800"/>
              </p14:xfrm>
            </p:contentPart>
          </mc:Choice>
          <mc:Fallback>
            <p:pic>
              <p:nvPicPr>
                <p:cNvPr id="308" name="Rukopis 307">
                  <a:extLst>
                    <a:ext uri="{FF2B5EF4-FFF2-40B4-BE49-F238E27FC236}">
                      <a16:creationId xmlns:a16="http://schemas.microsoft.com/office/drawing/2014/main" id="{71BD7F8B-135F-3C6F-B04E-D1DA48615A9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531940" y="5402287"/>
                  <a:ext cx="2077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09" name="Rukopis 308">
                  <a:extLst>
                    <a:ext uri="{FF2B5EF4-FFF2-40B4-BE49-F238E27FC236}">
                      <a16:creationId xmlns:a16="http://schemas.microsoft.com/office/drawing/2014/main" id="{126B58A9-1EC9-E848-3175-A1FE1C70CAA7}"/>
                    </a:ext>
                  </a:extLst>
                </p14:cNvPr>
                <p14:cNvContentPartPr/>
                <p14:nvPr/>
              </p14:nvContentPartPr>
              <p14:xfrm>
                <a:off x="1876100" y="5422447"/>
                <a:ext cx="144000" cy="253800"/>
              </p14:xfrm>
            </p:contentPart>
          </mc:Choice>
          <mc:Fallback>
            <p:pic>
              <p:nvPicPr>
                <p:cNvPr id="309" name="Rukopis 308">
                  <a:extLst>
                    <a:ext uri="{FF2B5EF4-FFF2-40B4-BE49-F238E27FC236}">
                      <a16:creationId xmlns:a16="http://schemas.microsoft.com/office/drawing/2014/main" id="{126B58A9-1EC9-E848-3175-A1FE1C70CAA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867460" y="5413807"/>
                  <a:ext cx="1616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10" name="Rukopis 309">
                  <a:extLst>
                    <a:ext uri="{FF2B5EF4-FFF2-40B4-BE49-F238E27FC236}">
                      <a16:creationId xmlns:a16="http://schemas.microsoft.com/office/drawing/2014/main" id="{29311E71-2AF5-9E44-1F28-EE115EA2D0AB}"/>
                    </a:ext>
                  </a:extLst>
                </p14:cNvPr>
                <p14:cNvContentPartPr/>
                <p14:nvPr/>
              </p14:nvContentPartPr>
              <p14:xfrm>
                <a:off x="1956020" y="5420647"/>
                <a:ext cx="242640" cy="407520"/>
              </p14:xfrm>
            </p:contentPart>
          </mc:Choice>
          <mc:Fallback>
            <p:pic>
              <p:nvPicPr>
                <p:cNvPr id="310" name="Rukopis 309">
                  <a:extLst>
                    <a:ext uri="{FF2B5EF4-FFF2-40B4-BE49-F238E27FC236}">
                      <a16:creationId xmlns:a16="http://schemas.microsoft.com/office/drawing/2014/main" id="{29311E71-2AF5-9E44-1F28-EE115EA2D0A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947380" y="5412007"/>
                  <a:ext cx="2602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11" name="Rukopis 310">
                  <a:extLst>
                    <a:ext uri="{FF2B5EF4-FFF2-40B4-BE49-F238E27FC236}">
                      <a16:creationId xmlns:a16="http://schemas.microsoft.com/office/drawing/2014/main" id="{8FAE19C5-66EC-2AD4-AFFC-6907C57AA0FF}"/>
                    </a:ext>
                  </a:extLst>
                </p14:cNvPr>
                <p14:cNvContentPartPr/>
                <p14:nvPr/>
              </p14:nvContentPartPr>
              <p14:xfrm>
                <a:off x="2331860" y="5340007"/>
                <a:ext cx="95040" cy="371880"/>
              </p14:xfrm>
            </p:contentPart>
          </mc:Choice>
          <mc:Fallback>
            <p:pic>
              <p:nvPicPr>
                <p:cNvPr id="311" name="Rukopis 310">
                  <a:extLst>
                    <a:ext uri="{FF2B5EF4-FFF2-40B4-BE49-F238E27FC236}">
                      <a16:creationId xmlns:a16="http://schemas.microsoft.com/office/drawing/2014/main" id="{8FAE19C5-66EC-2AD4-AFFC-6907C57AA0F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323220" y="5331367"/>
                  <a:ext cx="1126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12" name="Rukopis 311">
                  <a:extLst>
                    <a:ext uri="{FF2B5EF4-FFF2-40B4-BE49-F238E27FC236}">
                      <a16:creationId xmlns:a16="http://schemas.microsoft.com/office/drawing/2014/main" id="{5E29D09B-05B8-83AB-EAA4-FB4279ACD7F4}"/>
                    </a:ext>
                  </a:extLst>
                </p14:cNvPr>
                <p14:cNvContentPartPr/>
                <p14:nvPr/>
              </p14:nvContentPartPr>
              <p14:xfrm>
                <a:off x="2580980" y="5514247"/>
                <a:ext cx="141480" cy="18360"/>
              </p14:xfrm>
            </p:contentPart>
          </mc:Choice>
          <mc:Fallback>
            <p:pic>
              <p:nvPicPr>
                <p:cNvPr id="312" name="Rukopis 311">
                  <a:extLst>
                    <a:ext uri="{FF2B5EF4-FFF2-40B4-BE49-F238E27FC236}">
                      <a16:creationId xmlns:a16="http://schemas.microsoft.com/office/drawing/2014/main" id="{5E29D09B-05B8-83AB-EAA4-FB4279ACD7F4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571980" y="5505247"/>
                  <a:ext cx="159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13" name="Rukopis 312">
                  <a:extLst>
                    <a:ext uri="{FF2B5EF4-FFF2-40B4-BE49-F238E27FC236}">
                      <a16:creationId xmlns:a16="http://schemas.microsoft.com/office/drawing/2014/main" id="{31B61365-58A5-0E3C-B15E-15B79378F8CD}"/>
                    </a:ext>
                  </a:extLst>
                </p14:cNvPr>
                <p14:cNvContentPartPr/>
                <p14:nvPr/>
              </p14:nvContentPartPr>
              <p14:xfrm>
                <a:off x="2621300" y="5573287"/>
                <a:ext cx="127080" cy="10080"/>
              </p14:xfrm>
            </p:contentPart>
          </mc:Choice>
          <mc:Fallback>
            <p:pic>
              <p:nvPicPr>
                <p:cNvPr id="313" name="Rukopis 312">
                  <a:extLst>
                    <a:ext uri="{FF2B5EF4-FFF2-40B4-BE49-F238E27FC236}">
                      <a16:creationId xmlns:a16="http://schemas.microsoft.com/office/drawing/2014/main" id="{31B61365-58A5-0E3C-B15E-15B79378F8C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612300" y="5564287"/>
                  <a:ext cx="14472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Skupina 322">
            <a:extLst>
              <a:ext uri="{FF2B5EF4-FFF2-40B4-BE49-F238E27FC236}">
                <a16:creationId xmlns:a16="http://schemas.microsoft.com/office/drawing/2014/main" id="{47D198B6-B217-0AC0-6FCA-6E1B3D7464F8}"/>
              </a:ext>
            </a:extLst>
          </p:cNvPr>
          <p:cNvGrpSpPr/>
          <p:nvPr/>
        </p:nvGrpSpPr>
        <p:grpSpPr>
          <a:xfrm>
            <a:off x="2934860" y="5354407"/>
            <a:ext cx="344160" cy="292680"/>
            <a:chOff x="2934860" y="5354407"/>
            <a:chExt cx="34416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15" name="Rukopis 314">
                  <a:extLst>
                    <a:ext uri="{FF2B5EF4-FFF2-40B4-BE49-F238E27FC236}">
                      <a16:creationId xmlns:a16="http://schemas.microsoft.com/office/drawing/2014/main" id="{5BB151E4-3575-6A3F-8AA0-1E26D1C7968A}"/>
                    </a:ext>
                  </a:extLst>
                </p14:cNvPr>
                <p14:cNvContentPartPr/>
                <p14:nvPr/>
              </p14:nvContentPartPr>
              <p14:xfrm>
                <a:off x="2934860" y="5391127"/>
                <a:ext cx="93960" cy="255960"/>
              </p14:xfrm>
            </p:contentPart>
          </mc:Choice>
          <mc:Fallback>
            <p:pic>
              <p:nvPicPr>
                <p:cNvPr id="315" name="Rukopis 314">
                  <a:extLst>
                    <a:ext uri="{FF2B5EF4-FFF2-40B4-BE49-F238E27FC236}">
                      <a16:creationId xmlns:a16="http://schemas.microsoft.com/office/drawing/2014/main" id="{5BB151E4-3575-6A3F-8AA0-1E26D1C7968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925860" y="5382487"/>
                  <a:ext cx="1116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16" name="Rukopis 315">
                  <a:extLst>
                    <a:ext uri="{FF2B5EF4-FFF2-40B4-BE49-F238E27FC236}">
                      <a16:creationId xmlns:a16="http://schemas.microsoft.com/office/drawing/2014/main" id="{ADE6E1C1-3D1C-3AF5-D20B-E096CB44430E}"/>
                    </a:ext>
                  </a:extLst>
                </p14:cNvPr>
                <p14:cNvContentPartPr/>
                <p14:nvPr/>
              </p14:nvContentPartPr>
              <p14:xfrm>
                <a:off x="2944580" y="5354407"/>
                <a:ext cx="334440" cy="264600"/>
              </p14:xfrm>
            </p:contentPart>
          </mc:Choice>
          <mc:Fallback>
            <p:pic>
              <p:nvPicPr>
                <p:cNvPr id="316" name="Rukopis 315">
                  <a:extLst>
                    <a:ext uri="{FF2B5EF4-FFF2-40B4-BE49-F238E27FC236}">
                      <a16:creationId xmlns:a16="http://schemas.microsoft.com/office/drawing/2014/main" id="{ADE6E1C1-3D1C-3AF5-D20B-E096CB44430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935580" y="5345407"/>
                  <a:ext cx="35208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Skupina 321">
            <a:extLst>
              <a:ext uri="{FF2B5EF4-FFF2-40B4-BE49-F238E27FC236}">
                <a16:creationId xmlns:a16="http://schemas.microsoft.com/office/drawing/2014/main" id="{D9A4F59F-DB5C-13F3-EA04-430C1DC4E98A}"/>
              </a:ext>
            </a:extLst>
          </p:cNvPr>
          <p:cNvGrpSpPr/>
          <p:nvPr/>
        </p:nvGrpSpPr>
        <p:grpSpPr>
          <a:xfrm>
            <a:off x="4269740" y="5268367"/>
            <a:ext cx="712800" cy="473040"/>
            <a:chOff x="4269740" y="5268367"/>
            <a:chExt cx="712800" cy="4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17" name="Rukopis 316">
                  <a:extLst>
                    <a:ext uri="{FF2B5EF4-FFF2-40B4-BE49-F238E27FC236}">
                      <a16:creationId xmlns:a16="http://schemas.microsoft.com/office/drawing/2014/main" id="{FAE16DE8-AFEB-75DB-2AE6-9BBF3B22BD0D}"/>
                    </a:ext>
                  </a:extLst>
                </p14:cNvPr>
                <p14:cNvContentPartPr/>
                <p14:nvPr/>
              </p14:nvContentPartPr>
              <p14:xfrm>
                <a:off x="4269740" y="5380327"/>
                <a:ext cx="102600" cy="234000"/>
              </p14:xfrm>
            </p:contentPart>
          </mc:Choice>
          <mc:Fallback>
            <p:pic>
              <p:nvPicPr>
                <p:cNvPr id="317" name="Rukopis 316">
                  <a:extLst>
                    <a:ext uri="{FF2B5EF4-FFF2-40B4-BE49-F238E27FC236}">
                      <a16:creationId xmlns:a16="http://schemas.microsoft.com/office/drawing/2014/main" id="{FAE16DE8-AFEB-75DB-2AE6-9BBF3B22BD0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4260740" y="5371327"/>
                  <a:ext cx="120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18" name="Rukopis 317">
                  <a:extLst>
                    <a:ext uri="{FF2B5EF4-FFF2-40B4-BE49-F238E27FC236}">
                      <a16:creationId xmlns:a16="http://schemas.microsoft.com/office/drawing/2014/main" id="{A039EBCB-24AB-C8E7-2F71-0223F073F093}"/>
                    </a:ext>
                  </a:extLst>
                </p14:cNvPr>
                <p14:cNvContentPartPr/>
                <p14:nvPr/>
              </p14:nvContentPartPr>
              <p14:xfrm>
                <a:off x="4303580" y="5298607"/>
                <a:ext cx="248400" cy="279000"/>
              </p14:xfrm>
            </p:contentPart>
          </mc:Choice>
          <mc:Fallback>
            <p:pic>
              <p:nvPicPr>
                <p:cNvPr id="318" name="Rukopis 317">
                  <a:extLst>
                    <a:ext uri="{FF2B5EF4-FFF2-40B4-BE49-F238E27FC236}">
                      <a16:creationId xmlns:a16="http://schemas.microsoft.com/office/drawing/2014/main" id="{A039EBCB-24AB-C8E7-2F71-0223F073F09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294580" y="5289967"/>
                  <a:ext cx="2660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19" name="Rukopis 318">
                  <a:extLst>
                    <a:ext uri="{FF2B5EF4-FFF2-40B4-BE49-F238E27FC236}">
                      <a16:creationId xmlns:a16="http://schemas.microsoft.com/office/drawing/2014/main" id="{3713CB94-AAB3-A387-8901-5F33171D91A2}"/>
                    </a:ext>
                  </a:extLst>
                </p14:cNvPr>
                <p14:cNvContentPartPr/>
                <p14:nvPr/>
              </p14:nvContentPartPr>
              <p14:xfrm>
                <a:off x="4571780" y="5323807"/>
                <a:ext cx="134280" cy="239760"/>
              </p14:xfrm>
            </p:contentPart>
          </mc:Choice>
          <mc:Fallback>
            <p:pic>
              <p:nvPicPr>
                <p:cNvPr id="319" name="Rukopis 318">
                  <a:extLst>
                    <a:ext uri="{FF2B5EF4-FFF2-40B4-BE49-F238E27FC236}">
                      <a16:creationId xmlns:a16="http://schemas.microsoft.com/office/drawing/2014/main" id="{3713CB94-AAB3-A387-8901-5F33171D91A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562780" y="5315167"/>
                  <a:ext cx="1519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20" name="Rukopis 319">
                  <a:extLst>
                    <a:ext uri="{FF2B5EF4-FFF2-40B4-BE49-F238E27FC236}">
                      <a16:creationId xmlns:a16="http://schemas.microsoft.com/office/drawing/2014/main" id="{C62799AA-22B8-5B2F-5ABE-46232B65E609}"/>
                    </a:ext>
                  </a:extLst>
                </p14:cNvPr>
                <p14:cNvContentPartPr/>
                <p14:nvPr/>
              </p14:nvContentPartPr>
              <p14:xfrm>
                <a:off x="4582940" y="5300407"/>
                <a:ext cx="272880" cy="399600"/>
              </p14:xfrm>
            </p:contentPart>
          </mc:Choice>
          <mc:Fallback>
            <p:pic>
              <p:nvPicPr>
                <p:cNvPr id="320" name="Rukopis 319">
                  <a:extLst>
                    <a:ext uri="{FF2B5EF4-FFF2-40B4-BE49-F238E27FC236}">
                      <a16:creationId xmlns:a16="http://schemas.microsoft.com/office/drawing/2014/main" id="{C62799AA-22B8-5B2F-5ABE-46232B65E609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573940" y="5291407"/>
                  <a:ext cx="29052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21" name="Rukopis 320">
                  <a:extLst>
                    <a:ext uri="{FF2B5EF4-FFF2-40B4-BE49-F238E27FC236}">
                      <a16:creationId xmlns:a16="http://schemas.microsoft.com/office/drawing/2014/main" id="{A52C64AC-ABBE-C138-E3C4-C0156CAA35D0}"/>
                    </a:ext>
                  </a:extLst>
                </p14:cNvPr>
                <p14:cNvContentPartPr/>
                <p14:nvPr/>
              </p14:nvContentPartPr>
              <p14:xfrm>
                <a:off x="4741340" y="5268367"/>
                <a:ext cx="241200" cy="473040"/>
              </p14:xfrm>
            </p:contentPart>
          </mc:Choice>
          <mc:Fallback>
            <p:pic>
              <p:nvPicPr>
                <p:cNvPr id="321" name="Rukopis 320">
                  <a:extLst>
                    <a:ext uri="{FF2B5EF4-FFF2-40B4-BE49-F238E27FC236}">
                      <a16:creationId xmlns:a16="http://schemas.microsoft.com/office/drawing/2014/main" id="{A52C64AC-ABBE-C138-E3C4-C0156CAA35D0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732700" y="5259367"/>
                  <a:ext cx="258840" cy="49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Skupina 327">
            <a:extLst>
              <a:ext uri="{FF2B5EF4-FFF2-40B4-BE49-F238E27FC236}">
                <a16:creationId xmlns:a16="http://schemas.microsoft.com/office/drawing/2014/main" id="{4AF04382-D6F7-35AA-A1E4-D1915CDB125E}"/>
              </a:ext>
            </a:extLst>
          </p:cNvPr>
          <p:cNvGrpSpPr/>
          <p:nvPr/>
        </p:nvGrpSpPr>
        <p:grpSpPr>
          <a:xfrm>
            <a:off x="5187380" y="5264407"/>
            <a:ext cx="581760" cy="312120"/>
            <a:chOff x="5187380" y="5264407"/>
            <a:chExt cx="58176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24" name="Rukopis 323">
                  <a:extLst>
                    <a:ext uri="{FF2B5EF4-FFF2-40B4-BE49-F238E27FC236}">
                      <a16:creationId xmlns:a16="http://schemas.microsoft.com/office/drawing/2014/main" id="{2DC28BD4-28EE-A5FD-FEE3-79C1BBCC43BA}"/>
                    </a:ext>
                  </a:extLst>
                </p14:cNvPr>
                <p14:cNvContentPartPr/>
                <p14:nvPr/>
              </p14:nvContentPartPr>
              <p14:xfrm>
                <a:off x="5187380" y="5417047"/>
                <a:ext cx="127080" cy="30960"/>
              </p14:xfrm>
            </p:contentPart>
          </mc:Choice>
          <mc:Fallback>
            <p:pic>
              <p:nvPicPr>
                <p:cNvPr id="324" name="Rukopis 323">
                  <a:extLst>
                    <a:ext uri="{FF2B5EF4-FFF2-40B4-BE49-F238E27FC236}">
                      <a16:creationId xmlns:a16="http://schemas.microsoft.com/office/drawing/2014/main" id="{2DC28BD4-28EE-A5FD-FEE3-79C1BBCC43BA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178740" y="5408407"/>
                  <a:ext cx="144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25" name="Rukopis 324">
                  <a:extLst>
                    <a:ext uri="{FF2B5EF4-FFF2-40B4-BE49-F238E27FC236}">
                      <a16:creationId xmlns:a16="http://schemas.microsoft.com/office/drawing/2014/main" id="{13F28E83-47D6-CB84-D522-EB3B66CAB727}"/>
                    </a:ext>
                  </a:extLst>
                </p14:cNvPr>
                <p14:cNvContentPartPr/>
                <p14:nvPr/>
              </p14:nvContentPartPr>
              <p14:xfrm>
                <a:off x="5211860" y="5435407"/>
                <a:ext cx="165960" cy="37800"/>
              </p14:xfrm>
            </p:contentPart>
          </mc:Choice>
          <mc:Fallback>
            <p:pic>
              <p:nvPicPr>
                <p:cNvPr id="325" name="Rukopis 324">
                  <a:extLst>
                    <a:ext uri="{FF2B5EF4-FFF2-40B4-BE49-F238E27FC236}">
                      <a16:creationId xmlns:a16="http://schemas.microsoft.com/office/drawing/2014/main" id="{13F28E83-47D6-CB84-D522-EB3B66CAB727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203220" y="5426407"/>
                  <a:ext cx="183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26" name="Rukopis 325">
                  <a:extLst>
                    <a:ext uri="{FF2B5EF4-FFF2-40B4-BE49-F238E27FC236}">
                      <a16:creationId xmlns:a16="http://schemas.microsoft.com/office/drawing/2014/main" id="{C53A7A95-F51F-DDC7-B836-23D981CD357E}"/>
                    </a:ext>
                  </a:extLst>
                </p14:cNvPr>
                <p14:cNvContentPartPr/>
                <p14:nvPr/>
              </p14:nvContentPartPr>
              <p14:xfrm>
                <a:off x="5450540" y="5296087"/>
                <a:ext cx="164520" cy="280440"/>
              </p14:xfrm>
            </p:contentPart>
          </mc:Choice>
          <mc:Fallback>
            <p:pic>
              <p:nvPicPr>
                <p:cNvPr id="326" name="Rukopis 325">
                  <a:extLst>
                    <a:ext uri="{FF2B5EF4-FFF2-40B4-BE49-F238E27FC236}">
                      <a16:creationId xmlns:a16="http://schemas.microsoft.com/office/drawing/2014/main" id="{C53A7A95-F51F-DDC7-B836-23D981CD357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441900" y="5287087"/>
                  <a:ext cx="1821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27" name="Rukopis 326">
                  <a:extLst>
                    <a:ext uri="{FF2B5EF4-FFF2-40B4-BE49-F238E27FC236}">
                      <a16:creationId xmlns:a16="http://schemas.microsoft.com/office/drawing/2014/main" id="{8EA92021-4B74-F5BA-6677-2B014F8E0CEE}"/>
                    </a:ext>
                  </a:extLst>
                </p14:cNvPr>
                <p14:cNvContentPartPr/>
                <p14:nvPr/>
              </p14:nvContentPartPr>
              <p14:xfrm>
                <a:off x="5490860" y="5264407"/>
                <a:ext cx="278280" cy="309960"/>
              </p14:xfrm>
            </p:contentPart>
          </mc:Choice>
          <mc:Fallback>
            <p:pic>
              <p:nvPicPr>
                <p:cNvPr id="327" name="Rukopis 326">
                  <a:extLst>
                    <a:ext uri="{FF2B5EF4-FFF2-40B4-BE49-F238E27FC236}">
                      <a16:creationId xmlns:a16="http://schemas.microsoft.com/office/drawing/2014/main" id="{8EA92021-4B74-F5BA-6677-2B014F8E0CE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481860" y="5255767"/>
                  <a:ext cx="295920" cy="32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7430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4086B7F-C349-8622-5E18-03E7DA1AC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Zobrazení</a:t>
            </a:r>
          </a:p>
        </p:txBody>
      </p:sp>
      <p:sp>
        <p:nvSpPr>
          <p:cNvPr id="5123" name="TextovéPole 1">
            <a:extLst>
              <a:ext uri="{FF2B5EF4-FFF2-40B4-BE49-F238E27FC236}">
                <a16:creationId xmlns:a16="http://schemas.microsoft.com/office/drawing/2014/main" id="{2F070F7E-295E-A59C-4CD4-F5BD1D62F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BDA44AB-8480-48FA-9F0A-2F64637A1DAF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cs-CZ" altLang="cs-CZ" sz="1100"/>
          </a:p>
        </p:txBody>
      </p:sp>
      <p:pic>
        <p:nvPicPr>
          <p:cNvPr id="5124" name="Picture 2">
            <a:extLst>
              <a:ext uri="{FF2B5EF4-FFF2-40B4-BE49-F238E27FC236}">
                <a16:creationId xmlns:a16="http://schemas.microsoft.com/office/drawing/2014/main" id="{2BC08D6F-2167-A0B0-071A-82DB575CD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908050"/>
            <a:ext cx="8234363" cy="523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3">
            <a:extLst>
              <a:ext uri="{FF2B5EF4-FFF2-40B4-BE49-F238E27FC236}">
                <a16:creationId xmlns:a16="http://schemas.microsoft.com/office/drawing/2014/main" id="{A971697B-5033-AE1D-2CE4-0E1D37DDF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6121400"/>
            <a:ext cx="8139112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Rukopis 1">
                <a:extLst>
                  <a:ext uri="{FF2B5EF4-FFF2-40B4-BE49-F238E27FC236}">
                    <a16:creationId xmlns:a16="http://schemas.microsoft.com/office/drawing/2014/main" id="{3CA8D03C-C5CF-31E1-8D6A-1E24DC86397D}"/>
                  </a:ext>
                </a:extLst>
              </p14:cNvPr>
              <p14:cNvContentPartPr/>
              <p14:nvPr/>
            </p14:nvContentPartPr>
            <p14:xfrm>
              <a:off x="600980" y="664844"/>
              <a:ext cx="133200" cy="249840"/>
            </p14:xfrm>
          </p:contentPart>
        </mc:Choice>
        <mc:Fallback xmlns="">
          <p:pic>
            <p:nvPicPr>
              <p:cNvPr id="2" name="Rukopis 1">
                <a:extLst>
                  <a:ext uri="{FF2B5EF4-FFF2-40B4-BE49-F238E27FC236}">
                    <a16:creationId xmlns:a16="http://schemas.microsoft.com/office/drawing/2014/main" id="{3CA8D03C-C5CF-31E1-8D6A-1E24DC8639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2340" y="655844"/>
                <a:ext cx="15084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0994AF12-F069-4721-D562-E3F3D75469CA}"/>
                  </a:ext>
                </a:extLst>
              </p14:cNvPr>
              <p14:cNvContentPartPr/>
              <p14:nvPr/>
            </p14:nvContentPartPr>
            <p14:xfrm>
              <a:off x="729500" y="664844"/>
              <a:ext cx="85320" cy="369360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0994AF12-F069-4721-D562-E3F3D75469C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0500" y="656204"/>
                <a:ext cx="102960" cy="38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Skupina 11">
            <a:extLst>
              <a:ext uri="{FF2B5EF4-FFF2-40B4-BE49-F238E27FC236}">
                <a16:creationId xmlns:a16="http://schemas.microsoft.com/office/drawing/2014/main" id="{FDB9DE79-63D2-97EA-2913-D1E72FB9F2D1}"/>
              </a:ext>
            </a:extLst>
          </p:cNvPr>
          <p:cNvGrpSpPr/>
          <p:nvPr/>
        </p:nvGrpSpPr>
        <p:grpSpPr>
          <a:xfrm>
            <a:off x="824900" y="348607"/>
            <a:ext cx="415440" cy="413280"/>
            <a:chOff x="824900" y="348607"/>
            <a:chExt cx="41544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Rukopis 1">
                  <a:extLst>
                    <a:ext uri="{FF2B5EF4-FFF2-40B4-BE49-F238E27FC236}">
                      <a16:creationId xmlns:a16="http://schemas.microsoft.com/office/drawing/2014/main" id="{0B8EF5A9-5ACB-7BA9-A3DC-39D46AF8D784}"/>
                    </a:ext>
                  </a:extLst>
                </p14:cNvPr>
                <p14:cNvContentPartPr/>
                <p14:nvPr/>
              </p14:nvContentPartPr>
              <p14:xfrm>
                <a:off x="824900" y="400087"/>
                <a:ext cx="235800" cy="361800"/>
              </p14:xfrm>
            </p:contentPart>
          </mc:Choice>
          <mc:Fallback>
            <p:pic>
              <p:nvPicPr>
                <p:cNvPr id="2" name="Rukopis 1">
                  <a:extLst>
                    <a:ext uri="{FF2B5EF4-FFF2-40B4-BE49-F238E27FC236}">
                      <a16:creationId xmlns:a16="http://schemas.microsoft.com/office/drawing/2014/main" id="{0B8EF5A9-5ACB-7BA9-A3DC-39D46AF8D7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6260" y="391087"/>
                  <a:ext cx="2534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Rukopis 2">
                  <a:extLst>
                    <a:ext uri="{FF2B5EF4-FFF2-40B4-BE49-F238E27FC236}">
                      <a16:creationId xmlns:a16="http://schemas.microsoft.com/office/drawing/2014/main" id="{CD8A7904-ED06-799B-B970-05E14EB76B96}"/>
                    </a:ext>
                  </a:extLst>
                </p14:cNvPr>
                <p14:cNvContentPartPr/>
                <p14:nvPr/>
              </p14:nvContentPartPr>
              <p14:xfrm>
                <a:off x="1104980" y="348607"/>
                <a:ext cx="135360" cy="408240"/>
              </p14:xfrm>
            </p:contentPart>
          </mc:Choice>
          <mc:Fallback>
            <p:pic>
              <p:nvPicPr>
                <p:cNvPr id="3" name="Rukopis 2">
                  <a:extLst>
                    <a:ext uri="{FF2B5EF4-FFF2-40B4-BE49-F238E27FC236}">
                      <a16:creationId xmlns:a16="http://schemas.microsoft.com/office/drawing/2014/main" id="{CD8A7904-ED06-799B-B970-05E14EB76B9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5980" y="339967"/>
                  <a:ext cx="153000" cy="42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Skupina 24">
            <a:extLst>
              <a:ext uri="{FF2B5EF4-FFF2-40B4-BE49-F238E27FC236}">
                <a16:creationId xmlns:a16="http://schemas.microsoft.com/office/drawing/2014/main" id="{9E669248-23A8-3BAB-D3FE-7ADAFF0E5016}"/>
              </a:ext>
            </a:extLst>
          </p:cNvPr>
          <p:cNvGrpSpPr/>
          <p:nvPr/>
        </p:nvGrpSpPr>
        <p:grpSpPr>
          <a:xfrm>
            <a:off x="2343020" y="234847"/>
            <a:ext cx="1164600" cy="626040"/>
            <a:chOff x="2343020" y="234847"/>
            <a:chExt cx="1164600" cy="62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Rukopis 15">
                  <a:extLst>
                    <a:ext uri="{FF2B5EF4-FFF2-40B4-BE49-F238E27FC236}">
                      <a16:creationId xmlns:a16="http://schemas.microsoft.com/office/drawing/2014/main" id="{7FF257D2-A14C-F05A-0D16-DF3CA0CD0207}"/>
                    </a:ext>
                  </a:extLst>
                </p14:cNvPr>
                <p14:cNvContentPartPr/>
                <p14:nvPr/>
              </p14:nvContentPartPr>
              <p14:xfrm>
                <a:off x="2343020" y="492247"/>
                <a:ext cx="175320" cy="368640"/>
              </p14:xfrm>
            </p:contentPart>
          </mc:Choice>
          <mc:Fallback>
            <p:pic>
              <p:nvPicPr>
                <p:cNvPr id="16" name="Rukopis 15">
                  <a:extLst>
                    <a:ext uri="{FF2B5EF4-FFF2-40B4-BE49-F238E27FC236}">
                      <a16:creationId xmlns:a16="http://schemas.microsoft.com/office/drawing/2014/main" id="{7FF257D2-A14C-F05A-0D16-DF3CA0CD02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34380" y="483607"/>
                  <a:ext cx="1929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Rukopis 16">
                  <a:extLst>
                    <a:ext uri="{FF2B5EF4-FFF2-40B4-BE49-F238E27FC236}">
                      <a16:creationId xmlns:a16="http://schemas.microsoft.com/office/drawing/2014/main" id="{26D4A122-6E8A-ED41-96D3-A0811952A5B5}"/>
                    </a:ext>
                  </a:extLst>
                </p14:cNvPr>
                <p14:cNvContentPartPr/>
                <p14:nvPr/>
              </p14:nvContentPartPr>
              <p14:xfrm>
                <a:off x="2584580" y="507367"/>
                <a:ext cx="128880" cy="159480"/>
              </p14:xfrm>
            </p:contentPart>
          </mc:Choice>
          <mc:Fallback>
            <p:pic>
              <p:nvPicPr>
                <p:cNvPr id="17" name="Rukopis 16">
                  <a:extLst>
                    <a:ext uri="{FF2B5EF4-FFF2-40B4-BE49-F238E27FC236}">
                      <a16:creationId xmlns:a16="http://schemas.microsoft.com/office/drawing/2014/main" id="{26D4A122-6E8A-ED41-96D3-A0811952A5B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75580" y="498367"/>
                  <a:ext cx="146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Rukopis 17">
                  <a:extLst>
                    <a:ext uri="{FF2B5EF4-FFF2-40B4-BE49-F238E27FC236}">
                      <a16:creationId xmlns:a16="http://schemas.microsoft.com/office/drawing/2014/main" id="{5C3D9E5E-AD6E-3B52-7F47-F14BD8BB93CF}"/>
                    </a:ext>
                  </a:extLst>
                </p14:cNvPr>
                <p14:cNvContentPartPr/>
                <p14:nvPr/>
              </p14:nvContentPartPr>
              <p14:xfrm>
                <a:off x="2779700" y="489007"/>
                <a:ext cx="137880" cy="169920"/>
              </p14:xfrm>
            </p:contentPart>
          </mc:Choice>
          <mc:Fallback>
            <p:pic>
              <p:nvPicPr>
                <p:cNvPr id="18" name="Rukopis 17">
                  <a:extLst>
                    <a:ext uri="{FF2B5EF4-FFF2-40B4-BE49-F238E27FC236}">
                      <a16:creationId xmlns:a16="http://schemas.microsoft.com/office/drawing/2014/main" id="{5C3D9E5E-AD6E-3B52-7F47-F14BD8BB93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70700" y="480367"/>
                  <a:ext cx="1555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Rukopis 18">
                  <a:extLst>
                    <a:ext uri="{FF2B5EF4-FFF2-40B4-BE49-F238E27FC236}">
                      <a16:creationId xmlns:a16="http://schemas.microsoft.com/office/drawing/2014/main" id="{DB1A530C-B4B8-1FA7-13D3-EDF96EDABF26}"/>
                    </a:ext>
                  </a:extLst>
                </p14:cNvPr>
                <p14:cNvContentPartPr/>
                <p14:nvPr/>
              </p14:nvContentPartPr>
              <p14:xfrm>
                <a:off x="2964020" y="468487"/>
                <a:ext cx="76320" cy="172800"/>
              </p14:xfrm>
            </p:contentPart>
          </mc:Choice>
          <mc:Fallback>
            <p:pic>
              <p:nvPicPr>
                <p:cNvPr id="19" name="Rukopis 18">
                  <a:extLst>
                    <a:ext uri="{FF2B5EF4-FFF2-40B4-BE49-F238E27FC236}">
                      <a16:creationId xmlns:a16="http://schemas.microsoft.com/office/drawing/2014/main" id="{DB1A530C-B4B8-1FA7-13D3-EDF96EDABF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55020" y="459487"/>
                  <a:ext cx="93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Rukopis 19">
                  <a:extLst>
                    <a:ext uri="{FF2B5EF4-FFF2-40B4-BE49-F238E27FC236}">
                      <a16:creationId xmlns:a16="http://schemas.microsoft.com/office/drawing/2014/main" id="{EBA584F8-BE7A-B948-2BA4-09DE0176691B}"/>
                    </a:ext>
                  </a:extLst>
                </p14:cNvPr>
                <p14:cNvContentPartPr/>
                <p14:nvPr/>
              </p14:nvContentPartPr>
              <p14:xfrm>
                <a:off x="3129980" y="274087"/>
                <a:ext cx="281160" cy="360360"/>
              </p14:xfrm>
            </p:contentPart>
          </mc:Choice>
          <mc:Fallback>
            <p:pic>
              <p:nvPicPr>
                <p:cNvPr id="20" name="Rukopis 19">
                  <a:extLst>
                    <a:ext uri="{FF2B5EF4-FFF2-40B4-BE49-F238E27FC236}">
                      <a16:creationId xmlns:a16="http://schemas.microsoft.com/office/drawing/2014/main" id="{EBA584F8-BE7A-B948-2BA4-09DE017669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21340" y="265447"/>
                  <a:ext cx="2988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Rukopis 20">
                  <a:extLst>
                    <a:ext uri="{FF2B5EF4-FFF2-40B4-BE49-F238E27FC236}">
                      <a16:creationId xmlns:a16="http://schemas.microsoft.com/office/drawing/2014/main" id="{34483DBA-124A-B6B4-7F0A-AA8799B83691}"/>
                    </a:ext>
                  </a:extLst>
                </p14:cNvPr>
                <p14:cNvContentPartPr/>
                <p14:nvPr/>
              </p14:nvContentPartPr>
              <p14:xfrm>
                <a:off x="3461180" y="234847"/>
                <a:ext cx="46440" cy="207360"/>
              </p14:xfrm>
            </p:contentPart>
          </mc:Choice>
          <mc:Fallback>
            <p:pic>
              <p:nvPicPr>
                <p:cNvPr id="21" name="Rukopis 20">
                  <a:extLst>
                    <a:ext uri="{FF2B5EF4-FFF2-40B4-BE49-F238E27FC236}">
                      <a16:creationId xmlns:a16="http://schemas.microsoft.com/office/drawing/2014/main" id="{34483DBA-124A-B6B4-7F0A-AA8799B8369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52540" y="225847"/>
                  <a:ext cx="6408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Skupina 78">
            <a:extLst>
              <a:ext uri="{FF2B5EF4-FFF2-40B4-BE49-F238E27FC236}">
                <a16:creationId xmlns:a16="http://schemas.microsoft.com/office/drawing/2014/main" id="{E4420CA3-4B45-BE60-D06B-23AEFE0ED909}"/>
              </a:ext>
            </a:extLst>
          </p:cNvPr>
          <p:cNvGrpSpPr/>
          <p:nvPr/>
        </p:nvGrpSpPr>
        <p:grpSpPr>
          <a:xfrm>
            <a:off x="1805180" y="951247"/>
            <a:ext cx="303840" cy="328680"/>
            <a:chOff x="1805180" y="951247"/>
            <a:chExt cx="30384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7" name="Rukopis 76">
                  <a:extLst>
                    <a:ext uri="{FF2B5EF4-FFF2-40B4-BE49-F238E27FC236}">
                      <a16:creationId xmlns:a16="http://schemas.microsoft.com/office/drawing/2014/main" id="{4680213B-3909-5B8B-97B8-CFDE9B18780D}"/>
                    </a:ext>
                  </a:extLst>
                </p14:cNvPr>
                <p14:cNvContentPartPr/>
                <p14:nvPr/>
              </p14:nvContentPartPr>
              <p14:xfrm>
                <a:off x="1805180" y="1011367"/>
                <a:ext cx="235080" cy="108000"/>
              </p14:xfrm>
            </p:contentPart>
          </mc:Choice>
          <mc:Fallback>
            <p:pic>
              <p:nvPicPr>
                <p:cNvPr id="77" name="Rukopis 76">
                  <a:extLst>
                    <a:ext uri="{FF2B5EF4-FFF2-40B4-BE49-F238E27FC236}">
                      <a16:creationId xmlns:a16="http://schemas.microsoft.com/office/drawing/2014/main" id="{4680213B-3909-5B8B-97B8-CFDE9B1878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96540" y="1002367"/>
                  <a:ext cx="252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8" name="Rukopis 77">
                  <a:extLst>
                    <a:ext uri="{FF2B5EF4-FFF2-40B4-BE49-F238E27FC236}">
                      <a16:creationId xmlns:a16="http://schemas.microsoft.com/office/drawing/2014/main" id="{A149F929-BD28-A982-B2A7-3484CF703AFF}"/>
                    </a:ext>
                  </a:extLst>
                </p14:cNvPr>
                <p14:cNvContentPartPr/>
                <p14:nvPr/>
              </p14:nvContentPartPr>
              <p14:xfrm>
                <a:off x="2019740" y="951247"/>
                <a:ext cx="89280" cy="328680"/>
              </p14:xfrm>
            </p:contentPart>
          </mc:Choice>
          <mc:Fallback>
            <p:pic>
              <p:nvPicPr>
                <p:cNvPr id="78" name="Rukopis 77">
                  <a:extLst>
                    <a:ext uri="{FF2B5EF4-FFF2-40B4-BE49-F238E27FC236}">
                      <a16:creationId xmlns:a16="http://schemas.microsoft.com/office/drawing/2014/main" id="{A149F929-BD28-A982-B2A7-3484CF703AF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11100" y="942607"/>
                  <a:ext cx="106920" cy="34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0" name="Rukopis 79">
                <a:extLst>
                  <a:ext uri="{FF2B5EF4-FFF2-40B4-BE49-F238E27FC236}">
                    <a16:creationId xmlns:a16="http://schemas.microsoft.com/office/drawing/2014/main" id="{A552876D-31EC-FE8A-66C6-F867FD1D811E}"/>
                  </a:ext>
                </a:extLst>
              </p14:cNvPr>
              <p14:cNvContentPartPr/>
              <p14:nvPr/>
            </p14:nvContentPartPr>
            <p14:xfrm>
              <a:off x="2843780" y="988327"/>
              <a:ext cx="212400" cy="235080"/>
            </p14:xfrm>
          </p:contentPart>
        </mc:Choice>
        <mc:Fallback>
          <p:pic>
            <p:nvPicPr>
              <p:cNvPr id="80" name="Rukopis 79">
                <a:extLst>
                  <a:ext uri="{FF2B5EF4-FFF2-40B4-BE49-F238E27FC236}">
                    <a16:creationId xmlns:a16="http://schemas.microsoft.com/office/drawing/2014/main" id="{A552876D-31EC-FE8A-66C6-F867FD1D811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35140" y="979327"/>
                <a:ext cx="23004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5" name="Rukopis 84">
                <a:extLst>
                  <a:ext uri="{FF2B5EF4-FFF2-40B4-BE49-F238E27FC236}">
                    <a16:creationId xmlns:a16="http://schemas.microsoft.com/office/drawing/2014/main" id="{582DD723-FE95-5749-5D99-9BAE02F8FFEE}"/>
                  </a:ext>
                </a:extLst>
              </p14:cNvPr>
              <p14:cNvContentPartPr/>
              <p14:nvPr/>
            </p14:nvContentPartPr>
            <p14:xfrm>
              <a:off x="1831100" y="1353367"/>
              <a:ext cx="243720" cy="252720"/>
            </p14:xfrm>
          </p:contentPart>
        </mc:Choice>
        <mc:Fallback>
          <p:pic>
            <p:nvPicPr>
              <p:cNvPr id="85" name="Rukopis 84">
                <a:extLst>
                  <a:ext uri="{FF2B5EF4-FFF2-40B4-BE49-F238E27FC236}">
                    <a16:creationId xmlns:a16="http://schemas.microsoft.com/office/drawing/2014/main" id="{582DD723-FE95-5749-5D99-9BAE02F8FFE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22460" y="1344367"/>
                <a:ext cx="2613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6" name="Rukopis 85">
                <a:extLst>
                  <a:ext uri="{FF2B5EF4-FFF2-40B4-BE49-F238E27FC236}">
                    <a16:creationId xmlns:a16="http://schemas.microsoft.com/office/drawing/2014/main" id="{9B796DFA-2F8B-6A57-5DA8-8B7C42A9C038}"/>
                  </a:ext>
                </a:extLst>
              </p14:cNvPr>
              <p14:cNvContentPartPr/>
              <p14:nvPr/>
            </p14:nvContentPartPr>
            <p14:xfrm>
              <a:off x="2004260" y="1319527"/>
              <a:ext cx="99360" cy="322560"/>
            </p14:xfrm>
          </p:contentPart>
        </mc:Choice>
        <mc:Fallback>
          <p:pic>
            <p:nvPicPr>
              <p:cNvPr id="86" name="Rukopis 85">
                <a:extLst>
                  <a:ext uri="{FF2B5EF4-FFF2-40B4-BE49-F238E27FC236}">
                    <a16:creationId xmlns:a16="http://schemas.microsoft.com/office/drawing/2014/main" id="{9B796DFA-2F8B-6A57-5DA8-8B7C42A9C03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95260" y="1310887"/>
                <a:ext cx="11700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7" name="Rukopis 86">
                <a:extLst>
                  <a:ext uri="{FF2B5EF4-FFF2-40B4-BE49-F238E27FC236}">
                    <a16:creationId xmlns:a16="http://schemas.microsoft.com/office/drawing/2014/main" id="{3BA6D972-56D3-FF31-C756-44B6790C8F48}"/>
                  </a:ext>
                </a:extLst>
              </p14:cNvPr>
              <p14:cNvContentPartPr/>
              <p14:nvPr/>
            </p14:nvContentPartPr>
            <p14:xfrm>
              <a:off x="2811020" y="1327447"/>
              <a:ext cx="181800" cy="232200"/>
            </p14:xfrm>
          </p:contentPart>
        </mc:Choice>
        <mc:Fallback>
          <p:pic>
            <p:nvPicPr>
              <p:cNvPr id="87" name="Rukopis 86">
                <a:extLst>
                  <a:ext uri="{FF2B5EF4-FFF2-40B4-BE49-F238E27FC236}">
                    <a16:creationId xmlns:a16="http://schemas.microsoft.com/office/drawing/2014/main" id="{3BA6D972-56D3-FF31-C756-44B6790C8F4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02020" y="1318447"/>
                <a:ext cx="19944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4" name="Rukopis 93">
                <a:extLst>
                  <a:ext uri="{FF2B5EF4-FFF2-40B4-BE49-F238E27FC236}">
                    <a16:creationId xmlns:a16="http://schemas.microsoft.com/office/drawing/2014/main" id="{E619FC33-9627-9AFA-C8D7-5B29BFA6F545}"/>
                  </a:ext>
                </a:extLst>
              </p14:cNvPr>
              <p14:cNvContentPartPr/>
              <p14:nvPr/>
            </p14:nvContentPartPr>
            <p14:xfrm>
              <a:off x="2802380" y="1653607"/>
              <a:ext cx="206280" cy="205920"/>
            </p14:xfrm>
          </p:contentPart>
        </mc:Choice>
        <mc:Fallback>
          <p:pic>
            <p:nvPicPr>
              <p:cNvPr id="94" name="Rukopis 93">
                <a:extLst>
                  <a:ext uri="{FF2B5EF4-FFF2-40B4-BE49-F238E27FC236}">
                    <a16:creationId xmlns:a16="http://schemas.microsoft.com/office/drawing/2014/main" id="{E619FC33-9627-9AFA-C8D7-5B29BFA6F54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793380" y="1644967"/>
                <a:ext cx="223920" cy="22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Skupina 110">
            <a:extLst>
              <a:ext uri="{FF2B5EF4-FFF2-40B4-BE49-F238E27FC236}">
                <a16:creationId xmlns:a16="http://schemas.microsoft.com/office/drawing/2014/main" id="{A0CFB112-A16F-3DCF-7D86-60DEE2BB1D45}"/>
              </a:ext>
            </a:extLst>
          </p:cNvPr>
          <p:cNvGrpSpPr/>
          <p:nvPr/>
        </p:nvGrpSpPr>
        <p:grpSpPr>
          <a:xfrm>
            <a:off x="3734420" y="103447"/>
            <a:ext cx="2284560" cy="636120"/>
            <a:chOff x="3734420" y="103447"/>
            <a:chExt cx="2284560" cy="63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8" name="Rukopis 97">
                  <a:extLst>
                    <a:ext uri="{FF2B5EF4-FFF2-40B4-BE49-F238E27FC236}">
                      <a16:creationId xmlns:a16="http://schemas.microsoft.com/office/drawing/2014/main" id="{B38C9215-4C91-9049-2E7A-E9B1A4C08AA5}"/>
                    </a:ext>
                  </a:extLst>
                </p14:cNvPr>
                <p14:cNvContentPartPr/>
                <p14:nvPr/>
              </p14:nvContentPartPr>
              <p14:xfrm>
                <a:off x="3734420" y="103447"/>
                <a:ext cx="16200" cy="636120"/>
              </p14:xfrm>
            </p:contentPart>
          </mc:Choice>
          <mc:Fallback>
            <p:pic>
              <p:nvPicPr>
                <p:cNvPr id="98" name="Rukopis 97">
                  <a:extLst>
                    <a:ext uri="{FF2B5EF4-FFF2-40B4-BE49-F238E27FC236}">
                      <a16:creationId xmlns:a16="http://schemas.microsoft.com/office/drawing/2014/main" id="{B38C9215-4C91-9049-2E7A-E9B1A4C08A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25420" y="94447"/>
                  <a:ext cx="3384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9" name="Rukopis 98">
                  <a:extLst>
                    <a:ext uri="{FF2B5EF4-FFF2-40B4-BE49-F238E27FC236}">
                      <a16:creationId xmlns:a16="http://schemas.microsoft.com/office/drawing/2014/main" id="{4AAA4CA3-3E7F-1656-515C-5EFA15335051}"/>
                    </a:ext>
                  </a:extLst>
                </p14:cNvPr>
                <p14:cNvContentPartPr/>
                <p14:nvPr/>
              </p14:nvContentPartPr>
              <p14:xfrm>
                <a:off x="3876980" y="420607"/>
                <a:ext cx="142920" cy="148680"/>
              </p14:xfrm>
            </p:contentPart>
          </mc:Choice>
          <mc:Fallback>
            <p:pic>
              <p:nvPicPr>
                <p:cNvPr id="99" name="Rukopis 98">
                  <a:extLst>
                    <a:ext uri="{FF2B5EF4-FFF2-40B4-BE49-F238E27FC236}">
                      <a16:creationId xmlns:a16="http://schemas.microsoft.com/office/drawing/2014/main" id="{4AAA4CA3-3E7F-1656-515C-5EFA153350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67980" y="411607"/>
                  <a:ext cx="160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00" name="Rukopis 99">
                  <a:extLst>
                    <a:ext uri="{FF2B5EF4-FFF2-40B4-BE49-F238E27FC236}">
                      <a16:creationId xmlns:a16="http://schemas.microsoft.com/office/drawing/2014/main" id="{A2D87FF5-D28F-EF1C-0CBB-9B7040AB1F0B}"/>
                    </a:ext>
                  </a:extLst>
                </p14:cNvPr>
                <p14:cNvContentPartPr/>
                <p14:nvPr/>
              </p14:nvContentPartPr>
              <p14:xfrm>
                <a:off x="4066700" y="433207"/>
                <a:ext cx="221760" cy="107640"/>
              </p14:xfrm>
            </p:contentPart>
          </mc:Choice>
          <mc:Fallback>
            <p:pic>
              <p:nvPicPr>
                <p:cNvPr id="100" name="Rukopis 99">
                  <a:extLst>
                    <a:ext uri="{FF2B5EF4-FFF2-40B4-BE49-F238E27FC236}">
                      <a16:creationId xmlns:a16="http://schemas.microsoft.com/office/drawing/2014/main" id="{A2D87FF5-D28F-EF1C-0CBB-9B7040AB1F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58060" y="424207"/>
                  <a:ext cx="239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01" name="Rukopis 100">
                  <a:extLst>
                    <a:ext uri="{FF2B5EF4-FFF2-40B4-BE49-F238E27FC236}">
                      <a16:creationId xmlns:a16="http://schemas.microsoft.com/office/drawing/2014/main" id="{10B0395D-920C-3D5D-C785-884A9C721F8C}"/>
                    </a:ext>
                  </a:extLst>
                </p14:cNvPr>
                <p14:cNvContentPartPr/>
                <p14:nvPr/>
              </p14:nvContentPartPr>
              <p14:xfrm>
                <a:off x="4426340" y="432127"/>
                <a:ext cx="235080" cy="131040"/>
              </p14:xfrm>
            </p:contentPart>
          </mc:Choice>
          <mc:Fallback>
            <p:pic>
              <p:nvPicPr>
                <p:cNvPr id="101" name="Rukopis 100">
                  <a:extLst>
                    <a:ext uri="{FF2B5EF4-FFF2-40B4-BE49-F238E27FC236}">
                      <a16:creationId xmlns:a16="http://schemas.microsoft.com/office/drawing/2014/main" id="{10B0395D-920C-3D5D-C785-884A9C721F8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17340" y="423487"/>
                  <a:ext cx="252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03" name="Rukopis 102">
                  <a:extLst>
                    <a:ext uri="{FF2B5EF4-FFF2-40B4-BE49-F238E27FC236}">
                      <a16:creationId xmlns:a16="http://schemas.microsoft.com/office/drawing/2014/main" id="{FC9D0308-FBDC-1283-3AA2-C2E6394BB984}"/>
                    </a:ext>
                  </a:extLst>
                </p14:cNvPr>
                <p14:cNvContentPartPr/>
                <p14:nvPr/>
              </p14:nvContentPartPr>
              <p14:xfrm>
                <a:off x="4758980" y="430687"/>
                <a:ext cx="126360" cy="129240"/>
              </p14:xfrm>
            </p:contentPart>
          </mc:Choice>
          <mc:Fallback>
            <p:pic>
              <p:nvPicPr>
                <p:cNvPr id="103" name="Rukopis 102">
                  <a:extLst>
                    <a:ext uri="{FF2B5EF4-FFF2-40B4-BE49-F238E27FC236}">
                      <a16:creationId xmlns:a16="http://schemas.microsoft.com/office/drawing/2014/main" id="{FC9D0308-FBDC-1283-3AA2-C2E6394BB9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50340" y="422047"/>
                  <a:ext cx="1440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4" name="Rukopis 103">
                  <a:extLst>
                    <a:ext uri="{FF2B5EF4-FFF2-40B4-BE49-F238E27FC236}">
                      <a16:creationId xmlns:a16="http://schemas.microsoft.com/office/drawing/2014/main" id="{1CF99ABE-EFBC-A058-2586-1048A4FEF353}"/>
                    </a:ext>
                  </a:extLst>
                </p14:cNvPr>
                <p14:cNvContentPartPr/>
                <p14:nvPr/>
              </p14:nvContentPartPr>
              <p14:xfrm>
                <a:off x="4967420" y="464527"/>
                <a:ext cx="84600" cy="95040"/>
              </p14:xfrm>
            </p:contentPart>
          </mc:Choice>
          <mc:Fallback>
            <p:pic>
              <p:nvPicPr>
                <p:cNvPr id="104" name="Rukopis 103">
                  <a:extLst>
                    <a:ext uri="{FF2B5EF4-FFF2-40B4-BE49-F238E27FC236}">
                      <a16:creationId xmlns:a16="http://schemas.microsoft.com/office/drawing/2014/main" id="{1CF99ABE-EFBC-A058-2586-1048A4FEF35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58420" y="455527"/>
                  <a:ext cx="102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06" name="Rukopis 105">
                  <a:extLst>
                    <a:ext uri="{FF2B5EF4-FFF2-40B4-BE49-F238E27FC236}">
                      <a16:creationId xmlns:a16="http://schemas.microsoft.com/office/drawing/2014/main" id="{DA163775-F923-3DCD-47F8-7EC6487E28D3}"/>
                    </a:ext>
                  </a:extLst>
                </p14:cNvPr>
                <p14:cNvContentPartPr/>
                <p14:nvPr/>
              </p14:nvContentPartPr>
              <p14:xfrm>
                <a:off x="5181620" y="434287"/>
                <a:ext cx="101160" cy="127800"/>
              </p14:xfrm>
            </p:contentPart>
          </mc:Choice>
          <mc:Fallback>
            <p:pic>
              <p:nvPicPr>
                <p:cNvPr id="106" name="Rukopis 105">
                  <a:extLst>
                    <a:ext uri="{FF2B5EF4-FFF2-40B4-BE49-F238E27FC236}">
                      <a16:creationId xmlns:a16="http://schemas.microsoft.com/office/drawing/2014/main" id="{DA163775-F923-3DCD-47F8-7EC6487E28D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72980" y="425647"/>
                  <a:ext cx="118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07" name="Rukopis 106">
                  <a:extLst>
                    <a:ext uri="{FF2B5EF4-FFF2-40B4-BE49-F238E27FC236}">
                      <a16:creationId xmlns:a16="http://schemas.microsoft.com/office/drawing/2014/main" id="{99017697-8783-C8DA-D414-65543CB45FE3}"/>
                    </a:ext>
                  </a:extLst>
                </p14:cNvPr>
                <p14:cNvContentPartPr/>
                <p14:nvPr/>
              </p14:nvContentPartPr>
              <p14:xfrm>
                <a:off x="5167220" y="345367"/>
                <a:ext cx="170280" cy="78840"/>
              </p14:xfrm>
            </p:contentPart>
          </mc:Choice>
          <mc:Fallback>
            <p:pic>
              <p:nvPicPr>
                <p:cNvPr id="107" name="Rukopis 106">
                  <a:extLst>
                    <a:ext uri="{FF2B5EF4-FFF2-40B4-BE49-F238E27FC236}">
                      <a16:creationId xmlns:a16="http://schemas.microsoft.com/office/drawing/2014/main" id="{99017697-8783-C8DA-D414-65543CB45FE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58580" y="336727"/>
                  <a:ext cx="1879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08" name="Rukopis 107">
                  <a:extLst>
                    <a:ext uri="{FF2B5EF4-FFF2-40B4-BE49-F238E27FC236}">
                      <a16:creationId xmlns:a16="http://schemas.microsoft.com/office/drawing/2014/main" id="{1C2DD932-CA7D-DC16-BC6A-E1C8C1854236}"/>
                    </a:ext>
                  </a:extLst>
                </p14:cNvPr>
                <p14:cNvContentPartPr/>
                <p14:nvPr/>
              </p14:nvContentPartPr>
              <p14:xfrm>
                <a:off x="5347220" y="433927"/>
                <a:ext cx="37800" cy="138240"/>
              </p14:xfrm>
            </p:contentPart>
          </mc:Choice>
          <mc:Fallback>
            <p:pic>
              <p:nvPicPr>
                <p:cNvPr id="108" name="Rukopis 107">
                  <a:extLst>
                    <a:ext uri="{FF2B5EF4-FFF2-40B4-BE49-F238E27FC236}">
                      <a16:creationId xmlns:a16="http://schemas.microsoft.com/office/drawing/2014/main" id="{1C2DD932-CA7D-DC16-BC6A-E1C8C185423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38220" y="425287"/>
                  <a:ext cx="55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09" name="Rukopis 108">
                  <a:extLst>
                    <a:ext uri="{FF2B5EF4-FFF2-40B4-BE49-F238E27FC236}">
                      <a16:creationId xmlns:a16="http://schemas.microsoft.com/office/drawing/2014/main" id="{4738766B-C8F0-8463-9B62-30957A613330}"/>
                    </a:ext>
                  </a:extLst>
                </p14:cNvPr>
                <p14:cNvContentPartPr/>
                <p14:nvPr/>
              </p14:nvContentPartPr>
              <p14:xfrm>
                <a:off x="5416340" y="321967"/>
                <a:ext cx="1800" cy="24840"/>
              </p14:xfrm>
            </p:contentPart>
          </mc:Choice>
          <mc:Fallback>
            <p:pic>
              <p:nvPicPr>
                <p:cNvPr id="109" name="Rukopis 108">
                  <a:extLst>
                    <a:ext uri="{FF2B5EF4-FFF2-40B4-BE49-F238E27FC236}">
                      <a16:creationId xmlns:a16="http://schemas.microsoft.com/office/drawing/2014/main" id="{4738766B-C8F0-8463-9B62-30957A6133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07340" y="313327"/>
                  <a:ext cx="19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10" name="Rukopis 109">
                  <a:extLst>
                    <a:ext uri="{FF2B5EF4-FFF2-40B4-BE49-F238E27FC236}">
                      <a16:creationId xmlns:a16="http://schemas.microsoft.com/office/drawing/2014/main" id="{406F0BDF-DEBD-D7D2-5320-C058E2278847}"/>
                    </a:ext>
                  </a:extLst>
                </p14:cNvPr>
                <p14:cNvContentPartPr/>
                <p14:nvPr/>
              </p14:nvContentPartPr>
              <p14:xfrm>
                <a:off x="5447660" y="458767"/>
                <a:ext cx="571320" cy="138240"/>
              </p14:xfrm>
            </p:contentPart>
          </mc:Choice>
          <mc:Fallback>
            <p:pic>
              <p:nvPicPr>
                <p:cNvPr id="110" name="Rukopis 109">
                  <a:extLst>
                    <a:ext uri="{FF2B5EF4-FFF2-40B4-BE49-F238E27FC236}">
                      <a16:creationId xmlns:a16="http://schemas.microsoft.com/office/drawing/2014/main" id="{406F0BDF-DEBD-D7D2-5320-C058E227884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39020" y="449767"/>
                  <a:ext cx="588960" cy="15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12" name="Rukopis 111">
                <a:extLst>
                  <a:ext uri="{FF2B5EF4-FFF2-40B4-BE49-F238E27FC236}">
                    <a16:creationId xmlns:a16="http://schemas.microsoft.com/office/drawing/2014/main" id="{2A70783D-987D-9328-794B-7700E5860CAD}"/>
                  </a:ext>
                </a:extLst>
              </p14:cNvPr>
              <p14:cNvContentPartPr/>
              <p14:nvPr/>
            </p14:nvContentPartPr>
            <p14:xfrm>
              <a:off x="4167500" y="958807"/>
              <a:ext cx="254160" cy="200520"/>
            </p14:xfrm>
          </p:contentPart>
        </mc:Choice>
        <mc:Fallback>
          <p:pic>
            <p:nvPicPr>
              <p:cNvPr id="112" name="Rukopis 111">
                <a:extLst>
                  <a:ext uri="{FF2B5EF4-FFF2-40B4-BE49-F238E27FC236}">
                    <a16:creationId xmlns:a16="http://schemas.microsoft.com/office/drawing/2014/main" id="{2A70783D-987D-9328-794B-7700E5860CA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158860" y="949807"/>
                <a:ext cx="271800" cy="2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Skupina 114">
            <a:extLst>
              <a:ext uri="{FF2B5EF4-FFF2-40B4-BE49-F238E27FC236}">
                <a16:creationId xmlns:a16="http://schemas.microsoft.com/office/drawing/2014/main" id="{7236366A-6B9A-B097-4084-7ACFD00805E6}"/>
              </a:ext>
            </a:extLst>
          </p:cNvPr>
          <p:cNvGrpSpPr/>
          <p:nvPr/>
        </p:nvGrpSpPr>
        <p:grpSpPr>
          <a:xfrm>
            <a:off x="4086860" y="1322767"/>
            <a:ext cx="181800" cy="167760"/>
            <a:chOff x="4086860" y="1322767"/>
            <a:chExt cx="18180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13" name="Rukopis 112">
                  <a:extLst>
                    <a:ext uri="{FF2B5EF4-FFF2-40B4-BE49-F238E27FC236}">
                      <a16:creationId xmlns:a16="http://schemas.microsoft.com/office/drawing/2014/main" id="{09C2F37A-5FDA-3E93-3447-0C1B1D474453}"/>
                    </a:ext>
                  </a:extLst>
                </p14:cNvPr>
                <p14:cNvContentPartPr/>
                <p14:nvPr/>
              </p14:nvContentPartPr>
              <p14:xfrm>
                <a:off x="4086860" y="1354087"/>
                <a:ext cx="171360" cy="136440"/>
              </p14:xfrm>
            </p:contentPart>
          </mc:Choice>
          <mc:Fallback>
            <p:pic>
              <p:nvPicPr>
                <p:cNvPr id="113" name="Rukopis 112">
                  <a:extLst>
                    <a:ext uri="{FF2B5EF4-FFF2-40B4-BE49-F238E27FC236}">
                      <a16:creationId xmlns:a16="http://schemas.microsoft.com/office/drawing/2014/main" id="{09C2F37A-5FDA-3E93-3447-0C1B1D4744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78220" y="1345087"/>
                  <a:ext cx="1890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14" name="Rukopis 113">
                  <a:extLst>
                    <a:ext uri="{FF2B5EF4-FFF2-40B4-BE49-F238E27FC236}">
                      <a16:creationId xmlns:a16="http://schemas.microsoft.com/office/drawing/2014/main" id="{6042E154-1AAA-AA9C-450A-E86E8A3F0564}"/>
                    </a:ext>
                  </a:extLst>
                </p14:cNvPr>
                <p14:cNvContentPartPr/>
                <p14:nvPr/>
              </p14:nvContentPartPr>
              <p14:xfrm>
                <a:off x="4171820" y="1322767"/>
                <a:ext cx="96840" cy="138240"/>
              </p14:xfrm>
            </p:contentPart>
          </mc:Choice>
          <mc:Fallback>
            <p:pic>
              <p:nvPicPr>
                <p:cNvPr id="114" name="Rukopis 113">
                  <a:extLst>
                    <a:ext uri="{FF2B5EF4-FFF2-40B4-BE49-F238E27FC236}">
                      <a16:creationId xmlns:a16="http://schemas.microsoft.com/office/drawing/2014/main" id="{6042E154-1AAA-AA9C-450A-E86E8A3F05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63180" y="1314127"/>
                  <a:ext cx="1144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Skupina 117">
            <a:extLst>
              <a:ext uri="{FF2B5EF4-FFF2-40B4-BE49-F238E27FC236}">
                <a16:creationId xmlns:a16="http://schemas.microsoft.com/office/drawing/2014/main" id="{D50C079B-04FB-8921-8486-8BFEA0A040F4}"/>
              </a:ext>
            </a:extLst>
          </p:cNvPr>
          <p:cNvGrpSpPr/>
          <p:nvPr/>
        </p:nvGrpSpPr>
        <p:grpSpPr>
          <a:xfrm>
            <a:off x="4082540" y="1643887"/>
            <a:ext cx="200520" cy="185040"/>
            <a:chOff x="4082540" y="1643887"/>
            <a:chExt cx="200520" cy="18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16" name="Rukopis 115">
                  <a:extLst>
                    <a:ext uri="{FF2B5EF4-FFF2-40B4-BE49-F238E27FC236}">
                      <a16:creationId xmlns:a16="http://schemas.microsoft.com/office/drawing/2014/main" id="{CC400F26-0EA1-EDFB-AF93-793E0ADD3629}"/>
                    </a:ext>
                  </a:extLst>
                </p14:cNvPr>
                <p14:cNvContentPartPr/>
                <p14:nvPr/>
              </p14:nvContentPartPr>
              <p14:xfrm>
                <a:off x="4082540" y="1671247"/>
                <a:ext cx="164520" cy="157680"/>
              </p14:xfrm>
            </p:contentPart>
          </mc:Choice>
          <mc:Fallback>
            <p:pic>
              <p:nvPicPr>
                <p:cNvPr id="116" name="Rukopis 115">
                  <a:extLst>
                    <a:ext uri="{FF2B5EF4-FFF2-40B4-BE49-F238E27FC236}">
                      <a16:creationId xmlns:a16="http://schemas.microsoft.com/office/drawing/2014/main" id="{CC400F26-0EA1-EDFB-AF93-793E0ADD362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73900" y="1662247"/>
                  <a:ext cx="1821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7" name="Rukopis 116">
                  <a:extLst>
                    <a:ext uri="{FF2B5EF4-FFF2-40B4-BE49-F238E27FC236}">
                      <a16:creationId xmlns:a16="http://schemas.microsoft.com/office/drawing/2014/main" id="{101CE609-4E4A-4BBD-9B76-242501D5828A}"/>
                    </a:ext>
                  </a:extLst>
                </p14:cNvPr>
                <p14:cNvContentPartPr/>
                <p14:nvPr/>
              </p14:nvContentPartPr>
              <p14:xfrm>
                <a:off x="4145900" y="1643887"/>
                <a:ext cx="137160" cy="130320"/>
              </p14:xfrm>
            </p:contentPart>
          </mc:Choice>
          <mc:Fallback>
            <p:pic>
              <p:nvPicPr>
                <p:cNvPr id="117" name="Rukopis 116">
                  <a:extLst>
                    <a:ext uri="{FF2B5EF4-FFF2-40B4-BE49-F238E27FC236}">
                      <a16:creationId xmlns:a16="http://schemas.microsoft.com/office/drawing/2014/main" id="{101CE609-4E4A-4BBD-9B76-242501D5828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37260" y="1635247"/>
                  <a:ext cx="154800" cy="14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2" name="Rukopis 121">
                <a:extLst>
                  <a:ext uri="{FF2B5EF4-FFF2-40B4-BE49-F238E27FC236}">
                    <a16:creationId xmlns:a16="http://schemas.microsoft.com/office/drawing/2014/main" id="{96A50B74-6EBA-45F0-0463-A37E780EDD76}"/>
                  </a:ext>
                </a:extLst>
              </p14:cNvPr>
              <p14:cNvContentPartPr/>
              <p14:nvPr/>
            </p14:nvContentPartPr>
            <p14:xfrm>
              <a:off x="2855660" y="1963567"/>
              <a:ext cx="184320" cy="187920"/>
            </p14:xfrm>
          </p:contentPart>
        </mc:Choice>
        <mc:Fallback>
          <p:pic>
            <p:nvPicPr>
              <p:cNvPr id="122" name="Rukopis 121">
                <a:extLst>
                  <a:ext uri="{FF2B5EF4-FFF2-40B4-BE49-F238E27FC236}">
                    <a16:creationId xmlns:a16="http://schemas.microsoft.com/office/drawing/2014/main" id="{96A50B74-6EBA-45F0-0463-A37E780EDD7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46660" y="1954927"/>
                <a:ext cx="201960" cy="20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Skupina 124">
            <a:extLst>
              <a:ext uri="{FF2B5EF4-FFF2-40B4-BE49-F238E27FC236}">
                <a16:creationId xmlns:a16="http://schemas.microsoft.com/office/drawing/2014/main" id="{5993D8FA-55F7-4BE3-2439-0224400B9E39}"/>
              </a:ext>
            </a:extLst>
          </p:cNvPr>
          <p:cNvGrpSpPr/>
          <p:nvPr/>
        </p:nvGrpSpPr>
        <p:grpSpPr>
          <a:xfrm>
            <a:off x="4137260" y="1905967"/>
            <a:ext cx="187560" cy="181800"/>
            <a:chOff x="4137260" y="1905967"/>
            <a:chExt cx="18756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23" name="Rukopis 122">
                  <a:extLst>
                    <a:ext uri="{FF2B5EF4-FFF2-40B4-BE49-F238E27FC236}">
                      <a16:creationId xmlns:a16="http://schemas.microsoft.com/office/drawing/2014/main" id="{6056F909-91A5-4B51-27B2-E0BEC9A73DF1}"/>
                    </a:ext>
                  </a:extLst>
                </p14:cNvPr>
                <p14:cNvContentPartPr/>
                <p14:nvPr/>
              </p14:nvContentPartPr>
              <p14:xfrm>
                <a:off x="4193420" y="1957087"/>
                <a:ext cx="131400" cy="130680"/>
              </p14:xfrm>
            </p:contentPart>
          </mc:Choice>
          <mc:Fallback>
            <p:pic>
              <p:nvPicPr>
                <p:cNvPr id="123" name="Rukopis 122">
                  <a:extLst>
                    <a:ext uri="{FF2B5EF4-FFF2-40B4-BE49-F238E27FC236}">
                      <a16:creationId xmlns:a16="http://schemas.microsoft.com/office/drawing/2014/main" id="{6056F909-91A5-4B51-27B2-E0BEC9A73DF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84780" y="1948087"/>
                  <a:ext cx="149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24" name="Rukopis 123">
                  <a:extLst>
                    <a:ext uri="{FF2B5EF4-FFF2-40B4-BE49-F238E27FC236}">
                      <a16:creationId xmlns:a16="http://schemas.microsoft.com/office/drawing/2014/main" id="{21B2DA58-7A34-B01A-46F3-AA0FFFE749C8}"/>
                    </a:ext>
                  </a:extLst>
                </p14:cNvPr>
                <p14:cNvContentPartPr/>
                <p14:nvPr/>
              </p14:nvContentPartPr>
              <p14:xfrm>
                <a:off x="4137260" y="1905967"/>
                <a:ext cx="174600" cy="176400"/>
              </p14:xfrm>
            </p:contentPart>
          </mc:Choice>
          <mc:Fallback>
            <p:pic>
              <p:nvPicPr>
                <p:cNvPr id="124" name="Rukopis 123">
                  <a:extLst>
                    <a:ext uri="{FF2B5EF4-FFF2-40B4-BE49-F238E27FC236}">
                      <a16:creationId xmlns:a16="http://schemas.microsoft.com/office/drawing/2014/main" id="{21B2DA58-7A34-B01A-46F3-AA0FFFE749C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28620" y="1897327"/>
                  <a:ext cx="19224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Skupina 134">
            <a:extLst>
              <a:ext uri="{FF2B5EF4-FFF2-40B4-BE49-F238E27FC236}">
                <a16:creationId xmlns:a16="http://schemas.microsoft.com/office/drawing/2014/main" id="{8D9860F7-8D8F-252C-7FF8-8BABC78E4EAF}"/>
              </a:ext>
            </a:extLst>
          </p:cNvPr>
          <p:cNvGrpSpPr/>
          <p:nvPr/>
        </p:nvGrpSpPr>
        <p:grpSpPr>
          <a:xfrm>
            <a:off x="2809580" y="2286847"/>
            <a:ext cx="196200" cy="223200"/>
            <a:chOff x="2809580" y="2286847"/>
            <a:chExt cx="196200" cy="22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29" name="Rukopis 128">
                  <a:extLst>
                    <a:ext uri="{FF2B5EF4-FFF2-40B4-BE49-F238E27FC236}">
                      <a16:creationId xmlns:a16="http://schemas.microsoft.com/office/drawing/2014/main" id="{186177E0-B0C1-7009-02A8-DD47D004DA61}"/>
                    </a:ext>
                  </a:extLst>
                </p14:cNvPr>
                <p14:cNvContentPartPr/>
                <p14:nvPr/>
              </p14:nvContentPartPr>
              <p14:xfrm>
                <a:off x="2809580" y="2316007"/>
                <a:ext cx="177120" cy="194040"/>
              </p14:xfrm>
            </p:contentPart>
          </mc:Choice>
          <mc:Fallback>
            <p:pic>
              <p:nvPicPr>
                <p:cNvPr id="129" name="Rukopis 128">
                  <a:extLst>
                    <a:ext uri="{FF2B5EF4-FFF2-40B4-BE49-F238E27FC236}">
                      <a16:creationId xmlns:a16="http://schemas.microsoft.com/office/drawing/2014/main" id="{186177E0-B0C1-7009-02A8-DD47D004DA6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00580" y="2307007"/>
                  <a:ext cx="194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30" name="Rukopis 129">
                  <a:extLst>
                    <a:ext uri="{FF2B5EF4-FFF2-40B4-BE49-F238E27FC236}">
                      <a16:creationId xmlns:a16="http://schemas.microsoft.com/office/drawing/2014/main" id="{E035718F-ABAA-3C8E-D5C0-C2D5A8A95D38}"/>
                    </a:ext>
                  </a:extLst>
                </p14:cNvPr>
                <p14:cNvContentPartPr/>
                <p14:nvPr/>
              </p14:nvContentPartPr>
              <p14:xfrm>
                <a:off x="2867180" y="2286847"/>
                <a:ext cx="138600" cy="185400"/>
              </p14:xfrm>
            </p:contentPart>
          </mc:Choice>
          <mc:Fallback>
            <p:pic>
              <p:nvPicPr>
                <p:cNvPr id="130" name="Rukopis 129">
                  <a:extLst>
                    <a:ext uri="{FF2B5EF4-FFF2-40B4-BE49-F238E27FC236}">
                      <a16:creationId xmlns:a16="http://schemas.microsoft.com/office/drawing/2014/main" id="{E035718F-ABAA-3C8E-D5C0-C2D5A8A95D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58180" y="2277847"/>
                  <a:ext cx="156240" cy="20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69" name="Rukopis 168">
                <a:extLst>
                  <a:ext uri="{FF2B5EF4-FFF2-40B4-BE49-F238E27FC236}">
                    <a16:creationId xmlns:a16="http://schemas.microsoft.com/office/drawing/2014/main" id="{FF1853AF-D6A8-A19F-5CD8-1544B9D128C7}"/>
                  </a:ext>
                </a:extLst>
              </p14:cNvPr>
              <p14:cNvContentPartPr/>
              <p14:nvPr/>
            </p14:nvContentPartPr>
            <p14:xfrm>
              <a:off x="2845580" y="2639647"/>
              <a:ext cx="204480" cy="201960"/>
            </p14:xfrm>
          </p:contentPart>
        </mc:Choice>
        <mc:Fallback>
          <p:pic>
            <p:nvPicPr>
              <p:cNvPr id="169" name="Rukopis 168">
                <a:extLst>
                  <a:ext uri="{FF2B5EF4-FFF2-40B4-BE49-F238E27FC236}">
                    <a16:creationId xmlns:a16="http://schemas.microsoft.com/office/drawing/2014/main" id="{FF1853AF-D6A8-A19F-5CD8-1544B9D128C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36940" y="2630647"/>
                <a:ext cx="222120" cy="21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Skupina 174">
            <a:extLst>
              <a:ext uri="{FF2B5EF4-FFF2-40B4-BE49-F238E27FC236}">
                <a16:creationId xmlns:a16="http://schemas.microsoft.com/office/drawing/2014/main" id="{A2643AD9-6B23-6078-5D0C-5D88AC160B98}"/>
              </a:ext>
            </a:extLst>
          </p:cNvPr>
          <p:cNvGrpSpPr/>
          <p:nvPr/>
        </p:nvGrpSpPr>
        <p:grpSpPr>
          <a:xfrm>
            <a:off x="1906340" y="1694287"/>
            <a:ext cx="490680" cy="1794240"/>
            <a:chOff x="1906340" y="1694287"/>
            <a:chExt cx="490680" cy="179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1" name="Rukopis 90">
                  <a:extLst>
                    <a:ext uri="{FF2B5EF4-FFF2-40B4-BE49-F238E27FC236}">
                      <a16:creationId xmlns:a16="http://schemas.microsoft.com/office/drawing/2014/main" id="{4DF8CD9A-BF2C-AB55-703B-BDE4675348DC}"/>
                    </a:ext>
                  </a:extLst>
                </p14:cNvPr>
                <p14:cNvContentPartPr/>
                <p14:nvPr/>
              </p14:nvContentPartPr>
              <p14:xfrm>
                <a:off x="1906340" y="1772767"/>
                <a:ext cx="181440" cy="117000"/>
              </p14:xfrm>
            </p:contentPart>
          </mc:Choice>
          <mc:Fallback>
            <p:pic>
              <p:nvPicPr>
                <p:cNvPr id="91" name="Rukopis 90">
                  <a:extLst>
                    <a:ext uri="{FF2B5EF4-FFF2-40B4-BE49-F238E27FC236}">
                      <a16:creationId xmlns:a16="http://schemas.microsoft.com/office/drawing/2014/main" id="{4DF8CD9A-BF2C-AB55-703B-BDE4675348D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97340" y="1763767"/>
                  <a:ext cx="1990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2" name="Rukopis 91">
                  <a:extLst>
                    <a:ext uri="{FF2B5EF4-FFF2-40B4-BE49-F238E27FC236}">
                      <a16:creationId xmlns:a16="http://schemas.microsoft.com/office/drawing/2014/main" id="{A1A036B6-1FDF-C70E-7F19-8360FD242665}"/>
                    </a:ext>
                  </a:extLst>
                </p14:cNvPr>
                <p14:cNvContentPartPr/>
                <p14:nvPr/>
              </p14:nvContentPartPr>
              <p14:xfrm>
                <a:off x="2061500" y="1694287"/>
                <a:ext cx="101880" cy="272160"/>
              </p14:xfrm>
            </p:contentPart>
          </mc:Choice>
          <mc:Fallback>
            <p:pic>
              <p:nvPicPr>
                <p:cNvPr id="92" name="Rukopis 91">
                  <a:extLst>
                    <a:ext uri="{FF2B5EF4-FFF2-40B4-BE49-F238E27FC236}">
                      <a16:creationId xmlns:a16="http://schemas.microsoft.com/office/drawing/2014/main" id="{A1A036B6-1FDF-C70E-7F19-8360FD24266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52860" y="1685647"/>
                  <a:ext cx="1195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9" name="Rukopis 118">
                  <a:extLst>
                    <a:ext uri="{FF2B5EF4-FFF2-40B4-BE49-F238E27FC236}">
                      <a16:creationId xmlns:a16="http://schemas.microsoft.com/office/drawing/2014/main" id="{609F547D-D95C-15D3-0406-147BD48FC89E}"/>
                    </a:ext>
                  </a:extLst>
                </p14:cNvPr>
                <p14:cNvContentPartPr/>
                <p14:nvPr/>
              </p14:nvContentPartPr>
              <p14:xfrm>
                <a:off x="1921820" y="2008207"/>
                <a:ext cx="183240" cy="205920"/>
              </p14:xfrm>
            </p:contentPart>
          </mc:Choice>
          <mc:Fallback>
            <p:pic>
              <p:nvPicPr>
                <p:cNvPr id="119" name="Rukopis 118">
                  <a:extLst>
                    <a:ext uri="{FF2B5EF4-FFF2-40B4-BE49-F238E27FC236}">
                      <a16:creationId xmlns:a16="http://schemas.microsoft.com/office/drawing/2014/main" id="{609F547D-D95C-15D3-0406-147BD48FC89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12820" y="1999567"/>
                  <a:ext cx="200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0" name="Rukopis 119">
                  <a:extLst>
                    <a:ext uri="{FF2B5EF4-FFF2-40B4-BE49-F238E27FC236}">
                      <a16:creationId xmlns:a16="http://schemas.microsoft.com/office/drawing/2014/main" id="{5A90E951-B7AA-1B1E-A177-7E24E4B1E1C3}"/>
                    </a:ext>
                  </a:extLst>
                </p14:cNvPr>
                <p14:cNvContentPartPr/>
                <p14:nvPr/>
              </p14:nvContentPartPr>
              <p14:xfrm>
                <a:off x="2232860" y="1963207"/>
                <a:ext cx="47160" cy="298440"/>
              </p14:xfrm>
            </p:contentPart>
          </mc:Choice>
          <mc:Fallback>
            <p:pic>
              <p:nvPicPr>
                <p:cNvPr id="120" name="Rukopis 119">
                  <a:extLst>
                    <a:ext uri="{FF2B5EF4-FFF2-40B4-BE49-F238E27FC236}">
                      <a16:creationId xmlns:a16="http://schemas.microsoft.com/office/drawing/2014/main" id="{5A90E951-B7AA-1B1E-A177-7E24E4B1E1C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23860" y="1954207"/>
                  <a:ext cx="648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6" name="Rukopis 125">
                  <a:extLst>
                    <a:ext uri="{FF2B5EF4-FFF2-40B4-BE49-F238E27FC236}">
                      <a16:creationId xmlns:a16="http://schemas.microsoft.com/office/drawing/2014/main" id="{0055C5AB-4A40-7DF2-55F9-9E909CF1FC25}"/>
                    </a:ext>
                  </a:extLst>
                </p14:cNvPr>
                <p14:cNvContentPartPr/>
                <p14:nvPr/>
              </p14:nvContentPartPr>
              <p14:xfrm>
                <a:off x="1931900" y="2272447"/>
                <a:ext cx="210600" cy="439200"/>
              </p14:xfrm>
            </p:contentPart>
          </mc:Choice>
          <mc:Fallback>
            <p:pic>
              <p:nvPicPr>
                <p:cNvPr id="126" name="Rukopis 125">
                  <a:extLst>
                    <a:ext uri="{FF2B5EF4-FFF2-40B4-BE49-F238E27FC236}">
                      <a16:creationId xmlns:a16="http://schemas.microsoft.com/office/drawing/2014/main" id="{0055C5AB-4A40-7DF2-55F9-9E909CF1FC2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22900" y="2263807"/>
                  <a:ext cx="22824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7" name="Rukopis 126">
                  <a:extLst>
                    <a:ext uri="{FF2B5EF4-FFF2-40B4-BE49-F238E27FC236}">
                      <a16:creationId xmlns:a16="http://schemas.microsoft.com/office/drawing/2014/main" id="{36B947A8-3171-938F-F90D-BD1DABD2D483}"/>
                    </a:ext>
                  </a:extLst>
                </p14:cNvPr>
                <p14:cNvContentPartPr/>
                <p14:nvPr/>
              </p14:nvContentPartPr>
              <p14:xfrm>
                <a:off x="2222780" y="2317807"/>
                <a:ext cx="99720" cy="332280"/>
              </p14:xfrm>
            </p:contentPart>
          </mc:Choice>
          <mc:Fallback>
            <p:pic>
              <p:nvPicPr>
                <p:cNvPr id="127" name="Rukopis 126">
                  <a:extLst>
                    <a:ext uri="{FF2B5EF4-FFF2-40B4-BE49-F238E27FC236}">
                      <a16:creationId xmlns:a16="http://schemas.microsoft.com/office/drawing/2014/main" id="{36B947A8-3171-938F-F90D-BD1DABD2D48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14140" y="2308807"/>
                  <a:ext cx="1173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36" name="Rukopis 135">
                  <a:extLst>
                    <a:ext uri="{FF2B5EF4-FFF2-40B4-BE49-F238E27FC236}">
                      <a16:creationId xmlns:a16="http://schemas.microsoft.com/office/drawing/2014/main" id="{CDC85C44-164B-FAC6-D476-93DD2E60167A}"/>
                    </a:ext>
                  </a:extLst>
                </p14:cNvPr>
                <p14:cNvContentPartPr/>
                <p14:nvPr/>
              </p14:nvContentPartPr>
              <p14:xfrm>
                <a:off x="1942340" y="2733967"/>
                <a:ext cx="174240" cy="364320"/>
              </p14:xfrm>
            </p:contentPart>
          </mc:Choice>
          <mc:Fallback>
            <p:pic>
              <p:nvPicPr>
                <p:cNvPr id="136" name="Rukopis 135">
                  <a:extLst>
                    <a:ext uri="{FF2B5EF4-FFF2-40B4-BE49-F238E27FC236}">
                      <a16:creationId xmlns:a16="http://schemas.microsoft.com/office/drawing/2014/main" id="{CDC85C44-164B-FAC6-D476-93DD2E60167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33700" y="2725327"/>
                  <a:ext cx="1918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37" name="Rukopis 136">
                  <a:extLst>
                    <a:ext uri="{FF2B5EF4-FFF2-40B4-BE49-F238E27FC236}">
                      <a16:creationId xmlns:a16="http://schemas.microsoft.com/office/drawing/2014/main" id="{4305E910-D6AB-0120-D486-F36E5C9E1AB0}"/>
                    </a:ext>
                  </a:extLst>
                </p14:cNvPr>
                <p14:cNvContentPartPr/>
                <p14:nvPr/>
              </p14:nvContentPartPr>
              <p14:xfrm>
                <a:off x="2245820" y="2690767"/>
                <a:ext cx="75240" cy="277920"/>
              </p14:xfrm>
            </p:contentPart>
          </mc:Choice>
          <mc:Fallback>
            <p:pic>
              <p:nvPicPr>
                <p:cNvPr id="137" name="Rukopis 136">
                  <a:extLst>
                    <a:ext uri="{FF2B5EF4-FFF2-40B4-BE49-F238E27FC236}">
                      <a16:creationId xmlns:a16="http://schemas.microsoft.com/office/drawing/2014/main" id="{4305E910-D6AB-0120-D486-F36E5C9E1A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36820" y="2681767"/>
                  <a:ext cx="928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73" name="Rukopis 172">
                  <a:extLst>
                    <a:ext uri="{FF2B5EF4-FFF2-40B4-BE49-F238E27FC236}">
                      <a16:creationId xmlns:a16="http://schemas.microsoft.com/office/drawing/2014/main" id="{E1402A4A-A6CD-0C6F-0A86-38E1A52940A2}"/>
                    </a:ext>
                  </a:extLst>
                </p14:cNvPr>
                <p14:cNvContentPartPr/>
                <p14:nvPr/>
              </p14:nvContentPartPr>
              <p14:xfrm>
                <a:off x="1989500" y="3105847"/>
                <a:ext cx="280800" cy="287280"/>
              </p14:xfrm>
            </p:contentPart>
          </mc:Choice>
          <mc:Fallback>
            <p:pic>
              <p:nvPicPr>
                <p:cNvPr id="173" name="Rukopis 172">
                  <a:extLst>
                    <a:ext uri="{FF2B5EF4-FFF2-40B4-BE49-F238E27FC236}">
                      <a16:creationId xmlns:a16="http://schemas.microsoft.com/office/drawing/2014/main" id="{E1402A4A-A6CD-0C6F-0A86-38E1A52940A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980860" y="3097207"/>
                  <a:ext cx="2984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74" name="Rukopis 173">
                  <a:extLst>
                    <a:ext uri="{FF2B5EF4-FFF2-40B4-BE49-F238E27FC236}">
                      <a16:creationId xmlns:a16="http://schemas.microsoft.com/office/drawing/2014/main" id="{D9D700A2-A713-27BD-265B-6ABC0BAB85E9}"/>
                    </a:ext>
                  </a:extLst>
                </p14:cNvPr>
                <p14:cNvContentPartPr/>
                <p14:nvPr/>
              </p14:nvContentPartPr>
              <p14:xfrm>
                <a:off x="2290100" y="3069847"/>
                <a:ext cx="106920" cy="418680"/>
              </p14:xfrm>
            </p:contentPart>
          </mc:Choice>
          <mc:Fallback>
            <p:pic>
              <p:nvPicPr>
                <p:cNvPr id="174" name="Rukopis 173">
                  <a:extLst>
                    <a:ext uri="{FF2B5EF4-FFF2-40B4-BE49-F238E27FC236}">
                      <a16:creationId xmlns:a16="http://schemas.microsoft.com/office/drawing/2014/main" id="{D9D700A2-A713-27BD-265B-6ABC0BAB85E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81460" y="3061207"/>
                  <a:ext cx="124560" cy="43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83" name="Rukopis 182">
                <a:extLst>
                  <a:ext uri="{FF2B5EF4-FFF2-40B4-BE49-F238E27FC236}">
                    <a16:creationId xmlns:a16="http://schemas.microsoft.com/office/drawing/2014/main" id="{0BE43C36-0732-47EC-1966-C88CCAE5B95C}"/>
                  </a:ext>
                </a:extLst>
              </p14:cNvPr>
              <p14:cNvContentPartPr/>
              <p14:nvPr/>
            </p14:nvContentPartPr>
            <p14:xfrm>
              <a:off x="2895980" y="3064087"/>
              <a:ext cx="215280" cy="246600"/>
            </p14:xfrm>
          </p:contentPart>
        </mc:Choice>
        <mc:Fallback>
          <p:pic>
            <p:nvPicPr>
              <p:cNvPr id="183" name="Rukopis 182">
                <a:extLst>
                  <a:ext uri="{FF2B5EF4-FFF2-40B4-BE49-F238E27FC236}">
                    <a16:creationId xmlns:a16="http://schemas.microsoft.com/office/drawing/2014/main" id="{0BE43C36-0732-47EC-1966-C88CCAE5B95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886980" y="3055447"/>
                <a:ext cx="232920" cy="26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Skupina 185">
            <a:extLst>
              <a:ext uri="{FF2B5EF4-FFF2-40B4-BE49-F238E27FC236}">
                <a16:creationId xmlns:a16="http://schemas.microsoft.com/office/drawing/2014/main" id="{7CA4A3F7-1010-BBDC-D02F-4D94785432A2}"/>
              </a:ext>
            </a:extLst>
          </p:cNvPr>
          <p:cNvGrpSpPr/>
          <p:nvPr/>
        </p:nvGrpSpPr>
        <p:grpSpPr>
          <a:xfrm>
            <a:off x="4190540" y="3084247"/>
            <a:ext cx="187200" cy="235800"/>
            <a:chOff x="4190540" y="3084247"/>
            <a:chExt cx="18720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84" name="Rukopis 183">
                  <a:extLst>
                    <a:ext uri="{FF2B5EF4-FFF2-40B4-BE49-F238E27FC236}">
                      <a16:creationId xmlns:a16="http://schemas.microsoft.com/office/drawing/2014/main" id="{63196443-34BB-2257-033E-974FC44BB6A0}"/>
                    </a:ext>
                  </a:extLst>
                </p14:cNvPr>
                <p14:cNvContentPartPr/>
                <p14:nvPr/>
              </p14:nvContentPartPr>
              <p14:xfrm>
                <a:off x="4190540" y="3113407"/>
                <a:ext cx="187200" cy="130320"/>
              </p14:xfrm>
            </p:contentPart>
          </mc:Choice>
          <mc:Fallback>
            <p:pic>
              <p:nvPicPr>
                <p:cNvPr id="184" name="Rukopis 183">
                  <a:extLst>
                    <a:ext uri="{FF2B5EF4-FFF2-40B4-BE49-F238E27FC236}">
                      <a16:creationId xmlns:a16="http://schemas.microsoft.com/office/drawing/2014/main" id="{63196443-34BB-2257-033E-974FC44BB6A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81900" y="3104767"/>
                  <a:ext cx="2048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85" name="Rukopis 184">
                  <a:extLst>
                    <a:ext uri="{FF2B5EF4-FFF2-40B4-BE49-F238E27FC236}">
                      <a16:creationId xmlns:a16="http://schemas.microsoft.com/office/drawing/2014/main" id="{B4DC1ABF-147C-3CE0-0641-FF82FC2EC321}"/>
                    </a:ext>
                  </a:extLst>
                </p14:cNvPr>
                <p14:cNvContentPartPr/>
                <p14:nvPr/>
              </p14:nvContentPartPr>
              <p14:xfrm>
                <a:off x="4203500" y="3084247"/>
                <a:ext cx="117000" cy="235800"/>
              </p14:xfrm>
            </p:contentPart>
          </mc:Choice>
          <mc:Fallback>
            <p:pic>
              <p:nvPicPr>
                <p:cNvPr id="185" name="Rukopis 184">
                  <a:extLst>
                    <a:ext uri="{FF2B5EF4-FFF2-40B4-BE49-F238E27FC236}">
                      <a16:creationId xmlns:a16="http://schemas.microsoft.com/office/drawing/2014/main" id="{B4DC1ABF-147C-3CE0-0641-FF82FC2EC32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94860" y="3075607"/>
                  <a:ext cx="13464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Skupina 188">
            <a:extLst>
              <a:ext uri="{FF2B5EF4-FFF2-40B4-BE49-F238E27FC236}">
                <a16:creationId xmlns:a16="http://schemas.microsoft.com/office/drawing/2014/main" id="{0BB46CD8-CA76-0DE5-4B42-87EB0E50181D}"/>
              </a:ext>
            </a:extLst>
          </p:cNvPr>
          <p:cNvGrpSpPr/>
          <p:nvPr/>
        </p:nvGrpSpPr>
        <p:grpSpPr>
          <a:xfrm>
            <a:off x="4150220" y="2623447"/>
            <a:ext cx="203040" cy="225000"/>
            <a:chOff x="4150220" y="2623447"/>
            <a:chExt cx="203040" cy="2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87" name="Rukopis 186">
                  <a:extLst>
                    <a:ext uri="{FF2B5EF4-FFF2-40B4-BE49-F238E27FC236}">
                      <a16:creationId xmlns:a16="http://schemas.microsoft.com/office/drawing/2014/main" id="{9491207C-6C19-0ED0-4AA4-07C2DD70A33A}"/>
                    </a:ext>
                  </a:extLst>
                </p14:cNvPr>
                <p14:cNvContentPartPr/>
                <p14:nvPr/>
              </p14:nvContentPartPr>
              <p14:xfrm>
                <a:off x="4150220" y="2633167"/>
                <a:ext cx="203040" cy="209520"/>
              </p14:xfrm>
            </p:contentPart>
          </mc:Choice>
          <mc:Fallback>
            <p:pic>
              <p:nvPicPr>
                <p:cNvPr id="187" name="Rukopis 186">
                  <a:extLst>
                    <a:ext uri="{FF2B5EF4-FFF2-40B4-BE49-F238E27FC236}">
                      <a16:creationId xmlns:a16="http://schemas.microsoft.com/office/drawing/2014/main" id="{9491207C-6C19-0ED0-4AA4-07C2DD70A33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41580" y="2624167"/>
                  <a:ext cx="220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88" name="Rukopis 187">
                  <a:extLst>
                    <a:ext uri="{FF2B5EF4-FFF2-40B4-BE49-F238E27FC236}">
                      <a16:creationId xmlns:a16="http://schemas.microsoft.com/office/drawing/2014/main" id="{5524AF5D-77C8-6E3F-855F-791DD5F859DA}"/>
                    </a:ext>
                  </a:extLst>
                </p14:cNvPr>
                <p14:cNvContentPartPr/>
                <p14:nvPr/>
              </p14:nvContentPartPr>
              <p14:xfrm>
                <a:off x="4230860" y="2623447"/>
                <a:ext cx="106920" cy="225000"/>
              </p14:xfrm>
            </p:contentPart>
          </mc:Choice>
          <mc:Fallback>
            <p:pic>
              <p:nvPicPr>
                <p:cNvPr id="188" name="Rukopis 187">
                  <a:extLst>
                    <a:ext uri="{FF2B5EF4-FFF2-40B4-BE49-F238E27FC236}">
                      <a16:creationId xmlns:a16="http://schemas.microsoft.com/office/drawing/2014/main" id="{5524AF5D-77C8-6E3F-855F-791DD5F859D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21860" y="2614447"/>
                  <a:ext cx="12456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Skupina 192">
            <a:extLst>
              <a:ext uri="{FF2B5EF4-FFF2-40B4-BE49-F238E27FC236}">
                <a16:creationId xmlns:a16="http://schemas.microsoft.com/office/drawing/2014/main" id="{0406BD11-23E3-8800-A069-75BFBF771C30}"/>
              </a:ext>
            </a:extLst>
          </p:cNvPr>
          <p:cNvGrpSpPr/>
          <p:nvPr/>
        </p:nvGrpSpPr>
        <p:grpSpPr>
          <a:xfrm>
            <a:off x="4168940" y="2232487"/>
            <a:ext cx="193320" cy="264240"/>
            <a:chOff x="4168940" y="2232487"/>
            <a:chExt cx="19332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90" name="Rukopis 189">
                  <a:extLst>
                    <a:ext uri="{FF2B5EF4-FFF2-40B4-BE49-F238E27FC236}">
                      <a16:creationId xmlns:a16="http://schemas.microsoft.com/office/drawing/2014/main" id="{E28542DE-DC74-17F5-6402-ED0F4A03389A}"/>
                    </a:ext>
                  </a:extLst>
                </p14:cNvPr>
                <p14:cNvContentPartPr/>
                <p14:nvPr/>
              </p14:nvContentPartPr>
              <p14:xfrm>
                <a:off x="4168940" y="2287207"/>
                <a:ext cx="135720" cy="182880"/>
              </p14:xfrm>
            </p:contentPart>
          </mc:Choice>
          <mc:Fallback>
            <p:pic>
              <p:nvPicPr>
                <p:cNvPr id="190" name="Rukopis 189">
                  <a:extLst>
                    <a:ext uri="{FF2B5EF4-FFF2-40B4-BE49-F238E27FC236}">
                      <a16:creationId xmlns:a16="http://schemas.microsoft.com/office/drawing/2014/main" id="{E28542DE-DC74-17F5-6402-ED0F4A03389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60300" y="2278567"/>
                  <a:ext cx="1533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91" name="Rukopis 190">
                  <a:extLst>
                    <a:ext uri="{FF2B5EF4-FFF2-40B4-BE49-F238E27FC236}">
                      <a16:creationId xmlns:a16="http://schemas.microsoft.com/office/drawing/2014/main" id="{F30CDAB2-D035-5315-D8EB-C4F1E8FFEA88}"/>
                    </a:ext>
                  </a:extLst>
                </p14:cNvPr>
                <p14:cNvContentPartPr/>
                <p14:nvPr/>
              </p14:nvContentPartPr>
              <p14:xfrm>
                <a:off x="4216460" y="2268847"/>
                <a:ext cx="145800" cy="227880"/>
              </p14:xfrm>
            </p:contentPart>
          </mc:Choice>
          <mc:Fallback>
            <p:pic>
              <p:nvPicPr>
                <p:cNvPr id="191" name="Rukopis 190">
                  <a:extLst>
                    <a:ext uri="{FF2B5EF4-FFF2-40B4-BE49-F238E27FC236}">
                      <a16:creationId xmlns:a16="http://schemas.microsoft.com/office/drawing/2014/main" id="{F30CDAB2-D035-5315-D8EB-C4F1E8FFEA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07460" y="2259847"/>
                  <a:ext cx="163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92" name="Rukopis 191">
                  <a:extLst>
                    <a:ext uri="{FF2B5EF4-FFF2-40B4-BE49-F238E27FC236}">
                      <a16:creationId xmlns:a16="http://schemas.microsoft.com/office/drawing/2014/main" id="{CA2352B4-B0F9-9317-1C3B-2F8EE3AF90C4}"/>
                    </a:ext>
                  </a:extLst>
                </p14:cNvPr>
                <p14:cNvContentPartPr/>
                <p14:nvPr/>
              </p14:nvContentPartPr>
              <p14:xfrm>
                <a:off x="4243820" y="2232487"/>
                <a:ext cx="104400" cy="138600"/>
              </p14:xfrm>
            </p:contentPart>
          </mc:Choice>
          <mc:Fallback>
            <p:pic>
              <p:nvPicPr>
                <p:cNvPr id="192" name="Rukopis 191">
                  <a:extLst>
                    <a:ext uri="{FF2B5EF4-FFF2-40B4-BE49-F238E27FC236}">
                      <a16:creationId xmlns:a16="http://schemas.microsoft.com/office/drawing/2014/main" id="{CA2352B4-B0F9-9317-1C3B-2F8EE3AF90C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34820" y="2223847"/>
                  <a:ext cx="12204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Skupina 216">
            <a:extLst>
              <a:ext uri="{FF2B5EF4-FFF2-40B4-BE49-F238E27FC236}">
                <a16:creationId xmlns:a16="http://schemas.microsoft.com/office/drawing/2014/main" id="{B87AE413-F7B6-532F-0E04-7610BC9119F5}"/>
              </a:ext>
            </a:extLst>
          </p:cNvPr>
          <p:cNvGrpSpPr/>
          <p:nvPr/>
        </p:nvGrpSpPr>
        <p:grpSpPr>
          <a:xfrm>
            <a:off x="2849900" y="3536767"/>
            <a:ext cx="263520" cy="172440"/>
            <a:chOff x="2849900" y="3536767"/>
            <a:chExt cx="263520" cy="17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12" name="Rukopis 211">
                  <a:extLst>
                    <a:ext uri="{FF2B5EF4-FFF2-40B4-BE49-F238E27FC236}">
                      <a16:creationId xmlns:a16="http://schemas.microsoft.com/office/drawing/2014/main" id="{98AAB7AF-22EE-333B-1616-68DE95558EB7}"/>
                    </a:ext>
                  </a:extLst>
                </p14:cNvPr>
                <p14:cNvContentPartPr/>
                <p14:nvPr/>
              </p14:nvContentPartPr>
              <p14:xfrm>
                <a:off x="2849900" y="3537847"/>
                <a:ext cx="256320" cy="151200"/>
              </p14:xfrm>
            </p:contentPart>
          </mc:Choice>
          <mc:Fallback>
            <p:pic>
              <p:nvPicPr>
                <p:cNvPr id="212" name="Rukopis 211">
                  <a:extLst>
                    <a:ext uri="{FF2B5EF4-FFF2-40B4-BE49-F238E27FC236}">
                      <a16:creationId xmlns:a16="http://schemas.microsoft.com/office/drawing/2014/main" id="{98AAB7AF-22EE-333B-1616-68DE95558EB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40900" y="3529207"/>
                  <a:ext cx="273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13" name="Rukopis 212">
                  <a:extLst>
                    <a:ext uri="{FF2B5EF4-FFF2-40B4-BE49-F238E27FC236}">
                      <a16:creationId xmlns:a16="http://schemas.microsoft.com/office/drawing/2014/main" id="{C27C721A-B879-7196-EC6B-BEC6E5876608}"/>
                    </a:ext>
                  </a:extLst>
                </p14:cNvPr>
                <p14:cNvContentPartPr/>
                <p14:nvPr/>
              </p14:nvContentPartPr>
              <p14:xfrm>
                <a:off x="2937740" y="3536767"/>
                <a:ext cx="175680" cy="172440"/>
              </p14:xfrm>
            </p:contentPart>
          </mc:Choice>
          <mc:Fallback>
            <p:pic>
              <p:nvPicPr>
                <p:cNvPr id="213" name="Rukopis 212">
                  <a:extLst>
                    <a:ext uri="{FF2B5EF4-FFF2-40B4-BE49-F238E27FC236}">
                      <a16:creationId xmlns:a16="http://schemas.microsoft.com/office/drawing/2014/main" id="{C27C721A-B879-7196-EC6B-BEC6E587660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928740" y="3527767"/>
                  <a:ext cx="19332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Skupina 215">
            <a:extLst>
              <a:ext uri="{FF2B5EF4-FFF2-40B4-BE49-F238E27FC236}">
                <a16:creationId xmlns:a16="http://schemas.microsoft.com/office/drawing/2014/main" id="{E1633490-44CB-8098-188F-23FE6111C287}"/>
              </a:ext>
            </a:extLst>
          </p:cNvPr>
          <p:cNvGrpSpPr/>
          <p:nvPr/>
        </p:nvGrpSpPr>
        <p:grpSpPr>
          <a:xfrm>
            <a:off x="4167500" y="3471247"/>
            <a:ext cx="230760" cy="209520"/>
            <a:chOff x="4167500" y="3471247"/>
            <a:chExt cx="23076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14" name="Rukopis 213">
                  <a:extLst>
                    <a:ext uri="{FF2B5EF4-FFF2-40B4-BE49-F238E27FC236}">
                      <a16:creationId xmlns:a16="http://schemas.microsoft.com/office/drawing/2014/main" id="{E80257C5-D5E9-0130-7599-8B86E9A6BEEE}"/>
                    </a:ext>
                  </a:extLst>
                </p14:cNvPr>
                <p14:cNvContentPartPr/>
                <p14:nvPr/>
              </p14:nvContentPartPr>
              <p14:xfrm>
                <a:off x="4167500" y="3530647"/>
                <a:ext cx="230760" cy="150120"/>
              </p14:xfrm>
            </p:contentPart>
          </mc:Choice>
          <mc:Fallback>
            <p:pic>
              <p:nvPicPr>
                <p:cNvPr id="214" name="Rukopis 213">
                  <a:extLst>
                    <a:ext uri="{FF2B5EF4-FFF2-40B4-BE49-F238E27FC236}">
                      <a16:creationId xmlns:a16="http://schemas.microsoft.com/office/drawing/2014/main" id="{E80257C5-D5E9-0130-7599-8B86E9A6BEE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58860" y="3522007"/>
                  <a:ext cx="248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15" name="Rukopis 214">
                  <a:extLst>
                    <a:ext uri="{FF2B5EF4-FFF2-40B4-BE49-F238E27FC236}">
                      <a16:creationId xmlns:a16="http://schemas.microsoft.com/office/drawing/2014/main" id="{CDB606DE-F6A1-F620-FA4F-DFBBDA0F4DD3}"/>
                    </a:ext>
                  </a:extLst>
                </p14:cNvPr>
                <p14:cNvContentPartPr/>
                <p14:nvPr/>
              </p14:nvContentPartPr>
              <p14:xfrm>
                <a:off x="4251020" y="3471247"/>
                <a:ext cx="81000" cy="197280"/>
              </p14:xfrm>
            </p:contentPart>
          </mc:Choice>
          <mc:Fallback>
            <p:pic>
              <p:nvPicPr>
                <p:cNvPr id="215" name="Rukopis 214">
                  <a:extLst>
                    <a:ext uri="{FF2B5EF4-FFF2-40B4-BE49-F238E27FC236}">
                      <a16:creationId xmlns:a16="http://schemas.microsoft.com/office/drawing/2014/main" id="{CDB606DE-F6A1-F620-FA4F-DFBBDA0F4DD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242020" y="3462607"/>
                  <a:ext cx="9864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Skupina 220">
            <a:extLst>
              <a:ext uri="{FF2B5EF4-FFF2-40B4-BE49-F238E27FC236}">
                <a16:creationId xmlns:a16="http://schemas.microsoft.com/office/drawing/2014/main" id="{4DE61D3B-C4D3-4723-C17C-1FDAEF49218F}"/>
              </a:ext>
            </a:extLst>
          </p:cNvPr>
          <p:cNvGrpSpPr/>
          <p:nvPr/>
        </p:nvGrpSpPr>
        <p:grpSpPr>
          <a:xfrm>
            <a:off x="2012540" y="3513367"/>
            <a:ext cx="385560" cy="783720"/>
            <a:chOff x="2012540" y="3513367"/>
            <a:chExt cx="385560" cy="78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08" name="Rukopis 207">
                  <a:extLst>
                    <a:ext uri="{FF2B5EF4-FFF2-40B4-BE49-F238E27FC236}">
                      <a16:creationId xmlns:a16="http://schemas.microsoft.com/office/drawing/2014/main" id="{B4CDFFB2-CC54-3286-033E-86A49D3F03BA}"/>
                    </a:ext>
                  </a:extLst>
                </p14:cNvPr>
                <p14:cNvContentPartPr/>
                <p14:nvPr/>
              </p14:nvContentPartPr>
              <p14:xfrm>
                <a:off x="2012540" y="3642607"/>
                <a:ext cx="224640" cy="155160"/>
              </p14:xfrm>
            </p:contentPart>
          </mc:Choice>
          <mc:Fallback>
            <p:pic>
              <p:nvPicPr>
                <p:cNvPr id="208" name="Rukopis 207">
                  <a:extLst>
                    <a:ext uri="{FF2B5EF4-FFF2-40B4-BE49-F238E27FC236}">
                      <a16:creationId xmlns:a16="http://schemas.microsoft.com/office/drawing/2014/main" id="{B4CDFFB2-CC54-3286-033E-86A49D3F03B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03900" y="3633967"/>
                  <a:ext cx="2422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09" name="Rukopis 208">
                  <a:extLst>
                    <a:ext uri="{FF2B5EF4-FFF2-40B4-BE49-F238E27FC236}">
                      <a16:creationId xmlns:a16="http://schemas.microsoft.com/office/drawing/2014/main" id="{F4A80207-3DEE-5BFA-878C-5D9CBA47AADD}"/>
                    </a:ext>
                  </a:extLst>
                </p14:cNvPr>
                <p14:cNvContentPartPr/>
                <p14:nvPr/>
              </p14:nvContentPartPr>
              <p14:xfrm>
                <a:off x="2104700" y="3550807"/>
                <a:ext cx="53640" cy="36000"/>
              </p14:xfrm>
            </p:contentPart>
          </mc:Choice>
          <mc:Fallback>
            <p:pic>
              <p:nvPicPr>
                <p:cNvPr id="209" name="Rukopis 208">
                  <a:extLst>
                    <a:ext uri="{FF2B5EF4-FFF2-40B4-BE49-F238E27FC236}">
                      <a16:creationId xmlns:a16="http://schemas.microsoft.com/office/drawing/2014/main" id="{F4A80207-3DEE-5BFA-878C-5D9CBA47AAD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096060" y="3542167"/>
                  <a:ext cx="712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10" name="Rukopis 209">
                  <a:extLst>
                    <a:ext uri="{FF2B5EF4-FFF2-40B4-BE49-F238E27FC236}">
                      <a16:creationId xmlns:a16="http://schemas.microsoft.com/office/drawing/2014/main" id="{2FEAAEA8-9614-524D-F939-9FF75F646541}"/>
                    </a:ext>
                  </a:extLst>
                </p14:cNvPr>
                <p14:cNvContentPartPr/>
                <p14:nvPr/>
              </p14:nvContentPartPr>
              <p14:xfrm>
                <a:off x="2314580" y="3513367"/>
                <a:ext cx="74520" cy="286560"/>
              </p14:xfrm>
            </p:contentPart>
          </mc:Choice>
          <mc:Fallback>
            <p:pic>
              <p:nvPicPr>
                <p:cNvPr id="210" name="Rukopis 209">
                  <a:extLst>
                    <a:ext uri="{FF2B5EF4-FFF2-40B4-BE49-F238E27FC236}">
                      <a16:creationId xmlns:a16="http://schemas.microsoft.com/office/drawing/2014/main" id="{2FEAAEA8-9614-524D-F939-9FF75F64654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05940" y="3504367"/>
                  <a:ext cx="921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18" name="Rukopis 217">
                  <a:extLst>
                    <a:ext uri="{FF2B5EF4-FFF2-40B4-BE49-F238E27FC236}">
                      <a16:creationId xmlns:a16="http://schemas.microsoft.com/office/drawing/2014/main" id="{97BDE54F-C5BF-9B51-B228-794D2A2FD1F7}"/>
                    </a:ext>
                  </a:extLst>
                </p14:cNvPr>
                <p14:cNvContentPartPr/>
                <p14:nvPr/>
              </p14:nvContentPartPr>
              <p14:xfrm>
                <a:off x="2039900" y="3982447"/>
                <a:ext cx="137160" cy="314640"/>
              </p14:xfrm>
            </p:contentPart>
          </mc:Choice>
          <mc:Fallback>
            <p:pic>
              <p:nvPicPr>
                <p:cNvPr id="218" name="Rukopis 217">
                  <a:extLst>
                    <a:ext uri="{FF2B5EF4-FFF2-40B4-BE49-F238E27FC236}">
                      <a16:creationId xmlns:a16="http://schemas.microsoft.com/office/drawing/2014/main" id="{97BDE54F-C5BF-9B51-B228-794D2A2FD1F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31260" y="3973447"/>
                  <a:ext cx="1548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19" name="Rukopis 218">
                  <a:extLst>
                    <a:ext uri="{FF2B5EF4-FFF2-40B4-BE49-F238E27FC236}">
                      <a16:creationId xmlns:a16="http://schemas.microsoft.com/office/drawing/2014/main" id="{B5C81DA6-35C8-EE22-C03B-DE6F6D6A3DF7}"/>
                    </a:ext>
                  </a:extLst>
                </p14:cNvPr>
                <p14:cNvContentPartPr/>
                <p14:nvPr/>
              </p14:nvContentPartPr>
              <p14:xfrm>
                <a:off x="2185340" y="3901087"/>
                <a:ext cx="13320" cy="19080"/>
              </p14:xfrm>
            </p:contentPart>
          </mc:Choice>
          <mc:Fallback>
            <p:pic>
              <p:nvPicPr>
                <p:cNvPr id="219" name="Rukopis 218">
                  <a:extLst>
                    <a:ext uri="{FF2B5EF4-FFF2-40B4-BE49-F238E27FC236}">
                      <a16:creationId xmlns:a16="http://schemas.microsoft.com/office/drawing/2014/main" id="{B5C81DA6-35C8-EE22-C03B-DE6F6D6A3DF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76340" y="3892447"/>
                  <a:ext cx="30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20" name="Rukopis 219">
                  <a:extLst>
                    <a:ext uri="{FF2B5EF4-FFF2-40B4-BE49-F238E27FC236}">
                      <a16:creationId xmlns:a16="http://schemas.microsoft.com/office/drawing/2014/main" id="{E7DF5215-17FA-D03B-3CB3-667222C80F00}"/>
                    </a:ext>
                  </a:extLst>
                </p14:cNvPr>
                <p14:cNvContentPartPr/>
                <p14:nvPr/>
              </p14:nvContentPartPr>
              <p14:xfrm>
                <a:off x="2327540" y="3883807"/>
                <a:ext cx="70560" cy="341640"/>
              </p14:xfrm>
            </p:contentPart>
          </mc:Choice>
          <mc:Fallback>
            <p:pic>
              <p:nvPicPr>
                <p:cNvPr id="220" name="Rukopis 219">
                  <a:extLst>
                    <a:ext uri="{FF2B5EF4-FFF2-40B4-BE49-F238E27FC236}">
                      <a16:creationId xmlns:a16="http://schemas.microsoft.com/office/drawing/2014/main" id="{E7DF5215-17FA-D03B-3CB3-667222C80F0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318900" y="3874807"/>
                  <a:ext cx="88200" cy="35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Skupina 224">
            <a:extLst>
              <a:ext uri="{FF2B5EF4-FFF2-40B4-BE49-F238E27FC236}">
                <a16:creationId xmlns:a16="http://schemas.microsoft.com/office/drawing/2014/main" id="{478F699E-81FA-9EF1-C904-49C1E70F88B9}"/>
              </a:ext>
            </a:extLst>
          </p:cNvPr>
          <p:cNvGrpSpPr/>
          <p:nvPr/>
        </p:nvGrpSpPr>
        <p:grpSpPr>
          <a:xfrm>
            <a:off x="2838380" y="3938527"/>
            <a:ext cx="315360" cy="217800"/>
            <a:chOff x="2838380" y="3938527"/>
            <a:chExt cx="31536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22" name="Rukopis 221">
                  <a:extLst>
                    <a:ext uri="{FF2B5EF4-FFF2-40B4-BE49-F238E27FC236}">
                      <a16:creationId xmlns:a16="http://schemas.microsoft.com/office/drawing/2014/main" id="{6D8A7E32-D61D-F916-D21A-8C2DB315F288}"/>
                    </a:ext>
                  </a:extLst>
                </p14:cNvPr>
                <p14:cNvContentPartPr/>
                <p14:nvPr/>
              </p14:nvContentPartPr>
              <p14:xfrm>
                <a:off x="2838380" y="4025287"/>
                <a:ext cx="212040" cy="131040"/>
              </p14:xfrm>
            </p:contentPart>
          </mc:Choice>
          <mc:Fallback>
            <p:pic>
              <p:nvPicPr>
                <p:cNvPr id="222" name="Rukopis 221">
                  <a:extLst>
                    <a:ext uri="{FF2B5EF4-FFF2-40B4-BE49-F238E27FC236}">
                      <a16:creationId xmlns:a16="http://schemas.microsoft.com/office/drawing/2014/main" id="{6D8A7E32-D61D-F916-D21A-8C2DB315F28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29380" y="4016647"/>
                  <a:ext cx="229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23" name="Rukopis 222">
                  <a:extLst>
                    <a:ext uri="{FF2B5EF4-FFF2-40B4-BE49-F238E27FC236}">
                      <a16:creationId xmlns:a16="http://schemas.microsoft.com/office/drawing/2014/main" id="{9258B1D2-C1D7-C69D-3D99-D6A37A1A6568}"/>
                    </a:ext>
                  </a:extLst>
                </p14:cNvPr>
                <p14:cNvContentPartPr/>
                <p14:nvPr/>
              </p14:nvContentPartPr>
              <p14:xfrm>
                <a:off x="3022340" y="3957607"/>
                <a:ext cx="89640" cy="63720"/>
              </p14:xfrm>
            </p:contentPart>
          </mc:Choice>
          <mc:Fallback>
            <p:pic>
              <p:nvPicPr>
                <p:cNvPr id="223" name="Rukopis 222">
                  <a:extLst>
                    <a:ext uri="{FF2B5EF4-FFF2-40B4-BE49-F238E27FC236}">
                      <a16:creationId xmlns:a16="http://schemas.microsoft.com/office/drawing/2014/main" id="{9258B1D2-C1D7-C69D-3D99-D6A37A1A656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13700" y="3948607"/>
                  <a:ext cx="1072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24" name="Rukopis 223">
                  <a:extLst>
                    <a:ext uri="{FF2B5EF4-FFF2-40B4-BE49-F238E27FC236}">
                      <a16:creationId xmlns:a16="http://schemas.microsoft.com/office/drawing/2014/main" id="{3939DA41-9E30-10FC-9AC9-6488E252ADC6}"/>
                    </a:ext>
                  </a:extLst>
                </p14:cNvPr>
                <p14:cNvContentPartPr/>
                <p14:nvPr/>
              </p14:nvContentPartPr>
              <p14:xfrm>
                <a:off x="3006500" y="3938527"/>
                <a:ext cx="147240" cy="168480"/>
              </p14:xfrm>
            </p:contentPart>
          </mc:Choice>
          <mc:Fallback>
            <p:pic>
              <p:nvPicPr>
                <p:cNvPr id="224" name="Rukopis 223">
                  <a:extLst>
                    <a:ext uri="{FF2B5EF4-FFF2-40B4-BE49-F238E27FC236}">
                      <a16:creationId xmlns:a16="http://schemas.microsoft.com/office/drawing/2014/main" id="{3939DA41-9E30-10FC-9AC9-6488E252ADC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97500" y="3929887"/>
                  <a:ext cx="16488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Skupina 227">
            <a:extLst>
              <a:ext uri="{FF2B5EF4-FFF2-40B4-BE49-F238E27FC236}">
                <a16:creationId xmlns:a16="http://schemas.microsoft.com/office/drawing/2014/main" id="{879F2277-BBF9-2EC5-49E0-B7BCCAAAC1E7}"/>
              </a:ext>
            </a:extLst>
          </p:cNvPr>
          <p:cNvGrpSpPr/>
          <p:nvPr/>
        </p:nvGrpSpPr>
        <p:grpSpPr>
          <a:xfrm>
            <a:off x="4195580" y="3901087"/>
            <a:ext cx="204120" cy="191160"/>
            <a:chOff x="4195580" y="3901087"/>
            <a:chExt cx="204120" cy="19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26" name="Rukopis 225">
                  <a:extLst>
                    <a:ext uri="{FF2B5EF4-FFF2-40B4-BE49-F238E27FC236}">
                      <a16:creationId xmlns:a16="http://schemas.microsoft.com/office/drawing/2014/main" id="{B56B792E-EE57-AE7F-E267-EB1EC3E7601F}"/>
                    </a:ext>
                  </a:extLst>
                </p14:cNvPr>
                <p14:cNvContentPartPr/>
                <p14:nvPr/>
              </p14:nvContentPartPr>
              <p14:xfrm>
                <a:off x="4195580" y="3926287"/>
                <a:ext cx="204120" cy="146520"/>
              </p14:xfrm>
            </p:contentPart>
          </mc:Choice>
          <mc:Fallback>
            <p:pic>
              <p:nvPicPr>
                <p:cNvPr id="226" name="Rukopis 225">
                  <a:extLst>
                    <a:ext uri="{FF2B5EF4-FFF2-40B4-BE49-F238E27FC236}">
                      <a16:creationId xmlns:a16="http://schemas.microsoft.com/office/drawing/2014/main" id="{B56B792E-EE57-AE7F-E267-EB1EC3E7601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86580" y="3917287"/>
                  <a:ext cx="2217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27" name="Rukopis 226">
                  <a:extLst>
                    <a:ext uri="{FF2B5EF4-FFF2-40B4-BE49-F238E27FC236}">
                      <a16:creationId xmlns:a16="http://schemas.microsoft.com/office/drawing/2014/main" id="{DDF8B1A0-AAFD-B4C3-A8E6-41869165B0B0}"/>
                    </a:ext>
                  </a:extLst>
                </p14:cNvPr>
                <p14:cNvContentPartPr/>
                <p14:nvPr/>
              </p14:nvContentPartPr>
              <p14:xfrm>
                <a:off x="4251020" y="3901087"/>
                <a:ext cx="106920" cy="191160"/>
              </p14:xfrm>
            </p:contentPart>
          </mc:Choice>
          <mc:Fallback>
            <p:pic>
              <p:nvPicPr>
                <p:cNvPr id="227" name="Rukopis 226">
                  <a:extLst>
                    <a:ext uri="{FF2B5EF4-FFF2-40B4-BE49-F238E27FC236}">
                      <a16:creationId xmlns:a16="http://schemas.microsoft.com/office/drawing/2014/main" id="{DDF8B1A0-AAFD-B4C3-A8E6-41869165B0B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42020" y="3892447"/>
                  <a:ext cx="12456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Skupina 230">
            <a:extLst>
              <a:ext uri="{FF2B5EF4-FFF2-40B4-BE49-F238E27FC236}">
                <a16:creationId xmlns:a16="http://schemas.microsoft.com/office/drawing/2014/main" id="{980435C0-EBF2-5571-3C9C-E03C9C834DE9}"/>
              </a:ext>
            </a:extLst>
          </p:cNvPr>
          <p:cNvGrpSpPr/>
          <p:nvPr/>
        </p:nvGrpSpPr>
        <p:grpSpPr>
          <a:xfrm>
            <a:off x="2009660" y="4343887"/>
            <a:ext cx="429120" cy="424440"/>
            <a:chOff x="2009660" y="4343887"/>
            <a:chExt cx="42912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29" name="Rukopis 228">
                  <a:extLst>
                    <a:ext uri="{FF2B5EF4-FFF2-40B4-BE49-F238E27FC236}">
                      <a16:creationId xmlns:a16="http://schemas.microsoft.com/office/drawing/2014/main" id="{947AC4C6-721B-57B8-ADAC-43B727CCA7BC}"/>
                    </a:ext>
                  </a:extLst>
                </p14:cNvPr>
                <p14:cNvContentPartPr/>
                <p14:nvPr/>
              </p14:nvContentPartPr>
              <p14:xfrm>
                <a:off x="2009660" y="4344607"/>
                <a:ext cx="370080" cy="286920"/>
              </p14:xfrm>
            </p:contentPart>
          </mc:Choice>
          <mc:Fallback>
            <p:pic>
              <p:nvPicPr>
                <p:cNvPr id="229" name="Rukopis 228">
                  <a:extLst>
                    <a:ext uri="{FF2B5EF4-FFF2-40B4-BE49-F238E27FC236}">
                      <a16:creationId xmlns:a16="http://schemas.microsoft.com/office/drawing/2014/main" id="{947AC4C6-721B-57B8-ADAC-43B727CCA7B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01020" y="4335607"/>
                  <a:ext cx="3877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30" name="Rukopis 229">
                  <a:extLst>
                    <a:ext uri="{FF2B5EF4-FFF2-40B4-BE49-F238E27FC236}">
                      <a16:creationId xmlns:a16="http://schemas.microsoft.com/office/drawing/2014/main" id="{35B2A527-D4B1-C358-9EAC-07083197D011}"/>
                    </a:ext>
                  </a:extLst>
                </p14:cNvPr>
                <p14:cNvContentPartPr/>
                <p14:nvPr/>
              </p14:nvContentPartPr>
              <p14:xfrm>
                <a:off x="2310260" y="4343887"/>
                <a:ext cx="128520" cy="424440"/>
              </p14:xfrm>
            </p:contentPart>
          </mc:Choice>
          <mc:Fallback>
            <p:pic>
              <p:nvPicPr>
                <p:cNvPr id="230" name="Rukopis 229">
                  <a:extLst>
                    <a:ext uri="{FF2B5EF4-FFF2-40B4-BE49-F238E27FC236}">
                      <a16:creationId xmlns:a16="http://schemas.microsoft.com/office/drawing/2014/main" id="{35B2A527-D4B1-C358-9EAC-07083197D01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301620" y="4334887"/>
                  <a:ext cx="146160" cy="44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232" name="Rukopis 231">
                <a:extLst>
                  <a:ext uri="{FF2B5EF4-FFF2-40B4-BE49-F238E27FC236}">
                    <a16:creationId xmlns:a16="http://schemas.microsoft.com/office/drawing/2014/main" id="{B8D8BDE0-F6DE-F8FE-C0C2-3B11FE8D6C9A}"/>
                  </a:ext>
                </a:extLst>
              </p14:cNvPr>
              <p14:cNvContentPartPr/>
              <p14:nvPr/>
            </p14:nvContentPartPr>
            <p14:xfrm>
              <a:off x="2976620" y="4365127"/>
              <a:ext cx="272160" cy="271440"/>
            </p14:xfrm>
          </p:contentPart>
        </mc:Choice>
        <mc:Fallback>
          <p:pic>
            <p:nvPicPr>
              <p:cNvPr id="232" name="Rukopis 231">
                <a:extLst>
                  <a:ext uri="{FF2B5EF4-FFF2-40B4-BE49-F238E27FC236}">
                    <a16:creationId xmlns:a16="http://schemas.microsoft.com/office/drawing/2014/main" id="{B8D8BDE0-F6DE-F8FE-C0C2-3B11FE8D6C9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967620" y="4356487"/>
                <a:ext cx="2898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33" name="Rukopis 232">
                <a:extLst>
                  <a:ext uri="{FF2B5EF4-FFF2-40B4-BE49-F238E27FC236}">
                    <a16:creationId xmlns:a16="http://schemas.microsoft.com/office/drawing/2014/main" id="{E32E7395-0925-6A95-6514-EB35589A1E69}"/>
                  </a:ext>
                </a:extLst>
              </p14:cNvPr>
              <p14:cNvContentPartPr/>
              <p14:nvPr/>
            </p14:nvContentPartPr>
            <p14:xfrm>
              <a:off x="4272620" y="4258567"/>
              <a:ext cx="269280" cy="328320"/>
            </p14:xfrm>
          </p:contentPart>
        </mc:Choice>
        <mc:Fallback>
          <p:pic>
            <p:nvPicPr>
              <p:cNvPr id="233" name="Rukopis 232">
                <a:extLst>
                  <a:ext uri="{FF2B5EF4-FFF2-40B4-BE49-F238E27FC236}">
                    <a16:creationId xmlns:a16="http://schemas.microsoft.com/office/drawing/2014/main" id="{E32E7395-0925-6A95-6514-EB35589A1E6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263620" y="4249927"/>
                <a:ext cx="286920" cy="34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Skupina 235">
            <a:extLst>
              <a:ext uri="{FF2B5EF4-FFF2-40B4-BE49-F238E27FC236}">
                <a16:creationId xmlns:a16="http://schemas.microsoft.com/office/drawing/2014/main" id="{15BBBCD4-B140-E012-1CE9-D401C625D64F}"/>
              </a:ext>
            </a:extLst>
          </p:cNvPr>
          <p:cNvGrpSpPr/>
          <p:nvPr/>
        </p:nvGrpSpPr>
        <p:grpSpPr>
          <a:xfrm>
            <a:off x="2102900" y="4758967"/>
            <a:ext cx="341280" cy="370080"/>
            <a:chOff x="2102900" y="4758967"/>
            <a:chExt cx="34128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34" name="Rukopis 233">
                  <a:extLst>
                    <a:ext uri="{FF2B5EF4-FFF2-40B4-BE49-F238E27FC236}">
                      <a16:creationId xmlns:a16="http://schemas.microsoft.com/office/drawing/2014/main" id="{1047318D-563A-0A88-A975-34E151F8BD1E}"/>
                    </a:ext>
                  </a:extLst>
                </p14:cNvPr>
                <p14:cNvContentPartPr/>
                <p14:nvPr/>
              </p14:nvContentPartPr>
              <p14:xfrm>
                <a:off x="2102900" y="4792807"/>
                <a:ext cx="261360" cy="282600"/>
              </p14:xfrm>
            </p:contentPart>
          </mc:Choice>
          <mc:Fallback>
            <p:pic>
              <p:nvPicPr>
                <p:cNvPr id="234" name="Rukopis 233">
                  <a:extLst>
                    <a:ext uri="{FF2B5EF4-FFF2-40B4-BE49-F238E27FC236}">
                      <a16:creationId xmlns:a16="http://schemas.microsoft.com/office/drawing/2014/main" id="{1047318D-563A-0A88-A975-34E151F8BD1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93900" y="4783807"/>
                  <a:ext cx="2790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35" name="Rukopis 234">
                  <a:extLst>
                    <a:ext uri="{FF2B5EF4-FFF2-40B4-BE49-F238E27FC236}">
                      <a16:creationId xmlns:a16="http://schemas.microsoft.com/office/drawing/2014/main" id="{4006ADC1-60DB-D5E4-6E01-9C253D7BAB77}"/>
                    </a:ext>
                  </a:extLst>
                </p14:cNvPr>
                <p14:cNvContentPartPr/>
                <p14:nvPr/>
              </p14:nvContentPartPr>
              <p14:xfrm>
                <a:off x="2337620" y="4758967"/>
                <a:ext cx="106560" cy="370080"/>
              </p14:xfrm>
            </p:contentPart>
          </mc:Choice>
          <mc:Fallback>
            <p:pic>
              <p:nvPicPr>
                <p:cNvPr id="235" name="Rukopis 234">
                  <a:extLst>
                    <a:ext uri="{FF2B5EF4-FFF2-40B4-BE49-F238E27FC236}">
                      <a16:creationId xmlns:a16="http://schemas.microsoft.com/office/drawing/2014/main" id="{4006ADC1-60DB-D5E4-6E01-9C253D7BAB7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28980" y="4749967"/>
                  <a:ext cx="124200" cy="38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Skupina 239">
            <a:extLst>
              <a:ext uri="{FF2B5EF4-FFF2-40B4-BE49-F238E27FC236}">
                <a16:creationId xmlns:a16="http://schemas.microsoft.com/office/drawing/2014/main" id="{03DFA586-500C-2E4E-4F63-F2292892FE66}"/>
              </a:ext>
            </a:extLst>
          </p:cNvPr>
          <p:cNvGrpSpPr/>
          <p:nvPr/>
        </p:nvGrpSpPr>
        <p:grpSpPr>
          <a:xfrm>
            <a:off x="3006500" y="4765807"/>
            <a:ext cx="258120" cy="291600"/>
            <a:chOff x="3006500" y="4765807"/>
            <a:chExt cx="25812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37" name="Rukopis 236">
                  <a:extLst>
                    <a:ext uri="{FF2B5EF4-FFF2-40B4-BE49-F238E27FC236}">
                      <a16:creationId xmlns:a16="http://schemas.microsoft.com/office/drawing/2014/main" id="{6C7E31FB-7884-0CC7-8BB4-C78C5FE219DC}"/>
                    </a:ext>
                  </a:extLst>
                </p14:cNvPr>
                <p14:cNvContentPartPr/>
                <p14:nvPr/>
              </p14:nvContentPartPr>
              <p14:xfrm>
                <a:off x="3006500" y="4791007"/>
                <a:ext cx="194400" cy="207000"/>
              </p14:xfrm>
            </p:contentPart>
          </mc:Choice>
          <mc:Fallback>
            <p:pic>
              <p:nvPicPr>
                <p:cNvPr id="237" name="Rukopis 236">
                  <a:extLst>
                    <a:ext uri="{FF2B5EF4-FFF2-40B4-BE49-F238E27FC236}">
                      <a16:creationId xmlns:a16="http://schemas.microsoft.com/office/drawing/2014/main" id="{6C7E31FB-7884-0CC7-8BB4-C78C5FE219D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97860" y="4782367"/>
                  <a:ext cx="212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38" name="Rukopis 237">
                  <a:extLst>
                    <a:ext uri="{FF2B5EF4-FFF2-40B4-BE49-F238E27FC236}">
                      <a16:creationId xmlns:a16="http://schemas.microsoft.com/office/drawing/2014/main" id="{8FDB2BA5-C6F5-6FD1-ECB1-EDA7D8D22AF0}"/>
                    </a:ext>
                  </a:extLst>
                </p14:cNvPr>
                <p14:cNvContentPartPr/>
                <p14:nvPr/>
              </p14:nvContentPartPr>
              <p14:xfrm>
                <a:off x="3062660" y="4765807"/>
                <a:ext cx="201960" cy="291600"/>
              </p14:xfrm>
            </p:contentPart>
          </mc:Choice>
          <mc:Fallback>
            <p:pic>
              <p:nvPicPr>
                <p:cNvPr id="238" name="Rukopis 237">
                  <a:extLst>
                    <a:ext uri="{FF2B5EF4-FFF2-40B4-BE49-F238E27FC236}">
                      <a16:creationId xmlns:a16="http://schemas.microsoft.com/office/drawing/2014/main" id="{8FDB2BA5-C6F5-6FD1-ECB1-EDA7D8D22AF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053660" y="4757167"/>
                  <a:ext cx="219600" cy="30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39" name="Rukopis 238">
                <a:extLst>
                  <a:ext uri="{FF2B5EF4-FFF2-40B4-BE49-F238E27FC236}">
                    <a16:creationId xmlns:a16="http://schemas.microsoft.com/office/drawing/2014/main" id="{9B827622-3944-A619-2061-97FD366E2175}"/>
                  </a:ext>
                </a:extLst>
              </p14:cNvPr>
              <p14:cNvContentPartPr/>
              <p14:nvPr/>
            </p14:nvContentPartPr>
            <p14:xfrm>
              <a:off x="4311500" y="4753927"/>
              <a:ext cx="233280" cy="278280"/>
            </p14:xfrm>
          </p:contentPart>
        </mc:Choice>
        <mc:Fallback>
          <p:pic>
            <p:nvPicPr>
              <p:cNvPr id="239" name="Rukopis 238">
                <a:extLst>
                  <a:ext uri="{FF2B5EF4-FFF2-40B4-BE49-F238E27FC236}">
                    <a16:creationId xmlns:a16="http://schemas.microsoft.com/office/drawing/2014/main" id="{9B827622-3944-A619-2061-97FD366E217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302500" y="4744927"/>
                <a:ext cx="25092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Skupina 242">
            <a:extLst>
              <a:ext uri="{FF2B5EF4-FFF2-40B4-BE49-F238E27FC236}">
                <a16:creationId xmlns:a16="http://schemas.microsoft.com/office/drawing/2014/main" id="{4B28A969-2580-2457-CE42-1A81CE0EF7B8}"/>
              </a:ext>
            </a:extLst>
          </p:cNvPr>
          <p:cNvGrpSpPr/>
          <p:nvPr/>
        </p:nvGrpSpPr>
        <p:grpSpPr>
          <a:xfrm>
            <a:off x="2116220" y="5220847"/>
            <a:ext cx="493200" cy="428760"/>
            <a:chOff x="2116220" y="5220847"/>
            <a:chExt cx="493200" cy="4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41" name="Rukopis 240">
                  <a:extLst>
                    <a:ext uri="{FF2B5EF4-FFF2-40B4-BE49-F238E27FC236}">
                      <a16:creationId xmlns:a16="http://schemas.microsoft.com/office/drawing/2014/main" id="{EB22C9D1-042E-BC11-139D-683B9AC0BD82}"/>
                    </a:ext>
                  </a:extLst>
                </p14:cNvPr>
                <p14:cNvContentPartPr/>
                <p14:nvPr/>
              </p14:nvContentPartPr>
              <p14:xfrm>
                <a:off x="2116220" y="5304007"/>
                <a:ext cx="388800" cy="171720"/>
              </p14:xfrm>
            </p:contentPart>
          </mc:Choice>
          <mc:Fallback>
            <p:pic>
              <p:nvPicPr>
                <p:cNvPr id="241" name="Rukopis 240">
                  <a:extLst>
                    <a:ext uri="{FF2B5EF4-FFF2-40B4-BE49-F238E27FC236}">
                      <a16:creationId xmlns:a16="http://schemas.microsoft.com/office/drawing/2014/main" id="{EB22C9D1-042E-BC11-139D-683B9AC0BD8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107220" y="5295367"/>
                  <a:ext cx="4064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42" name="Rukopis 241">
                  <a:extLst>
                    <a:ext uri="{FF2B5EF4-FFF2-40B4-BE49-F238E27FC236}">
                      <a16:creationId xmlns:a16="http://schemas.microsoft.com/office/drawing/2014/main" id="{BC712091-65A5-3CC1-7BDB-280AA36E746D}"/>
                    </a:ext>
                  </a:extLst>
                </p14:cNvPr>
                <p14:cNvContentPartPr/>
                <p14:nvPr/>
              </p14:nvContentPartPr>
              <p14:xfrm>
                <a:off x="2477300" y="5220847"/>
                <a:ext cx="132120" cy="428760"/>
              </p14:xfrm>
            </p:contentPart>
          </mc:Choice>
          <mc:Fallback>
            <p:pic>
              <p:nvPicPr>
                <p:cNvPr id="242" name="Rukopis 241">
                  <a:extLst>
                    <a:ext uri="{FF2B5EF4-FFF2-40B4-BE49-F238E27FC236}">
                      <a16:creationId xmlns:a16="http://schemas.microsoft.com/office/drawing/2014/main" id="{BC712091-65A5-3CC1-7BDB-280AA36E746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468300" y="5212207"/>
                  <a:ext cx="149760" cy="44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Skupina 245">
            <a:extLst>
              <a:ext uri="{FF2B5EF4-FFF2-40B4-BE49-F238E27FC236}">
                <a16:creationId xmlns:a16="http://schemas.microsoft.com/office/drawing/2014/main" id="{30E9F1DA-ABB9-1F83-F777-5707DFA799AD}"/>
              </a:ext>
            </a:extLst>
          </p:cNvPr>
          <p:cNvGrpSpPr/>
          <p:nvPr/>
        </p:nvGrpSpPr>
        <p:grpSpPr>
          <a:xfrm>
            <a:off x="3010100" y="5235247"/>
            <a:ext cx="219240" cy="212760"/>
            <a:chOff x="3010100" y="5235247"/>
            <a:chExt cx="21924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44" name="Rukopis 243">
                  <a:extLst>
                    <a:ext uri="{FF2B5EF4-FFF2-40B4-BE49-F238E27FC236}">
                      <a16:creationId xmlns:a16="http://schemas.microsoft.com/office/drawing/2014/main" id="{A7D7E5EF-EF24-F70B-0D4E-D6EF262C8800}"/>
                    </a:ext>
                  </a:extLst>
                </p14:cNvPr>
                <p14:cNvContentPartPr/>
                <p14:nvPr/>
              </p14:nvContentPartPr>
              <p14:xfrm>
                <a:off x="3010100" y="5235247"/>
                <a:ext cx="219240" cy="205560"/>
              </p14:xfrm>
            </p:contentPart>
          </mc:Choice>
          <mc:Fallback>
            <p:pic>
              <p:nvPicPr>
                <p:cNvPr id="244" name="Rukopis 243">
                  <a:extLst>
                    <a:ext uri="{FF2B5EF4-FFF2-40B4-BE49-F238E27FC236}">
                      <a16:creationId xmlns:a16="http://schemas.microsoft.com/office/drawing/2014/main" id="{A7D7E5EF-EF24-F70B-0D4E-D6EF262C880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01100" y="5226247"/>
                  <a:ext cx="236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45" name="Rukopis 244">
                  <a:extLst>
                    <a:ext uri="{FF2B5EF4-FFF2-40B4-BE49-F238E27FC236}">
                      <a16:creationId xmlns:a16="http://schemas.microsoft.com/office/drawing/2014/main" id="{42C44216-9511-AD4B-2673-A74D1A2D98D0}"/>
                    </a:ext>
                  </a:extLst>
                </p14:cNvPr>
                <p14:cNvContentPartPr/>
                <p14:nvPr/>
              </p14:nvContentPartPr>
              <p14:xfrm>
                <a:off x="3052580" y="5239207"/>
                <a:ext cx="111240" cy="208800"/>
              </p14:xfrm>
            </p:contentPart>
          </mc:Choice>
          <mc:Fallback>
            <p:pic>
              <p:nvPicPr>
                <p:cNvPr id="245" name="Rukopis 244">
                  <a:extLst>
                    <a:ext uri="{FF2B5EF4-FFF2-40B4-BE49-F238E27FC236}">
                      <a16:creationId xmlns:a16="http://schemas.microsoft.com/office/drawing/2014/main" id="{42C44216-9511-AD4B-2673-A74D1A2D98D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043940" y="5230207"/>
                  <a:ext cx="12888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247" name="Rukopis 246">
                <a:extLst>
                  <a:ext uri="{FF2B5EF4-FFF2-40B4-BE49-F238E27FC236}">
                    <a16:creationId xmlns:a16="http://schemas.microsoft.com/office/drawing/2014/main" id="{CCBB477E-AE11-3942-8A2E-AC582131C80C}"/>
                  </a:ext>
                </a:extLst>
              </p14:cNvPr>
              <p14:cNvContentPartPr/>
              <p14:nvPr/>
            </p14:nvContentPartPr>
            <p14:xfrm>
              <a:off x="4334900" y="5173687"/>
              <a:ext cx="219960" cy="299160"/>
            </p14:xfrm>
          </p:contentPart>
        </mc:Choice>
        <mc:Fallback>
          <p:pic>
            <p:nvPicPr>
              <p:cNvPr id="247" name="Rukopis 246">
                <a:extLst>
                  <a:ext uri="{FF2B5EF4-FFF2-40B4-BE49-F238E27FC236}">
                    <a16:creationId xmlns:a16="http://schemas.microsoft.com/office/drawing/2014/main" id="{CCBB477E-AE11-3942-8A2E-AC582131C80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326260" y="5164687"/>
                <a:ext cx="237600" cy="31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Skupina 249">
            <a:extLst>
              <a:ext uri="{FF2B5EF4-FFF2-40B4-BE49-F238E27FC236}">
                <a16:creationId xmlns:a16="http://schemas.microsoft.com/office/drawing/2014/main" id="{5564DE12-BB83-ABF2-684E-D24FD19E5C97}"/>
              </a:ext>
            </a:extLst>
          </p:cNvPr>
          <p:cNvGrpSpPr/>
          <p:nvPr/>
        </p:nvGrpSpPr>
        <p:grpSpPr>
          <a:xfrm>
            <a:off x="2154020" y="5714407"/>
            <a:ext cx="404280" cy="364320"/>
            <a:chOff x="2154020" y="5714407"/>
            <a:chExt cx="40428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48" name="Rukopis 247">
                  <a:extLst>
                    <a:ext uri="{FF2B5EF4-FFF2-40B4-BE49-F238E27FC236}">
                      <a16:creationId xmlns:a16="http://schemas.microsoft.com/office/drawing/2014/main" id="{3C1C8B52-4889-B1A6-535E-C9C19E7A3B8B}"/>
                    </a:ext>
                  </a:extLst>
                </p14:cNvPr>
                <p14:cNvContentPartPr/>
                <p14:nvPr/>
              </p14:nvContentPartPr>
              <p14:xfrm>
                <a:off x="2154020" y="5755807"/>
                <a:ext cx="316440" cy="185760"/>
              </p14:xfrm>
            </p:contentPart>
          </mc:Choice>
          <mc:Fallback>
            <p:pic>
              <p:nvPicPr>
                <p:cNvPr id="248" name="Rukopis 247">
                  <a:extLst>
                    <a:ext uri="{FF2B5EF4-FFF2-40B4-BE49-F238E27FC236}">
                      <a16:creationId xmlns:a16="http://schemas.microsoft.com/office/drawing/2014/main" id="{3C1C8B52-4889-B1A6-535E-C9C19E7A3B8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145380" y="5747167"/>
                  <a:ext cx="334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49" name="Rukopis 248">
                  <a:extLst>
                    <a:ext uri="{FF2B5EF4-FFF2-40B4-BE49-F238E27FC236}">
                      <a16:creationId xmlns:a16="http://schemas.microsoft.com/office/drawing/2014/main" id="{04607CC7-472A-98C6-9BFC-B7273DA56B2E}"/>
                    </a:ext>
                  </a:extLst>
                </p14:cNvPr>
                <p14:cNvContentPartPr/>
                <p14:nvPr/>
              </p14:nvContentPartPr>
              <p14:xfrm>
                <a:off x="2457140" y="5714407"/>
                <a:ext cx="101160" cy="364320"/>
              </p14:xfrm>
            </p:contentPart>
          </mc:Choice>
          <mc:Fallback>
            <p:pic>
              <p:nvPicPr>
                <p:cNvPr id="249" name="Rukopis 248">
                  <a:extLst>
                    <a:ext uri="{FF2B5EF4-FFF2-40B4-BE49-F238E27FC236}">
                      <a16:creationId xmlns:a16="http://schemas.microsoft.com/office/drawing/2014/main" id="{04607CC7-472A-98C6-9BFC-B7273DA56B2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448500" y="5705407"/>
                  <a:ext cx="118800" cy="38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251" name="Rukopis 250">
                <a:extLst>
                  <a:ext uri="{FF2B5EF4-FFF2-40B4-BE49-F238E27FC236}">
                    <a16:creationId xmlns:a16="http://schemas.microsoft.com/office/drawing/2014/main" id="{1E38B5A7-E9DF-DABF-709D-260A5BBBB9D5}"/>
                  </a:ext>
                </a:extLst>
              </p14:cNvPr>
              <p14:cNvContentPartPr/>
              <p14:nvPr/>
            </p14:nvContentPartPr>
            <p14:xfrm>
              <a:off x="3057260" y="5756167"/>
              <a:ext cx="254880" cy="234000"/>
            </p14:xfrm>
          </p:contentPart>
        </mc:Choice>
        <mc:Fallback>
          <p:pic>
            <p:nvPicPr>
              <p:cNvPr id="251" name="Rukopis 250">
                <a:extLst>
                  <a:ext uri="{FF2B5EF4-FFF2-40B4-BE49-F238E27FC236}">
                    <a16:creationId xmlns:a16="http://schemas.microsoft.com/office/drawing/2014/main" id="{1E38B5A7-E9DF-DABF-709D-260A5BBBB9D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048260" y="5747527"/>
                <a:ext cx="27252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252" name="Rukopis 251">
                <a:extLst>
                  <a:ext uri="{FF2B5EF4-FFF2-40B4-BE49-F238E27FC236}">
                    <a16:creationId xmlns:a16="http://schemas.microsoft.com/office/drawing/2014/main" id="{CD3C18A3-4DE7-7C04-DA22-49E279F619E4}"/>
                  </a:ext>
                </a:extLst>
              </p14:cNvPr>
              <p14:cNvContentPartPr/>
              <p14:nvPr/>
            </p14:nvContentPartPr>
            <p14:xfrm>
              <a:off x="4293500" y="5647087"/>
              <a:ext cx="245520" cy="325080"/>
            </p14:xfrm>
          </p:contentPart>
        </mc:Choice>
        <mc:Fallback>
          <p:pic>
            <p:nvPicPr>
              <p:cNvPr id="252" name="Rukopis 251">
                <a:extLst>
                  <a:ext uri="{FF2B5EF4-FFF2-40B4-BE49-F238E27FC236}">
                    <a16:creationId xmlns:a16="http://schemas.microsoft.com/office/drawing/2014/main" id="{CD3C18A3-4DE7-7C04-DA22-49E279F619E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284500" y="5638087"/>
                <a:ext cx="263160" cy="34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Skupina 254">
            <a:extLst>
              <a:ext uri="{FF2B5EF4-FFF2-40B4-BE49-F238E27FC236}">
                <a16:creationId xmlns:a16="http://schemas.microsoft.com/office/drawing/2014/main" id="{3E241F7D-36A3-A325-7D44-D205FD67B89B}"/>
              </a:ext>
            </a:extLst>
          </p:cNvPr>
          <p:cNvGrpSpPr/>
          <p:nvPr/>
        </p:nvGrpSpPr>
        <p:grpSpPr>
          <a:xfrm>
            <a:off x="2180660" y="6160087"/>
            <a:ext cx="363960" cy="406080"/>
            <a:chOff x="2180660" y="6160087"/>
            <a:chExt cx="363960" cy="40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53" name="Rukopis 252">
                  <a:extLst>
                    <a:ext uri="{FF2B5EF4-FFF2-40B4-BE49-F238E27FC236}">
                      <a16:creationId xmlns:a16="http://schemas.microsoft.com/office/drawing/2014/main" id="{090295F8-3BC4-6E9D-E97E-EA902129C46C}"/>
                    </a:ext>
                  </a:extLst>
                </p14:cNvPr>
                <p14:cNvContentPartPr/>
                <p14:nvPr/>
              </p14:nvContentPartPr>
              <p14:xfrm>
                <a:off x="2180660" y="6304807"/>
                <a:ext cx="227880" cy="190800"/>
              </p14:xfrm>
            </p:contentPart>
          </mc:Choice>
          <mc:Fallback>
            <p:pic>
              <p:nvPicPr>
                <p:cNvPr id="253" name="Rukopis 252">
                  <a:extLst>
                    <a:ext uri="{FF2B5EF4-FFF2-40B4-BE49-F238E27FC236}">
                      <a16:creationId xmlns:a16="http://schemas.microsoft.com/office/drawing/2014/main" id="{090295F8-3BC4-6E9D-E97E-EA902129C46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172020" y="6296167"/>
                  <a:ext cx="245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54" name="Rukopis 253">
                  <a:extLst>
                    <a:ext uri="{FF2B5EF4-FFF2-40B4-BE49-F238E27FC236}">
                      <a16:creationId xmlns:a16="http://schemas.microsoft.com/office/drawing/2014/main" id="{FDFCBA2F-0BFB-AE7A-2E4F-DC75BB3AC24D}"/>
                    </a:ext>
                  </a:extLst>
                </p14:cNvPr>
                <p14:cNvContentPartPr/>
                <p14:nvPr/>
              </p14:nvContentPartPr>
              <p14:xfrm>
                <a:off x="2445620" y="6160087"/>
                <a:ext cx="99000" cy="406080"/>
              </p14:xfrm>
            </p:contentPart>
          </mc:Choice>
          <mc:Fallback>
            <p:pic>
              <p:nvPicPr>
                <p:cNvPr id="254" name="Rukopis 253">
                  <a:extLst>
                    <a:ext uri="{FF2B5EF4-FFF2-40B4-BE49-F238E27FC236}">
                      <a16:creationId xmlns:a16="http://schemas.microsoft.com/office/drawing/2014/main" id="{FDFCBA2F-0BFB-AE7A-2E4F-DC75BB3AC24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36980" y="6151447"/>
                  <a:ext cx="116640" cy="42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256" name="Rukopis 255">
                <a:extLst>
                  <a:ext uri="{FF2B5EF4-FFF2-40B4-BE49-F238E27FC236}">
                    <a16:creationId xmlns:a16="http://schemas.microsoft.com/office/drawing/2014/main" id="{F690AF60-1CB2-8B38-5F16-4BEEC5671612}"/>
                  </a:ext>
                </a:extLst>
              </p14:cNvPr>
              <p14:cNvContentPartPr/>
              <p14:nvPr/>
            </p14:nvContentPartPr>
            <p14:xfrm>
              <a:off x="3052580" y="6242887"/>
              <a:ext cx="259200" cy="273600"/>
            </p14:xfrm>
          </p:contentPart>
        </mc:Choice>
        <mc:Fallback>
          <p:pic>
            <p:nvPicPr>
              <p:cNvPr id="256" name="Rukopis 255">
                <a:extLst>
                  <a:ext uri="{FF2B5EF4-FFF2-40B4-BE49-F238E27FC236}">
                    <a16:creationId xmlns:a16="http://schemas.microsoft.com/office/drawing/2014/main" id="{F690AF60-1CB2-8B38-5F16-4BEEC567161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043940" y="6234247"/>
                <a:ext cx="27684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257" name="Rukopis 256">
                <a:extLst>
                  <a:ext uri="{FF2B5EF4-FFF2-40B4-BE49-F238E27FC236}">
                    <a16:creationId xmlns:a16="http://schemas.microsoft.com/office/drawing/2014/main" id="{D059A8FC-8C18-2C86-E595-17DFA505E50F}"/>
                  </a:ext>
                </a:extLst>
              </p14:cNvPr>
              <p14:cNvContentPartPr/>
              <p14:nvPr/>
            </p14:nvContentPartPr>
            <p14:xfrm>
              <a:off x="4275500" y="6224167"/>
              <a:ext cx="210960" cy="304560"/>
            </p14:xfrm>
          </p:contentPart>
        </mc:Choice>
        <mc:Fallback>
          <p:pic>
            <p:nvPicPr>
              <p:cNvPr id="257" name="Rukopis 256">
                <a:extLst>
                  <a:ext uri="{FF2B5EF4-FFF2-40B4-BE49-F238E27FC236}">
                    <a16:creationId xmlns:a16="http://schemas.microsoft.com/office/drawing/2014/main" id="{D059A8FC-8C18-2C86-E595-17DFA505E50F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266860" y="6215527"/>
                <a:ext cx="228600" cy="32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270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750302A-3AB8-C80E-7E87-CA23CC32E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Zobrazení</a:t>
            </a:r>
          </a:p>
        </p:txBody>
      </p:sp>
      <p:sp>
        <p:nvSpPr>
          <p:cNvPr id="6147" name="TextovéPole 1">
            <a:extLst>
              <a:ext uri="{FF2B5EF4-FFF2-40B4-BE49-F238E27FC236}">
                <a16:creationId xmlns:a16="http://schemas.microsoft.com/office/drawing/2014/main" id="{080E8DCF-AB88-5104-939B-13BBC582C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9E05104-E770-4B23-A10B-DE07C4AEFA48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cs-CZ" altLang="cs-CZ" sz="110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99BB806-20BD-5254-A2FC-B943EB1E8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83" y="1089647"/>
            <a:ext cx="7663664" cy="583105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CA180960-40D2-1266-2C2E-6898C30C3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1416573"/>
            <a:ext cx="4458607" cy="5994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Rukopis 9">
                <a:extLst>
                  <a:ext uri="{FF2B5EF4-FFF2-40B4-BE49-F238E27FC236}">
                    <a16:creationId xmlns:a16="http://schemas.microsoft.com/office/drawing/2014/main" id="{890097D1-CD93-92E5-63E3-EA844D8C065C}"/>
                  </a:ext>
                </a:extLst>
              </p14:cNvPr>
              <p14:cNvContentPartPr/>
              <p14:nvPr/>
            </p14:nvContentPartPr>
            <p14:xfrm>
              <a:off x="816620" y="2597324"/>
              <a:ext cx="97560" cy="74160"/>
            </p14:xfrm>
          </p:contentPart>
        </mc:Choice>
        <mc:Fallback xmlns="">
          <p:pic>
            <p:nvPicPr>
              <p:cNvPr id="10" name="Rukopis 9">
                <a:extLst>
                  <a:ext uri="{FF2B5EF4-FFF2-40B4-BE49-F238E27FC236}">
                    <a16:creationId xmlns:a16="http://schemas.microsoft.com/office/drawing/2014/main" id="{890097D1-CD93-92E5-63E3-EA844D8C06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3980" y="2534324"/>
                <a:ext cx="22320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Rukopis 10">
                <a:extLst>
                  <a:ext uri="{FF2B5EF4-FFF2-40B4-BE49-F238E27FC236}">
                    <a16:creationId xmlns:a16="http://schemas.microsoft.com/office/drawing/2014/main" id="{322FD87C-E74F-B2BF-797C-0777984B3BEF}"/>
                  </a:ext>
                </a:extLst>
              </p14:cNvPr>
              <p14:cNvContentPartPr/>
              <p14:nvPr/>
            </p14:nvContentPartPr>
            <p14:xfrm>
              <a:off x="938300" y="4182044"/>
              <a:ext cx="99360" cy="59400"/>
            </p14:xfrm>
          </p:contentPart>
        </mc:Choice>
        <mc:Fallback xmlns="">
          <p:pic>
            <p:nvPicPr>
              <p:cNvPr id="11" name="Rukopis 10">
                <a:extLst>
                  <a:ext uri="{FF2B5EF4-FFF2-40B4-BE49-F238E27FC236}">
                    <a16:creationId xmlns:a16="http://schemas.microsoft.com/office/drawing/2014/main" id="{322FD87C-E74F-B2BF-797C-0777984B3BE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5660" y="4119404"/>
                <a:ext cx="2250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9" name="Rukopis 18">
                <a:extLst>
                  <a:ext uri="{FF2B5EF4-FFF2-40B4-BE49-F238E27FC236}">
                    <a16:creationId xmlns:a16="http://schemas.microsoft.com/office/drawing/2014/main" id="{F73BAFFB-354C-2E1F-1011-155A8F76C279}"/>
                  </a:ext>
                </a:extLst>
              </p14:cNvPr>
              <p14:cNvContentPartPr/>
              <p14:nvPr/>
            </p14:nvContentPartPr>
            <p14:xfrm>
              <a:off x="774140" y="2704792"/>
              <a:ext cx="43560" cy="2880"/>
            </p14:xfrm>
          </p:contentPart>
        </mc:Choice>
        <mc:Fallback>
          <p:pic>
            <p:nvPicPr>
              <p:cNvPr id="19" name="Rukopis 18">
                <a:extLst>
                  <a:ext uri="{FF2B5EF4-FFF2-40B4-BE49-F238E27FC236}">
                    <a16:creationId xmlns:a16="http://schemas.microsoft.com/office/drawing/2014/main" id="{F73BAFFB-354C-2E1F-1011-155A8F76C27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1140" y="2642152"/>
                <a:ext cx="16920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0" name="Rukopis 19">
                <a:extLst>
                  <a:ext uri="{FF2B5EF4-FFF2-40B4-BE49-F238E27FC236}">
                    <a16:creationId xmlns:a16="http://schemas.microsoft.com/office/drawing/2014/main" id="{4E8C8D38-3399-CEF9-D291-560BE1211BE2}"/>
                  </a:ext>
                </a:extLst>
              </p14:cNvPr>
              <p14:cNvContentPartPr/>
              <p14:nvPr/>
            </p14:nvContentPartPr>
            <p14:xfrm>
              <a:off x="874940" y="1161112"/>
              <a:ext cx="171720" cy="127800"/>
            </p14:xfrm>
          </p:contentPart>
        </mc:Choice>
        <mc:Fallback>
          <p:pic>
            <p:nvPicPr>
              <p:cNvPr id="20" name="Rukopis 19">
                <a:extLst>
                  <a:ext uri="{FF2B5EF4-FFF2-40B4-BE49-F238E27FC236}">
                    <a16:creationId xmlns:a16="http://schemas.microsoft.com/office/drawing/2014/main" id="{4E8C8D38-3399-CEF9-D291-560BE1211BE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1940" y="1098112"/>
                <a:ext cx="297360" cy="25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Skupina 22">
            <a:extLst>
              <a:ext uri="{FF2B5EF4-FFF2-40B4-BE49-F238E27FC236}">
                <a16:creationId xmlns:a16="http://schemas.microsoft.com/office/drawing/2014/main" id="{5A613580-17E1-D2DF-EF9A-8DF01EEB44A9}"/>
              </a:ext>
            </a:extLst>
          </p:cNvPr>
          <p:cNvGrpSpPr/>
          <p:nvPr/>
        </p:nvGrpSpPr>
        <p:grpSpPr>
          <a:xfrm>
            <a:off x="792860" y="1021072"/>
            <a:ext cx="325800" cy="290520"/>
            <a:chOff x="792860" y="1021072"/>
            <a:chExt cx="32580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1" name="Rukopis 20">
                  <a:extLst>
                    <a:ext uri="{FF2B5EF4-FFF2-40B4-BE49-F238E27FC236}">
                      <a16:creationId xmlns:a16="http://schemas.microsoft.com/office/drawing/2014/main" id="{DA05BE61-D6E8-0240-6534-BBD2E6FCE1B2}"/>
                    </a:ext>
                  </a:extLst>
                </p14:cNvPr>
                <p14:cNvContentPartPr/>
                <p14:nvPr/>
              </p14:nvContentPartPr>
              <p14:xfrm>
                <a:off x="792860" y="1047712"/>
                <a:ext cx="175680" cy="263880"/>
              </p14:xfrm>
            </p:contentPart>
          </mc:Choice>
          <mc:Fallback>
            <p:pic>
              <p:nvPicPr>
                <p:cNvPr id="21" name="Rukopis 20">
                  <a:extLst>
                    <a:ext uri="{FF2B5EF4-FFF2-40B4-BE49-F238E27FC236}">
                      <a16:creationId xmlns:a16="http://schemas.microsoft.com/office/drawing/2014/main" id="{DA05BE61-D6E8-0240-6534-BBD2E6FCE1B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4220" y="1039072"/>
                  <a:ext cx="1933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2" name="Rukopis 21">
                  <a:extLst>
                    <a:ext uri="{FF2B5EF4-FFF2-40B4-BE49-F238E27FC236}">
                      <a16:creationId xmlns:a16="http://schemas.microsoft.com/office/drawing/2014/main" id="{D2C1DBEE-3B37-7B86-5C56-FDC9E871FEFB}"/>
                    </a:ext>
                  </a:extLst>
                </p14:cNvPr>
                <p14:cNvContentPartPr/>
                <p14:nvPr/>
              </p14:nvContentPartPr>
              <p14:xfrm>
                <a:off x="1051700" y="1021072"/>
                <a:ext cx="66960" cy="255240"/>
              </p14:xfrm>
            </p:contentPart>
          </mc:Choice>
          <mc:Fallback>
            <p:pic>
              <p:nvPicPr>
                <p:cNvPr id="22" name="Rukopis 21">
                  <a:extLst>
                    <a:ext uri="{FF2B5EF4-FFF2-40B4-BE49-F238E27FC236}">
                      <a16:creationId xmlns:a16="http://schemas.microsoft.com/office/drawing/2014/main" id="{D2C1DBEE-3B37-7B86-5C56-FDC9E871FE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3060" y="1012432"/>
                  <a:ext cx="8460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Skupina 29">
            <a:extLst>
              <a:ext uri="{FF2B5EF4-FFF2-40B4-BE49-F238E27FC236}">
                <a16:creationId xmlns:a16="http://schemas.microsoft.com/office/drawing/2014/main" id="{FD9AD108-C2E8-96AB-BB4C-4E373C37608C}"/>
              </a:ext>
            </a:extLst>
          </p:cNvPr>
          <p:cNvGrpSpPr/>
          <p:nvPr/>
        </p:nvGrpSpPr>
        <p:grpSpPr>
          <a:xfrm>
            <a:off x="982580" y="2262712"/>
            <a:ext cx="273960" cy="377640"/>
            <a:chOff x="982580" y="2262712"/>
            <a:chExt cx="27396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Rukopis 27">
                  <a:extLst>
                    <a:ext uri="{FF2B5EF4-FFF2-40B4-BE49-F238E27FC236}">
                      <a16:creationId xmlns:a16="http://schemas.microsoft.com/office/drawing/2014/main" id="{D1BC01C2-0584-F269-226D-FBF24776EFDD}"/>
                    </a:ext>
                  </a:extLst>
                </p14:cNvPr>
                <p14:cNvContentPartPr/>
                <p14:nvPr/>
              </p14:nvContentPartPr>
              <p14:xfrm>
                <a:off x="982580" y="2339752"/>
                <a:ext cx="167400" cy="170280"/>
              </p14:xfrm>
            </p:contentPart>
          </mc:Choice>
          <mc:Fallback>
            <p:pic>
              <p:nvPicPr>
                <p:cNvPr id="28" name="Rukopis 27">
                  <a:extLst>
                    <a:ext uri="{FF2B5EF4-FFF2-40B4-BE49-F238E27FC236}">
                      <a16:creationId xmlns:a16="http://schemas.microsoft.com/office/drawing/2014/main" id="{D1BC01C2-0584-F269-226D-FBF24776EFD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73940" y="2330752"/>
                  <a:ext cx="185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Rukopis 28">
                  <a:extLst>
                    <a:ext uri="{FF2B5EF4-FFF2-40B4-BE49-F238E27FC236}">
                      <a16:creationId xmlns:a16="http://schemas.microsoft.com/office/drawing/2014/main" id="{C75621C6-9CD9-E049-0EE0-CD3F76BB48AC}"/>
                    </a:ext>
                  </a:extLst>
                </p14:cNvPr>
                <p14:cNvContentPartPr/>
                <p14:nvPr/>
              </p14:nvContentPartPr>
              <p14:xfrm>
                <a:off x="1181300" y="2262712"/>
                <a:ext cx="75240" cy="377640"/>
              </p14:xfrm>
            </p:contentPart>
          </mc:Choice>
          <mc:Fallback>
            <p:pic>
              <p:nvPicPr>
                <p:cNvPr id="29" name="Rukopis 28">
                  <a:extLst>
                    <a:ext uri="{FF2B5EF4-FFF2-40B4-BE49-F238E27FC236}">
                      <a16:creationId xmlns:a16="http://schemas.microsoft.com/office/drawing/2014/main" id="{C75621C6-9CD9-E049-0EE0-CD3F76BB48A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72300" y="2254072"/>
                  <a:ext cx="92880" cy="39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7" name="Skupina 4106">
            <a:extLst>
              <a:ext uri="{FF2B5EF4-FFF2-40B4-BE49-F238E27FC236}">
                <a16:creationId xmlns:a16="http://schemas.microsoft.com/office/drawing/2014/main" id="{FC5BAFAF-0D72-6CF1-E3B2-00846E20BE36}"/>
              </a:ext>
            </a:extLst>
          </p:cNvPr>
          <p:cNvGrpSpPr/>
          <p:nvPr/>
        </p:nvGrpSpPr>
        <p:grpSpPr>
          <a:xfrm>
            <a:off x="1057460" y="4219312"/>
            <a:ext cx="256680" cy="544680"/>
            <a:chOff x="1057460" y="4219312"/>
            <a:chExt cx="256680" cy="54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105" name="Rukopis 4104">
                  <a:extLst>
                    <a:ext uri="{FF2B5EF4-FFF2-40B4-BE49-F238E27FC236}">
                      <a16:creationId xmlns:a16="http://schemas.microsoft.com/office/drawing/2014/main" id="{CD3C86B4-23AC-1C2F-9643-B80615EB3C14}"/>
                    </a:ext>
                  </a:extLst>
                </p14:cNvPr>
                <p14:cNvContentPartPr/>
                <p14:nvPr/>
              </p14:nvContentPartPr>
              <p14:xfrm>
                <a:off x="1057460" y="4219312"/>
                <a:ext cx="204480" cy="339840"/>
              </p14:xfrm>
            </p:contentPart>
          </mc:Choice>
          <mc:Fallback>
            <p:pic>
              <p:nvPicPr>
                <p:cNvPr id="4105" name="Rukopis 4104">
                  <a:extLst>
                    <a:ext uri="{FF2B5EF4-FFF2-40B4-BE49-F238E27FC236}">
                      <a16:creationId xmlns:a16="http://schemas.microsoft.com/office/drawing/2014/main" id="{CD3C86B4-23AC-1C2F-9643-B80615EB3C1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8820" y="4210312"/>
                  <a:ext cx="2221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106" name="Rukopis 4105">
                  <a:extLst>
                    <a:ext uri="{FF2B5EF4-FFF2-40B4-BE49-F238E27FC236}">
                      <a16:creationId xmlns:a16="http://schemas.microsoft.com/office/drawing/2014/main" id="{8A47A6D4-6817-CD41-6554-1BDE55589F50}"/>
                    </a:ext>
                  </a:extLst>
                </p14:cNvPr>
                <p14:cNvContentPartPr/>
                <p14:nvPr/>
              </p14:nvContentPartPr>
              <p14:xfrm>
                <a:off x="1175540" y="4377712"/>
                <a:ext cx="138600" cy="386280"/>
              </p14:xfrm>
            </p:contentPart>
          </mc:Choice>
          <mc:Fallback>
            <p:pic>
              <p:nvPicPr>
                <p:cNvPr id="4106" name="Rukopis 4105">
                  <a:extLst>
                    <a:ext uri="{FF2B5EF4-FFF2-40B4-BE49-F238E27FC236}">
                      <a16:creationId xmlns:a16="http://schemas.microsoft.com/office/drawing/2014/main" id="{8A47A6D4-6817-CD41-6554-1BDE55589F5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66540" y="4368712"/>
                  <a:ext cx="156240" cy="40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7" name="Skupina 4126">
            <a:extLst>
              <a:ext uri="{FF2B5EF4-FFF2-40B4-BE49-F238E27FC236}">
                <a16:creationId xmlns:a16="http://schemas.microsoft.com/office/drawing/2014/main" id="{647C36F1-69CA-920B-EFC7-E3599C7A1FB0}"/>
              </a:ext>
            </a:extLst>
          </p:cNvPr>
          <p:cNvGrpSpPr/>
          <p:nvPr/>
        </p:nvGrpSpPr>
        <p:grpSpPr>
          <a:xfrm>
            <a:off x="1950620" y="2294032"/>
            <a:ext cx="1554120" cy="920160"/>
            <a:chOff x="1950620" y="2294032"/>
            <a:chExt cx="1554120" cy="92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1" name="Rukopis 30">
                  <a:extLst>
                    <a:ext uri="{FF2B5EF4-FFF2-40B4-BE49-F238E27FC236}">
                      <a16:creationId xmlns:a16="http://schemas.microsoft.com/office/drawing/2014/main" id="{FAB4A3B5-BA5F-68B0-8E30-8C303AED7AFF}"/>
                    </a:ext>
                  </a:extLst>
                </p14:cNvPr>
                <p14:cNvContentPartPr/>
                <p14:nvPr/>
              </p14:nvContentPartPr>
              <p14:xfrm>
                <a:off x="1992380" y="2314552"/>
                <a:ext cx="100440" cy="183960"/>
              </p14:xfrm>
            </p:contentPart>
          </mc:Choice>
          <mc:Fallback>
            <p:pic>
              <p:nvPicPr>
                <p:cNvPr id="31" name="Rukopis 30">
                  <a:extLst>
                    <a:ext uri="{FF2B5EF4-FFF2-40B4-BE49-F238E27FC236}">
                      <a16:creationId xmlns:a16="http://schemas.microsoft.com/office/drawing/2014/main" id="{FAB4A3B5-BA5F-68B0-8E30-8C303AED7AF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83740" y="2305912"/>
                  <a:ext cx="1180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096" name="Rukopis 4095">
                  <a:extLst>
                    <a:ext uri="{FF2B5EF4-FFF2-40B4-BE49-F238E27FC236}">
                      <a16:creationId xmlns:a16="http://schemas.microsoft.com/office/drawing/2014/main" id="{C7097503-5DD1-031D-FE4A-C8BC4680A0F8}"/>
                    </a:ext>
                  </a:extLst>
                </p14:cNvPr>
                <p14:cNvContentPartPr/>
                <p14:nvPr/>
              </p14:nvContentPartPr>
              <p14:xfrm>
                <a:off x="2024420" y="2616232"/>
                <a:ext cx="135000" cy="185400"/>
              </p14:xfrm>
            </p:contentPart>
          </mc:Choice>
          <mc:Fallback>
            <p:pic>
              <p:nvPicPr>
                <p:cNvPr id="4096" name="Rukopis 4095">
                  <a:extLst>
                    <a:ext uri="{FF2B5EF4-FFF2-40B4-BE49-F238E27FC236}">
                      <a16:creationId xmlns:a16="http://schemas.microsoft.com/office/drawing/2014/main" id="{C7097503-5DD1-031D-FE4A-C8BC4680A0F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015780" y="2607232"/>
                  <a:ext cx="1526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097" name="Rukopis 4096">
                  <a:extLst>
                    <a:ext uri="{FF2B5EF4-FFF2-40B4-BE49-F238E27FC236}">
                      <a16:creationId xmlns:a16="http://schemas.microsoft.com/office/drawing/2014/main" id="{FF0E8069-E6AC-06BD-A326-C31713B77149}"/>
                    </a:ext>
                  </a:extLst>
                </p14:cNvPr>
                <p14:cNvContentPartPr/>
                <p14:nvPr/>
              </p14:nvContentPartPr>
              <p14:xfrm>
                <a:off x="1950620" y="2921152"/>
                <a:ext cx="203760" cy="261000"/>
              </p14:xfrm>
            </p:contentPart>
          </mc:Choice>
          <mc:Fallback>
            <p:pic>
              <p:nvPicPr>
                <p:cNvPr id="4097" name="Rukopis 4096">
                  <a:extLst>
                    <a:ext uri="{FF2B5EF4-FFF2-40B4-BE49-F238E27FC236}">
                      <a16:creationId xmlns:a16="http://schemas.microsoft.com/office/drawing/2014/main" id="{FF0E8069-E6AC-06BD-A326-C31713B7714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941980" y="2912512"/>
                  <a:ext cx="2214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103" name="Rukopis 4102">
                  <a:extLst>
                    <a:ext uri="{FF2B5EF4-FFF2-40B4-BE49-F238E27FC236}">
                      <a16:creationId xmlns:a16="http://schemas.microsoft.com/office/drawing/2014/main" id="{FB298D96-2440-5472-81A7-99DA33D7569B}"/>
                    </a:ext>
                  </a:extLst>
                </p14:cNvPr>
                <p14:cNvContentPartPr/>
                <p14:nvPr/>
              </p14:nvContentPartPr>
              <p14:xfrm>
                <a:off x="3258140" y="2936272"/>
                <a:ext cx="131400" cy="214920"/>
              </p14:xfrm>
            </p:contentPart>
          </mc:Choice>
          <mc:Fallback>
            <p:pic>
              <p:nvPicPr>
                <p:cNvPr id="4103" name="Rukopis 4102">
                  <a:extLst>
                    <a:ext uri="{FF2B5EF4-FFF2-40B4-BE49-F238E27FC236}">
                      <a16:creationId xmlns:a16="http://schemas.microsoft.com/office/drawing/2014/main" id="{FB298D96-2440-5472-81A7-99DA33D7569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49500" y="2927272"/>
                  <a:ext cx="149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100" name="Rukopis 4099">
                  <a:extLst>
                    <a:ext uri="{FF2B5EF4-FFF2-40B4-BE49-F238E27FC236}">
                      <a16:creationId xmlns:a16="http://schemas.microsoft.com/office/drawing/2014/main" id="{CC624E5E-33A4-449B-0897-B7BF1D5BC0E6}"/>
                    </a:ext>
                  </a:extLst>
                </p14:cNvPr>
                <p14:cNvContentPartPr/>
                <p14:nvPr/>
              </p14:nvContentPartPr>
              <p14:xfrm>
                <a:off x="3298820" y="2294032"/>
                <a:ext cx="109800" cy="254160"/>
              </p14:xfrm>
            </p:contentPart>
          </mc:Choice>
          <mc:Fallback>
            <p:pic>
              <p:nvPicPr>
                <p:cNvPr id="4100" name="Rukopis 4099">
                  <a:extLst>
                    <a:ext uri="{FF2B5EF4-FFF2-40B4-BE49-F238E27FC236}">
                      <a16:creationId xmlns:a16="http://schemas.microsoft.com/office/drawing/2014/main" id="{CC624E5E-33A4-449B-0897-B7BF1D5BC0E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89820" y="2285032"/>
                  <a:ext cx="1274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101" name="Rukopis 4100">
                  <a:extLst>
                    <a:ext uri="{FF2B5EF4-FFF2-40B4-BE49-F238E27FC236}">
                      <a16:creationId xmlns:a16="http://schemas.microsoft.com/office/drawing/2014/main" id="{41C2FFD4-F95D-A2CA-7606-40F9B332E34C}"/>
                    </a:ext>
                  </a:extLst>
                </p14:cNvPr>
                <p14:cNvContentPartPr/>
                <p14:nvPr/>
              </p14:nvContentPartPr>
              <p14:xfrm>
                <a:off x="3302780" y="2656192"/>
                <a:ext cx="94320" cy="143640"/>
              </p14:xfrm>
            </p:contentPart>
          </mc:Choice>
          <mc:Fallback>
            <p:pic>
              <p:nvPicPr>
                <p:cNvPr id="4101" name="Rukopis 4100">
                  <a:extLst>
                    <a:ext uri="{FF2B5EF4-FFF2-40B4-BE49-F238E27FC236}">
                      <a16:creationId xmlns:a16="http://schemas.microsoft.com/office/drawing/2014/main" id="{41C2FFD4-F95D-A2CA-7606-40F9B332E34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94140" y="2647552"/>
                  <a:ext cx="1119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02" name="Rukopis 4101">
                  <a:extLst>
                    <a:ext uri="{FF2B5EF4-FFF2-40B4-BE49-F238E27FC236}">
                      <a16:creationId xmlns:a16="http://schemas.microsoft.com/office/drawing/2014/main" id="{DEB063BA-A2F0-8D77-FE13-0136792C7F22}"/>
                    </a:ext>
                  </a:extLst>
                </p14:cNvPr>
                <p14:cNvContentPartPr/>
                <p14:nvPr/>
              </p14:nvContentPartPr>
              <p14:xfrm>
                <a:off x="3356060" y="2639992"/>
                <a:ext cx="148680" cy="1800"/>
              </p14:xfrm>
            </p:contentPart>
          </mc:Choice>
          <mc:Fallback>
            <p:pic>
              <p:nvPicPr>
                <p:cNvPr id="4102" name="Rukopis 4101">
                  <a:extLst>
                    <a:ext uri="{FF2B5EF4-FFF2-40B4-BE49-F238E27FC236}">
                      <a16:creationId xmlns:a16="http://schemas.microsoft.com/office/drawing/2014/main" id="{DEB063BA-A2F0-8D77-FE13-0136792C7F2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47420" y="2631352"/>
                  <a:ext cx="1663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19" name="Rukopis 4118">
                  <a:extLst>
                    <a:ext uri="{FF2B5EF4-FFF2-40B4-BE49-F238E27FC236}">
                      <a16:creationId xmlns:a16="http://schemas.microsoft.com/office/drawing/2014/main" id="{5E0BB838-D020-7058-43F7-24B0A5E3DA04}"/>
                    </a:ext>
                  </a:extLst>
                </p14:cNvPr>
                <p14:cNvContentPartPr/>
                <p14:nvPr/>
              </p14:nvContentPartPr>
              <p14:xfrm>
                <a:off x="2429780" y="2412472"/>
                <a:ext cx="620280" cy="74160"/>
              </p14:xfrm>
            </p:contentPart>
          </mc:Choice>
          <mc:Fallback>
            <p:pic>
              <p:nvPicPr>
                <p:cNvPr id="4119" name="Rukopis 4118">
                  <a:extLst>
                    <a:ext uri="{FF2B5EF4-FFF2-40B4-BE49-F238E27FC236}">
                      <a16:creationId xmlns:a16="http://schemas.microsoft.com/office/drawing/2014/main" id="{5E0BB838-D020-7058-43F7-24B0A5E3DA0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21140" y="2403472"/>
                  <a:ext cx="637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120" name="Rukopis 4119">
                  <a:extLst>
                    <a:ext uri="{FF2B5EF4-FFF2-40B4-BE49-F238E27FC236}">
                      <a16:creationId xmlns:a16="http://schemas.microsoft.com/office/drawing/2014/main" id="{97214A97-12D5-2D2B-A343-DD26113C6834}"/>
                    </a:ext>
                  </a:extLst>
                </p14:cNvPr>
                <p14:cNvContentPartPr/>
                <p14:nvPr/>
              </p14:nvContentPartPr>
              <p14:xfrm>
                <a:off x="2978060" y="2388712"/>
                <a:ext cx="171360" cy="192960"/>
              </p14:xfrm>
            </p:contentPart>
          </mc:Choice>
          <mc:Fallback>
            <p:pic>
              <p:nvPicPr>
                <p:cNvPr id="4120" name="Rukopis 4119">
                  <a:extLst>
                    <a:ext uri="{FF2B5EF4-FFF2-40B4-BE49-F238E27FC236}">
                      <a16:creationId xmlns:a16="http://schemas.microsoft.com/office/drawing/2014/main" id="{97214A97-12D5-2D2B-A343-DD26113C683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969060" y="2380072"/>
                  <a:ext cx="189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122" name="Rukopis 4121">
                  <a:extLst>
                    <a:ext uri="{FF2B5EF4-FFF2-40B4-BE49-F238E27FC236}">
                      <a16:creationId xmlns:a16="http://schemas.microsoft.com/office/drawing/2014/main" id="{F9BA33F0-64E4-0A84-B3A4-5BA11066CB3A}"/>
                    </a:ext>
                  </a:extLst>
                </p14:cNvPr>
                <p14:cNvContentPartPr/>
                <p14:nvPr/>
              </p14:nvContentPartPr>
              <p14:xfrm>
                <a:off x="2337620" y="2746912"/>
                <a:ext cx="784440" cy="33120"/>
              </p14:xfrm>
            </p:contentPart>
          </mc:Choice>
          <mc:Fallback>
            <p:pic>
              <p:nvPicPr>
                <p:cNvPr id="4122" name="Rukopis 4121">
                  <a:extLst>
                    <a:ext uri="{FF2B5EF4-FFF2-40B4-BE49-F238E27FC236}">
                      <a16:creationId xmlns:a16="http://schemas.microsoft.com/office/drawing/2014/main" id="{F9BA33F0-64E4-0A84-B3A4-5BA11066CB3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328980" y="2738272"/>
                  <a:ext cx="8020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123" name="Rukopis 4122">
                  <a:extLst>
                    <a:ext uri="{FF2B5EF4-FFF2-40B4-BE49-F238E27FC236}">
                      <a16:creationId xmlns:a16="http://schemas.microsoft.com/office/drawing/2014/main" id="{632AA091-71C4-3025-C3C6-87BFC1573C16}"/>
                    </a:ext>
                  </a:extLst>
                </p14:cNvPr>
                <p14:cNvContentPartPr/>
                <p14:nvPr/>
              </p14:nvContentPartPr>
              <p14:xfrm>
                <a:off x="2987780" y="2675632"/>
                <a:ext cx="135000" cy="174960"/>
              </p14:xfrm>
            </p:contentPart>
          </mc:Choice>
          <mc:Fallback>
            <p:pic>
              <p:nvPicPr>
                <p:cNvPr id="4123" name="Rukopis 4122">
                  <a:extLst>
                    <a:ext uri="{FF2B5EF4-FFF2-40B4-BE49-F238E27FC236}">
                      <a16:creationId xmlns:a16="http://schemas.microsoft.com/office/drawing/2014/main" id="{632AA091-71C4-3025-C3C6-87BFC1573C1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979140" y="2666992"/>
                  <a:ext cx="152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24" name="Rukopis 4123">
                  <a:extLst>
                    <a:ext uri="{FF2B5EF4-FFF2-40B4-BE49-F238E27FC236}">
                      <a16:creationId xmlns:a16="http://schemas.microsoft.com/office/drawing/2014/main" id="{43F3E87C-B866-2353-1287-B1BAB0D44D80}"/>
                    </a:ext>
                  </a:extLst>
                </p14:cNvPr>
                <p14:cNvContentPartPr/>
                <p14:nvPr/>
              </p14:nvContentPartPr>
              <p14:xfrm>
                <a:off x="2276060" y="3086752"/>
                <a:ext cx="771480" cy="10800"/>
              </p14:xfrm>
            </p:contentPart>
          </mc:Choice>
          <mc:Fallback>
            <p:pic>
              <p:nvPicPr>
                <p:cNvPr id="4124" name="Rukopis 4123">
                  <a:extLst>
                    <a:ext uri="{FF2B5EF4-FFF2-40B4-BE49-F238E27FC236}">
                      <a16:creationId xmlns:a16="http://schemas.microsoft.com/office/drawing/2014/main" id="{43F3E87C-B866-2353-1287-B1BAB0D44D8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67060" y="3078112"/>
                  <a:ext cx="7891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25" name="Rukopis 4124">
                  <a:extLst>
                    <a:ext uri="{FF2B5EF4-FFF2-40B4-BE49-F238E27FC236}">
                      <a16:creationId xmlns:a16="http://schemas.microsoft.com/office/drawing/2014/main" id="{A216F115-9057-ECD7-D894-2CCA4C59D2E9}"/>
                    </a:ext>
                  </a:extLst>
                </p14:cNvPr>
                <p14:cNvContentPartPr/>
                <p14:nvPr/>
              </p14:nvContentPartPr>
              <p14:xfrm>
                <a:off x="2944940" y="3020872"/>
                <a:ext cx="172080" cy="193320"/>
              </p14:xfrm>
            </p:contentPart>
          </mc:Choice>
          <mc:Fallback>
            <p:pic>
              <p:nvPicPr>
                <p:cNvPr id="4125" name="Rukopis 4124">
                  <a:extLst>
                    <a:ext uri="{FF2B5EF4-FFF2-40B4-BE49-F238E27FC236}">
                      <a16:creationId xmlns:a16="http://schemas.microsoft.com/office/drawing/2014/main" id="{A216F115-9057-ECD7-D894-2CCA4C59D2E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935940" y="3011872"/>
                  <a:ext cx="18972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53" name="Skupina 6152">
            <a:extLst>
              <a:ext uri="{FF2B5EF4-FFF2-40B4-BE49-F238E27FC236}">
                <a16:creationId xmlns:a16="http://schemas.microsoft.com/office/drawing/2014/main" id="{53F5170D-6807-9F0F-40FE-A0F7EAB40D5E}"/>
              </a:ext>
            </a:extLst>
          </p:cNvPr>
          <p:cNvGrpSpPr/>
          <p:nvPr/>
        </p:nvGrpSpPr>
        <p:grpSpPr>
          <a:xfrm>
            <a:off x="1923980" y="4151632"/>
            <a:ext cx="1622520" cy="1337760"/>
            <a:chOff x="1923980" y="4151632"/>
            <a:chExt cx="1622520" cy="13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08" name="Rukopis 4107">
                  <a:extLst>
                    <a:ext uri="{FF2B5EF4-FFF2-40B4-BE49-F238E27FC236}">
                      <a16:creationId xmlns:a16="http://schemas.microsoft.com/office/drawing/2014/main" id="{BAF90F8A-7FF5-7DD8-A62B-B364A93C6E7A}"/>
                    </a:ext>
                  </a:extLst>
                </p14:cNvPr>
                <p14:cNvContentPartPr/>
                <p14:nvPr/>
              </p14:nvContentPartPr>
              <p14:xfrm>
                <a:off x="2022620" y="4215712"/>
                <a:ext cx="90360" cy="215640"/>
              </p14:xfrm>
            </p:contentPart>
          </mc:Choice>
          <mc:Fallback>
            <p:pic>
              <p:nvPicPr>
                <p:cNvPr id="4108" name="Rukopis 4107">
                  <a:extLst>
                    <a:ext uri="{FF2B5EF4-FFF2-40B4-BE49-F238E27FC236}">
                      <a16:creationId xmlns:a16="http://schemas.microsoft.com/office/drawing/2014/main" id="{BAF90F8A-7FF5-7DD8-A62B-B364A93C6E7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013620" y="4207072"/>
                  <a:ext cx="108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09" name="Rukopis 4108">
                  <a:extLst>
                    <a:ext uri="{FF2B5EF4-FFF2-40B4-BE49-F238E27FC236}">
                      <a16:creationId xmlns:a16="http://schemas.microsoft.com/office/drawing/2014/main" id="{791C5382-F580-9BAF-F704-9574B85DE877}"/>
                    </a:ext>
                  </a:extLst>
                </p14:cNvPr>
                <p14:cNvContentPartPr/>
                <p14:nvPr/>
              </p14:nvContentPartPr>
              <p14:xfrm>
                <a:off x="2003540" y="4570312"/>
                <a:ext cx="164520" cy="237600"/>
              </p14:xfrm>
            </p:contentPart>
          </mc:Choice>
          <mc:Fallback>
            <p:pic>
              <p:nvPicPr>
                <p:cNvPr id="4109" name="Rukopis 4108">
                  <a:extLst>
                    <a:ext uri="{FF2B5EF4-FFF2-40B4-BE49-F238E27FC236}">
                      <a16:creationId xmlns:a16="http://schemas.microsoft.com/office/drawing/2014/main" id="{791C5382-F580-9BAF-F704-9574B85DE87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94900" y="4561312"/>
                  <a:ext cx="1821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10" name="Rukopis 4109">
                  <a:extLst>
                    <a:ext uri="{FF2B5EF4-FFF2-40B4-BE49-F238E27FC236}">
                      <a16:creationId xmlns:a16="http://schemas.microsoft.com/office/drawing/2014/main" id="{3F0A7CD6-909E-2E4D-48E8-4430049907D6}"/>
                    </a:ext>
                  </a:extLst>
                </p14:cNvPr>
                <p14:cNvContentPartPr/>
                <p14:nvPr/>
              </p14:nvContentPartPr>
              <p14:xfrm>
                <a:off x="1923980" y="4942552"/>
                <a:ext cx="200520" cy="248040"/>
              </p14:xfrm>
            </p:contentPart>
          </mc:Choice>
          <mc:Fallback>
            <p:pic>
              <p:nvPicPr>
                <p:cNvPr id="4110" name="Rukopis 4109">
                  <a:extLst>
                    <a:ext uri="{FF2B5EF4-FFF2-40B4-BE49-F238E27FC236}">
                      <a16:creationId xmlns:a16="http://schemas.microsoft.com/office/drawing/2014/main" id="{3F0A7CD6-909E-2E4D-48E8-4430049907D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14980" y="4933912"/>
                  <a:ext cx="2181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11" name="Rukopis 4110">
                  <a:extLst>
                    <a:ext uri="{FF2B5EF4-FFF2-40B4-BE49-F238E27FC236}">
                      <a16:creationId xmlns:a16="http://schemas.microsoft.com/office/drawing/2014/main" id="{C41CF0F7-7740-E626-15D6-D8A01082EFDD}"/>
                    </a:ext>
                  </a:extLst>
                </p14:cNvPr>
                <p14:cNvContentPartPr/>
                <p14:nvPr/>
              </p14:nvContentPartPr>
              <p14:xfrm>
                <a:off x="3327260" y="4151632"/>
                <a:ext cx="96120" cy="264600"/>
              </p14:xfrm>
            </p:contentPart>
          </mc:Choice>
          <mc:Fallback>
            <p:pic>
              <p:nvPicPr>
                <p:cNvPr id="4111" name="Rukopis 4110">
                  <a:extLst>
                    <a:ext uri="{FF2B5EF4-FFF2-40B4-BE49-F238E27FC236}">
                      <a16:creationId xmlns:a16="http://schemas.microsoft.com/office/drawing/2014/main" id="{C41CF0F7-7740-E626-15D6-D8A01082EFD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318260" y="4142992"/>
                  <a:ext cx="1137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12" name="Rukopis 4111">
                  <a:extLst>
                    <a:ext uri="{FF2B5EF4-FFF2-40B4-BE49-F238E27FC236}">
                      <a16:creationId xmlns:a16="http://schemas.microsoft.com/office/drawing/2014/main" id="{4930B775-AF98-90FF-5743-D43F141B6DE4}"/>
                    </a:ext>
                  </a:extLst>
                </p14:cNvPr>
                <p14:cNvContentPartPr/>
                <p14:nvPr/>
              </p14:nvContentPartPr>
              <p14:xfrm>
                <a:off x="3353180" y="4546552"/>
                <a:ext cx="77040" cy="182880"/>
              </p14:xfrm>
            </p:contentPart>
          </mc:Choice>
          <mc:Fallback>
            <p:pic>
              <p:nvPicPr>
                <p:cNvPr id="4112" name="Rukopis 4111">
                  <a:extLst>
                    <a:ext uri="{FF2B5EF4-FFF2-40B4-BE49-F238E27FC236}">
                      <a16:creationId xmlns:a16="http://schemas.microsoft.com/office/drawing/2014/main" id="{4930B775-AF98-90FF-5743-D43F141B6DE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344540" y="4537552"/>
                  <a:ext cx="94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13" name="Rukopis 4112">
                  <a:extLst>
                    <a:ext uri="{FF2B5EF4-FFF2-40B4-BE49-F238E27FC236}">
                      <a16:creationId xmlns:a16="http://schemas.microsoft.com/office/drawing/2014/main" id="{8161942A-D254-D367-C14D-029EB56C9986}"/>
                    </a:ext>
                  </a:extLst>
                </p14:cNvPr>
                <p14:cNvContentPartPr/>
                <p14:nvPr/>
              </p14:nvContentPartPr>
              <p14:xfrm>
                <a:off x="3392060" y="4544032"/>
                <a:ext cx="115560" cy="23040"/>
              </p14:xfrm>
            </p:contentPart>
          </mc:Choice>
          <mc:Fallback>
            <p:pic>
              <p:nvPicPr>
                <p:cNvPr id="4113" name="Rukopis 4112">
                  <a:extLst>
                    <a:ext uri="{FF2B5EF4-FFF2-40B4-BE49-F238E27FC236}">
                      <a16:creationId xmlns:a16="http://schemas.microsoft.com/office/drawing/2014/main" id="{8161942A-D254-D367-C14D-029EB56C998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383420" y="4535032"/>
                  <a:ext cx="133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14" name="Rukopis 4113">
                  <a:extLst>
                    <a:ext uri="{FF2B5EF4-FFF2-40B4-BE49-F238E27FC236}">
                      <a16:creationId xmlns:a16="http://schemas.microsoft.com/office/drawing/2014/main" id="{9757E4FA-4508-1639-C279-5E25E50777D3}"/>
                    </a:ext>
                  </a:extLst>
                </p14:cNvPr>
                <p14:cNvContentPartPr/>
                <p14:nvPr/>
              </p14:nvContentPartPr>
              <p14:xfrm>
                <a:off x="3341660" y="4808632"/>
                <a:ext cx="108360" cy="204840"/>
              </p14:xfrm>
            </p:contentPart>
          </mc:Choice>
          <mc:Fallback>
            <p:pic>
              <p:nvPicPr>
                <p:cNvPr id="4114" name="Rukopis 4113">
                  <a:extLst>
                    <a:ext uri="{FF2B5EF4-FFF2-40B4-BE49-F238E27FC236}">
                      <a16:creationId xmlns:a16="http://schemas.microsoft.com/office/drawing/2014/main" id="{9757E4FA-4508-1639-C279-5E25E50777D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333020" y="4799992"/>
                  <a:ext cx="1260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144" name="Rukopis 6143">
                  <a:extLst>
                    <a:ext uri="{FF2B5EF4-FFF2-40B4-BE49-F238E27FC236}">
                      <a16:creationId xmlns:a16="http://schemas.microsoft.com/office/drawing/2014/main" id="{5278283B-74EC-6993-2F73-A55594019734}"/>
                    </a:ext>
                  </a:extLst>
                </p14:cNvPr>
                <p14:cNvContentPartPr/>
                <p14:nvPr/>
              </p14:nvContentPartPr>
              <p14:xfrm>
                <a:off x="2307380" y="4286272"/>
                <a:ext cx="806040" cy="274320"/>
              </p14:xfrm>
            </p:contentPart>
          </mc:Choice>
          <mc:Fallback>
            <p:pic>
              <p:nvPicPr>
                <p:cNvPr id="6144" name="Rukopis 6143">
                  <a:extLst>
                    <a:ext uri="{FF2B5EF4-FFF2-40B4-BE49-F238E27FC236}">
                      <a16:creationId xmlns:a16="http://schemas.microsoft.com/office/drawing/2014/main" id="{5278283B-74EC-6993-2F73-A5559401973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298740" y="4277632"/>
                  <a:ext cx="8236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145" name="Rukopis 6144">
                  <a:extLst>
                    <a:ext uri="{FF2B5EF4-FFF2-40B4-BE49-F238E27FC236}">
                      <a16:creationId xmlns:a16="http://schemas.microsoft.com/office/drawing/2014/main" id="{5A4CCD93-E9DA-5CDE-DD8C-7353E1825C96}"/>
                    </a:ext>
                  </a:extLst>
                </p14:cNvPr>
                <p14:cNvContentPartPr/>
                <p14:nvPr/>
              </p14:nvContentPartPr>
              <p14:xfrm>
                <a:off x="3072740" y="4433872"/>
                <a:ext cx="153000" cy="197640"/>
              </p14:xfrm>
            </p:contentPart>
          </mc:Choice>
          <mc:Fallback>
            <p:pic>
              <p:nvPicPr>
                <p:cNvPr id="6145" name="Rukopis 6144">
                  <a:extLst>
                    <a:ext uri="{FF2B5EF4-FFF2-40B4-BE49-F238E27FC236}">
                      <a16:creationId xmlns:a16="http://schemas.microsoft.com/office/drawing/2014/main" id="{5A4CCD93-E9DA-5CDE-DD8C-7353E1825C9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064100" y="4424872"/>
                  <a:ext cx="170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146" name="Rukopis 6145">
                  <a:extLst>
                    <a:ext uri="{FF2B5EF4-FFF2-40B4-BE49-F238E27FC236}">
                      <a16:creationId xmlns:a16="http://schemas.microsoft.com/office/drawing/2014/main" id="{60D4BD95-2FF1-FBC7-7402-03E3B2D03A9F}"/>
                    </a:ext>
                  </a:extLst>
                </p14:cNvPr>
                <p14:cNvContentPartPr/>
                <p14:nvPr/>
              </p14:nvContentPartPr>
              <p14:xfrm>
                <a:off x="2364980" y="4724032"/>
                <a:ext cx="803160" cy="224640"/>
              </p14:xfrm>
            </p:contentPart>
          </mc:Choice>
          <mc:Fallback>
            <p:pic>
              <p:nvPicPr>
                <p:cNvPr id="6146" name="Rukopis 6145">
                  <a:extLst>
                    <a:ext uri="{FF2B5EF4-FFF2-40B4-BE49-F238E27FC236}">
                      <a16:creationId xmlns:a16="http://schemas.microsoft.com/office/drawing/2014/main" id="{60D4BD95-2FF1-FBC7-7402-03E3B2D03A9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356340" y="4715032"/>
                  <a:ext cx="8208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149" name="Rukopis 6148">
                  <a:extLst>
                    <a:ext uri="{FF2B5EF4-FFF2-40B4-BE49-F238E27FC236}">
                      <a16:creationId xmlns:a16="http://schemas.microsoft.com/office/drawing/2014/main" id="{0596CAED-2CEF-FC5C-36C2-BF6E0A56DD46}"/>
                    </a:ext>
                  </a:extLst>
                </p14:cNvPr>
                <p14:cNvContentPartPr/>
                <p14:nvPr/>
              </p14:nvContentPartPr>
              <p14:xfrm>
                <a:off x="3039620" y="4859752"/>
                <a:ext cx="184680" cy="140760"/>
              </p14:xfrm>
            </p:contentPart>
          </mc:Choice>
          <mc:Fallback>
            <p:pic>
              <p:nvPicPr>
                <p:cNvPr id="6149" name="Rukopis 6148">
                  <a:extLst>
                    <a:ext uri="{FF2B5EF4-FFF2-40B4-BE49-F238E27FC236}">
                      <a16:creationId xmlns:a16="http://schemas.microsoft.com/office/drawing/2014/main" id="{0596CAED-2CEF-FC5C-36C2-BF6E0A56DD4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030980" y="4851112"/>
                  <a:ext cx="202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115" name="Rukopis 4114">
                  <a:extLst>
                    <a:ext uri="{FF2B5EF4-FFF2-40B4-BE49-F238E27FC236}">
                      <a16:creationId xmlns:a16="http://schemas.microsoft.com/office/drawing/2014/main" id="{2B804B6C-135F-39A4-F490-4856B553C200}"/>
                    </a:ext>
                  </a:extLst>
                </p14:cNvPr>
                <p14:cNvContentPartPr/>
                <p14:nvPr/>
              </p14:nvContentPartPr>
              <p14:xfrm>
                <a:off x="3362540" y="5153152"/>
                <a:ext cx="136080" cy="294120"/>
              </p14:xfrm>
            </p:contentPart>
          </mc:Choice>
          <mc:Fallback>
            <p:pic>
              <p:nvPicPr>
                <p:cNvPr id="4115" name="Rukopis 4114">
                  <a:extLst>
                    <a:ext uri="{FF2B5EF4-FFF2-40B4-BE49-F238E27FC236}">
                      <a16:creationId xmlns:a16="http://schemas.microsoft.com/office/drawing/2014/main" id="{2B804B6C-135F-39A4-F490-4856B553C20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353900" y="5144152"/>
                  <a:ext cx="1537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116" name="Rukopis 4115">
                  <a:extLst>
                    <a:ext uri="{FF2B5EF4-FFF2-40B4-BE49-F238E27FC236}">
                      <a16:creationId xmlns:a16="http://schemas.microsoft.com/office/drawing/2014/main" id="{087DAF79-301F-BC64-AF1D-22F35C02D577}"/>
                    </a:ext>
                  </a:extLst>
                </p14:cNvPr>
                <p14:cNvContentPartPr/>
                <p14:nvPr/>
              </p14:nvContentPartPr>
              <p14:xfrm>
                <a:off x="3420860" y="5323792"/>
                <a:ext cx="125640" cy="18000"/>
              </p14:xfrm>
            </p:contentPart>
          </mc:Choice>
          <mc:Fallback>
            <p:pic>
              <p:nvPicPr>
                <p:cNvPr id="4116" name="Rukopis 4115">
                  <a:extLst>
                    <a:ext uri="{FF2B5EF4-FFF2-40B4-BE49-F238E27FC236}">
                      <a16:creationId xmlns:a16="http://schemas.microsoft.com/office/drawing/2014/main" id="{087DAF79-301F-BC64-AF1D-22F35C02D57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412220" y="5315152"/>
                  <a:ext cx="1432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150" name="Rukopis 6149">
                  <a:extLst>
                    <a:ext uri="{FF2B5EF4-FFF2-40B4-BE49-F238E27FC236}">
                      <a16:creationId xmlns:a16="http://schemas.microsoft.com/office/drawing/2014/main" id="{94D1DA1F-9479-9981-E864-ABB40CD9A3B9}"/>
                    </a:ext>
                  </a:extLst>
                </p14:cNvPr>
                <p14:cNvContentPartPr/>
                <p14:nvPr/>
              </p14:nvContentPartPr>
              <p14:xfrm>
                <a:off x="2357780" y="5154952"/>
                <a:ext cx="896040" cy="278640"/>
              </p14:xfrm>
            </p:contentPart>
          </mc:Choice>
          <mc:Fallback>
            <p:pic>
              <p:nvPicPr>
                <p:cNvPr id="6150" name="Rukopis 6149">
                  <a:extLst>
                    <a:ext uri="{FF2B5EF4-FFF2-40B4-BE49-F238E27FC236}">
                      <a16:creationId xmlns:a16="http://schemas.microsoft.com/office/drawing/2014/main" id="{94D1DA1F-9479-9981-E864-ABB40CD9A3B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349140" y="5146312"/>
                  <a:ext cx="9136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151" name="Rukopis 6150">
                  <a:extLst>
                    <a:ext uri="{FF2B5EF4-FFF2-40B4-BE49-F238E27FC236}">
                      <a16:creationId xmlns:a16="http://schemas.microsoft.com/office/drawing/2014/main" id="{40D142AF-92EC-E631-5616-581ECE91F2FD}"/>
                    </a:ext>
                  </a:extLst>
                </p14:cNvPr>
                <p14:cNvContentPartPr/>
                <p14:nvPr/>
              </p14:nvContentPartPr>
              <p14:xfrm>
                <a:off x="3138980" y="5328472"/>
                <a:ext cx="184320" cy="160920"/>
              </p14:xfrm>
            </p:contentPart>
          </mc:Choice>
          <mc:Fallback>
            <p:pic>
              <p:nvPicPr>
                <p:cNvPr id="6151" name="Rukopis 6150">
                  <a:extLst>
                    <a:ext uri="{FF2B5EF4-FFF2-40B4-BE49-F238E27FC236}">
                      <a16:creationId xmlns:a16="http://schemas.microsoft.com/office/drawing/2014/main" id="{40D142AF-92EC-E631-5616-581ECE91F2F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130340" y="5319472"/>
                  <a:ext cx="20196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78" name="Skupina 6177">
            <a:extLst>
              <a:ext uri="{FF2B5EF4-FFF2-40B4-BE49-F238E27FC236}">
                <a16:creationId xmlns:a16="http://schemas.microsoft.com/office/drawing/2014/main" id="{51881FE0-8455-8124-291F-BABC0AA1F91C}"/>
              </a:ext>
            </a:extLst>
          </p:cNvPr>
          <p:cNvGrpSpPr/>
          <p:nvPr/>
        </p:nvGrpSpPr>
        <p:grpSpPr>
          <a:xfrm>
            <a:off x="4125740" y="2281432"/>
            <a:ext cx="2389680" cy="712440"/>
            <a:chOff x="4125740" y="2281432"/>
            <a:chExt cx="2389680" cy="71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54" name="Rukopis 6153">
                  <a:extLst>
                    <a:ext uri="{FF2B5EF4-FFF2-40B4-BE49-F238E27FC236}">
                      <a16:creationId xmlns:a16="http://schemas.microsoft.com/office/drawing/2014/main" id="{DCA06F5A-5BD3-FBF2-E440-5F8E4A40ABBD}"/>
                    </a:ext>
                  </a:extLst>
                </p14:cNvPr>
                <p14:cNvContentPartPr/>
                <p14:nvPr/>
              </p14:nvContentPartPr>
              <p14:xfrm>
                <a:off x="4125740" y="2454592"/>
                <a:ext cx="16200" cy="324000"/>
              </p14:xfrm>
            </p:contentPart>
          </mc:Choice>
          <mc:Fallback>
            <p:pic>
              <p:nvPicPr>
                <p:cNvPr id="6154" name="Rukopis 6153">
                  <a:extLst>
                    <a:ext uri="{FF2B5EF4-FFF2-40B4-BE49-F238E27FC236}">
                      <a16:creationId xmlns:a16="http://schemas.microsoft.com/office/drawing/2014/main" id="{DCA06F5A-5BD3-FBF2-E440-5F8E4A40ABB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117100" y="2445592"/>
                  <a:ext cx="338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55" name="Rukopis 6154">
                  <a:extLst>
                    <a:ext uri="{FF2B5EF4-FFF2-40B4-BE49-F238E27FC236}">
                      <a16:creationId xmlns:a16="http://schemas.microsoft.com/office/drawing/2014/main" id="{1A2329A0-DB69-99B7-A779-0100309337EF}"/>
                    </a:ext>
                  </a:extLst>
                </p14:cNvPr>
                <p14:cNvContentPartPr/>
                <p14:nvPr/>
              </p14:nvContentPartPr>
              <p14:xfrm>
                <a:off x="4151660" y="2485912"/>
                <a:ext cx="96840" cy="149040"/>
              </p14:xfrm>
            </p:contentPart>
          </mc:Choice>
          <mc:Fallback>
            <p:pic>
              <p:nvPicPr>
                <p:cNvPr id="6155" name="Rukopis 6154">
                  <a:extLst>
                    <a:ext uri="{FF2B5EF4-FFF2-40B4-BE49-F238E27FC236}">
                      <a16:creationId xmlns:a16="http://schemas.microsoft.com/office/drawing/2014/main" id="{1A2329A0-DB69-99B7-A779-0100309337E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143020" y="2477272"/>
                  <a:ext cx="114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56" name="Rukopis 6155">
                  <a:extLst>
                    <a:ext uri="{FF2B5EF4-FFF2-40B4-BE49-F238E27FC236}">
                      <a16:creationId xmlns:a16="http://schemas.microsoft.com/office/drawing/2014/main" id="{08022149-0C04-2A4C-DEAF-68705BF3AB73}"/>
                    </a:ext>
                  </a:extLst>
                </p14:cNvPr>
                <p14:cNvContentPartPr/>
                <p14:nvPr/>
              </p14:nvContentPartPr>
              <p14:xfrm>
                <a:off x="4312940" y="2492032"/>
                <a:ext cx="135720" cy="104040"/>
              </p14:xfrm>
            </p:contentPart>
          </mc:Choice>
          <mc:Fallback>
            <p:pic>
              <p:nvPicPr>
                <p:cNvPr id="6156" name="Rukopis 6155">
                  <a:extLst>
                    <a:ext uri="{FF2B5EF4-FFF2-40B4-BE49-F238E27FC236}">
                      <a16:creationId xmlns:a16="http://schemas.microsoft.com/office/drawing/2014/main" id="{08022149-0C04-2A4C-DEAF-68705BF3AB7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303940" y="2483032"/>
                  <a:ext cx="1533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157" name="Rukopis 6156">
                  <a:extLst>
                    <a:ext uri="{FF2B5EF4-FFF2-40B4-BE49-F238E27FC236}">
                      <a16:creationId xmlns:a16="http://schemas.microsoft.com/office/drawing/2014/main" id="{205199E1-B99C-C5C9-58E3-8729472DC777}"/>
                    </a:ext>
                  </a:extLst>
                </p14:cNvPr>
                <p14:cNvContentPartPr/>
                <p14:nvPr/>
              </p14:nvContentPartPr>
              <p14:xfrm>
                <a:off x="4509860" y="2473312"/>
                <a:ext cx="99720" cy="106920"/>
              </p14:xfrm>
            </p:contentPart>
          </mc:Choice>
          <mc:Fallback>
            <p:pic>
              <p:nvPicPr>
                <p:cNvPr id="6157" name="Rukopis 6156">
                  <a:extLst>
                    <a:ext uri="{FF2B5EF4-FFF2-40B4-BE49-F238E27FC236}">
                      <a16:creationId xmlns:a16="http://schemas.microsoft.com/office/drawing/2014/main" id="{205199E1-B99C-C5C9-58E3-8729472DC77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500860" y="2464312"/>
                  <a:ext cx="117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58" name="Rukopis 6157">
                  <a:extLst>
                    <a:ext uri="{FF2B5EF4-FFF2-40B4-BE49-F238E27FC236}">
                      <a16:creationId xmlns:a16="http://schemas.microsoft.com/office/drawing/2014/main" id="{744DEF98-F96F-C1F9-2F80-20F88DB32C21}"/>
                    </a:ext>
                  </a:extLst>
                </p14:cNvPr>
                <p14:cNvContentPartPr/>
                <p14:nvPr/>
              </p14:nvContentPartPr>
              <p14:xfrm>
                <a:off x="4681220" y="2467912"/>
                <a:ext cx="62280" cy="126720"/>
              </p14:xfrm>
            </p:contentPart>
          </mc:Choice>
          <mc:Fallback>
            <p:pic>
              <p:nvPicPr>
                <p:cNvPr id="6158" name="Rukopis 6157">
                  <a:extLst>
                    <a:ext uri="{FF2B5EF4-FFF2-40B4-BE49-F238E27FC236}">
                      <a16:creationId xmlns:a16="http://schemas.microsoft.com/office/drawing/2014/main" id="{744DEF98-F96F-C1F9-2F80-20F88DB32C2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672220" y="2459272"/>
                  <a:ext cx="79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159" name="Rukopis 6158">
                  <a:extLst>
                    <a:ext uri="{FF2B5EF4-FFF2-40B4-BE49-F238E27FC236}">
                      <a16:creationId xmlns:a16="http://schemas.microsoft.com/office/drawing/2014/main" id="{7E8C886A-7E1F-F61F-5CD7-D15E51CF3AF7}"/>
                    </a:ext>
                  </a:extLst>
                </p14:cNvPr>
                <p14:cNvContentPartPr/>
                <p14:nvPr/>
              </p14:nvContentPartPr>
              <p14:xfrm>
                <a:off x="4845020" y="2359192"/>
                <a:ext cx="68040" cy="239040"/>
              </p14:xfrm>
            </p:contentPart>
          </mc:Choice>
          <mc:Fallback>
            <p:pic>
              <p:nvPicPr>
                <p:cNvPr id="6159" name="Rukopis 6158">
                  <a:extLst>
                    <a:ext uri="{FF2B5EF4-FFF2-40B4-BE49-F238E27FC236}">
                      <a16:creationId xmlns:a16="http://schemas.microsoft.com/office/drawing/2014/main" id="{7E8C886A-7E1F-F61F-5CD7-D15E51CF3AF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836380" y="2350552"/>
                  <a:ext cx="856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60" name="Rukopis 6159">
                  <a:extLst>
                    <a:ext uri="{FF2B5EF4-FFF2-40B4-BE49-F238E27FC236}">
                      <a16:creationId xmlns:a16="http://schemas.microsoft.com/office/drawing/2014/main" id="{43A14041-A7E1-10C5-B163-CF1ADD69BCFE}"/>
                    </a:ext>
                  </a:extLst>
                </p14:cNvPr>
                <p14:cNvContentPartPr/>
                <p14:nvPr/>
              </p14:nvContentPartPr>
              <p14:xfrm>
                <a:off x="4836380" y="2468992"/>
                <a:ext cx="355680" cy="115920"/>
              </p14:xfrm>
            </p:contentPart>
          </mc:Choice>
          <mc:Fallback>
            <p:pic>
              <p:nvPicPr>
                <p:cNvPr id="6160" name="Rukopis 6159">
                  <a:extLst>
                    <a:ext uri="{FF2B5EF4-FFF2-40B4-BE49-F238E27FC236}">
                      <a16:creationId xmlns:a16="http://schemas.microsoft.com/office/drawing/2014/main" id="{43A14041-A7E1-10C5-B163-CF1ADD69BCF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827740" y="2459992"/>
                  <a:ext cx="373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61" name="Rukopis 6160">
                  <a:extLst>
                    <a:ext uri="{FF2B5EF4-FFF2-40B4-BE49-F238E27FC236}">
                      <a16:creationId xmlns:a16="http://schemas.microsoft.com/office/drawing/2014/main" id="{4835828B-60C1-6C96-3C8F-C584543B56A4}"/>
                    </a:ext>
                  </a:extLst>
                </p14:cNvPr>
                <p14:cNvContentPartPr/>
                <p14:nvPr/>
              </p14:nvContentPartPr>
              <p14:xfrm>
                <a:off x="5128340" y="2281432"/>
                <a:ext cx="40680" cy="190080"/>
              </p14:xfrm>
            </p:contentPart>
          </mc:Choice>
          <mc:Fallback>
            <p:pic>
              <p:nvPicPr>
                <p:cNvPr id="6161" name="Rukopis 6160">
                  <a:extLst>
                    <a:ext uri="{FF2B5EF4-FFF2-40B4-BE49-F238E27FC236}">
                      <a16:creationId xmlns:a16="http://schemas.microsoft.com/office/drawing/2014/main" id="{4835828B-60C1-6C96-3C8F-C584543B56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19700" y="2272792"/>
                  <a:ext cx="58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162" name="Rukopis 6161">
                  <a:extLst>
                    <a:ext uri="{FF2B5EF4-FFF2-40B4-BE49-F238E27FC236}">
                      <a16:creationId xmlns:a16="http://schemas.microsoft.com/office/drawing/2014/main" id="{A23C0806-08C7-000D-D5BA-1BC00616283C}"/>
                    </a:ext>
                  </a:extLst>
                </p14:cNvPr>
                <p14:cNvContentPartPr/>
                <p14:nvPr/>
              </p14:nvContentPartPr>
              <p14:xfrm>
                <a:off x="4227980" y="2841952"/>
                <a:ext cx="165960" cy="151920"/>
              </p14:xfrm>
            </p:contentPart>
          </mc:Choice>
          <mc:Fallback>
            <p:pic>
              <p:nvPicPr>
                <p:cNvPr id="6162" name="Rukopis 6161">
                  <a:extLst>
                    <a:ext uri="{FF2B5EF4-FFF2-40B4-BE49-F238E27FC236}">
                      <a16:creationId xmlns:a16="http://schemas.microsoft.com/office/drawing/2014/main" id="{A23C0806-08C7-000D-D5BA-1BC00616283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218980" y="2833312"/>
                  <a:ext cx="183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163" name="Rukopis 6162">
                  <a:extLst>
                    <a:ext uri="{FF2B5EF4-FFF2-40B4-BE49-F238E27FC236}">
                      <a16:creationId xmlns:a16="http://schemas.microsoft.com/office/drawing/2014/main" id="{67B1B7EE-08DD-6DF6-241C-30307A9F15AD}"/>
                    </a:ext>
                  </a:extLst>
                </p14:cNvPr>
                <p14:cNvContentPartPr/>
                <p14:nvPr/>
              </p14:nvContentPartPr>
              <p14:xfrm>
                <a:off x="4479620" y="2863192"/>
                <a:ext cx="219240" cy="84600"/>
              </p14:xfrm>
            </p:contentPart>
          </mc:Choice>
          <mc:Fallback>
            <p:pic>
              <p:nvPicPr>
                <p:cNvPr id="6163" name="Rukopis 6162">
                  <a:extLst>
                    <a:ext uri="{FF2B5EF4-FFF2-40B4-BE49-F238E27FC236}">
                      <a16:creationId xmlns:a16="http://schemas.microsoft.com/office/drawing/2014/main" id="{67B1B7EE-08DD-6DF6-241C-30307A9F15A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470620" y="2854192"/>
                  <a:ext cx="236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164" name="Rukopis 6163">
                  <a:extLst>
                    <a:ext uri="{FF2B5EF4-FFF2-40B4-BE49-F238E27FC236}">
                      <a16:creationId xmlns:a16="http://schemas.microsoft.com/office/drawing/2014/main" id="{9D29EFD4-21C3-A762-2851-27C9411699A1}"/>
                    </a:ext>
                  </a:extLst>
                </p14:cNvPr>
                <p14:cNvContentPartPr/>
                <p14:nvPr/>
              </p14:nvContentPartPr>
              <p14:xfrm>
                <a:off x="4905500" y="2817472"/>
                <a:ext cx="285120" cy="143280"/>
              </p14:xfrm>
            </p:contentPart>
          </mc:Choice>
          <mc:Fallback>
            <p:pic>
              <p:nvPicPr>
                <p:cNvPr id="6164" name="Rukopis 6163">
                  <a:extLst>
                    <a:ext uri="{FF2B5EF4-FFF2-40B4-BE49-F238E27FC236}">
                      <a16:creationId xmlns:a16="http://schemas.microsoft.com/office/drawing/2014/main" id="{9D29EFD4-21C3-A762-2851-27C9411699A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96500" y="2808832"/>
                  <a:ext cx="3027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165" name="Rukopis 6164">
                  <a:extLst>
                    <a:ext uri="{FF2B5EF4-FFF2-40B4-BE49-F238E27FC236}">
                      <a16:creationId xmlns:a16="http://schemas.microsoft.com/office/drawing/2014/main" id="{17F64060-2B6B-C6F8-9AFD-62EF795D1500}"/>
                    </a:ext>
                  </a:extLst>
                </p14:cNvPr>
                <p14:cNvContentPartPr/>
                <p14:nvPr/>
              </p14:nvContentPartPr>
              <p14:xfrm>
                <a:off x="5253260" y="2832232"/>
                <a:ext cx="309960" cy="136800"/>
              </p14:xfrm>
            </p:contentPart>
          </mc:Choice>
          <mc:Fallback>
            <p:pic>
              <p:nvPicPr>
                <p:cNvPr id="6165" name="Rukopis 6164">
                  <a:extLst>
                    <a:ext uri="{FF2B5EF4-FFF2-40B4-BE49-F238E27FC236}">
                      <a16:creationId xmlns:a16="http://schemas.microsoft.com/office/drawing/2014/main" id="{17F64060-2B6B-C6F8-9AFD-62EF795D150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244260" y="2823592"/>
                  <a:ext cx="3276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166" name="Rukopis 6165">
                  <a:extLst>
                    <a:ext uri="{FF2B5EF4-FFF2-40B4-BE49-F238E27FC236}">
                      <a16:creationId xmlns:a16="http://schemas.microsoft.com/office/drawing/2014/main" id="{8E14313A-C58A-E9CB-4E70-C9DE7447E2ED}"/>
                    </a:ext>
                  </a:extLst>
                </p14:cNvPr>
                <p14:cNvContentPartPr/>
                <p14:nvPr/>
              </p14:nvContentPartPr>
              <p14:xfrm>
                <a:off x="5662220" y="2830072"/>
                <a:ext cx="112680" cy="113040"/>
              </p14:xfrm>
            </p:contentPart>
          </mc:Choice>
          <mc:Fallback>
            <p:pic>
              <p:nvPicPr>
                <p:cNvPr id="6166" name="Rukopis 6165">
                  <a:extLst>
                    <a:ext uri="{FF2B5EF4-FFF2-40B4-BE49-F238E27FC236}">
                      <a16:creationId xmlns:a16="http://schemas.microsoft.com/office/drawing/2014/main" id="{8E14313A-C58A-E9CB-4E70-C9DE7447E2E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653220" y="2821432"/>
                  <a:ext cx="130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167" name="Rukopis 6166">
                  <a:extLst>
                    <a:ext uri="{FF2B5EF4-FFF2-40B4-BE49-F238E27FC236}">
                      <a16:creationId xmlns:a16="http://schemas.microsoft.com/office/drawing/2014/main" id="{4926A94A-61F2-7F9C-38F2-E45AC4F07BC6}"/>
                    </a:ext>
                  </a:extLst>
                </p14:cNvPr>
                <p14:cNvContentPartPr/>
                <p14:nvPr/>
              </p14:nvContentPartPr>
              <p14:xfrm>
                <a:off x="5630540" y="2762392"/>
                <a:ext cx="135720" cy="37800"/>
              </p14:xfrm>
            </p:contentPart>
          </mc:Choice>
          <mc:Fallback>
            <p:pic>
              <p:nvPicPr>
                <p:cNvPr id="6167" name="Rukopis 6166">
                  <a:extLst>
                    <a:ext uri="{FF2B5EF4-FFF2-40B4-BE49-F238E27FC236}">
                      <a16:creationId xmlns:a16="http://schemas.microsoft.com/office/drawing/2014/main" id="{4926A94A-61F2-7F9C-38F2-E45AC4F07BC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621540" y="2753752"/>
                  <a:ext cx="153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168" name="Rukopis 6167">
                  <a:extLst>
                    <a:ext uri="{FF2B5EF4-FFF2-40B4-BE49-F238E27FC236}">
                      <a16:creationId xmlns:a16="http://schemas.microsoft.com/office/drawing/2014/main" id="{889F7946-3681-99FE-7DE8-20DD70341C35}"/>
                    </a:ext>
                  </a:extLst>
                </p14:cNvPr>
                <p14:cNvContentPartPr/>
                <p14:nvPr/>
              </p14:nvContentPartPr>
              <p14:xfrm>
                <a:off x="5880740" y="2701552"/>
                <a:ext cx="39240" cy="258480"/>
              </p14:xfrm>
            </p:contentPart>
          </mc:Choice>
          <mc:Fallback>
            <p:pic>
              <p:nvPicPr>
                <p:cNvPr id="6168" name="Rukopis 6167">
                  <a:extLst>
                    <a:ext uri="{FF2B5EF4-FFF2-40B4-BE49-F238E27FC236}">
                      <a16:creationId xmlns:a16="http://schemas.microsoft.com/office/drawing/2014/main" id="{889F7946-3681-99FE-7DE8-20DD70341C3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72100" y="2692912"/>
                  <a:ext cx="56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169" name="Rukopis 6168">
                  <a:extLst>
                    <a:ext uri="{FF2B5EF4-FFF2-40B4-BE49-F238E27FC236}">
                      <a16:creationId xmlns:a16="http://schemas.microsoft.com/office/drawing/2014/main" id="{376E7A33-279F-C23E-0DC9-F475BF28ADEB}"/>
                    </a:ext>
                  </a:extLst>
                </p14:cNvPr>
                <p14:cNvContentPartPr/>
                <p14:nvPr/>
              </p14:nvContentPartPr>
              <p14:xfrm>
                <a:off x="6022220" y="2830432"/>
                <a:ext cx="493200" cy="132120"/>
              </p14:xfrm>
            </p:contentPart>
          </mc:Choice>
          <mc:Fallback>
            <p:pic>
              <p:nvPicPr>
                <p:cNvPr id="6169" name="Rukopis 6168">
                  <a:extLst>
                    <a:ext uri="{FF2B5EF4-FFF2-40B4-BE49-F238E27FC236}">
                      <a16:creationId xmlns:a16="http://schemas.microsoft.com/office/drawing/2014/main" id="{376E7A33-279F-C23E-0DC9-F475BF28ADE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013580" y="2821792"/>
                  <a:ext cx="51084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81" name="Skupina 6180">
            <a:extLst>
              <a:ext uri="{FF2B5EF4-FFF2-40B4-BE49-F238E27FC236}">
                <a16:creationId xmlns:a16="http://schemas.microsoft.com/office/drawing/2014/main" id="{BF4BD6A7-6D09-3F45-8838-BB2C4DBDBE7F}"/>
              </a:ext>
            </a:extLst>
          </p:cNvPr>
          <p:cNvGrpSpPr/>
          <p:nvPr/>
        </p:nvGrpSpPr>
        <p:grpSpPr>
          <a:xfrm>
            <a:off x="4268300" y="4107712"/>
            <a:ext cx="1224360" cy="738720"/>
            <a:chOff x="4268300" y="4107712"/>
            <a:chExt cx="1224360" cy="73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170" name="Rukopis 6169">
                  <a:extLst>
                    <a:ext uri="{FF2B5EF4-FFF2-40B4-BE49-F238E27FC236}">
                      <a16:creationId xmlns:a16="http://schemas.microsoft.com/office/drawing/2014/main" id="{E6255356-F18D-A904-51BD-3A36CE5FCEB9}"/>
                    </a:ext>
                  </a:extLst>
                </p14:cNvPr>
                <p14:cNvContentPartPr/>
                <p14:nvPr/>
              </p14:nvContentPartPr>
              <p14:xfrm>
                <a:off x="4268300" y="4462312"/>
                <a:ext cx="52200" cy="384120"/>
              </p14:xfrm>
            </p:contentPart>
          </mc:Choice>
          <mc:Fallback>
            <p:pic>
              <p:nvPicPr>
                <p:cNvPr id="6170" name="Rukopis 6169">
                  <a:extLst>
                    <a:ext uri="{FF2B5EF4-FFF2-40B4-BE49-F238E27FC236}">
                      <a16:creationId xmlns:a16="http://schemas.microsoft.com/office/drawing/2014/main" id="{E6255356-F18D-A904-51BD-3A36CE5FCEB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59300" y="4453672"/>
                  <a:ext cx="698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171" name="Rukopis 6170">
                  <a:extLst>
                    <a:ext uri="{FF2B5EF4-FFF2-40B4-BE49-F238E27FC236}">
                      <a16:creationId xmlns:a16="http://schemas.microsoft.com/office/drawing/2014/main" id="{0178C57B-9181-30ED-048B-ECF15E0DD6E0}"/>
                    </a:ext>
                  </a:extLst>
                </p14:cNvPr>
                <p14:cNvContentPartPr/>
                <p14:nvPr/>
              </p14:nvContentPartPr>
              <p14:xfrm>
                <a:off x="4308620" y="4509112"/>
                <a:ext cx="116280" cy="153720"/>
              </p14:xfrm>
            </p:contentPart>
          </mc:Choice>
          <mc:Fallback>
            <p:pic>
              <p:nvPicPr>
                <p:cNvPr id="6171" name="Rukopis 6170">
                  <a:extLst>
                    <a:ext uri="{FF2B5EF4-FFF2-40B4-BE49-F238E27FC236}">
                      <a16:creationId xmlns:a16="http://schemas.microsoft.com/office/drawing/2014/main" id="{0178C57B-9181-30ED-048B-ECF15E0DD6E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99620" y="4500112"/>
                  <a:ext cx="133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172" name="Rukopis 6171">
                  <a:extLst>
                    <a:ext uri="{FF2B5EF4-FFF2-40B4-BE49-F238E27FC236}">
                      <a16:creationId xmlns:a16="http://schemas.microsoft.com/office/drawing/2014/main" id="{0CD9F541-D1F5-F4CB-6498-4B2FE269D4BA}"/>
                    </a:ext>
                  </a:extLst>
                </p14:cNvPr>
                <p14:cNvContentPartPr/>
                <p14:nvPr/>
              </p14:nvContentPartPr>
              <p14:xfrm>
                <a:off x="4531460" y="4493272"/>
                <a:ext cx="111240" cy="152640"/>
              </p14:xfrm>
            </p:contentPart>
          </mc:Choice>
          <mc:Fallback>
            <p:pic>
              <p:nvPicPr>
                <p:cNvPr id="6172" name="Rukopis 6171">
                  <a:extLst>
                    <a:ext uri="{FF2B5EF4-FFF2-40B4-BE49-F238E27FC236}">
                      <a16:creationId xmlns:a16="http://schemas.microsoft.com/office/drawing/2014/main" id="{0CD9F541-D1F5-F4CB-6498-4B2FE269D4B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522820" y="4484632"/>
                  <a:ext cx="128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173" name="Rukopis 6172">
                  <a:extLst>
                    <a:ext uri="{FF2B5EF4-FFF2-40B4-BE49-F238E27FC236}">
                      <a16:creationId xmlns:a16="http://schemas.microsoft.com/office/drawing/2014/main" id="{CBFE175C-922C-0DCF-CCC7-D116B429B694}"/>
                    </a:ext>
                  </a:extLst>
                </p14:cNvPr>
                <p14:cNvContentPartPr/>
                <p14:nvPr/>
              </p14:nvContentPartPr>
              <p14:xfrm>
                <a:off x="4731260" y="4434952"/>
                <a:ext cx="138960" cy="173880"/>
              </p14:xfrm>
            </p:contentPart>
          </mc:Choice>
          <mc:Fallback>
            <p:pic>
              <p:nvPicPr>
                <p:cNvPr id="6173" name="Rukopis 6172">
                  <a:extLst>
                    <a:ext uri="{FF2B5EF4-FFF2-40B4-BE49-F238E27FC236}">
                      <a16:creationId xmlns:a16="http://schemas.microsoft.com/office/drawing/2014/main" id="{CBFE175C-922C-0DCF-CCC7-D116B429B69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722260" y="4426312"/>
                  <a:ext cx="1566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174" name="Rukopis 6173">
                  <a:extLst>
                    <a:ext uri="{FF2B5EF4-FFF2-40B4-BE49-F238E27FC236}">
                      <a16:creationId xmlns:a16="http://schemas.microsoft.com/office/drawing/2014/main" id="{15FA3FD9-8B83-F9FE-FD34-FC8FE1F492C9}"/>
                    </a:ext>
                  </a:extLst>
                </p14:cNvPr>
                <p14:cNvContentPartPr/>
                <p14:nvPr/>
              </p14:nvContentPartPr>
              <p14:xfrm>
                <a:off x="4965980" y="4411912"/>
                <a:ext cx="92160" cy="165600"/>
              </p14:xfrm>
            </p:contentPart>
          </mc:Choice>
          <mc:Fallback>
            <p:pic>
              <p:nvPicPr>
                <p:cNvPr id="6174" name="Rukopis 6173">
                  <a:extLst>
                    <a:ext uri="{FF2B5EF4-FFF2-40B4-BE49-F238E27FC236}">
                      <a16:creationId xmlns:a16="http://schemas.microsoft.com/office/drawing/2014/main" id="{15FA3FD9-8B83-F9FE-FD34-FC8FE1F492C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956980" y="4402912"/>
                  <a:ext cx="1098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175" name="Rukopis 6174">
                  <a:extLst>
                    <a:ext uri="{FF2B5EF4-FFF2-40B4-BE49-F238E27FC236}">
                      <a16:creationId xmlns:a16="http://schemas.microsoft.com/office/drawing/2014/main" id="{D52A2747-EB28-5B88-B37B-335B05A7EE7F}"/>
                    </a:ext>
                  </a:extLst>
                </p14:cNvPr>
                <p14:cNvContentPartPr/>
                <p14:nvPr/>
              </p14:nvContentPartPr>
              <p14:xfrm>
                <a:off x="5221940" y="4258552"/>
                <a:ext cx="43560" cy="263880"/>
              </p14:xfrm>
            </p:contentPart>
          </mc:Choice>
          <mc:Fallback>
            <p:pic>
              <p:nvPicPr>
                <p:cNvPr id="6175" name="Rukopis 6174">
                  <a:extLst>
                    <a:ext uri="{FF2B5EF4-FFF2-40B4-BE49-F238E27FC236}">
                      <a16:creationId xmlns:a16="http://schemas.microsoft.com/office/drawing/2014/main" id="{D52A2747-EB28-5B88-B37B-335B05A7EE7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213300" y="4249552"/>
                  <a:ext cx="612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6179" name="Rukopis 6178">
                  <a:extLst>
                    <a:ext uri="{FF2B5EF4-FFF2-40B4-BE49-F238E27FC236}">
                      <a16:creationId xmlns:a16="http://schemas.microsoft.com/office/drawing/2014/main" id="{141DE8FD-C9CA-4465-46E9-3D977FB494BB}"/>
                    </a:ext>
                  </a:extLst>
                </p14:cNvPr>
                <p14:cNvContentPartPr/>
                <p14:nvPr/>
              </p14:nvContentPartPr>
              <p14:xfrm>
                <a:off x="5183060" y="4389232"/>
                <a:ext cx="309600" cy="135000"/>
              </p14:xfrm>
            </p:contentPart>
          </mc:Choice>
          <mc:Fallback>
            <p:pic>
              <p:nvPicPr>
                <p:cNvPr id="6179" name="Rukopis 6178">
                  <a:extLst>
                    <a:ext uri="{FF2B5EF4-FFF2-40B4-BE49-F238E27FC236}">
                      <a16:creationId xmlns:a16="http://schemas.microsoft.com/office/drawing/2014/main" id="{141DE8FD-C9CA-4465-46E9-3D977FB494B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174420" y="4380592"/>
                  <a:ext cx="327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180" name="Rukopis 6179">
                  <a:extLst>
                    <a:ext uri="{FF2B5EF4-FFF2-40B4-BE49-F238E27FC236}">
                      <a16:creationId xmlns:a16="http://schemas.microsoft.com/office/drawing/2014/main" id="{6DC3E3FF-4F13-EA1F-5587-77C0BF0ADED5}"/>
                    </a:ext>
                  </a:extLst>
                </p14:cNvPr>
                <p14:cNvContentPartPr/>
                <p14:nvPr/>
              </p14:nvContentPartPr>
              <p14:xfrm>
                <a:off x="5426420" y="4107712"/>
                <a:ext cx="53640" cy="286560"/>
              </p14:xfrm>
            </p:contentPart>
          </mc:Choice>
          <mc:Fallback>
            <p:pic>
              <p:nvPicPr>
                <p:cNvPr id="6180" name="Rukopis 6179">
                  <a:extLst>
                    <a:ext uri="{FF2B5EF4-FFF2-40B4-BE49-F238E27FC236}">
                      <a16:creationId xmlns:a16="http://schemas.microsoft.com/office/drawing/2014/main" id="{6DC3E3FF-4F13-EA1F-5587-77C0BF0ADED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417420" y="4098712"/>
                  <a:ext cx="71280" cy="304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0BB4EC32-E0E0-4B16-E69B-65DFD85F1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81" y="1124744"/>
            <a:ext cx="7414038" cy="17917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9CD857BC-69A7-A9AE-C99F-EC6DBB7B231E}"/>
                  </a:ext>
                </a:extLst>
              </p14:cNvPr>
              <p14:cNvContentPartPr/>
              <p14:nvPr/>
            </p14:nvContentPartPr>
            <p14:xfrm>
              <a:off x="1038740" y="1262647"/>
              <a:ext cx="53280" cy="75960"/>
            </p14:xfrm>
          </p:contentPart>
        </mc:Choice>
        <mc:Fallback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9CD857BC-69A7-A9AE-C99F-EC6DBB7B23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6100" y="1200007"/>
                <a:ext cx="178920" cy="20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Skupina 6">
            <a:extLst>
              <a:ext uri="{FF2B5EF4-FFF2-40B4-BE49-F238E27FC236}">
                <a16:creationId xmlns:a16="http://schemas.microsoft.com/office/drawing/2014/main" id="{4C0BDFBF-2D17-42A6-7AB7-0E5528056694}"/>
              </a:ext>
            </a:extLst>
          </p:cNvPr>
          <p:cNvGrpSpPr/>
          <p:nvPr/>
        </p:nvGrpSpPr>
        <p:grpSpPr>
          <a:xfrm>
            <a:off x="1015700" y="982927"/>
            <a:ext cx="218520" cy="400320"/>
            <a:chOff x="1015700" y="982927"/>
            <a:chExt cx="21852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Rukopis 3">
                  <a:extLst>
                    <a:ext uri="{FF2B5EF4-FFF2-40B4-BE49-F238E27FC236}">
                      <a16:creationId xmlns:a16="http://schemas.microsoft.com/office/drawing/2014/main" id="{228F4210-D19B-7557-605A-19A589C3C4C4}"/>
                    </a:ext>
                  </a:extLst>
                </p14:cNvPr>
                <p14:cNvContentPartPr/>
                <p14:nvPr/>
              </p14:nvContentPartPr>
              <p14:xfrm>
                <a:off x="1015700" y="1017847"/>
                <a:ext cx="115560" cy="180360"/>
              </p14:xfrm>
            </p:contentPart>
          </mc:Choice>
          <mc:Fallback>
            <p:pic>
              <p:nvPicPr>
                <p:cNvPr id="4" name="Rukopis 3">
                  <a:extLst>
                    <a:ext uri="{FF2B5EF4-FFF2-40B4-BE49-F238E27FC236}">
                      <a16:creationId xmlns:a16="http://schemas.microsoft.com/office/drawing/2014/main" id="{228F4210-D19B-7557-605A-19A589C3C4C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7060" y="1009207"/>
                  <a:ext cx="133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Rukopis 4">
                  <a:extLst>
                    <a:ext uri="{FF2B5EF4-FFF2-40B4-BE49-F238E27FC236}">
                      <a16:creationId xmlns:a16="http://schemas.microsoft.com/office/drawing/2014/main" id="{D54FE900-545D-910E-BB6A-BCCF56589D85}"/>
                    </a:ext>
                  </a:extLst>
                </p14:cNvPr>
                <p14:cNvContentPartPr/>
                <p14:nvPr/>
              </p14:nvContentPartPr>
              <p14:xfrm>
                <a:off x="1080500" y="1105327"/>
                <a:ext cx="69480" cy="153000"/>
              </p14:xfrm>
            </p:contentPart>
          </mc:Choice>
          <mc:Fallback>
            <p:pic>
              <p:nvPicPr>
                <p:cNvPr id="5" name="Rukopis 4">
                  <a:extLst>
                    <a:ext uri="{FF2B5EF4-FFF2-40B4-BE49-F238E27FC236}">
                      <a16:creationId xmlns:a16="http://schemas.microsoft.com/office/drawing/2014/main" id="{D54FE900-545D-910E-BB6A-BCCF56589D8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1500" y="1096687"/>
                  <a:ext cx="87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Rukopis 5">
                  <a:extLst>
                    <a:ext uri="{FF2B5EF4-FFF2-40B4-BE49-F238E27FC236}">
                      <a16:creationId xmlns:a16="http://schemas.microsoft.com/office/drawing/2014/main" id="{80C9AB43-C913-0D70-FF4E-2DDBF772979A}"/>
                    </a:ext>
                  </a:extLst>
                </p14:cNvPr>
                <p14:cNvContentPartPr/>
                <p14:nvPr/>
              </p14:nvContentPartPr>
              <p14:xfrm>
                <a:off x="1117940" y="982927"/>
                <a:ext cx="116280" cy="400320"/>
              </p14:xfrm>
            </p:contentPart>
          </mc:Choice>
          <mc:Fallback>
            <p:pic>
              <p:nvPicPr>
                <p:cNvPr id="6" name="Rukopis 5">
                  <a:extLst>
                    <a:ext uri="{FF2B5EF4-FFF2-40B4-BE49-F238E27FC236}">
                      <a16:creationId xmlns:a16="http://schemas.microsoft.com/office/drawing/2014/main" id="{80C9AB43-C913-0D70-FF4E-2DDBF772979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08940" y="974287"/>
                  <a:ext cx="133920" cy="41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77D0F009-4A42-067A-E870-A1FC77BBDE51}"/>
              </a:ext>
            </a:extLst>
          </p:cNvPr>
          <p:cNvGrpSpPr/>
          <p:nvPr/>
        </p:nvGrpSpPr>
        <p:grpSpPr>
          <a:xfrm>
            <a:off x="1075820" y="3282247"/>
            <a:ext cx="265320" cy="336960"/>
            <a:chOff x="1075820" y="3282247"/>
            <a:chExt cx="265320" cy="33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Rukopis 7">
                  <a:extLst>
                    <a:ext uri="{FF2B5EF4-FFF2-40B4-BE49-F238E27FC236}">
                      <a16:creationId xmlns:a16="http://schemas.microsoft.com/office/drawing/2014/main" id="{853A4145-7C77-894D-B2D2-11E4BDDBEB5B}"/>
                    </a:ext>
                  </a:extLst>
                </p14:cNvPr>
                <p14:cNvContentPartPr/>
                <p14:nvPr/>
              </p14:nvContentPartPr>
              <p14:xfrm>
                <a:off x="1075820" y="3337327"/>
                <a:ext cx="209160" cy="159840"/>
              </p14:xfrm>
            </p:contentPart>
          </mc:Choice>
          <mc:Fallback>
            <p:pic>
              <p:nvPicPr>
                <p:cNvPr id="8" name="Rukopis 7">
                  <a:extLst>
                    <a:ext uri="{FF2B5EF4-FFF2-40B4-BE49-F238E27FC236}">
                      <a16:creationId xmlns:a16="http://schemas.microsoft.com/office/drawing/2014/main" id="{853A4145-7C77-894D-B2D2-11E4BDDBEB5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67180" y="3328327"/>
                  <a:ext cx="2268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Rukopis 8">
                  <a:extLst>
                    <a:ext uri="{FF2B5EF4-FFF2-40B4-BE49-F238E27FC236}">
                      <a16:creationId xmlns:a16="http://schemas.microsoft.com/office/drawing/2014/main" id="{B57561E8-5B1A-9036-E04B-978D77357575}"/>
                    </a:ext>
                  </a:extLst>
                </p14:cNvPr>
                <p14:cNvContentPartPr/>
                <p14:nvPr/>
              </p14:nvContentPartPr>
              <p14:xfrm>
                <a:off x="1260140" y="3282247"/>
                <a:ext cx="81000" cy="336960"/>
              </p14:xfrm>
            </p:contentPart>
          </mc:Choice>
          <mc:Fallback>
            <p:pic>
              <p:nvPicPr>
                <p:cNvPr id="9" name="Rukopis 8">
                  <a:extLst>
                    <a:ext uri="{FF2B5EF4-FFF2-40B4-BE49-F238E27FC236}">
                      <a16:creationId xmlns:a16="http://schemas.microsoft.com/office/drawing/2014/main" id="{B57561E8-5B1A-9036-E04B-978D7735757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51500" y="3273607"/>
                  <a:ext cx="98640" cy="35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Skupina 43">
            <a:extLst>
              <a:ext uri="{FF2B5EF4-FFF2-40B4-BE49-F238E27FC236}">
                <a16:creationId xmlns:a16="http://schemas.microsoft.com/office/drawing/2014/main" id="{0CE47985-6127-E449-5B1F-C7D6751AF4FD}"/>
              </a:ext>
            </a:extLst>
          </p:cNvPr>
          <p:cNvGrpSpPr/>
          <p:nvPr/>
        </p:nvGrpSpPr>
        <p:grpSpPr>
          <a:xfrm>
            <a:off x="1635620" y="3171007"/>
            <a:ext cx="1618920" cy="332280"/>
            <a:chOff x="1635620" y="3171007"/>
            <a:chExt cx="161892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Rukopis 16">
                  <a:extLst>
                    <a:ext uri="{FF2B5EF4-FFF2-40B4-BE49-F238E27FC236}">
                      <a16:creationId xmlns:a16="http://schemas.microsoft.com/office/drawing/2014/main" id="{EB347EBB-EE88-ED4D-DC66-7AC38D7EC4EB}"/>
                    </a:ext>
                  </a:extLst>
                </p14:cNvPr>
                <p14:cNvContentPartPr/>
                <p14:nvPr/>
              </p14:nvContentPartPr>
              <p14:xfrm>
                <a:off x="1635620" y="3326167"/>
                <a:ext cx="195840" cy="177120"/>
              </p14:xfrm>
            </p:contentPart>
          </mc:Choice>
          <mc:Fallback>
            <p:pic>
              <p:nvPicPr>
                <p:cNvPr id="17" name="Rukopis 16">
                  <a:extLst>
                    <a:ext uri="{FF2B5EF4-FFF2-40B4-BE49-F238E27FC236}">
                      <a16:creationId xmlns:a16="http://schemas.microsoft.com/office/drawing/2014/main" id="{EB347EBB-EE88-ED4D-DC66-7AC38D7EC4E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26980" y="3317527"/>
                  <a:ext cx="213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Rukopis 17">
                  <a:extLst>
                    <a:ext uri="{FF2B5EF4-FFF2-40B4-BE49-F238E27FC236}">
                      <a16:creationId xmlns:a16="http://schemas.microsoft.com/office/drawing/2014/main" id="{74AF96CE-AB09-ABE6-9006-D2C0EB1B1B6A}"/>
                    </a:ext>
                  </a:extLst>
                </p14:cNvPr>
                <p14:cNvContentPartPr/>
                <p14:nvPr/>
              </p14:nvContentPartPr>
              <p14:xfrm>
                <a:off x="1827860" y="3354967"/>
                <a:ext cx="93960" cy="113760"/>
              </p14:xfrm>
            </p:contentPart>
          </mc:Choice>
          <mc:Fallback>
            <p:pic>
              <p:nvPicPr>
                <p:cNvPr id="18" name="Rukopis 17">
                  <a:extLst>
                    <a:ext uri="{FF2B5EF4-FFF2-40B4-BE49-F238E27FC236}">
                      <a16:creationId xmlns:a16="http://schemas.microsoft.com/office/drawing/2014/main" id="{74AF96CE-AB09-ABE6-9006-D2C0EB1B1B6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19220" y="3345967"/>
                  <a:ext cx="111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Rukopis 18">
                  <a:extLst>
                    <a:ext uri="{FF2B5EF4-FFF2-40B4-BE49-F238E27FC236}">
                      <a16:creationId xmlns:a16="http://schemas.microsoft.com/office/drawing/2014/main" id="{F683B31B-5D1E-DFBC-7DAA-D0C1B3883BE3}"/>
                    </a:ext>
                  </a:extLst>
                </p14:cNvPr>
                <p14:cNvContentPartPr/>
                <p14:nvPr/>
              </p14:nvContentPartPr>
              <p14:xfrm>
                <a:off x="2011100" y="3205927"/>
                <a:ext cx="106920" cy="281160"/>
              </p14:xfrm>
            </p:contentPart>
          </mc:Choice>
          <mc:Fallback>
            <p:pic>
              <p:nvPicPr>
                <p:cNvPr id="19" name="Rukopis 18">
                  <a:extLst>
                    <a:ext uri="{FF2B5EF4-FFF2-40B4-BE49-F238E27FC236}">
                      <a16:creationId xmlns:a16="http://schemas.microsoft.com/office/drawing/2014/main" id="{F683B31B-5D1E-DFBC-7DAA-D0C1B3883BE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002460" y="3196927"/>
                  <a:ext cx="1245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Rukopis 19">
                  <a:extLst>
                    <a:ext uri="{FF2B5EF4-FFF2-40B4-BE49-F238E27FC236}">
                      <a16:creationId xmlns:a16="http://schemas.microsoft.com/office/drawing/2014/main" id="{7FEEE464-47D8-B7AF-E04D-CB8C1031BC77}"/>
                    </a:ext>
                  </a:extLst>
                </p14:cNvPr>
                <p14:cNvContentPartPr/>
                <p14:nvPr/>
              </p14:nvContentPartPr>
              <p14:xfrm>
                <a:off x="2146460" y="3378727"/>
                <a:ext cx="191520" cy="111960"/>
              </p14:xfrm>
            </p:contentPart>
          </mc:Choice>
          <mc:Fallback>
            <p:pic>
              <p:nvPicPr>
                <p:cNvPr id="20" name="Rukopis 19">
                  <a:extLst>
                    <a:ext uri="{FF2B5EF4-FFF2-40B4-BE49-F238E27FC236}">
                      <a16:creationId xmlns:a16="http://schemas.microsoft.com/office/drawing/2014/main" id="{7FEEE464-47D8-B7AF-E04D-CB8C1031BC7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37820" y="3370087"/>
                  <a:ext cx="209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Rukopis 20">
                  <a:extLst>
                    <a:ext uri="{FF2B5EF4-FFF2-40B4-BE49-F238E27FC236}">
                      <a16:creationId xmlns:a16="http://schemas.microsoft.com/office/drawing/2014/main" id="{FD008F9E-AA41-0280-C1ED-8ED24BB4A841}"/>
                    </a:ext>
                  </a:extLst>
                </p14:cNvPr>
                <p14:cNvContentPartPr/>
                <p14:nvPr/>
              </p14:nvContentPartPr>
              <p14:xfrm>
                <a:off x="2318900" y="3359287"/>
                <a:ext cx="177120" cy="99360"/>
              </p14:xfrm>
            </p:contentPart>
          </mc:Choice>
          <mc:Fallback>
            <p:pic>
              <p:nvPicPr>
                <p:cNvPr id="21" name="Rukopis 20">
                  <a:extLst>
                    <a:ext uri="{FF2B5EF4-FFF2-40B4-BE49-F238E27FC236}">
                      <a16:creationId xmlns:a16="http://schemas.microsoft.com/office/drawing/2014/main" id="{FD008F9E-AA41-0280-C1ED-8ED24BB4A84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10260" y="3350647"/>
                  <a:ext cx="1947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Rukopis 21">
                  <a:extLst>
                    <a:ext uri="{FF2B5EF4-FFF2-40B4-BE49-F238E27FC236}">
                      <a16:creationId xmlns:a16="http://schemas.microsoft.com/office/drawing/2014/main" id="{3B4D1201-6DEF-CA80-8C15-B3A64B5AE8DD}"/>
                    </a:ext>
                  </a:extLst>
                </p14:cNvPr>
                <p14:cNvContentPartPr/>
                <p14:nvPr/>
              </p14:nvContentPartPr>
              <p14:xfrm>
                <a:off x="2562260" y="3327247"/>
                <a:ext cx="240480" cy="155160"/>
              </p14:xfrm>
            </p:contentPart>
          </mc:Choice>
          <mc:Fallback>
            <p:pic>
              <p:nvPicPr>
                <p:cNvPr id="22" name="Rukopis 21">
                  <a:extLst>
                    <a:ext uri="{FF2B5EF4-FFF2-40B4-BE49-F238E27FC236}">
                      <a16:creationId xmlns:a16="http://schemas.microsoft.com/office/drawing/2014/main" id="{3B4D1201-6DEF-CA80-8C15-B3A64B5AE8D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53260" y="3318247"/>
                  <a:ext cx="258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Rukopis 22">
                  <a:extLst>
                    <a:ext uri="{FF2B5EF4-FFF2-40B4-BE49-F238E27FC236}">
                      <a16:creationId xmlns:a16="http://schemas.microsoft.com/office/drawing/2014/main" id="{540587D2-6488-5329-027F-C7809FD66B06}"/>
                    </a:ext>
                  </a:extLst>
                </p14:cNvPr>
                <p14:cNvContentPartPr/>
                <p14:nvPr/>
              </p14:nvContentPartPr>
              <p14:xfrm>
                <a:off x="2879060" y="3356767"/>
                <a:ext cx="326520" cy="106200"/>
              </p14:xfrm>
            </p:contentPart>
          </mc:Choice>
          <mc:Fallback>
            <p:pic>
              <p:nvPicPr>
                <p:cNvPr id="23" name="Rukopis 22">
                  <a:extLst>
                    <a:ext uri="{FF2B5EF4-FFF2-40B4-BE49-F238E27FC236}">
                      <a16:creationId xmlns:a16="http://schemas.microsoft.com/office/drawing/2014/main" id="{540587D2-6488-5329-027F-C7809FD66B0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70420" y="3347767"/>
                  <a:ext cx="344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Rukopis 23">
                  <a:extLst>
                    <a:ext uri="{FF2B5EF4-FFF2-40B4-BE49-F238E27FC236}">
                      <a16:creationId xmlns:a16="http://schemas.microsoft.com/office/drawing/2014/main" id="{956FA985-E245-04C2-D2A8-943ED924AD50}"/>
                    </a:ext>
                  </a:extLst>
                </p14:cNvPr>
                <p14:cNvContentPartPr/>
                <p14:nvPr/>
              </p14:nvContentPartPr>
              <p14:xfrm>
                <a:off x="3222500" y="3171007"/>
                <a:ext cx="32040" cy="136800"/>
              </p14:xfrm>
            </p:contentPart>
          </mc:Choice>
          <mc:Fallback>
            <p:pic>
              <p:nvPicPr>
                <p:cNvPr id="24" name="Rukopis 23">
                  <a:extLst>
                    <a:ext uri="{FF2B5EF4-FFF2-40B4-BE49-F238E27FC236}">
                      <a16:creationId xmlns:a16="http://schemas.microsoft.com/office/drawing/2014/main" id="{956FA985-E245-04C2-D2A8-943ED924AD5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213500" y="3162007"/>
                  <a:ext cx="4968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Skupina 42">
            <a:extLst>
              <a:ext uri="{FF2B5EF4-FFF2-40B4-BE49-F238E27FC236}">
                <a16:creationId xmlns:a16="http://schemas.microsoft.com/office/drawing/2014/main" id="{8966BAEE-78FF-78DF-709D-8A2CDB4B7677}"/>
              </a:ext>
            </a:extLst>
          </p:cNvPr>
          <p:cNvGrpSpPr/>
          <p:nvPr/>
        </p:nvGrpSpPr>
        <p:grpSpPr>
          <a:xfrm>
            <a:off x="3603380" y="3123847"/>
            <a:ext cx="1013400" cy="522360"/>
            <a:chOff x="3603380" y="3123847"/>
            <a:chExt cx="1013400" cy="52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Rukopis 24">
                  <a:extLst>
                    <a:ext uri="{FF2B5EF4-FFF2-40B4-BE49-F238E27FC236}">
                      <a16:creationId xmlns:a16="http://schemas.microsoft.com/office/drawing/2014/main" id="{66927650-D55F-EA1C-C82D-6325B7F1A1FC}"/>
                    </a:ext>
                  </a:extLst>
                </p14:cNvPr>
                <p14:cNvContentPartPr/>
                <p14:nvPr/>
              </p14:nvContentPartPr>
              <p14:xfrm>
                <a:off x="3603380" y="3306727"/>
                <a:ext cx="152280" cy="339480"/>
              </p14:xfrm>
            </p:contentPart>
          </mc:Choice>
          <mc:Fallback>
            <p:pic>
              <p:nvPicPr>
                <p:cNvPr id="25" name="Rukopis 24">
                  <a:extLst>
                    <a:ext uri="{FF2B5EF4-FFF2-40B4-BE49-F238E27FC236}">
                      <a16:creationId xmlns:a16="http://schemas.microsoft.com/office/drawing/2014/main" id="{66927650-D55F-EA1C-C82D-6325B7F1A1F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594380" y="3298087"/>
                  <a:ext cx="1699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Rukopis 25">
                  <a:extLst>
                    <a:ext uri="{FF2B5EF4-FFF2-40B4-BE49-F238E27FC236}">
                      <a16:creationId xmlns:a16="http://schemas.microsoft.com/office/drawing/2014/main" id="{AD538E11-284E-26E5-84A2-83131AC0FBBA}"/>
                    </a:ext>
                  </a:extLst>
                </p14:cNvPr>
                <p14:cNvContentPartPr/>
                <p14:nvPr/>
              </p14:nvContentPartPr>
              <p14:xfrm>
                <a:off x="3776540" y="3326887"/>
                <a:ext cx="127800" cy="126720"/>
              </p14:xfrm>
            </p:contentPart>
          </mc:Choice>
          <mc:Fallback>
            <p:pic>
              <p:nvPicPr>
                <p:cNvPr id="26" name="Rukopis 25">
                  <a:extLst>
                    <a:ext uri="{FF2B5EF4-FFF2-40B4-BE49-F238E27FC236}">
                      <a16:creationId xmlns:a16="http://schemas.microsoft.com/office/drawing/2014/main" id="{AD538E11-284E-26E5-84A2-83131AC0FBB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67900" y="3318247"/>
                  <a:ext cx="1454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Rukopis 26">
                  <a:extLst>
                    <a:ext uri="{FF2B5EF4-FFF2-40B4-BE49-F238E27FC236}">
                      <a16:creationId xmlns:a16="http://schemas.microsoft.com/office/drawing/2014/main" id="{D6AE48B5-F1CF-9CD4-7F8D-AA23400162CA}"/>
                    </a:ext>
                  </a:extLst>
                </p14:cNvPr>
                <p14:cNvContentPartPr/>
                <p14:nvPr/>
              </p14:nvContentPartPr>
              <p14:xfrm>
                <a:off x="3973460" y="3303487"/>
                <a:ext cx="94680" cy="127800"/>
              </p14:xfrm>
            </p:contentPart>
          </mc:Choice>
          <mc:Fallback>
            <p:pic>
              <p:nvPicPr>
                <p:cNvPr id="27" name="Rukopis 26">
                  <a:extLst>
                    <a:ext uri="{FF2B5EF4-FFF2-40B4-BE49-F238E27FC236}">
                      <a16:creationId xmlns:a16="http://schemas.microsoft.com/office/drawing/2014/main" id="{D6AE48B5-F1CF-9CD4-7F8D-AA23400162C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64460" y="3294847"/>
                  <a:ext cx="112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Rukopis 27">
                  <a:extLst>
                    <a:ext uri="{FF2B5EF4-FFF2-40B4-BE49-F238E27FC236}">
                      <a16:creationId xmlns:a16="http://schemas.microsoft.com/office/drawing/2014/main" id="{4832EBF1-4410-5184-9CBC-F17BEA43D95E}"/>
                    </a:ext>
                  </a:extLst>
                </p14:cNvPr>
                <p14:cNvContentPartPr/>
                <p14:nvPr/>
              </p14:nvContentPartPr>
              <p14:xfrm>
                <a:off x="4112780" y="3284767"/>
                <a:ext cx="77760" cy="140760"/>
              </p14:xfrm>
            </p:contentPart>
          </mc:Choice>
          <mc:Fallback>
            <p:pic>
              <p:nvPicPr>
                <p:cNvPr id="28" name="Rukopis 27">
                  <a:extLst>
                    <a:ext uri="{FF2B5EF4-FFF2-40B4-BE49-F238E27FC236}">
                      <a16:creationId xmlns:a16="http://schemas.microsoft.com/office/drawing/2014/main" id="{4832EBF1-4410-5184-9CBC-F17BEA43D95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104140" y="3276127"/>
                  <a:ext cx="95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Rukopis 28">
                  <a:extLst>
                    <a:ext uri="{FF2B5EF4-FFF2-40B4-BE49-F238E27FC236}">
                      <a16:creationId xmlns:a16="http://schemas.microsoft.com/office/drawing/2014/main" id="{7A6460EE-ED67-5680-94F0-463FB2E751DC}"/>
                    </a:ext>
                  </a:extLst>
                </p14:cNvPr>
                <p14:cNvContentPartPr/>
                <p14:nvPr/>
              </p14:nvContentPartPr>
              <p14:xfrm>
                <a:off x="4270100" y="3187927"/>
                <a:ext cx="238680" cy="240840"/>
              </p14:xfrm>
            </p:contentPart>
          </mc:Choice>
          <mc:Fallback>
            <p:pic>
              <p:nvPicPr>
                <p:cNvPr id="29" name="Rukopis 28">
                  <a:extLst>
                    <a:ext uri="{FF2B5EF4-FFF2-40B4-BE49-F238E27FC236}">
                      <a16:creationId xmlns:a16="http://schemas.microsoft.com/office/drawing/2014/main" id="{7A6460EE-ED67-5680-94F0-463FB2E751D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61460" y="3178927"/>
                  <a:ext cx="2563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Rukopis 29">
                  <a:extLst>
                    <a:ext uri="{FF2B5EF4-FFF2-40B4-BE49-F238E27FC236}">
                      <a16:creationId xmlns:a16="http://schemas.microsoft.com/office/drawing/2014/main" id="{1453ACF6-17D8-EDD4-9E3B-1EFA2CD51849}"/>
                    </a:ext>
                  </a:extLst>
                </p14:cNvPr>
                <p14:cNvContentPartPr/>
                <p14:nvPr/>
              </p14:nvContentPartPr>
              <p14:xfrm>
                <a:off x="4589060" y="3123847"/>
                <a:ext cx="27720" cy="88920"/>
              </p14:xfrm>
            </p:contentPart>
          </mc:Choice>
          <mc:Fallback>
            <p:pic>
              <p:nvPicPr>
                <p:cNvPr id="30" name="Rukopis 29">
                  <a:extLst>
                    <a:ext uri="{FF2B5EF4-FFF2-40B4-BE49-F238E27FC236}">
                      <a16:creationId xmlns:a16="http://schemas.microsoft.com/office/drawing/2014/main" id="{1453ACF6-17D8-EDD4-9E3B-1EFA2CD5184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80060" y="3114847"/>
                  <a:ext cx="45360" cy="10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1" name="Rukopis 30">
                <a:extLst>
                  <a:ext uri="{FF2B5EF4-FFF2-40B4-BE49-F238E27FC236}">
                    <a16:creationId xmlns:a16="http://schemas.microsoft.com/office/drawing/2014/main" id="{6BE90EE1-AA29-A508-1BEC-D448E3B66402}"/>
                  </a:ext>
                </a:extLst>
              </p14:cNvPr>
              <p14:cNvContentPartPr/>
              <p14:nvPr/>
            </p14:nvContentPartPr>
            <p14:xfrm>
              <a:off x="4870940" y="3302407"/>
              <a:ext cx="396000" cy="95040"/>
            </p14:xfrm>
          </p:contentPart>
        </mc:Choice>
        <mc:Fallback>
          <p:pic>
            <p:nvPicPr>
              <p:cNvPr id="31" name="Rukopis 30">
                <a:extLst>
                  <a:ext uri="{FF2B5EF4-FFF2-40B4-BE49-F238E27FC236}">
                    <a16:creationId xmlns:a16="http://schemas.microsoft.com/office/drawing/2014/main" id="{6BE90EE1-AA29-A508-1BEC-D448E3B6640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862300" y="3293767"/>
                <a:ext cx="41364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Skupina 41">
            <a:extLst>
              <a:ext uri="{FF2B5EF4-FFF2-40B4-BE49-F238E27FC236}">
                <a16:creationId xmlns:a16="http://schemas.microsoft.com/office/drawing/2014/main" id="{06BD7F1A-0C99-DFA0-5C83-0220D1742065}"/>
              </a:ext>
            </a:extLst>
          </p:cNvPr>
          <p:cNvGrpSpPr/>
          <p:nvPr/>
        </p:nvGrpSpPr>
        <p:grpSpPr>
          <a:xfrm>
            <a:off x="5610380" y="3319687"/>
            <a:ext cx="482040" cy="122400"/>
            <a:chOff x="5610380" y="3319687"/>
            <a:chExt cx="48204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Rukopis 31">
                  <a:extLst>
                    <a:ext uri="{FF2B5EF4-FFF2-40B4-BE49-F238E27FC236}">
                      <a16:creationId xmlns:a16="http://schemas.microsoft.com/office/drawing/2014/main" id="{E6F9CAF4-AA5C-67DC-5F57-31C00D393736}"/>
                    </a:ext>
                  </a:extLst>
                </p14:cNvPr>
                <p14:cNvContentPartPr/>
                <p14:nvPr/>
              </p14:nvContentPartPr>
              <p14:xfrm>
                <a:off x="5610380" y="3319687"/>
                <a:ext cx="194400" cy="122400"/>
              </p14:xfrm>
            </p:contentPart>
          </mc:Choice>
          <mc:Fallback>
            <p:pic>
              <p:nvPicPr>
                <p:cNvPr id="32" name="Rukopis 31">
                  <a:extLst>
                    <a:ext uri="{FF2B5EF4-FFF2-40B4-BE49-F238E27FC236}">
                      <a16:creationId xmlns:a16="http://schemas.microsoft.com/office/drawing/2014/main" id="{E6F9CAF4-AA5C-67DC-5F57-31C00D39373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01380" y="3311047"/>
                  <a:ext cx="212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Rukopis 32">
                  <a:extLst>
                    <a:ext uri="{FF2B5EF4-FFF2-40B4-BE49-F238E27FC236}">
                      <a16:creationId xmlns:a16="http://schemas.microsoft.com/office/drawing/2014/main" id="{527A8E25-0464-D625-F004-7AC46FC584AE}"/>
                    </a:ext>
                  </a:extLst>
                </p14:cNvPr>
                <p14:cNvContentPartPr/>
                <p14:nvPr/>
              </p14:nvContentPartPr>
              <p14:xfrm>
                <a:off x="5806580" y="3320767"/>
                <a:ext cx="285840" cy="117360"/>
              </p14:xfrm>
            </p:contentPart>
          </mc:Choice>
          <mc:Fallback>
            <p:pic>
              <p:nvPicPr>
                <p:cNvPr id="33" name="Rukopis 32">
                  <a:extLst>
                    <a:ext uri="{FF2B5EF4-FFF2-40B4-BE49-F238E27FC236}">
                      <a16:creationId xmlns:a16="http://schemas.microsoft.com/office/drawing/2014/main" id="{527A8E25-0464-D625-F004-7AC46FC584A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97940" y="3312127"/>
                  <a:ext cx="30348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Skupina 40">
            <a:extLst>
              <a:ext uri="{FF2B5EF4-FFF2-40B4-BE49-F238E27FC236}">
                <a16:creationId xmlns:a16="http://schemas.microsoft.com/office/drawing/2014/main" id="{454A5CBB-9A10-D7B7-C482-5B3B5EE0CF02}"/>
              </a:ext>
            </a:extLst>
          </p:cNvPr>
          <p:cNvGrpSpPr/>
          <p:nvPr/>
        </p:nvGrpSpPr>
        <p:grpSpPr>
          <a:xfrm>
            <a:off x="6430460" y="3227167"/>
            <a:ext cx="1602720" cy="255240"/>
            <a:chOff x="6430460" y="3227167"/>
            <a:chExt cx="160272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Rukopis 33">
                  <a:extLst>
                    <a:ext uri="{FF2B5EF4-FFF2-40B4-BE49-F238E27FC236}">
                      <a16:creationId xmlns:a16="http://schemas.microsoft.com/office/drawing/2014/main" id="{BE4B1945-1B96-97FA-B3FC-16937C8E562E}"/>
                    </a:ext>
                  </a:extLst>
                </p14:cNvPr>
                <p14:cNvContentPartPr/>
                <p14:nvPr/>
              </p14:nvContentPartPr>
              <p14:xfrm>
                <a:off x="6430460" y="3316447"/>
                <a:ext cx="254880" cy="149400"/>
              </p14:xfrm>
            </p:contentPart>
          </mc:Choice>
          <mc:Fallback>
            <p:pic>
              <p:nvPicPr>
                <p:cNvPr id="34" name="Rukopis 33">
                  <a:extLst>
                    <a:ext uri="{FF2B5EF4-FFF2-40B4-BE49-F238E27FC236}">
                      <a16:creationId xmlns:a16="http://schemas.microsoft.com/office/drawing/2014/main" id="{BE4B1945-1B96-97FA-B3FC-16937C8E562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421820" y="3307807"/>
                  <a:ext cx="272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Rukopis 34">
                  <a:extLst>
                    <a:ext uri="{FF2B5EF4-FFF2-40B4-BE49-F238E27FC236}">
                      <a16:creationId xmlns:a16="http://schemas.microsoft.com/office/drawing/2014/main" id="{415E3F0A-CA95-A618-BC88-3CDD88103858}"/>
                    </a:ext>
                  </a:extLst>
                </p14:cNvPr>
                <p14:cNvContentPartPr/>
                <p14:nvPr/>
              </p14:nvContentPartPr>
              <p14:xfrm>
                <a:off x="6754100" y="3314647"/>
                <a:ext cx="142920" cy="110520"/>
              </p14:xfrm>
            </p:contentPart>
          </mc:Choice>
          <mc:Fallback>
            <p:pic>
              <p:nvPicPr>
                <p:cNvPr id="35" name="Rukopis 34">
                  <a:extLst>
                    <a:ext uri="{FF2B5EF4-FFF2-40B4-BE49-F238E27FC236}">
                      <a16:creationId xmlns:a16="http://schemas.microsoft.com/office/drawing/2014/main" id="{415E3F0A-CA95-A618-BC88-3CDD8810385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745100" y="3306007"/>
                  <a:ext cx="160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Rukopis 35">
                  <a:extLst>
                    <a:ext uri="{FF2B5EF4-FFF2-40B4-BE49-F238E27FC236}">
                      <a16:creationId xmlns:a16="http://schemas.microsoft.com/office/drawing/2014/main" id="{49CE9566-DE10-999C-8435-E8DD3263B06D}"/>
                    </a:ext>
                  </a:extLst>
                </p14:cNvPr>
                <p14:cNvContentPartPr/>
                <p14:nvPr/>
              </p14:nvContentPartPr>
              <p14:xfrm>
                <a:off x="6973340" y="3308887"/>
                <a:ext cx="92880" cy="120960"/>
              </p14:xfrm>
            </p:contentPart>
          </mc:Choice>
          <mc:Fallback>
            <p:pic>
              <p:nvPicPr>
                <p:cNvPr id="36" name="Rukopis 35">
                  <a:extLst>
                    <a:ext uri="{FF2B5EF4-FFF2-40B4-BE49-F238E27FC236}">
                      <a16:creationId xmlns:a16="http://schemas.microsoft.com/office/drawing/2014/main" id="{49CE9566-DE10-999C-8435-E8DD3263B06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964340" y="3299887"/>
                  <a:ext cx="1105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Rukopis 36">
                  <a:extLst>
                    <a:ext uri="{FF2B5EF4-FFF2-40B4-BE49-F238E27FC236}">
                      <a16:creationId xmlns:a16="http://schemas.microsoft.com/office/drawing/2014/main" id="{8626ACBC-8FAD-EEE6-4B0A-5E32CE171A7F}"/>
                    </a:ext>
                  </a:extLst>
                </p14:cNvPr>
                <p14:cNvContentPartPr/>
                <p14:nvPr/>
              </p14:nvContentPartPr>
              <p14:xfrm>
                <a:off x="7132460" y="3318247"/>
                <a:ext cx="137160" cy="106200"/>
              </p14:xfrm>
            </p:contentPart>
          </mc:Choice>
          <mc:Fallback>
            <p:pic>
              <p:nvPicPr>
                <p:cNvPr id="37" name="Rukopis 36">
                  <a:extLst>
                    <a:ext uri="{FF2B5EF4-FFF2-40B4-BE49-F238E27FC236}">
                      <a16:creationId xmlns:a16="http://schemas.microsoft.com/office/drawing/2014/main" id="{8626ACBC-8FAD-EEE6-4B0A-5E32CE171A7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23460" y="3309247"/>
                  <a:ext cx="1548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Rukopis 37">
                  <a:extLst>
                    <a:ext uri="{FF2B5EF4-FFF2-40B4-BE49-F238E27FC236}">
                      <a16:creationId xmlns:a16="http://schemas.microsoft.com/office/drawing/2014/main" id="{FB584895-3662-2C2A-EB03-436E6BECFEC6}"/>
                    </a:ext>
                  </a:extLst>
                </p14:cNvPr>
                <p14:cNvContentPartPr/>
                <p14:nvPr/>
              </p14:nvContentPartPr>
              <p14:xfrm>
                <a:off x="7167020" y="3246607"/>
                <a:ext cx="140040" cy="44280"/>
              </p14:xfrm>
            </p:contentPart>
          </mc:Choice>
          <mc:Fallback>
            <p:pic>
              <p:nvPicPr>
                <p:cNvPr id="38" name="Rukopis 37">
                  <a:extLst>
                    <a:ext uri="{FF2B5EF4-FFF2-40B4-BE49-F238E27FC236}">
                      <a16:creationId xmlns:a16="http://schemas.microsoft.com/office/drawing/2014/main" id="{FB584895-3662-2C2A-EB03-436E6BECFEC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158020" y="3237967"/>
                  <a:ext cx="1576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Rukopis 38">
                  <a:extLst>
                    <a:ext uri="{FF2B5EF4-FFF2-40B4-BE49-F238E27FC236}">
                      <a16:creationId xmlns:a16="http://schemas.microsoft.com/office/drawing/2014/main" id="{4660F02D-DB2F-4C26-EDE2-D6D15DA4E799}"/>
                    </a:ext>
                  </a:extLst>
                </p14:cNvPr>
                <p14:cNvContentPartPr/>
                <p14:nvPr/>
              </p14:nvContentPartPr>
              <p14:xfrm>
                <a:off x="7312100" y="3227167"/>
                <a:ext cx="86760" cy="209520"/>
              </p14:xfrm>
            </p:contentPart>
          </mc:Choice>
          <mc:Fallback>
            <p:pic>
              <p:nvPicPr>
                <p:cNvPr id="39" name="Rukopis 38">
                  <a:extLst>
                    <a:ext uri="{FF2B5EF4-FFF2-40B4-BE49-F238E27FC236}">
                      <a16:creationId xmlns:a16="http://schemas.microsoft.com/office/drawing/2014/main" id="{4660F02D-DB2F-4C26-EDE2-D6D15DA4E79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03460" y="3218527"/>
                  <a:ext cx="1044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Rukopis 39">
                  <a:extLst>
                    <a:ext uri="{FF2B5EF4-FFF2-40B4-BE49-F238E27FC236}">
                      <a16:creationId xmlns:a16="http://schemas.microsoft.com/office/drawing/2014/main" id="{4B978671-6378-ABE8-EEEE-193D0736EE0C}"/>
                    </a:ext>
                  </a:extLst>
                </p14:cNvPr>
                <p14:cNvContentPartPr/>
                <p14:nvPr/>
              </p14:nvContentPartPr>
              <p14:xfrm>
                <a:off x="7400300" y="3297007"/>
                <a:ext cx="632880" cy="185400"/>
              </p14:xfrm>
            </p:contentPart>
          </mc:Choice>
          <mc:Fallback>
            <p:pic>
              <p:nvPicPr>
                <p:cNvPr id="40" name="Rukopis 39">
                  <a:extLst>
                    <a:ext uri="{FF2B5EF4-FFF2-40B4-BE49-F238E27FC236}">
                      <a16:creationId xmlns:a16="http://schemas.microsoft.com/office/drawing/2014/main" id="{4B978671-6378-ABE8-EEEE-193D0736EE0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391300" y="3288367"/>
                  <a:ext cx="65052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Skupina 46">
            <a:extLst>
              <a:ext uri="{FF2B5EF4-FFF2-40B4-BE49-F238E27FC236}">
                <a16:creationId xmlns:a16="http://schemas.microsoft.com/office/drawing/2014/main" id="{BF1A20C2-A85F-17A8-0B46-061349B079D6}"/>
              </a:ext>
            </a:extLst>
          </p:cNvPr>
          <p:cNvGrpSpPr/>
          <p:nvPr/>
        </p:nvGrpSpPr>
        <p:grpSpPr>
          <a:xfrm>
            <a:off x="1107860" y="3808207"/>
            <a:ext cx="336960" cy="444600"/>
            <a:chOff x="1107860" y="3808207"/>
            <a:chExt cx="336960" cy="44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Rukopis 44">
                  <a:extLst>
                    <a:ext uri="{FF2B5EF4-FFF2-40B4-BE49-F238E27FC236}">
                      <a16:creationId xmlns:a16="http://schemas.microsoft.com/office/drawing/2014/main" id="{8BEF808A-AF64-099A-49C1-032BA1416FED}"/>
                    </a:ext>
                  </a:extLst>
                </p14:cNvPr>
                <p14:cNvContentPartPr/>
                <p14:nvPr/>
              </p14:nvContentPartPr>
              <p14:xfrm>
                <a:off x="1107860" y="3808207"/>
                <a:ext cx="276480" cy="258120"/>
              </p14:xfrm>
            </p:contentPart>
          </mc:Choice>
          <mc:Fallback>
            <p:pic>
              <p:nvPicPr>
                <p:cNvPr id="45" name="Rukopis 44">
                  <a:extLst>
                    <a:ext uri="{FF2B5EF4-FFF2-40B4-BE49-F238E27FC236}">
                      <a16:creationId xmlns:a16="http://schemas.microsoft.com/office/drawing/2014/main" id="{8BEF808A-AF64-099A-49C1-032BA1416FE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98860" y="3799207"/>
                  <a:ext cx="2941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Rukopis 45">
                  <a:extLst>
                    <a:ext uri="{FF2B5EF4-FFF2-40B4-BE49-F238E27FC236}">
                      <a16:creationId xmlns:a16="http://schemas.microsoft.com/office/drawing/2014/main" id="{132F4A48-BE7A-12CA-D905-E97FA7B4C292}"/>
                    </a:ext>
                  </a:extLst>
                </p14:cNvPr>
                <p14:cNvContentPartPr/>
                <p14:nvPr/>
              </p14:nvContentPartPr>
              <p14:xfrm>
                <a:off x="1319180" y="3836287"/>
                <a:ext cx="125640" cy="416520"/>
              </p14:xfrm>
            </p:contentPart>
          </mc:Choice>
          <mc:Fallback>
            <p:pic>
              <p:nvPicPr>
                <p:cNvPr id="46" name="Rukopis 45">
                  <a:extLst>
                    <a:ext uri="{FF2B5EF4-FFF2-40B4-BE49-F238E27FC236}">
                      <a16:creationId xmlns:a16="http://schemas.microsoft.com/office/drawing/2014/main" id="{132F4A48-BE7A-12CA-D905-E97FA7B4C29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310540" y="3827647"/>
                  <a:ext cx="143280" cy="43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Skupina 55">
            <a:extLst>
              <a:ext uri="{FF2B5EF4-FFF2-40B4-BE49-F238E27FC236}">
                <a16:creationId xmlns:a16="http://schemas.microsoft.com/office/drawing/2014/main" id="{9CB0D3BA-C890-FF8A-FF1E-28FBB406B703}"/>
              </a:ext>
            </a:extLst>
          </p:cNvPr>
          <p:cNvGrpSpPr/>
          <p:nvPr/>
        </p:nvGrpSpPr>
        <p:grpSpPr>
          <a:xfrm>
            <a:off x="1796900" y="3695887"/>
            <a:ext cx="1617120" cy="433080"/>
            <a:chOff x="1796900" y="3695887"/>
            <a:chExt cx="161712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Rukopis 47">
                  <a:extLst>
                    <a:ext uri="{FF2B5EF4-FFF2-40B4-BE49-F238E27FC236}">
                      <a16:creationId xmlns:a16="http://schemas.microsoft.com/office/drawing/2014/main" id="{29B11AA1-1B30-F012-E815-10575A59BAE6}"/>
                    </a:ext>
                  </a:extLst>
                </p14:cNvPr>
                <p14:cNvContentPartPr/>
                <p14:nvPr/>
              </p14:nvContentPartPr>
              <p14:xfrm>
                <a:off x="1796900" y="3975607"/>
                <a:ext cx="156960" cy="153360"/>
              </p14:xfrm>
            </p:contentPart>
          </mc:Choice>
          <mc:Fallback>
            <p:pic>
              <p:nvPicPr>
                <p:cNvPr id="48" name="Rukopis 47">
                  <a:extLst>
                    <a:ext uri="{FF2B5EF4-FFF2-40B4-BE49-F238E27FC236}">
                      <a16:creationId xmlns:a16="http://schemas.microsoft.com/office/drawing/2014/main" id="{29B11AA1-1B30-F012-E815-10575A59BAE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788260" y="3966607"/>
                  <a:ext cx="174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Rukopis 48">
                  <a:extLst>
                    <a:ext uri="{FF2B5EF4-FFF2-40B4-BE49-F238E27FC236}">
                      <a16:creationId xmlns:a16="http://schemas.microsoft.com/office/drawing/2014/main" id="{60864274-A903-E6E1-03C8-2E42C576418A}"/>
                    </a:ext>
                  </a:extLst>
                </p14:cNvPr>
                <p14:cNvContentPartPr/>
                <p14:nvPr/>
              </p14:nvContentPartPr>
              <p14:xfrm>
                <a:off x="1959260" y="3974167"/>
                <a:ext cx="111240" cy="131400"/>
              </p14:xfrm>
            </p:contentPart>
          </mc:Choice>
          <mc:Fallback>
            <p:pic>
              <p:nvPicPr>
                <p:cNvPr id="49" name="Rukopis 48">
                  <a:extLst>
                    <a:ext uri="{FF2B5EF4-FFF2-40B4-BE49-F238E27FC236}">
                      <a16:creationId xmlns:a16="http://schemas.microsoft.com/office/drawing/2014/main" id="{60864274-A903-E6E1-03C8-2E42C576418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950620" y="3965167"/>
                  <a:ext cx="1288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Rukopis 49">
                  <a:extLst>
                    <a:ext uri="{FF2B5EF4-FFF2-40B4-BE49-F238E27FC236}">
                      <a16:creationId xmlns:a16="http://schemas.microsoft.com/office/drawing/2014/main" id="{5B944FD3-905E-A878-612E-FE68C447E336}"/>
                    </a:ext>
                  </a:extLst>
                </p14:cNvPr>
                <p14:cNvContentPartPr/>
                <p14:nvPr/>
              </p14:nvContentPartPr>
              <p14:xfrm>
                <a:off x="2144660" y="3830527"/>
                <a:ext cx="101520" cy="287280"/>
              </p14:xfrm>
            </p:contentPart>
          </mc:Choice>
          <mc:Fallback>
            <p:pic>
              <p:nvPicPr>
                <p:cNvPr id="50" name="Rukopis 49">
                  <a:extLst>
                    <a:ext uri="{FF2B5EF4-FFF2-40B4-BE49-F238E27FC236}">
                      <a16:creationId xmlns:a16="http://schemas.microsoft.com/office/drawing/2014/main" id="{5B944FD3-905E-A878-612E-FE68C447E33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36020" y="3821887"/>
                  <a:ext cx="1191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Rukopis 50">
                  <a:extLst>
                    <a:ext uri="{FF2B5EF4-FFF2-40B4-BE49-F238E27FC236}">
                      <a16:creationId xmlns:a16="http://schemas.microsoft.com/office/drawing/2014/main" id="{29375627-76FD-61EE-8AA3-335E3F1F949B}"/>
                    </a:ext>
                  </a:extLst>
                </p14:cNvPr>
                <p14:cNvContentPartPr/>
                <p14:nvPr/>
              </p14:nvContentPartPr>
              <p14:xfrm>
                <a:off x="2276060" y="3984607"/>
                <a:ext cx="142920" cy="126000"/>
              </p14:xfrm>
            </p:contentPart>
          </mc:Choice>
          <mc:Fallback>
            <p:pic>
              <p:nvPicPr>
                <p:cNvPr id="51" name="Rukopis 50">
                  <a:extLst>
                    <a:ext uri="{FF2B5EF4-FFF2-40B4-BE49-F238E27FC236}">
                      <a16:creationId xmlns:a16="http://schemas.microsoft.com/office/drawing/2014/main" id="{29375627-76FD-61EE-8AA3-335E3F1F949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67060" y="3975967"/>
                  <a:ext cx="160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Rukopis 51">
                  <a:extLst>
                    <a:ext uri="{FF2B5EF4-FFF2-40B4-BE49-F238E27FC236}">
                      <a16:creationId xmlns:a16="http://schemas.microsoft.com/office/drawing/2014/main" id="{2FAFE634-0822-16D2-022D-D4622683261C}"/>
                    </a:ext>
                  </a:extLst>
                </p14:cNvPr>
                <p14:cNvContentPartPr/>
                <p14:nvPr/>
              </p14:nvContentPartPr>
              <p14:xfrm>
                <a:off x="2438420" y="3961927"/>
                <a:ext cx="145800" cy="118800"/>
              </p14:xfrm>
            </p:contentPart>
          </mc:Choice>
          <mc:Fallback>
            <p:pic>
              <p:nvPicPr>
                <p:cNvPr id="52" name="Rukopis 51">
                  <a:extLst>
                    <a:ext uri="{FF2B5EF4-FFF2-40B4-BE49-F238E27FC236}">
                      <a16:creationId xmlns:a16="http://schemas.microsoft.com/office/drawing/2014/main" id="{2FAFE634-0822-16D2-022D-D4622683261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429780" y="3953287"/>
                  <a:ext cx="163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Rukopis 52">
                  <a:extLst>
                    <a:ext uri="{FF2B5EF4-FFF2-40B4-BE49-F238E27FC236}">
                      <a16:creationId xmlns:a16="http://schemas.microsoft.com/office/drawing/2014/main" id="{EC6D527B-356E-79BB-498D-D3F6452E934C}"/>
                    </a:ext>
                  </a:extLst>
                </p14:cNvPr>
                <p14:cNvContentPartPr/>
                <p14:nvPr/>
              </p14:nvContentPartPr>
              <p14:xfrm>
                <a:off x="2664500" y="3932047"/>
                <a:ext cx="288000" cy="146880"/>
              </p14:xfrm>
            </p:contentPart>
          </mc:Choice>
          <mc:Fallback>
            <p:pic>
              <p:nvPicPr>
                <p:cNvPr id="53" name="Rukopis 52">
                  <a:extLst>
                    <a:ext uri="{FF2B5EF4-FFF2-40B4-BE49-F238E27FC236}">
                      <a16:creationId xmlns:a16="http://schemas.microsoft.com/office/drawing/2014/main" id="{EC6D527B-356E-79BB-498D-D3F6452E934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655500" y="3923407"/>
                  <a:ext cx="305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Rukopis 53">
                  <a:extLst>
                    <a:ext uri="{FF2B5EF4-FFF2-40B4-BE49-F238E27FC236}">
                      <a16:creationId xmlns:a16="http://schemas.microsoft.com/office/drawing/2014/main" id="{8730B2EC-386B-E421-6119-C68A009C17BC}"/>
                    </a:ext>
                  </a:extLst>
                </p14:cNvPr>
                <p14:cNvContentPartPr/>
                <p14:nvPr/>
              </p14:nvContentPartPr>
              <p14:xfrm>
                <a:off x="3018020" y="3922327"/>
                <a:ext cx="396000" cy="144360"/>
              </p14:xfrm>
            </p:contentPart>
          </mc:Choice>
          <mc:Fallback>
            <p:pic>
              <p:nvPicPr>
                <p:cNvPr id="54" name="Rukopis 53">
                  <a:extLst>
                    <a:ext uri="{FF2B5EF4-FFF2-40B4-BE49-F238E27FC236}">
                      <a16:creationId xmlns:a16="http://schemas.microsoft.com/office/drawing/2014/main" id="{8730B2EC-386B-E421-6119-C68A009C17B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009380" y="3913687"/>
                  <a:ext cx="4136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Rukopis 54">
                  <a:extLst>
                    <a:ext uri="{FF2B5EF4-FFF2-40B4-BE49-F238E27FC236}">
                      <a16:creationId xmlns:a16="http://schemas.microsoft.com/office/drawing/2014/main" id="{1B8DB524-57C5-897B-30E8-830B9650BAF7}"/>
                    </a:ext>
                  </a:extLst>
                </p14:cNvPr>
                <p14:cNvContentPartPr/>
                <p14:nvPr/>
              </p14:nvContentPartPr>
              <p14:xfrm>
                <a:off x="3394940" y="3695887"/>
                <a:ext cx="16200" cy="148680"/>
              </p14:xfrm>
            </p:contentPart>
          </mc:Choice>
          <mc:Fallback>
            <p:pic>
              <p:nvPicPr>
                <p:cNvPr id="55" name="Rukopis 54">
                  <a:extLst>
                    <a:ext uri="{FF2B5EF4-FFF2-40B4-BE49-F238E27FC236}">
                      <a16:creationId xmlns:a16="http://schemas.microsoft.com/office/drawing/2014/main" id="{1B8DB524-57C5-897B-30E8-830B9650BAF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386300" y="3687247"/>
                  <a:ext cx="3384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Skupina 62">
            <a:extLst>
              <a:ext uri="{FF2B5EF4-FFF2-40B4-BE49-F238E27FC236}">
                <a16:creationId xmlns:a16="http://schemas.microsoft.com/office/drawing/2014/main" id="{82A264F5-A2B2-CF9A-587D-294933C284DF}"/>
              </a:ext>
            </a:extLst>
          </p:cNvPr>
          <p:cNvGrpSpPr/>
          <p:nvPr/>
        </p:nvGrpSpPr>
        <p:grpSpPr>
          <a:xfrm>
            <a:off x="3651260" y="3616327"/>
            <a:ext cx="1188360" cy="685080"/>
            <a:chOff x="3651260" y="3616327"/>
            <a:chExt cx="1188360" cy="68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Rukopis 56">
                  <a:extLst>
                    <a:ext uri="{FF2B5EF4-FFF2-40B4-BE49-F238E27FC236}">
                      <a16:creationId xmlns:a16="http://schemas.microsoft.com/office/drawing/2014/main" id="{29EDE445-A522-CB35-B346-293E9BD04BD4}"/>
                    </a:ext>
                  </a:extLst>
                </p14:cNvPr>
                <p14:cNvContentPartPr/>
                <p14:nvPr/>
              </p14:nvContentPartPr>
              <p14:xfrm>
                <a:off x="3651260" y="3925567"/>
                <a:ext cx="184680" cy="375840"/>
              </p14:xfrm>
            </p:contentPart>
          </mc:Choice>
          <mc:Fallback>
            <p:pic>
              <p:nvPicPr>
                <p:cNvPr id="57" name="Rukopis 56">
                  <a:extLst>
                    <a:ext uri="{FF2B5EF4-FFF2-40B4-BE49-F238E27FC236}">
                      <a16:creationId xmlns:a16="http://schemas.microsoft.com/office/drawing/2014/main" id="{29EDE445-A522-CB35-B346-293E9BD04BD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642260" y="3916927"/>
                  <a:ext cx="20232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8" name="Rukopis 57">
                  <a:extLst>
                    <a:ext uri="{FF2B5EF4-FFF2-40B4-BE49-F238E27FC236}">
                      <a16:creationId xmlns:a16="http://schemas.microsoft.com/office/drawing/2014/main" id="{F11D92DA-BB5E-F8F4-15AC-AC457A266942}"/>
                    </a:ext>
                  </a:extLst>
                </p14:cNvPr>
                <p14:cNvContentPartPr/>
                <p14:nvPr/>
              </p14:nvContentPartPr>
              <p14:xfrm>
                <a:off x="3914060" y="3927007"/>
                <a:ext cx="187920" cy="155880"/>
              </p14:xfrm>
            </p:contentPart>
          </mc:Choice>
          <mc:Fallback>
            <p:pic>
              <p:nvPicPr>
                <p:cNvPr id="58" name="Rukopis 57">
                  <a:extLst>
                    <a:ext uri="{FF2B5EF4-FFF2-40B4-BE49-F238E27FC236}">
                      <a16:creationId xmlns:a16="http://schemas.microsoft.com/office/drawing/2014/main" id="{F11D92DA-BB5E-F8F4-15AC-AC457A26694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905060" y="3918367"/>
                  <a:ext cx="205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Rukopis 58">
                  <a:extLst>
                    <a:ext uri="{FF2B5EF4-FFF2-40B4-BE49-F238E27FC236}">
                      <a16:creationId xmlns:a16="http://schemas.microsoft.com/office/drawing/2014/main" id="{4D5D1563-AE80-BF38-4DE9-2F31A58CF2EF}"/>
                    </a:ext>
                  </a:extLst>
                </p14:cNvPr>
                <p14:cNvContentPartPr/>
                <p14:nvPr/>
              </p14:nvContentPartPr>
              <p14:xfrm>
                <a:off x="4128620" y="3910087"/>
                <a:ext cx="145440" cy="139320"/>
              </p14:xfrm>
            </p:contentPart>
          </mc:Choice>
          <mc:Fallback>
            <p:pic>
              <p:nvPicPr>
                <p:cNvPr id="59" name="Rukopis 58">
                  <a:extLst>
                    <a:ext uri="{FF2B5EF4-FFF2-40B4-BE49-F238E27FC236}">
                      <a16:creationId xmlns:a16="http://schemas.microsoft.com/office/drawing/2014/main" id="{4D5D1563-AE80-BF38-4DE9-2F31A58CF2E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19980" y="3901447"/>
                  <a:ext cx="1630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0" name="Rukopis 59">
                  <a:extLst>
                    <a:ext uri="{FF2B5EF4-FFF2-40B4-BE49-F238E27FC236}">
                      <a16:creationId xmlns:a16="http://schemas.microsoft.com/office/drawing/2014/main" id="{699F4218-DC0B-CFEF-13F4-7A7027FF9877}"/>
                    </a:ext>
                  </a:extLst>
                </p14:cNvPr>
                <p14:cNvContentPartPr/>
                <p14:nvPr/>
              </p14:nvContentPartPr>
              <p14:xfrm>
                <a:off x="4339940" y="3878407"/>
                <a:ext cx="92880" cy="190800"/>
              </p14:xfrm>
            </p:contentPart>
          </mc:Choice>
          <mc:Fallback>
            <p:pic>
              <p:nvPicPr>
                <p:cNvPr id="60" name="Rukopis 59">
                  <a:extLst>
                    <a:ext uri="{FF2B5EF4-FFF2-40B4-BE49-F238E27FC236}">
                      <a16:creationId xmlns:a16="http://schemas.microsoft.com/office/drawing/2014/main" id="{699F4218-DC0B-CFEF-13F4-7A7027FF987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330940" y="3869767"/>
                  <a:ext cx="110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Rukopis 60">
                  <a:extLst>
                    <a:ext uri="{FF2B5EF4-FFF2-40B4-BE49-F238E27FC236}">
                      <a16:creationId xmlns:a16="http://schemas.microsoft.com/office/drawing/2014/main" id="{B42BA728-1ECE-1EF6-485C-F3AA9C6EEEC6}"/>
                    </a:ext>
                  </a:extLst>
                </p14:cNvPr>
                <p14:cNvContentPartPr/>
                <p14:nvPr/>
              </p14:nvContentPartPr>
              <p14:xfrm>
                <a:off x="4469900" y="3738367"/>
                <a:ext cx="332640" cy="268560"/>
              </p14:xfrm>
            </p:contentPart>
          </mc:Choice>
          <mc:Fallback>
            <p:pic>
              <p:nvPicPr>
                <p:cNvPr id="61" name="Rukopis 60">
                  <a:extLst>
                    <a:ext uri="{FF2B5EF4-FFF2-40B4-BE49-F238E27FC236}">
                      <a16:creationId xmlns:a16="http://schemas.microsoft.com/office/drawing/2014/main" id="{B42BA728-1ECE-1EF6-485C-F3AA9C6EEEC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460900" y="3729367"/>
                  <a:ext cx="3502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Rukopis 61">
                  <a:extLst>
                    <a:ext uri="{FF2B5EF4-FFF2-40B4-BE49-F238E27FC236}">
                      <a16:creationId xmlns:a16="http://schemas.microsoft.com/office/drawing/2014/main" id="{8D6236F0-DB82-5A9A-BB8F-7C0387F37515}"/>
                    </a:ext>
                  </a:extLst>
                </p14:cNvPr>
                <p14:cNvContentPartPr/>
                <p14:nvPr/>
              </p14:nvContentPartPr>
              <p14:xfrm>
                <a:off x="4775900" y="3616327"/>
                <a:ext cx="63720" cy="195840"/>
              </p14:xfrm>
            </p:contentPart>
          </mc:Choice>
          <mc:Fallback>
            <p:pic>
              <p:nvPicPr>
                <p:cNvPr id="62" name="Rukopis 61">
                  <a:extLst>
                    <a:ext uri="{FF2B5EF4-FFF2-40B4-BE49-F238E27FC236}">
                      <a16:creationId xmlns:a16="http://schemas.microsoft.com/office/drawing/2014/main" id="{8D6236F0-DB82-5A9A-BB8F-7C0387F3751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767260" y="3607327"/>
                  <a:ext cx="813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Skupina 65">
            <a:extLst>
              <a:ext uri="{FF2B5EF4-FFF2-40B4-BE49-F238E27FC236}">
                <a16:creationId xmlns:a16="http://schemas.microsoft.com/office/drawing/2014/main" id="{029A238C-747D-66D1-C473-775A9D48CA54}"/>
              </a:ext>
            </a:extLst>
          </p:cNvPr>
          <p:cNvGrpSpPr/>
          <p:nvPr/>
        </p:nvGrpSpPr>
        <p:grpSpPr>
          <a:xfrm>
            <a:off x="1149620" y="4462327"/>
            <a:ext cx="250560" cy="431640"/>
            <a:chOff x="1149620" y="4462327"/>
            <a:chExt cx="25056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Rukopis 63">
                  <a:extLst>
                    <a:ext uri="{FF2B5EF4-FFF2-40B4-BE49-F238E27FC236}">
                      <a16:creationId xmlns:a16="http://schemas.microsoft.com/office/drawing/2014/main" id="{05F3281C-914E-A76F-3475-DDF0126F18B0}"/>
                    </a:ext>
                  </a:extLst>
                </p14:cNvPr>
                <p14:cNvContentPartPr/>
                <p14:nvPr/>
              </p14:nvContentPartPr>
              <p14:xfrm>
                <a:off x="1149620" y="4513807"/>
                <a:ext cx="185760" cy="178920"/>
              </p14:xfrm>
            </p:contentPart>
          </mc:Choice>
          <mc:Fallback>
            <p:pic>
              <p:nvPicPr>
                <p:cNvPr id="64" name="Rukopis 63">
                  <a:extLst>
                    <a:ext uri="{FF2B5EF4-FFF2-40B4-BE49-F238E27FC236}">
                      <a16:creationId xmlns:a16="http://schemas.microsoft.com/office/drawing/2014/main" id="{05F3281C-914E-A76F-3475-DDF0126F18B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40620" y="4505167"/>
                  <a:ext cx="2034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5" name="Rukopis 64">
                  <a:extLst>
                    <a:ext uri="{FF2B5EF4-FFF2-40B4-BE49-F238E27FC236}">
                      <a16:creationId xmlns:a16="http://schemas.microsoft.com/office/drawing/2014/main" id="{484641A1-3C1A-F8E7-BA73-F179BBCEB1EF}"/>
                    </a:ext>
                  </a:extLst>
                </p14:cNvPr>
                <p14:cNvContentPartPr/>
                <p14:nvPr/>
              </p14:nvContentPartPr>
              <p14:xfrm>
                <a:off x="1248620" y="4462327"/>
                <a:ext cx="151560" cy="431640"/>
              </p14:xfrm>
            </p:contentPart>
          </mc:Choice>
          <mc:Fallback>
            <p:pic>
              <p:nvPicPr>
                <p:cNvPr id="65" name="Rukopis 64">
                  <a:extLst>
                    <a:ext uri="{FF2B5EF4-FFF2-40B4-BE49-F238E27FC236}">
                      <a16:creationId xmlns:a16="http://schemas.microsoft.com/office/drawing/2014/main" id="{484641A1-3C1A-F8E7-BA73-F179BBCEB1E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239980" y="4453687"/>
                  <a:ext cx="169200" cy="44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Skupina 84">
            <a:extLst>
              <a:ext uri="{FF2B5EF4-FFF2-40B4-BE49-F238E27FC236}">
                <a16:creationId xmlns:a16="http://schemas.microsoft.com/office/drawing/2014/main" id="{9E27CDF7-EAF9-1657-03D9-3BF7F89CCD60}"/>
              </a:ext>
            </a:extLst>
          </p:cNvPr>
          <p:cNvGrpSpPr/>
          <p:nvPr/>
        </p:nvGrpSpPr>
        <p:grpSpPr>
          <a:xfrm>
            <a:off x="1881860" y="4404007"/>
            <a:ext cx="1756800" cy="358560"/>
            <a:chOff x="1881860" y="4404007"/>
            <a:chExt cx="175680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Rukopis 66">
                  <a:extLst>
                    <a:ext uri="{FF2B5EF4-FFF2-40B4-BE49-F238E27FC236}">
                      <a16:creationId xmlns:a16="http://schemas.microsoft.com/office/drawing/2014/main" id="{E70311F3-CE17-5D51-6994-252E147034DD}"/>
                    </a:ext>
                  </a:extLst>
                </p14:cNvPr>
                <p14:cNvContentPartPr/>
                <p14:nvPr/>
              </p14:nvContentPartPr>
              <p14:xfrm>
                <a:off x="1881860" y="4576807"/>
                <a:ext cx="276840" cy="185760"/>
              </p14:xfrm>
            </p:contentPart>
          </mc:Choice>
          <mc:Fallback>
            <p:pic>
              <p:nvPicPr>
                <p:cNvPr id="67" name="Rukopis 66">
                  <a:extLst>
                    <a:ext uri="{FF2B5EF4-FFF2-40B4-BE49-F238E27FC236}">
                      <a16:creationId xmlns:a16="http://schemas.microsoft.com/office/drawing/2014/main" id="{E70311F3-CE17-5D51-6994-252E147034D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872860" y="4568167"/>
                  <a:ext cx="2944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Rukopis 67">
                  <a:extLst>
                    <a:ext uri="{FF2B5EF4-FFF2-40B4-BE49-F238E27FC236}">
                      <a16:creationId xmlns:a16="http://schemas.microsoft.com/office/drawing/2014/main" id="{BD0FBF93-1866-5F5C-3E5E-7B5320D0294B}"/>
                    </a:ext>
                  </a:extLst>
                </p14:cNvPr>
                <p14:cNvContentPartPr/>
                <p14:nvPr/>
              </p14:nvContentPartPr>
              <p14:xfrm>
                <a:off x="2265980" y="4462327"/>
                <a:ext cx="108360" cy="284040"/>
              </p14:xfrm>
            </p:contentPart>
          </mc:Choice>
          <mc:Fallback>
            <p:pic>
              <p:nvPicPr>
                <p:cNvPr id="68" name="Rukopis 67">
                  <a:extLst>
                    <a:ext uri="{FF2B5EF4-FFF2-40B4-BE49-F238E27FC236}">
                      <a16:creationId xmlns:a16="http://schemas.microsoft.com/office/drawing/2014/main" id="{BD0FBF93-1866-5F5C-3E5E-7B5320D0294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256980" y="4453687"/>
                  <a:ext cx="126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Rukopis 68">
                  <a:extLst>
                    <a:ext uri="{FF2B5EF4-FFF2-40B4-BE49-F238E27FC236}">
                      <a16:creationId xmlns:a16="http://schemas.microsoft.com/office/drawing/2014/main" id="{F4D1A9CF-F857-43AF-410F-E66B710979DF}"/>
                    </a:ext>
                  </a:extLst>
                </p14:cNvPr>
                <p14:cNvContentPartPr/>
                <p14:nvPr/>
              </p14:nvContentPartPr>
              <p14:xfrm>
                <a:off x="2460380" y="4556287"/>
                <a:ext cx="165240" cy="133920"/>
              </p14:xfrm>
            </p:contentPart>
          </mc:Choice>
          <mc:Fallback>
            <p:pic>
              <p:nvPicPr>
                <p:cNvPr id="69" name="Rukopis 68">
                  <a:extLst>
                    <a:ext uri="{FF2B5EF4-FFF2-40B4-BE49-F238E27FC236}">
                      <a16:creationId xmlns:a16="http://schemas.microsoft.com/office/drawing/2014/main" id="{F4D1A9CF-F857-43AF-410F-E66B710979D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451740" y="4547287"/>
                  <a:ext cx="1828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Rukopis 69">
                  <a:extLst>
                    <a:ext uri="{FF2B5EF4-FFF2-40B4-BE49-F238E27FC236}">
                      <a16:creationId xmlns:a16="http://schemas.microsoft.com/office/drawing/2014/main" id="{07F4F39B-35CF-FA47-C014-DDFB05AB0962}"/>
                    </a:ext>
                  </a:extLst>
                </p14:cNvPr>
                <p14:cNvContentPartPr/>
                <p14:nvPr/>
              </p14:nvContentPartPr>
              <p14:xfrm>
                <a:off x="2645780" y="4563847"/>
                <a:ext cx="154080" cy="116640"/>
              </p14:xfrm>
            </p:contentPart>
          </mc:Choice>
          <mc:Fallback>
            <p:pic>
              <p:nvPicPr>
                <p:cNvPr id="70" name="Rukopis 69">
                  <a:extLst>
                    <a:ext uri="{FF2B5EF4-FFF2-40B4-BE49-F238E27FC236}">
                      <a16:creationId xmlns:a16="http://schemas.microsoft.com/office/drawing/2014/main" id="{07F4F39B-35CF-FA47-C014-DDFB05AB096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636780" y="4554847"/>
                  <a:ext cx="171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1" name="Rukopis 70">
                  <a:extLst>
                    <a:ext uri="{FF2B5EF4-FFF2-40B4-BE49-F238E27FC236}">
                      <a16:creationId xmlns:a16="http://schemas.microsoft.com/office/drawing/2014/main" id="{EE61CF48-981B-0F88-8FBE-A6E3D0C53078}"/>
                    </a:ext>
                  </a:extLst>
                </p14:cNvPr>
                <p14:cNvContentPartPr/>
                <p14:nvPr/>
              </p14:nvContentPartPr>
              <p14:xfrm>
                <a:off x="2913980" y="4536487"/>
                <a:ext cx="657000" cy="196200"/>
              </p14:xfrm>
            </p:contentPart>
          </mc:Choice>
          <mc:Fallback>
            <p:pic>
              <p:nvPicPr>
                <p:cNvPr id="71" name="Rukopis 70">
                  <a:extLst>
                    <a:ext uri="{FF2B5EF4-FFF2-40B4-BE49-F238E27FC236}">
                      <a16:creationId xmlns:a16="http://schemas.microsoft.com/office/drawing/2014/main" id="{EE61CF48-981B-0F88-8FBE-A6E3D0C5307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904980" y="4527847"/>
                  <a:ext cx="6746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2" name="Rukopis 71">
                  <a:extLst>
                    <a:ext uri="{FF2B5EF4-FFF2-40B4-BE49-F238E27FC236}">
                      <a16:creationId xmlns:a16="http://schemas.microsoft.com/office/drawing/2014/main" id="{75F8256F-67B9-A83E-D7C3-4444DEDD9B06}"/>
                    </a:ext>
                  </a:extLst>
                </p14:cNvPr>
                <p14:cNvContentPartPr/>
                <p14:nvPr/>
              </p14:nvContentPartPr>
              <p14:xfrm>
                <a:off x="3603740" y="4404007"/>
                <a:ext cx="34920" cy="144720"/>
              </p14:xfrm>
            </p:contentPart>
          </mc:Choice>
          <mc:Fallback>
            <p:pic>
              <p:nvPicPr>
                <p:cNvPr id="72" name="Rukopis 71">
                  <a:extLst>
                    <a:ext uri="{FF2B5EF4-FFF2-40B4-BE49-F238E27FC236}">
                      <a16:creationId xmlns:a16="http://schemas.microsoft.com/office/drawing/2014/main" id="{75F8256F-67B9-A83E-D7C3-4444DEDD9B0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594740" y="4395367"/>
                  <a:ext cx="525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Skupina 83">
            <a:extLst>
              <a:ext uri="{FF2B5EF4-FFF2-40B4-BE49-F238E27FC236}">
                <a16:creationId xmlns:a16="http://schemas.microsoft.com/office/drawing/2014/main" id="{E49D6EA3-E3BE-F657-39EF-DDA600AC51AB}"/>
              </a:ext>
            </a:extLst>
          </p:cNvPr>
          <p:cNvGrpSpPr/>
          <p:nvPr/>
        </p:nvGrpSpPr>
        <p:grpSpPr>
          <a:xfrm>
            <a:off x="4074620" y="4497967"/>
            <a:ext cx="537840" cy="169560"/>
            <a:chOff x="4074620" y="4497967"/>
            <a:chExt cx="537840" cy="16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Rukopis 72">
                  <a:extLst>
                    <a:ext uri="{FF2B5EF4-FFF2-40B4-BE49-F238E27FC236}">
                      <a16:creationId xmlns:a16="http://schemas.microsoft.com/office/drawing/2014/main" id="{A7BA0C89-B1B8-7666-A2EF-1B2589208D47}"/>
                    </a:ext>
                  </a:extLst>
                </p14:cNvPr>
                <p14:cNvContentPartPr/>
                <p14:nvPr/>
              </p14:nvContentPartPr>
              <p14:xfrm>
                <a:off x="4074620" y="4508407"/>
                <a:ext cx="291960" cy="159120"/>
              </p14:xfrm>
            </p:contentPart>
          </mc:Choice>
          <mc:Fallback>
            <p:pic>
              <p:nvPicPr>
                <p:cNvPr id="73" name="Rukopis 72">
                  <a:extLst>
                    <a:ext uri="{FF2B5EF4-FFF2-40B4-BE49-F238E27FC236}">
                      <a16:creationId xmlns:a16="http://schemas.microsoft.com/office/drawing/2014/main" id="{A7BA0C89-B1B8-7666-A2EF-1B2589208D4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065620" y="4499407"/>
                  <a:ext cx="3096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Rukopis 73">
                  <a:extLst>
                    <a:ext uri="{FF2B5EF4-FFF2-40B4-BE49-F238E27FC236}">
                      <a16:creationId xmlns:a16="http://schemas.microsoft.com/office/drawing/2014/main" id="{DA48C1E7-E066-6139-BCC7-D827A82B585A}"/>
                    </a:ext>
                  </a:extLst>
                </p14:cNvPr>
                <p14:cNvContentPartPr/>
                <p14:nvPr/>
              </p14:nvContentPartPr>
              <p14:xfrm>
                <a:off x="4310420" y="4497967"/>
                <a:ext cx="302040" cy="119160"/>
              </p14:xfrm>
            </p:contentPart>
          </mc:Choice>
          <mc:Fallback>
            <p:pic>
              <p:nvPicPr>
                <p:cNvPr id="74" name="Rukopis 73">
                  <a:extLst>
                    <a:ext uri="{FF2B5EF4-FFF2-40B4-BE49-F238E27FC236}">
                      <a16:creationId xmlns:a16="http://schemas.microsoft.com/office/drawing/2014/main" id="{DA48C1E7-E066-6139-BCC7-D827A82B585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301420" y="4488967"/>
                  <a:ext cx="31968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Skupina 82">
            <a:extLst>
              <a:ext uri="{FF2B5EF4-FFF2-40B4-BE49-F238E27FC236}">
                <a16:creationId xmlns:a16="http://schemas.microsoft.com/office/drawing/2014/main" id="{A04492BC-0A86-6461-1A0A-36804CE14596}"/>
              </a:ext>
            </a:extLst>
          </p:cNvPr>
          <p:cNvGrpSpPr/>
          <p:nvPr/>
        </p:nvGrpSpPr>
        <p:grpSpPr>
          <a:xfrm>
            <a:off x="4950500" y="4351807"/>
            <a:ext cx="1592280" cy="279360"/>
            <a:chOff x="4950500" y="4351807"/>
            <a:chExt cx="159228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5" name="Rukopis 74">
                  <a:extLst>
                    <a:ext uri="{FF2B5EF4-FFF2-40B4-BE49-F238E27FC236}">
                      <a16:creationId xmlns:a16="http://schemas.microsoft.com/office/drawing/2014/main" id="{BDB65E46-E1AC-B865-620F-8D85EAE273F7}"/>
                    </a:ext>
                  </a:extLst>
                </p14:cNvPr>
                <p14:cNvContentPartPr/>
                <p14:nvPr/>
              </p14:nvContentPartPr>
              <p14:xfrm>
                <a:off x="4950500" y="4445407"/>
                <a:ext cx="247680" cy="185760"/>
              </p14:xfrm>
            </p:contentPart>
          </mc:Choice>
          <mc:Fallback>
            <p:pic>
              <p:nvPicPr>
                <p:cNvPr id="75" name="Rukopis 74">
                  <a:extLst>
                    <a:ext uri="{FF2B5EF4-FFF2-40B4-BE49-F238E27FC236}">
                      <a16:creationId xmlns:a16="http://schemas.microsoft.com/office/drawing/2014/main" id="{BDB65E46-E1AC-B865-620F-8D85EAE273F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941500" y="4436767"/>
                  <a:ext cx="265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6" name="Rukopis 75">
                  <a:extLst>
                    <a:ext uri="{FF2B5EF4-FFF2-40B4-BE49-F238E27FC236}">
                      <a16:creationId xmlns:a16="http://schemas.microsoft.com/office/drawing/2014/main" id="{0FFA2607-6B43-8D05-8C13-93D095A042DE}"/>
                    </a:ext>
                  </a:extLst>
                </p14:cNvPr>
                <p14:cNvContentPartPr/>
                <p14:nvPr/>
              </p14:nvContentPartPr>
              <p14:xfrm>
                <a:off x="5247860" y="4443607"/>
                <a:ext cx="137160" cy="145440"/>
              </p14:xfrm>
            </p:contentPart>
          </mc:Choice>
          <mc:Fallback>
            <p:pic>
              <p:nvPicPr>
                <p:cNvPr id="76" name="Rukopis 75">
                  <a:extLst>
                    <a:ext uri="{FF2B5EF4-FFF2-40B4-BE49-F238E27FC236}">
                      <a16:creationId xmlns:a16="http://schemas.microsoft.com/office/drawing/2014/main" id="{0FFA2607-6B43-8D05-8C13-93D095A042D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239220" y="4434607"/>
                  <a:ext cx="1548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7" name="Rukopis 76">
                  <a:extLst>
                    <a:ext uri="{FF2B5EF4-FFF2-40B4-BE49-F238E27FC236}">
                      <a16:creationId xmlns:a16="http://schemas.microsoft.com/office/drawing/2014/main" id="{9A19B897-0898-9764-6E54-25E269A57BFB}"/>
                    </a:ext>
                  </a:extLst>
                </p14:cNvPr>
                <p14:cNvContentPartPr/>
                <p14:nvPr/>
              </p14:nvContentPartPr>
              <p14:xfrm>
                <a:off x="5453420" y="4472767"/>
                <a:ext cx="129960" cy="115920"/>
              </p14:xfrm>
            </p:contentPart>
          </mc:Choice>
          <mc:Fallback>
            <p:pic>
              <p:nvPicPr>
                <p:cNvPr id="77" name="Rukopis 76">
                  <a:extLst>
                    <a:ext uri="{FF2B5EF4-FFF2-40B4-BE49-F238E27FC236}">
                      <a16:creationId xmlns:a16="http://schemas.microsoft.com/office/drawing/2014/main" id="{9A19B897-0898-9764-6E54-25E269A57BF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444780" y="4463767"/>
                  <a:ext cx="1476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8" name="Rukopis 77">
                  <a:extLst>
                    <a:ext uri="{FF2B5EF4-FFF2-40B4-BE49-F238E27FC236}">
                      <a16:creationId xmlns:a16="http://schemas.microsoft.com/office/drawing/2014/main" id="{6F7399E2-BAB4-8CC6-7B05-259C9FC43A12}"/>
                    </a:ext>
                  </a:extLst>
                </p14:cNvPr>
                <p14:cNvContentPartPr/>
                <p14:nvPr/>
              </p14:nvContentPartPr>
              <p14:xfrm>
                <a:off x="5637740" y="4453327"/>
                <a:ext cx="151560" cy="110520"/>
              </p14:xfrm>
            </p:contentPart>
          </mc:Choice>
          <mc:Fallback>
            <p:pic>
              <p:nvPicPr>
                <p:cNvPr id="78" name="Rukopis 77">
                  <a:extLst>
                    <a:ext uri="{FF2B5EF4-FFF2-40B4-BE49-F238E27FC236}">
                      <a16:creationId xmlns:a16="http://schemas.microsoft.com/office/drawing/2014/main" id="{6F7399E2-BAB4-8CC6-7B05-259C9FC43A1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628740" y="4444687"/>
                  <a:ext cx="169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9" name="Rukopis 78">
                  <a:extLst>
                    <a:ext uri="{FF2B5EF4-FFF2-40B4-BE49-F238E27FC236}">
                      <a16:creationId xmlns:a16="http://schemas.microsoft.com/office/drawing/2014/main" id="{C966DD94-00EA-6D31-9FAC-92D465AB420F}"/>
                    </a:ext>
                  </a:extLst>
                </p14:cNvPr>
                <p14:cNvContentPartPr/>
                <p14:nvPr/>
              </p14:nvContentPartPr>
              <p14:xfrm>
                <a:off x="5652140" y="4364047"/>
                <a:ext cx="173160" cy="45720"/>
              </p14:xfrm>
            </p:contentPart>
          </mc:Choice>
          <mc:Fallback>
            <p:pic>
              <p:nvPicPr>
                <p:cNvPr id="79" name="Rukopis 78">
                  <a:extLst>
                    <a:ext uri="{FF2B5EF4-FFF2-40B4-BE49-F238E27FC236}">
                      <a16:creationId xmlns:a16="http://schemas.microsoft.com/office/drawing/2014/main" id="{C966DD94-00EA-6D31-9FAC-92D465AB420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643140" y="4355047"/>
                  <a:ext cx="1908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0" name="Rukopis 79">
                  <a:extLst>
                    <a:ext uri="{FF2B5EF4-FFF2-40B4-BE49-F238E27FC236}">
                      <a16:creationId xmlns:a16="http://schemas.microsoft.com/office/drawing/2014/main" id="{D7CF4301-B207-FCBD-14DE-BEB92239748E}"/>
                    </a:ext>
                  </a:extLst>
                </p14:cNvPr>
                <p14:cNvContentPartPr/>
                <p14:nvPr/>
              </p14:nvContentPartPr>
              <p14:xfrm>
                <a:off x="5847620" y="4434607"/>
                <a:ext cx="56520" cy="147240"/>
              </p14:xfrm>
            </p:contentPart>
          </mc:Choice>
          <mc:Fallback>
            <p:pic>
              <p:nvPicPr>
                <p:cNvPr id="80" name="Rukopis 79">
                  <a:extLst>
                    <a:ext uri="{FF2B5EF4-FFF2-40B4-BE49-F238E27FC236}">
                      <a16:creationId xmlns:a16="http://schemas.microsoft.com/office/drawing/2014/main" id="{D7CF4301-B207-FCBD-14DE-BEB92239748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838980" y="4425607"/>
                  <a:ext cx="74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1" name="Rukopis 80">
                  <a:extLst>
                    <a:ext uri="{FF2B5EF4-FFF2-40B4-BE49-F238E27FC236}">
                      <a16:creationId xmlns:a16="http://schemas.microsoft.com/office/drawing/2014/main" id="{3C3E307B-BAFD-204B-04E2-834E797C937B}"/>
                    </a:ext>
                  </a:extLst>
                </p14:cNvPr>
                <p14:cNvContentPartPr/>
                <p14:nvPr/>
              </p14:nvContentPartPr>
              <p14:xfrm>
                <a:off x="5948420" y="4351807"/>
                <a:ext cx="360" cy="10800"/>
              </p14:xfrm>
            </p:contentPart>
          </mc:Choice>
          <mc:Fallback>
            <p:pic>
              <p:nvPicPr>
                <p:cNvPr id="81" name="Rukopis 80">
                  <a:extLst>
                    <a:ext uri="{FF2B5EF4-FFF2-40B4-BE49-F238E27FC236}">
                      <a16:creationId xmlns:a16="http://schemas.microsoft.com/office/drawing/2014/main" id="{3C3E307B-BAFD-204B-04E2-834E797C937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939780" y="4342807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2" name="Rukopis 81">
                  <a:extLst>
                    <a:ext uri="{FF2B5EF4-FFF2-40B4-BE49-F238E27FC236}">
                      <a16:creationId xmlns:a16="http://schemas.microsoft.com/office/drawing/2014/main" id="{C13930DB-6595-CF1E-7457-E0F992D23BC9}"/>
                    </a:ext>
                  </a:extLst>
                </p14:cNvPr>
                <p14:cNvContentPartPr/>
                <p14:nvPr/>
              </p14:nvContentPartPr>
              <p14:xfrm>
                <a:off x="5974340" y="4456567"/>
                <a:ext cx="568440" cy="137520"/>
              </p14:xfrm>
            </p:contentPart>
          </mc:Choice>
          <mc:Fallback>
            <p:pic>
              <p:nvPicPr>
                <p:cNvPr id="82" name="Rukopis 81">
                  <a:extLst>
                    <a:ext uri="{FF2B5EF4-FFF2-40B4-BE49-F238E27FC236}">
                      <a16:creationId xmlns:a16="http://schemas.microsoft.com/office/drawing/2014/main" id="{C13930DB-6595-CF1E-7457-E0F992D23BC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965340" y="4447567"/>
                  <a:ext cx="586080" cy="15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3186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F7CF402-508E-FBF2-A1E7-EE5430448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Matematická indukce</a:t>
            </a:r>
          </a:p>
        </p:txBody>
      </p:sp>
      <p:sp>
        <p:nvSpPr>
          <p:cNvPr id="7171" name="TextovéPole 1">
            <a:extLst>
              <a:ext uri="{FF2B5EF4-FFF2-40B4-BE49-F238E27FC236}">
                <a16:creationId xmlns:a16="http://schemas.microsoft.com/office/drawing/2014/main" id="{86377B74-3765-9183-E8F9-E4695DD44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A0A9FAD-F56D-40A0-816D-C5B752FF682C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cs-CZ" altLang="cs-CZ" sz="1100"/>
          </a:p>
        </p:txBody>
      </p:sp>
      <p:pic>
        <p:nvPicPr>
          <p:cNvPr id="7172" name="Picture 2">
            <a:extLst>
              <a:ext uri="{FF2B5EF4-FFF2-40B4-BE49-F238E27FC236}">
                <a16:creationId xmlns:a16="http://schemas.microsoft.com/office/drawing/2014/main" id="{8A9746D8-2639-8EA1-67B2-98EE7A077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77" y="980728"/>
            <a:ext cx="8512175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Skupina 11">
            <a:extLst>
              <a:ext uri="{FF2B5EF4-FFF2-40B4-BE49-F238E27FC236}">
                <a16:creationId xmlns:a16="http://schemas.microsoft.com/office/drawing/2014/main" id="{F34BFE15-8544-9366-F737-98A032284E60}"/>
              </a:ext>
            </a:extLst>
          </p:cNvPr>
          <p:cNvGrpSpPr/>
          <p:nvPr/>
        </p:nvGrpSpPr>
        <p:grpSpPr>
          <a:xfrm>
            <a:off x="182660" y="783832"/>
            <a:ext cx="240840" cy="396000"/>
            <a:chOff x="182660" y="783832"/>
            <a:chExt cx="24084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Rukopis 9">
                  <a:extLst>
                    <a:ext uri="{FF2B5EF4-FFF2-40B4-BE49-F238E27FC236}">
                      <a16:creationId xmlns:a16="http://schemas.microsoft.com/office/drawing/2014/main" id="{307C064B-7F20-2D2D-DCE3-365F73C8E76A}"/>
                    </a:ext>
                  </a:extLst>
                </p14:cNvPr>
                <p14:cNvContentPartPr/>
                <p14:nvPr/>
              </p14:nvContentPartPr>
              <p14:xfrm>
                <a:off x="182660" y="821992"/>
                <a:ext cx="113760" cy="278640"/>
              </p14:xfrm>
            </p:contentPart>
          </mc:Choice>
          <mc:Fallback>
            <p:pic>
              <p:nvPicPr>
                <p:cNvPr id="10" name="Rukopis 9">
                  <a:extLst>
                    <a:ext uri="{FF2B5EF4-FFF2-40B4-BE49-F238E27FC236}">
                      <a16:creationId xmlns:a16="http://schemas.microsoft.com/office/drawing/2014/main" id="{307C064B-7F20-2D2D-DCE3-365F73C8E76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4020" y="812992"/>
                  <a:ext cx="1314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Rukopis 10">
                  <a:extLst>
                    <a:ext uri="{FF2B5EF4-FFF2-40B4-BE49-F238E27FC236}">
                      <a16:creationId xmlns:a16="http://schemas.microsoft.com/office/drawing/2014/main" id="{E70202A1-729D-D931-AEF1-CBA05F62DCF3}"/>
                    </a:ext>
                  </a:extLst>
                </p14:cNvPr>
                <p14:cNvContentPartPr/>
                <p14:nvPr/>
              </p14:nvContentPartPr>
              <p14:xfrm>
                <a:off x="339620" y="783832"/>
                <a:ext cx="83880" cy="396000"/>
              </p14:xfrm>
            </p:contentPart>
          </mc:Choice>
          <mc:Fallback>
            <p:pic>
              <p:nvPicPr>
                <p:cNvPr id="11" name="Rukopis 10">
                  <a:extLst>
                    <a:ext uri="{FF2B5EF4-FFF2-40B4-BE49-F238E27FC236}">
                      <a16:creationId xmlns:a16="http://schemas.microsoft.com/office/drawing/2014/main" id="{E70202A1-729D-D931-AEF1-CBA05F62DCF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0980" y="774832"/>
                  <a:ext cx="101520" cy="41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332" name="Rukopis 7331">
                <a:extLst>
                  <a:ext uri="{FF2B5EF4-FFF2-40B4-BE49-F238E27FC236}">
                    <a16:creationId xmlns:a16="http://schemas.microsoft.com/office/drawing/2014/main" id="{6789DE44-103E-409E-5CE6-6704C781506B}"/>
                  </a:ext>
                </a:extLst>
              </p14:cNvPr>
              <p14:cNvContentPartPr/>
              <p14:nvPr/>
            </p14:nvContentPartPr>
            <p14:xfrm>
              <a:off x="727062" y="2206233"/>
              <a:ext cx="4149000" cy="542520"/>
            </p14:xfrm>
          </p:contentPart>
        </mc:Choice>
        <mc:Fallback>
          <p:pic>
            <p:nvPicPr>
              <p:cNvPr id="7332" name="Rukopis 7331">
                <a:extLst>
                  <a:ext uri="{FF2B5EF4-FFF2-40B4-BE49-F238E27FC236}">
                    <a16:creationId xmlns:a16="http://schemas.microsoft.com/office/drawing/2014/main" id="{6789DE44-103E-409E-5CE6-6704C78150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4062" y="2143593"/>
                <a:ext cx="4274640" cy="668160"/>
              </a:xfrm>
              <a:prstGeom prst="rect">
                <a:avLst/>
              </a:prstGeom>
            </p:spPr>
          </p:pic>
        </mc:Fallback>
      </mc:AlternateContent>
      <p:pic>
        <p:nvPicPr>
          <p:cNvPr id="7334" name="Obrázek 7333">
            <a:extLst>
              <a:ext uri="{FF2B5EF4-FFF2-40B4-BE49-F238E27FC236}">
                <a16:creationId xmlns:a16="http://schemas.microsoft.com/office/drawing/2014/main" id="{454F7CA1-EF4B-6A1C-4669-D2BDBCD5B3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777" y="2206233"/>
            <a:ext cx="8406879" cy="1926037"/>
          </a:xfrm>
          <a:prstGeom prst="rect">
            <a:avLst/>
          </a:prstGeom>
        </p:spPr>
      </p:pic>
      <p:grpSp>
        <p:nvGrpSpPr>
          <p:cNvPr id="7373" name="Skupina 7372">
            <a:extLst>
              <a:ext uri="{FF2B5EF4-FFF2-40B4-BE49-F238E27FC236}">
                <a16:creationId xmlns:a16="http://schemas.microsoft.com/office/drawing/2014/main" id="{53D33274-DE46-50A0-310D-73295096179A}"/>
              </a:ext>
            </a:extLst>
          </p:cNvPr>
          <p:cNvGrpSpPr/>
          <p:nvPr/>
        </p:nvGrpSpPr>
        <p:grpSpPr>
          <a:xfrm>
            <a:off x="380660" y="2161552"/>
            <a:ext cx="5017680" cy="629640"/>
            <a:chOff x="380660" y="2161552"/>
            <a:chExt cx="5017680" cy="62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336" name="Rukopis 7335">
                  <a:extLst>
                    <a:ext uri="{FF2B5EF4-FFF2-40B4-BE49-F238E27FC236}">
                      <a16:creationId xmlns:a16="http://schemas.microsoft.com/office/drawing/2014/main" id="{2673C697-CFED-5A9A-C115-0F18EE4B30C3}"/>
                    </a:ext>
                  </a:extLst>
                </p14:cNvPr>
                <p14:cNvContentPartPr/>
                <p14:nvPr/>
              </p14:nvContentPartPr>
              <p14:xfrm>
                <a:off x="380660" y="2326792"/>
                <a:ext cx="217800" cy="227880"/>
              </p14:xfrm>
            </p:contentPart>
          </mc:Choice>
          <mc:Fallback>
            <p:pic>
              <p:nvPicPr>
                <p:cNvPr id="7336" name="Rukopis 7335">
                  <a:extLst>
                    <a:ext uri="{FF2B5EF4-FFF2-40B4-BE49-F238E27FC236}">
                      <a16:creationId xmlns:a16="http://schemas.microsoft.com/office/drawing/2014/main" id="{2673C697-CFED-5A9A-C115-0F18EE4B30C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1660" y="2317792"/>
                  <a:ext cx="235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337" name="Rukopis 7336">
                  <a:extLst>
                    <a:ext uri="{FF2B5EF4-FFF2-40B4-BE49-F238E27FC236}">
                      <a16:creationId xmlns:a16="http://schemas.microsoft.com/office/drawing/2014/main" id="{A2C4A260-D5D1-77C2-F3B8-9CD2AAC5FF28}"/>
                    </a:ext>
                  </a:extLst>
                </p14:cNvPr>
                <p14:cNvContentPartPr/>
                <p14:nvPr/>
              </p14:nvContentPartPr>
              <p14:xfrm>
                <a:off x="621500" y="2238952"/>
                <a:ext cx="90360" cy="421200"/>
              </p14:xfrm>
            </p:contentPart>
          </mc:Choice>
          <mc:Fallback>
            <p:pic>
              <p:nvPicPr>
                <p:cNvPr id="7337" name="Rukopis 7336">
                  <a:extLst>
                    <a:ext uri="{FF2B5EF4-FFF2-40B4-BE49-F238E27FC236}">
                      <a16:creationId xmlns:a16="http://schemas.microsoft.com/office/drawing/2014/main" id="{A2C4A260-D5D1-77C2-F3B8-9CD2AAC5FF2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2860" y="2229952"/>
                  <a:ext cx="10800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339" name="Rukopis 7338">
                  <a:extLst>
                    <a:ext uri="{FF2B5EF4-FFF2-40B4-BE49-F238E27FC236}">
                      <a16:creationId xmlns:a16="http://schemas.microsoft.com/office/drawing/2014/main" id="{F229CCD7-F113-7E18-3673-334C2D339D04}"/>
                    </a:ext>
                  </a:extLst>
                </p14:cNvPr>
                <p14:cNvContentPartPr/>
                <p14:nvPr/>
              </p14:nvContentPartPr>
              <p14:xfrm>
                <a:off x="877820" y="2271352"/>
                <a:ext cx="110160" cy="214560"/>
              </p14:xfrm>
            </p:contentPart>
          </mc:Choice>
          <mc:Fallback>
            <p:pic>
              <p:nvPicPr>
                <p:cNvPr id="7339" name="Rukopis 7338">
                  <a:extLst>
                    <a:ext uri="{FF2B5EF4-FFF2-40B4-BE49-F238E27FC236}">
                      <a16:creationId xmlns:a16="http://schemas.microsoft.com/office/drawing/2014/main" id="{F229CCD7-F113-7E18-3673-334C2D339D0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8820" y="2262352"/>
                  <a:ext cx="1278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340" name="Rukopis 7339">
                  <a:extLst>
                    <a:ext uri="{FF2B5EF4-FFF2-40B4-BE49-F238E27FC236}">
                      <a16:creationId xmlns:a16="http://schemas.microsoft.com/office/drawing/2014/main" id="{56FD7C90-DB52-A33B-1486-43CE3E02058E}"/>
                    </a:ext>
                  </a:extLst>
                </p14:cNvPr>
                <p14:cNvContentPartPr/>
                <p14:nvPr/>
              </p14:nvContentPartPr>
              <p14:xfrm>
                <a:off x="986900" y="2457472"/>
                <a:ext cx="1800" cy="8280"/>
              </p14:xfrm>
            </p:contentPart>
          </mc:Choice>
          <mc:Fallback>
            <p:pic>
              <p:nvPicPr>
                <p:cNvPr id="7340" name="Rukopis 7339">
                  <a:extLst>
                    <a:ext uri="{FF2B5EF4-FFF2-40B4-BE49-F238E27FC236}">
                      <a16:creationId xmlns:a16="http://schemas.microsoft.com/office/drawing/2014/main" id="{56FD7C90-DB52-A33B-1486-43CE3E02058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78260" y="2448832"/>
                  <a:ext cx="19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341" name="Rukopis 7340">
                  <a:extLst>
                    <a:ext uri="{FF2B5EF4-FFF2-40B4-BE49-F238E27FC236}">
                      <a16:creationId xmlns:a16="http://schemas.microsoft.com/office/drawing/2014/main" id="{5D435459-A660-6914-B858-FD41750768CA}"/>
                    </a:ext>
                  </a:extLst>
                </p14:cNvPr>
                <p14:cNvContentPartPr/>
                <p14:nvPr/>
              </p14:nvContentPartPr>
              <p14:xfrm>
                <a:off x="1144220" y="2209072"/>
                <a:ext cx="119160" cy="224640"/>
              </p14:xfrm>
            </p:contentPart>
          </mc:Choice>
          <mc:Fallback>
            <p:pic>
              <p:nvPicPr>
                <p:cNvPr id="7341" name="Rukopis 7340">
                  <a:extLst>
                    <a:ext uri="{FF2B5EF4-FFF2-40B4-BE49-F238E27FC236}">
                      <a16:creationId xmlns:a16="http://schemas.microsoft.com/office/drawing/2014/main" id="{5D435459-A660-6914-B858-FD41750768C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35580" y="2200072"/>
                  <a:ext cx="1368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342" name="Rukopis 7341">
                  <a:extLst>
                    <a:ext uri="{FF2B5EF4-FFF2-40B4-BE49-F238E27FC236}">
                      <a16:creationId xmlns:a16="http://schemas.microsoft.com/office/drawing/2014/main" id="{3A632D51-104D-1666-555A-05EF0EF39511}"/>
                    </a:ext>
                  </a:extLst>
                </p14:cNvPr>
                <p14:cNvContentPartPr/>
                <p14:nvPr/>
              </p14:nvContentPartPr>
              <p14:xfrm>
                <a:off x="1319900" y="2333992"/>
                <a:ext cx="186840" cy="144720"/>
              </p14:xfrm>
            </p:contentPart>
          </mc:Choice>
          <mc:Fallback>
            <p:pic>
              <p:nvPicPr>
                <p:cNvPr id="7342" name="Rukopis 7341">
                  <a:extLst>
                    <a:ext uri="{FF2B5EF4-FFF2-40B4-BE49-F238E27FC236}">
                      <a16:creationId xmlns:a16="http://schemas.microsoft.com/office/drawing/2014/main" id="{3A632D51-104D-1666-555A-05EF0EF395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10900" y="2324992"/>
                  <a:ext cx="204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343" name="Rukopis 7342">
                  <a:extLst>
                    <a:ext uri="{FF2B5EF4-FFF2-40B4-BE49-F238E27FC236}">
                      <a16:creationId xmlns:a16="http://schemas.microsoft.com/office/drawing/2014/main" id="{084F3F75-D86E-DCDB-A1D8-E7CFD5044C47}"/>
                    </a:ext>
                  </a:extLst>
                </p14:cNvPr>
                <p14:cNvContentPartPr/>
                <p14:nvPr/>
              </p14:nvContentPartPr>
              <p14:xfrm>
                <a:off x="1583780" y="2230312"/>
                <a:ext cx="158760" cy="259560"/>
              </p14:xfrm>
            </p:contentPart>
          </mc:Choice>
          <mc:Fallback>
            <p:pic>
              <p:nvPicPr>
                <p:cNvPr id="7343" name="Rukopis 7342">
                  <a:extLst>
                    <a:ext uri="{FF2B5EF4-FFF2-40B4-BE49-F238E27FC236}">
                      <a16:creationId xmlns:a16="http://schemas.microsoft.com/office/drawing/2014/main" id="{084F3F75-D86E-DCDB-A1D8-E7CFD5044C4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74780" y="2221672"/>
                  <a:ext cx="1764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344" name="Rukopis 7343">
                  <a:extLst>
                    <a:ext uri="{FF2B5EF4-FFF2-40B4-BE49-F238E27FC236}">
                      <a16:creationId xmlns:a16="http://schemas.microsoft.com/office/drawing/2014/main" id="{71BEF1AE-CE60-5BCE-B064-99659E5B6E70}"/>
                    </a:ext>
                  </a:extLst>
                </p14:cNvPr>
                <p14:cNvContentPartPr/>
                <p14:nvPr/>
              </p14:nvContentPartPr>
              <p14:xfrm>
                <a:off x="1891940" y="2383672"/>
                <a:ext cx="3240" cy="5400"/>
              </p14:xfrm>
            </p:contentPart>
          </mc:Choice>
          <mc:Fallback>
            <p:pic>
              <p:nvPicPr>
                <p:cNvPr id="7344" name="Rukopis 7343">
                  <a:extLst>
                    <a:ext uri="{FF2B5EF4-FFF2-40B4-BE49-F238E27FC236}">
                      <a16:creationId xmlns:a16="http://schemas.microsoft.com/office/drawing/2014/main" id="{71BEF1AE-CE60-5BCE-B064-99659E5B6E7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82940" y="2375032"/>
                  <a:ext cx="20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7345" name="Rukopis 7344">
                  <a:extLst>
                    <a:ext uri="{FF2B5EF4-FFF2-40B4-BE49-F238E27FC236}">
                      <a16:creationId xmlns:a16="http://schemas.microsoft.com/office/drawing/2014/main" id="{9BFB37DA-F304-85A5-2E7A-D3152B507F4F}"/>
                    </a:ext>
                  </a:extLst>
                </p14:cNvPr>
                <p14:cNvContentPartPr/>
                <p14:nvPr/>
              </p14:nvContentPartPr>
              <p14:xfrm>
                <a:off x="1870340" y="2476912"/>
                <a:ext cx="360" cy="3600"/>
              </p14:xfrm>
            </p:contentPart>
          </mc:Choice>
          <mc:Fallback>
            <p:pic>
              <p:nvPicPr>
                <p:cNvPr id="7345" name="Rukopis 7344">
                  <a:extLst>
                    <a:ext uri="{FF2B5EF4-FFF2-40B4-BE49-F238E27FC236}">
                      <a16:creationId xmlns:a16="http://schemas.microsoft.com/office/drawing/2014/main" id="{9BFB37DA-F304-85A5-2E7A-D3152B507F4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61340" y="2468272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347" name="Rukopis 7346">
                  <a:extLst>
                    <a:ext uri="{FF2B5EF4-FFF2-40B4-BE49-F238E27FC236}">
                      <a16:creationId xmlns:a16="http://schemas.microsoft.com/office/drawing/2014/main" id="{70BC1426-A402-C3B7-5CB4-26504255AD5B}"/>
                    </a:ext>
                  </a:extLst>
                </p14:cNvPr>
                <p14:cNvContentPartPr/>
                <p14:nvPr/>
              </p14:nvContentPartPr>
              <p14:xfrm>
                <a:off x="2157980" y="2251192"/>
                <a:ext cx="184320" cy="261720"/>
              </p14:xfrm>
            </p:contentPart>
          </mc:Choice>
          <mc:Fallback>
            <p:pic>
              <p:nvPicPr>
                <p:cNvPr id="7347" name="Rukopis 7346">
                  <a:extLst>
                    <a:ext uri="{FF2B5EF4-FFF2-40B4-BE49-F238E27FC236}">
                      <a16:creationId xmlns:a16="http://schemas.microsoft.com/office/drawing/2014/main" id="{70BC1426-A402-C3B7-5CB4-26504255AD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48980" y="2242192"/>
                  <a:ext cx="2019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348" name="Rukopis 7347">
                  <a:extLst>
                    <a:ext uri="{FF2B5EF4-FFF2-40B4-BE49-F238E27FC236}">
                      <a16:creationId xmlns:a16="http://schemas.microsoft.com/office/drawing/2014/main" id="{520E5487-272C-CC85-7E97-AB38CE6D908C}"/>
                    </a:ext>
                  </a:extLst>
                </p14:cNvPr>
                <p14:cNvContentPartPr/>
                <p14:nvPr/>
              </p14:nvContentPartPr>
              <p14:xfrm>
                <a:off x="2186780" y="2386552"/>
                <a:ext cx="93960" cy="21240"/>
              </p14:xfrm>
            </p:contentPart>
          </mc:Choice>
          <mc:Fallback>
            <p:pic>
              <p:nvPicPr>
                <p:cNvPr id="7348" name="Rukopis 7347">
                  <a:extLst>
                    <a:ext uri="{FF2B5EF4-FFF2-40B4-BE49-F238E27FC236}">
                      <a16:creationId xmlns:a16="http://schemas.microsoft.com/office/drawing/2014/main" id="{520E5487-272C-CC85-7E97-AB38CE6D908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77780" y="2377552"/>
                  <a:ext cx="111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349" name="Rukopis 7348">
                  <a:extLst>
                    <a:ext uri="{FF2B5EF4-FFF2-40B4-BE49-F238E27FC236}">
                      <a16:creationId xmlns:a16="http://schemas.microsoft.com/office/drawing/2014/main" id="{C1889D5B-9697-83E9-AA3A-8CDE0BA520D8}"/>
                    </a:ext>
                  </a:extLst>
                </p14:cNvPr>
                <p14:cNvContentPartPr/>
                <p14:nvPr/>
              </p14:nvContentPartPr>
              <p14:xfrm>
                <a:off x="2398100" y="2161552"/>
                <a:ext cx="79560" cy="161280"/>
              </p14:xfrm>
            </p:contentPart>
          </mc:Choice>
          <mc:Fallback>
            <p:pic>
              <p:nvPicPr>
                <p:cNvPr id="7349" name="Rukopis 7348">
                  <a:extLst>
                    <a:ext uri="{FF2B5EF4-FFF2-40B4-BE49-F238E27FC236}">
                      <a16:creationId xmlns:a16="http://schemas.microsoft.com/office/drawing/2014/main" id="{C1889D5B-9697-83E9-AA3A-8CDE0BA520D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89460" y="2152552"/>
                  <a:ext cx="97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350" name="Rukopis 7349">
                  <a:extLst>
                    <a:ext uri="{FF2B5EF4-FFF2-40B4-BE49-F238E27FC236}">
                      <a16:creationId xmlns:a16="http://schemas.microsoft.com/office/drawing/2014/main" id="{B8239698-AB6C-BC87-DBFF-95BEFDC3A480}"/>
                    </a:ext>
                  </a:extLst>
                </p14:cNvPr>
                <p14:cNvContentPartPr/>
                <p14:nvPr/>
              </p14:nvContentPartPr>
              <p14:xfrm>
                <a:off x="2472980" y="2378632"/>
                <a:ext cx="89640" cy="3600"/>
              </p14:xfrm>
            </p:contentPart>
          </mc:Choice>
          <mc:Fallback>
            <p:pic>
              <p:nvPicPr>
                <p:cNvPr id="7350" name="Rukopis 7349">
                  <a:extLst>
                    <a:ext uri="{FF2B5EF4-FFF2-40B4-BE49-F238E27FC236}">
                      <a16:creationId xmlns:a16="http://schemas.microsoft.com/office/drawing/2014/main" id="{B8239698-AB6C-BC87-DBFF-95BEFDC3A48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63980" y="2369992"/>
                  <a:ext cx="107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351" name="Rukopis 7350">
                  <a:extLst>
                    <a:ext uri="{FF2B5EF4-FFF2-40B4-BE49-F238E27FC236}">
                      <a16:creationId xmlns:a16="http://schemas.microsoft.com/office/drawing/2014/main" id="{8F138776-07A6-C005-CFE5-1A239505B580}"/>
                    </a:ext>
                  </a:extLst>
                </p14:cNvPr>
                <p14:cNvContentPartPr/>
                <p14:nvPr/>
              </p14:nvContentPartPr>
              <p14:xfrm>
                <a:off x="2599700" y="2266672"/>
                <a:ext cx="113400" cy="214560"/>
              </p14:xfrm>
            </p:contentPart>
          </mc:Choice>
          <mc:Fallback>
            <p:pic>
              <p:nvPicPr>
                <p:cNvPr id="7351" name="Rukopis 7350">
                  <a:extLst>
                    <a:ext uri="{FF2B5EF4-FFF2-40B4-BE49-F238E27FC236}">
                      <a16:creationId xmlns:a16="http://schemas.microsoft.com/office/drawing/2014/main" id="{8F138776-07A6-C005-CFE5-1A239505B58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90700" y="2257672"/>
                  <a:ext cx="1310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352" name="Rukopis 7351">
                  <a:extLst>
                    <a:ext uri="{FF2B5EF4-FFF2-40B4-BE49-F238E27FC236}">
                      <a16:creationId xmlns:a16="http://schemas.microsoft.com/office/drawing/2014/main" id="{6007CCF4-1AF6-62D7-EA11-3F3B4AF4CE0A}"/>
                    </a:ext>
                  </a:extLst>
                </p14:cNvPr>
                <p14:cNvContentPartPr/>
                <p14:nvPr/>
              </p14:nvContentPartPr>
              <p14:xfrm>
                <a:off x="2828300" y="2350192"/>
                <a:ext cx="109800" cy="8640"/>
              </p14:xfrm>
            </p:contentPart>
          </mc:Choice>
          <mc:Fallback>
            <p:pic>
              <p:nvPicPr>
                <p:cNvPr id="7352" name="Rukopis 7351">
                  <a:extLst>
                    <a:ext uri="{FF2B5EF4-FFF2-40B4-BE49-F238E27FC236}">
                      <a16:creationId xmlns:a16="http://schemas.microsoft.com/office/drawing/2014/main" id="{6007CCF4-1AF6-62D7-EA11-3F3B4AF4CE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19300" y="2341192"/>
                  <a:ext cx="127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7353" name="Rukopis 7352">
                  <a:extLst>
                    <a:ext uri="{FF2B5EF4-FFF2-40B4-BE49-F238E27FC236}">
                      <a16:creationId xmlns:a16="http://schemas.microsoft.com/office/drawing/2014/main" id="{05DA1471-90B4-211B-4856-F64A723303EC}"/>
                    </a:ext>
                  </a:extLst>
                </p14:cNvPr>
                <p14:cNvContentPartPr/>
                <p14:nvPr/>
              </p14:nvContentPartPr>
              <p14:xfrm>
                <a:off x="2836940" y="2386912"/>
                <a:ext cx="111240" cy="12600"/>
              </p14:xfrm>
            </p:contentPart>
          </mc:Choice>
          <mc:Fallback>
            <p:pic>
              <p:nvPicPr>
                <p:cNvPr id="7353" name="Rukopis 7352">
                  <a:extLst>
                    <a:ext uri="{FF2B5EF4-FFF2-40B4-BE49-F238E27FC236}">
                      <a16:creationId xmlns:a16="http://schemas.microsoft.com/office/drawing/2014/main" id="{05DA1471-90B4-211B-4856-F64A723303E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27940" y="2378272"/>
                  <a:ext cx="128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354" name="Rukopis 7353">
                  <a:extLst>
                    <a:ext uri="{FF2B5EF4-FFF2-40B4-BE49-F238E27FC236}">
                      <a16:creationId xmlns:a16="http://schemas.microsoft.com/office/drawing/2014/main" id="{A009017C-3C74-E260-FCB9-AB1EC2E162BA}"/>
                    </a:ext>
                  </a:extLst>
                </p14:cNvPr>
                <p14:cNvContentPartPr/>
                <p14:nvPr/>
              </p14:nvContentPartPr>
              <p14:xfrm>
                <a:off x="3061940" y="2245792"/>
                <a:ext cx="118800" cy="223560"/>
              </p14:xfrm>
            </p:contentPart>
          </mc:Choice>
          <mc:Fallback>
            <p:pic>
              <p:nvPicPr>
                <p:cNvPr id="7354" name="Rukopis 7353">
                  <a:extLst>
                    <a:ext uri="{FF2B5EF4-FFF2-40B4-BE49-F238E27FC236}">
                      <a16:creationId xmlns:a16="http://schemas.microsoft.com/office/drawing/2014/main" id="{A009017C-3C74-E260-FCB9-AB1EC2E162B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53300" y="2237152"/>
                  <a:ext cx="1364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355" name="Rukopis 7354">
                  <a:extLst>
                    <a:ext uri="{FF2B5EF4-FFF2-40B4-BE49-F238E27FC236}">
                      <a16:creationId xmlns:a16="http://schemas.microsoft.com/office/drawing/2014/main" id="{D071E355-E828-A26F-4D0E-61DC93ACF460}"/>
                    </a:ext>
                  </a:extLst>
                </p14:cNvPr>
                <p14:cNvContentPartPr/>
                <p14:nvPr/>
              </p14:nvContentPartPr>
              <p14:xfrm>
                <a:off x="3410780" y="2329312"/>
                <a:ext cx="223560" cy="251280"/>
              </p14:xfrm>
            </p:contentPart>
          </mc:Choice>
          <mc:Fallback>
            <p:pic>
              <p:nvPicPr>
                <p:cNvPr id="7355" name="Rukopis 7354">
                  <a:extLst>
                    <a:ext uri="{FF2B5EF4-FFF2-40B4-BE49-F238E27FC236}">
                      <a16:creationId xmlns:a16="http://schemas.microsoft.com/office/drawing/2014/main" id="{D071E355-E828-A26F-4D0E-61DC93ACF46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01780" y="2320672"/>
                  <a:ext cx="2412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356" name="Rukopis 7355">
                  <a:extLst>
                    <a:ext uri="{FF2B5EF4-FFF2-40B4-BE49-F238E27FC236}">
                      <a16:creationId xmlns:a16="http://schemas.microsoft.com/office/drawing/2014/main" id="{673DBB00-D23F-88D8-CAA4-4411CBBECB76}"/>
                    </a:ext>
                  </a:extLst>
                </p14:cNvPr>
                <p14:cNvContentPartPr/>
                <p14:nvPr/>
              </p14:nvContentPartPr>
              <p14:xfrm>
                <a:off x="3590780" y="2269912"/>
                <a:ext cx="21960" cy="20520"/>
              </p14:xfrm>
            </p:contentPart>
          </mc:Choice>
          <mc:Fallback>
            <p:pic>
              <p:nvPicPr>
                <p:cNvPr id="7356" name="Rukopis 7355">
                  <a:extLst>
                    <a:ext uri="{FF2B5EF4-FFF2-40B4-BE49-F238E27FC236}">
                      <a16:creationId xmlns:a16="http://schemas.microsoft.com/office/drawing/2014/main" id="{673DBB00-D23F-88D8-CAA4-4411CBBECB7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81780" y="2260912"/>
                  <a:ext cx="39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357" name="Rukopis 7356">
                  <a:extLst>
                    <a:ext uri="{FF2B5EF4-FFF2-40B4-BE49-F238E27FC236}">
                      <a16:creationId xmlns:a16="http://schemas.microsoft.com/office/drawing/2014/main" id="{592CFE15-58E8-2152-01C3-6B88D7B21FBE}"/>
                    </a:ext>
                  </a:extLst>
                </p14:cNvPr>
                <p14:cNvContentPartPr/>
                <p14:nvPr/>
              </p14:nvContentPartPr>
              <p14:xfrm>
                <a:off x="3784820" y="2260912"/>
                <a:ext cx="279360" cy="192960"/>
              </p14:xfrm>
            </p:contentPart>
          </mc:Choice>
          <mc:Fallback>
            <p:pic>
              <p:nvPicPr>
                <p:cNvPr id="7357" name="Rukopis 7356">
                  <a:extLst>
                    <a:ext uri="{FF2B5EF4-FFF2-40B4-BE49-F238E27FC236}">
                      <a16:creationId xmlns:a16="http://schemas.microsoft.com/office/drawing/2014/main" id="{592CFE15-58E8-2152-01C3-6B88D7B21FB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75820" y="2251912"/>
                  <a:ext cx="297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358" name="Rukopis 7357">
                  <a:extLst>
                    <a:ext uri="{FF2B5EF4-FFF2-40B4-BE49-F238E27FC236}">
                      <a16:creationId xmlns:a16="http://schemas.microsoft.com/office/drawing/2014/main" id="{E254CF70-1451-F96A-92BF-36107E12DB37}"/>
                    </a:ext>
                  </a:extLst>
                </p14:cNvPr>
                <p14:cNvContentPartPr/>
                <p14:nvPr/>
              </p14:nvContentPartPr>
              <p14:xfrm>
                <a:off x="4008020" y="2220592"/>
                <a:ext cx="76680" cy="46800"/>
              </p14:xfrm>
            </p:contentPart>
          </mc:Choice>
          <mc:Fallback>
            <p:pic>
              <p:nvPicPr>
                <p:cNvPr id="7358" name="Rukopis 7357">
                  <a:extLst>
                    <a:ext uri="{FF2B5EF4-FFF2-40B4-BE49-F238E27FC236}">
                      <a16:creationId xmlns:a16="http://schemas.microsoft.com/office/drawing/2014/main" id="{E254CF70-1451-F96A-92BF-36107E12DB3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99020" y="2211952"/>
                  <a:ext cx="94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359" name="Rukopis 7358">
                  <a:extLst>
                    <a:ext uri="{FF2B5EF4-FFF2-40B4-BE49-F238E27FC236}">
                      <a16:creationId xmlns:a16="http://schemas.microsoft.com/office/drawing/2014/main" id="{E65A7E16-F0E5-5E62-27E7-30F5FC46B55A}"/>
                    </a:ext>
                  </a:extLst>
                </p14:cNvPr>
                <p14:cNvContentPartPr/>
                <p14:nvPr/>
              </p14:nvContentPartPr>
              <p14:xfrm>
                <a:off x="4108460" y="2222032"/>
                <a:ext cx="150120" cy="191520"/>
              </p14:xfrm>
            </p:contentPart>
          </mc:Choice>
          <mc:Fallback>
            <p:pic>
              <p:nvPicPr>
                <p:cNvPr id="7359" name="Rukopis 7358">
                  <a:extLst>
                    <a:ext uri="{FF2B5EF4-FFF2-40B4-BE49-F238E27FC236}">
                      <a16:creationId xmlns:a16="http://schemas.microsoft.com/office/drawing/2014/main" id="{E65A7E16-F0E5-5E62-27E7-30F5FC46B55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99820" y="2213032"/>
                  <a:ext cx="167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360" name="Rukopis 7359">
                  <a:extLst>
                    <a:ext uri="{FF2B5EF4-FFF2-40B4-BE49-F238E27FC236}">
                      <a16:creationId xmlns:a16="http://schemas.microsoft.com/office/drawing/2014/main" id="{734CF48D-5009-8DF1-045D-E694F1389029}"/>
                    </a:ext>
                  </a:extLst>
                </p14:cNvPr>
                <p14:cNvContentPartPr/>
                <p14:nvPr/>
              </p14:nvContentPartPr>
              <p14:xfrm>
                <a:off x="4297100" y="2247232"/>
                <a:ext cx="360" cy="360"/>
              </p14:xfrm>
            </p:contentPart>
          </mc:Choice>
          <mc:Fallback>
            <p:pic>
              <p:nvPicPr>
                <p:cNvPr id="7360" name="Rukopis 7359">
                  <a:extLst>
                    <a:ext uri="{FF2B5EF4-FFF2-40B4-BE49-F238E27FC236}">
                      <a16:creationId xmlns:a16="http://schemas.microsoft.com/office/drawing/2014/main" id="{734CF48D-5009-8DF1-045D-E694F138902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88100" y="223859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361" name="Rukopis 7360">
                  <a:extLst>
                    <a:ext uri="{FF2B5EF4-FFF2-40B4-BE49-F238E27FC236}">
                      <a16:creationId xmlns:a16="http://schemas.microsoft.com/office/drawing/2014/main" id="{19153985-3284-5BC7-53D1-5F5CE48F308A}"/>
                    </a:ext>
                  </a:extLst>
                </p14:cNvPr>
                <p14:cNvContentPartPr/>
                <p14:nvPr/>
              </p14:nvContentPartPr>
              <p14:xfrm>
                <a:off x="4363700" y="2183872"/>
                <a:ext cx="697680" cy="253080"/>
              </p14:xfrm>
            </p:contentPart>
          </mc:Choice>
          <mc:Fallback>
            <p:pic>
              <p:nvPicPr>
                <p:cNvPr id="7361" name="Rukopis 7360">
                  <a:extLst>
                    <a:ext uri="{FF2B5EF4-FFF2-40B4-BE49-F238E27FC236}">
                      <a16:creationId xmlns:a16="http://schemas.microsoft.com/office/drawing/2014/main" id="{19153985-3284-5BC7-53D1-5F5CE48F308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354700" y="2174872"/>
                  <a:ext cx="715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362" name="Rukopis 7361">
                  <a:extLst>
                    <a:ext uri="{FF2B5EF4-FFF2-40B4-BE49-F238E27FC236}">
                      <a16:creationId xmlns:a16="http://schemas.microsoft.com/office/drawing/2014/main" id="{4BECE6D5-01E9-9EA2-E519-FF33A83C6C36}"/>
                    </a:ext>
                  </a:extLst>
                </p14:cNvPr>
                <p14:cNvContentPartPr/>
                <p14:nvPr/>
              </p14:nvContentPartPr>
              <p14:xfrm>
                <a:off x="5082260" y="2192152"/>
                <a:ext cx="66600" cy="98280"/>
              </p14:xfrm>
            </p:contentPart>
          </mc:Choice>
          <mc:Fallback>
            <p:pic>
              <p:nvPicPr>
                <p:cNvPr id="7362" name="Rukopis 7361">
                  <a:extLst>
                    <a:ext uri="{FF2B5EF4-FFF2-40B4-BE49-F238E27FC236}">
                      <a16:creationId xmlns:a16="http://schemas.microsoft.com/office/drawing/2014/main" id="{4BECE6D5-01E9-9EA2-E519-FF33A83C6C3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073620" y="2183512"/>
                  <a:ext cx="84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363" name="Rukopis 7362">
                  <a:extLst>
                    <a:ext uri="{FF2B5EF4-FFF2-40B4-BE49-F238E27FC236}">
                      <a16:creationId xmlns:a16="http://schemas.microsoft.com/office/drawing/2014/main" id="{212490D7-D3A5-0A18-6733-1762FF22A5A1}"/>
                    </a:ext>
                  </a:extLst>
                </p14:cNvPr>
                <p14:cNvContentPartPr/>
                <p14:nvPr/>
              </p14:nvContentPartPr>
              <p14:xfrm>
                <a:off x="5259740" y="2228512"/>
                <a:ext cx="138600" cy="226080"/>
              </p14:xfrm>
            </p:contentPart>
          </mc:Choice>
          <mc:Fallback>
            <p:pic>
              <p:nvPicPr>
                <p:cNvPr id="7363" name="Rukopis 7362">
                  <a:extLst>
                    <a:ext uri="{FF2B5EF4-FFF2-40B4-BE49-F238E27FC236}">
                      <a16:creationId xmlns:a16="http://schemas.microsoft.com/office/drawing/2014/main" id="{212490D7-D3A5-0A18-6733-1762FF22A5A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250740" y="2219872"/>
                  <a:ext cx="1562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366" name="Rukopis 7365">
                  <a:extLst>
                    <a:ext uri="{FF2B5EF4-FFF2-40B4-BE49-F238E27FC236}">
                      <a16:creationId xmlns:a16="http://schemas.microsoft.com/office/drawing/2014/main" id="{AD18AA34-53A0-5FF6-0376-C036F366F4A1}"/>
                    </a:ext>
                  </a:extLst>
                </p14:cNvPr>
                <p14:cNvContentPartPr/>
                <p14:nvPr/>
              </p14:nvContentPartPr>
              <p14:xfrm>
                <a:off x="809060" y="2575192"/>
                <a:ext cx="149760" cy="216000"/>
              </p14:xfrm>
            </p:contentPart>
          </mc:Choice>
          <mc:Fallback>
            <p:pic>
              <p:nvPicPr>
                <p:cNvPr id="7366" name="Rukopis 7365">
                  <a:extLst>
                    <a:ext uri="{FF2B5EF4-FFF2-40B4-BE49-F238E27FC236}">
                      <a16:creationId xmlns:a16="http://schemas.microsoft.com/office/drawing/2014/main" id="{AD18AA34-53A0-5FF6-0376-C036F366F4A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0060" y="2566192"/>
                  <a:ext cx="1674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367" name="Rukopis 7366">
                  <a:extLst>
                    <a:ext uri="{FF2B5EF4-FFF2-40B4-BE49-F238E27FC236}">
                      <a16:creationId xmlns:a16="http://schemas.microsoft.com/office/drawing/2014/main" id="{E615EAEC-3DD8-1722-F787-0F6A06278F86}"/>
                    </a:ext>
                  </a:extLst>
                </p14:cNvPr>
                <p14:cNvContentPartPr/>
                <p14:nvPr/>
              </p14:nvContentPartPr>
              <p14:xfrm>
                <a:off x="1044500" y="2738632"/>
                <a:ext cx="13320" cy="24480"/>
              </p14:xfrm>
            </p:contentPart>
          </mc:Choice>
          <mc:Fallback>
            <p:pic>
              <p:nvPicPr>
                <p:cNvPr id="7367" name="Rukopis 7366">
                  <a:extLst>
                    <a:ext uri="{FF2B5EF4-FFF2-40B4-BE49-F238E27FC236}">
                      <a16:creationId xmlns:a16="http://schemas.microsoft.com/office/drawing/2014/main" id="{E615EAEC-3DD8-1722-F787-0F6A06278F8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35860" y="2729632"/>
                  <a:ext cx="30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368" name="Rukopis 7367">
                  <a:extLst>
                    <a:ext uri="{FF2B5EF4-FFF2-40B4-BE49-F238E27FC236}">
                      <a16:creationId xmlns:a16="http://schemas.microsoft.com/office/drawing/2014/main" id="{BB3D82F9-A644-B645-74DE-776661F02348}"/>
                    </a:ext>
                  </a:extLst>
                </p14:cNvPr>
                <p14:cNvContentPartPr/>
                <p14:nvPr/>
              </p14:nvContentPartPr>
              <p14:xfrm>
                <a:off x="1230260" y="2562592"/>
                <a:ext cx="170280" cy="190080"/>
              </p14:xfrm>
            </p:contentPart>
          </mc:Choice>
          <mc:Fallback>
            <p:pic>
              <p:nvPicPr>
                <p:cNvPr id="7368" name="Rukopis 7367">
                  <a:extLst>
                    <a:ext uri="{FF2B5EF4-FFF2-40B4-BE49-F238E27FC236}">
                      <a16:creationId xmlns:a16="http://schemas.microsoft.com/office/drawing/2014/main" id="{BB3D82F9-A644-B645-74DE-776661F0234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21260" y="2553592"/>
                  <a:ext cx="1879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369" name="Rukopis 7368">
                  <a:extLst>
                    <a:ext uri="{FF2B5EF4-FFF2-40B4-BE49-F238E27FC236}">
                      <a16:creationId xmlns:a16="http://schemas.microsoft.com/office/drawing/2014/main" id="{9B9A698A-E408-F596-0B1B-D961752F2F75}"/>
                    </a:ext>
                  </a:extLst>
                </p14:cNvPr>
                <p14:cNvContentPartPr/>
                <p14:nvPr/>
              </p14:nvContentPartPr>
              <p14:xfrm>
                <a:off x="1437260" y="2639992"/>
                <a:ext cx="254160" cy="110160"/>
              </p14:xfrm>
            </p:contentPart>
          </mc:Choice>
          <mc:Fallback>
            <p:pic>
              <p:nvPicPr>
                <p:cNvPr id="7369" name="Rukopis 7368">
                  <a:extLst>
                    <a:ext uri="{FF2B5EF4-FFF2-40B4-BE49-F238E27FC236}">
                      <a16:creationId xmlns:a16="http://schemas.microsoft.com/office/drawing/2014/main" id="{9B9A698A-E408-F596-0B1B-D961752F2F7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428260" y="2631352"/>
                  <a:ext cx="271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370" name="Rukopis 7369">
                  <a:extLst>
                    <a:ext uri="{FF2B5EF4-FFF2-40B4-BE49-F238E27FC236}">
                      <a16:creationId xmlns:a16="http://schemas.microsoft.com/office/drawing/2014/main" id="{3FD577BD-9724-3B41-E068-1BABFE500AC3}"/>
                    </a:ext>
                  </a:extLst>
                </p14:cNvPr>
                <p14:cNvContentPartPr/>
                <p14:nvPr/>
              </p14:nvContentPartPr>
              <p14:xfrm>
                <a:off x="1756580" y="2579152"/>
                <a:ext cx="165960" cy="195840"/>
              </p14:xfrm>
            </p:contentPart>
          </mc:Choice>
          <mc:Fallback>
            <p:pic>
              <p:nvPicPr>
                <p:cNvPr id="7370" name="Rukopis 7369">
                  <a:extLst>
                    <a:ext uri="{FF2B5EF4-FFF2-40B4-BE49-F238E27FC236}">
                      <a16:creationId xmlns:a16="http://schemas.microsoft.com/office/drawing/2014/main" id="{3FD577BD-9724-3B41-E068-1BABFE500AC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747940" y="2570512"/>
                  <a:ext cx="183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371" name="Rukopis 7370">
                  <a:extLst>
                    <a:ext uri="{FF2B5EF4-FFF2-40B4-BE49-F238E27FC236}">
                      <a16:creationId xmlns:a16="http://schemas.microsoft.com/office/drawing/2014/main" id="{03F974B9-A316-2399-EBDE-C50EE9CC542A}"/>
                    </a:ext>
                  </a:extLst>
                </p14:cNvPr>
                <p14:cNvContentPartPr/>
                <p14:nvPr/>
              </p14:nvContentPartPr>
              <p14:xfrm>
                <a:off x="2117660" y="2712712"/>
                <a:ext cx="360" cy="12600"/>
              </p14:xfrm>
            </p:contentPart>
          </mc:Choice>
          <mc:Fallback>
            <p:pic>
              <p:nvPicPr>
                <p:cNvPr id="7371" name="Rukopis 7370">
                  <a:extLst>
                    <a:ext uri="{FF2B5EF4-FFF2-40B4-BE49-F238E27FC236}">
                      <a16:creationId xmlns:a16="http://schemas.microsoft.com/office/drawing/2014/main" id="{03F974B9-A316-2399-EBDE-C50EE9CC542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08660" y="2703712"/>
                  <a:ext cx="18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372" name="Rukopis 7371">
                  <a:extLst>
                    <a:ext uri="{FF2B5EF4-FFF2-40B4-BE49-F238E27FC236}">
                      <a16:creationId xmlns:a16="http://schemas.microsoft.com/office/drawing/2014/main" id="{C3FE5037-26AF-01EA-7AE5-85BF073A5B40}"/>
                    </a:ext>
                  </a:extLst>
                </p14:cNvPr>
                <p14:cNvContentPartPr/>
                <p14:nvPr/>
              </p14:nvContentPartPr>
              <p14:xfrm>
                <a:off x="2104700" y="2784352"/>
                <a:ext cx="3240" cy="360"/>
              </p14:xfrm>
            </p:contentPart>
          </mc:Choice>
          <mc:Fallback>
            <p:pic>
              <p:nvPicPr>
                <p:cNvPr id="7372" name="Rukopis 7371">
                  <a:extLst>
                    <a:ext uri="{FF2B5EF4-FFF2-40B4-BE49-F238E27FC236}">
                      <a16:creationId xmlns:a16="http://schemas.microsoft.com/office/drawing/2014/main" id="{C3FE5037-26AF-01EA-7AE5-85BF073A5B4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96060" y="2775712"/>
                  <a:ext cx="208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82" name="Skupina 7381">
            <a:extLst>
              <a:ext uri="{FF2B5EF4-FFF2-40B4-BE49-F238E27FC236}">
                <a16:creationId xmlns:a16="http://schemas.microsoft.com/office/drawing/2014/main" id="{2787019B-E2C2-F382-D251-E29C9A676C9B}"/>
              </a:ext>
            </a:extLst>
          </p:cNvPr>
          <p:cNvGrpSpPr/>
          <p:nvPr/>
        </p:nvGrpSpPr>
        <p:grpSpPr>
          <a:xfrm>
            <a:off x="1110740" y="2895952"/>
            <a:ext cx="976320" cy="327240"/>
            <a:chOff x="1110740" y="2895952"/>
            <a:chExt cx="97632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374" name="Rukopis 7373">
                  <a:extLst>
                    <a:ext uri="{FF2B5EF4-FFF2-40B4-BE49-F238E27FC236}">
                      <a16:creationId xmlns:a16="http://schemas.microsoft.com/office/drawing/2014/main" id="{E5D78930-540D-0D05-4A81-F9EB51E8468A}"/>
                    </a:ext>
                  </a:extLst>
                </p14:cNvPr>
                <p14:cNvContentPartPr/>
                <p14:nvPr/>
              </p14:nvContentPartPr>
              <p14:xfrm>
                <a:off x="1453820" y="2897752"/>
                <a:ext cx="125640" cy="235800"/>
              </p14:xfrm>
            </p:contentPart>
          </mc:Choice>
          <mc:Fallback>
            <p:pic>
              <p:nvPicPr>
                <p:cNvPr id="7374" name="Rukopis 7373">
                  <a:extLst>
                    <a:ext uri="{FF2B5EF4-FFF2-40B4-BE49-F238E27FC236}">
                      <a16:creationId xmlns:a16="http://schemas.microsoft.com/office/drawing/2014/main" id="{E5D78930-540D-0D05-4A81-F9EB51E8468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44820" y="2888752"/>
                  <a:ext cx="1432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375" name="Rukopis 7374">
                  <a:extLst>
                    <a:ext uri="{FF2B5EF4-FFF2-40B4-BE49-F238E27FC236}">
                      <a16:creationId xmlns:a16="http://schemas.microsoft.com/office/drawing/2014/main" id="{5C2F9C93-039C-CF42-D1BD-9194E1DCDFA4}"/>
                    </a:ext>
                  </a:extLst>
                </p14:cNvPr>
                <p14:cNvContentPartPr/>
                <p14:nvPr/>
              </p14:nvContentPartPr>
              <p14:xfrm>
                <a:off x="1500620" y="3026632"/>
                <a:ext cx="129960" cy="38520"/>
              </p14:xfrm>
            </p:contentPart>
          </mc:Choice>
          <mc:Fallback>
            <p:pic>
              <p:nvPicPr>
                <p:cNvPr id="7375" name="Rukopis 7374">
                  <a:extLst>
                    <a:ext uri="{FF2B5EF4-FFF2-40B4-BE49-F238E27FC236}">
                      <a16:creationId xmlns:a16="http://schemas.microsoft.com/office/drawing/2014/main" id="{5C2F9C93-039C-CF42-D1BD-9194E1DCDF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91620" y="3017632"/>
                  <a:ext cx="1476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376" name="Rukopis 7375">
                  <a:extLst>
                    <a:ext uri="{FF2B5EF4-FFF2-40B4-BE49-F238E27FC236}">
                      <a16:creationId xmlns:a16="http://schemas.microsoft.com/office/drawing/2014/main" id="{9D5196CD-99C4-9F57-0914-6F97186E0638}"/>
                    </a:ext>
                  </a:extLst>
                </p14:cNvPr>
                <p14:cNvContentPartPr/>
                <p14:nvPr/>
              </p14:nvContentPartPr>
              <p14:xfrm>
                <a:off x="1650380" y="2899912"/>
                <a:ext cx="119880" cy="156240"/>
              </p14:xfrm>
            </p:contentPart>
          </mc:Choice>
          <mc:Fallback>
            <p:pic>
              <p:nvPicPr>
                <p:cNvPr id="7376" name="Rukopis 7375">
                  <a:extLst>
                    <a:ext uri="{FF2B5EF4-FFF2-40B4-BE49-F238E27FC236}">
                      <a16:creationId xmlns:a16="http://schemas.microsoft.com/office/drawing/2014/main" id="{9D5196CD-99C4-9F57-0914-6F97186E06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41380" y="2891272"/>
                  <a:ext cx="1375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377" name="Rukopis 7376">
                  <a:extLst>
                    <a:ext uri="{FF2B5EF4-FFF2-40B4-BE49-F238E27FC236}">
                      <a16:creationId xmlns:a16="http://schemas.microsoft.com/office/drawing/2014/main" id="{E7DDF360-E752-4D45-4C76-CC9BB837A9C8}"/>
                    </a:ext>
                  </a:extLst>
                </p14:cNvPr>
                <p14:cNvContentPartPr/>
                <p14:nvPr/>
              </p14:nvContentPartPr>
              <p14:xfrm>
                <a:off x="1786820" y="3112672"/>
                <a:ext cx="104040" cy="2880"/>
              </p14:xfrm>
            </p:contentPart>
          </mc:Choice>
          <mc:Fallback>
            <p:pic>
              <p:nvPicPr>
                <p:cNvPr id="7377" name="Rukopis 7376">
                  <a:extLst>
                    <a:ext uri="{FF2B5EF4-FFF2-40B4-BE49-F238E27FC236}">
                      <a16:creationId xmlns:a16="http://schemas.microsoft.com/office/drawing/2014/main" id="{E7DDF360-E752-4D45-4C76-CC9BB837A9C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77820" y="3104032"/>
                  <a:ext cx="1216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378" name="Rukopis 7377">
                  <a:extLst>
                    <a:ext uri="{FF2B5EF4-FFF2-40B4-BE49-F238E27FC236}">
                      <a16:creationId xmlns:a16="http://schemas.microsoft.com/office/drawing/2014/main" id="{0EAD6952-1E80-F53A-20F8-F5CA58FAAF0B}"/>
                    </a:ext>
                  </a:extLst>
                </p14:cNvPr>
                <p14:cNvContentPartPr/>
                <p14:nvPr/>
              </p14:nvContentPartPr>
              <p14:xfrm>
                <a:off x="1953500" y="2974792"/>
                <a:ext cx="133560" cy="184320"/>
              </p14:xfrm>
            </p:contentPart>
          </mc:Choice>
          <mc:Fallback>
            <p:pic>
              <p:nvPicPr>
                <p:cNvPr id="7378" name="Rukopis 7377">
                  <a:extLst>
                    <a:ext uri="{FF2B5EF4-FFF2-40B4-BE49-F238E27FC236}">
                      <a16:creationId xmlns:a16="http://schemas.microsoft.com/office/drawing/2014/main" id="{0EAD6952-1E80-F53A-20F8-F5CA58FAAF0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44860" y="2966152"/>
                  <a:ext cx="151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380" name="Rukopis 7379">
                  <a:extLst>
                    <a:ext uri="{FF2B5EF4-FFF2-40B4-BE49-F238E27FC236}">
                      <a16:creationId xmlns:a16="http://schemas.microsoft.com/office/drawing/2014/main" id="{43953021-39A2-E18C-733B-F907096DB85F}"/>
                    </a:ext>
                  </a:extLst>
                </p14:cNvPr>
                <p14:cNvContentPartPr/>
                <p14:nvPr/>
              </p14:nvContentPartPr>
              <p14:xfrm>
                <a:off x="1110740" y="2920792"/>
                <a:ext cx="128160" cy="246240"/>
              </p14:xfrm>
            </p:contentPart>
          </mc:Choice>
          <mc:Fallback>
            <p:pic>
              <p:nvPicPr>
                <p:cNvPr id="7380" name="Rukopis 7379">
                  <a:extLst>
                    <a:ext uri="{FF2B5EF4-FFF2-40B4-BE49-F238E27FC236}">
                      <a16:creationId xmlns:a16="http://schemas.microsoft.com/office/drawing/2014/main" id="{43953021-39A2-E18C-733B-F907096DB85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01740" y="2912152"/>
                  <a:ext cx="1458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381" name="Rukopis 7380">
                  <a:extLst>
                    <a:ext uri="{FF2B5EF4-FFF2-40B4-BE49-F238E27FC236}">
                      <a16:creationId xmlns:a16="http://schemas.microsoft.com/office/drawing/2014/main" id="{2A514269-1783-0644-0BC3-111B8704FC72}"/>
                    </a:ext>
                  </a:extLst>
                </p14:cNvPr>
                <p14:cNvContentPartPr/>
                <p14:nvPr/>
              </p14:nvContentPartPr>
              <p14:xfrm>
                <a:off x="1267340" y="2895952"/>
                <a:ext cx="91080" cy="327240"/>
              </p14:xfrm>
            </p:contentPart>
          </mc:Choice>
          <mc:Fallback>
            <p:pic>
              <p:nvPicPr>
                <p:cNvPr id="7381" name="Rukopis 7380">
                  <a:extLst>
                    <a:ext uri="{FF2B5EF4-FFF2-40B4-BE49-F238E27FC236}">
                      <a16:creationId xmlns:a16="http://schemas.microsoft.com/office/drawing/2014/main" id="{2A514269-1783-0644-0BC3-111B8704FC7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258700" y="2886952"/>
                  <a:ext cx="108720" cy="34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89" name="Skupina 7388">
            <a:extLst>
              <a:ext uri="{FF2B5EF4-FFF2-40B4-BE49-F238E27FC236}">
                <a16:creationId xmlns:a16="http://schemas.microsoft.com/office/drawing/2014/main" id="{EAB6F292-3413-F6E3-3E90-9C5A70F574B2}"/>
              </a:ext>
            </a:extLst>
          </p:cNvPr>
          <p:cNvGrpSpPr/>
          <p:nvPr/>
        </p:nvGrpSpPr>
        <p:grpSpPr>
          <a:xfrm>
            <a:off x="2344820" y="2917192"/>
            <a:ext cx="281880" cy="216720"/>
            <a:chOff x="2344820" y="2917192"/>
            <a:chExt cx="281880" cy="21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383" name="Rukopis 7382">
                  <a:extLst>
                    <a:ext uri="{FF2B5EF4-FFF2-40B4-BE49-F238E27FC236}">
                      <a16:creationId xmlns:a16="http://schemas.microsoft.com/office/drawing/2014/main" id="{16D54B85-A4C9-516F-4B21-8789ED457C91}"/>
                    </a:ext>
                  </a:extLst>
                </p14:cNvPr>
                <p14:cNvContentPartPr/>
                <p14:nvPr/>
              </p14:nvContentPartPr>
              <p14:xfrm>
                <a:off x="2344820" y="3002512"/>
                <a:ext cx="151560" cy="39240"/>
              </p14:xfrm>
            </p:contentPart>
          </mc:Choice>
          <mc:Fallback>
            <p:pic>
              <p:nvPicPr>
                <p:cNvPr id="7383" name="Rukopis 7382">
                  <a:extLst>
                    <a:ext uri="{FF2B5EF4-FFF2-40B4-BE49-F238E27FC236}">
                      <a16:creationId xmlns:a16="http://schemas.microsoft.com/office/drawing/2014/main" id="{16D54B85-A4C9-516F-4B21-8789ED457C9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36180" y="2993872"/>
                  <a:ext cx="169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384" name="Rukopis 7383">
                  <a:extLst>
                    <a:ext uri="{FF2B5EF4-FFF2-40B4-BE49-F238E27FC236}">
                      <a16:creationId xmlns:a16="http://schemas.microsoft.com/office/drawing/2014/main" id="{FEA1E3B1-70E1-DE1D-5A19-99534992850E}"/>
                    </a:ext>
                  </a:extLst>
                </p14:cNvPr>
                <p14:cNvContentPartPr/>
                <p14:nvPr/>
              </p14:nvContentPartPr>
              <p14:xfrm>
                <a:off x="2382260" y="3015112"/>
                <a:ext cx="141480" cy="41040"/>
              </p14:xfrm>
            </p:contentPart>
          </mc:Choice>
          <mc:Fallback>
            <p:pic>
              <p:nvPicPr>
                <p:cNvPr id="7384" name="Rukopis 7383">
                  <a:extLst>
                    <a:ext uri="{FF2B5EF4-FFF2-40B4-BE49-F238E27FC236}">
                      <a16:creationId xmlns:a16="http://schemas.microsoft.com/office/drawing/2014/main" id="{FEA1E3B1-70E1-DE1D-5A19-99534992850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73620" y="3006112"/>
                  <a:ext cx="1591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385" name="Rukopis 7384">
                  <a:extLst>
                    <a:ext uri="{FF2B5EF4-FFF2-40B4-BE49-F238E27FC236}">
                      <a16:creationId xmlns:a16="http://schemas.microsoft.com/office/drawing/2014/main" id="{C1C362C6-554F-270A-5559-248BEB4DA665}"/>
                    </a:ext>
                  </a:extLst>
                </p14:cNvPr>
                <p14:cNvContentPartPr/>
                <p14:nvPr/>
              </p14:nvContentPartPr>
              <p14:xfrm>
                <a:off x="2501780" y="2917192"/>
                <a:ext cx="124920" cy="216720"/>
              </p14:xfrm>
            </p:contentPart>
          </mc:Choice>
          <mc:Fallback>
            <p:pic>
              <p:nvPicPr>
                <p:cNvPr id="7385" name="Rukopis 7384">
                  <a:extLst>
                    <a:ext uri="{FF2B5EF4-FFF2-40B4-BE49-F238E27FC236}">
                      <a16:creationId xmlns:a16="http://schemas.microsoft.com/office/drawing/2014/main" id="{C1C362C6-554F-270A-5559-248BEB4DA66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92780" y="2908552"/>
                  <a:ext cx="142560" cy="23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386" name="Rukopis 7385">
                <a:extLst>
                  <a:ext uri="{FF2B5EF4-FFF2-40B4-BE49-F238E27FC236}">
                    <a16:creationId xmlns:a16="http://schemas.microsoft.com/office/drawing/2014/main" id="{46E58AF3-8EB5-0DC7-029E-B3218A4D6996}"/>
                  </a:ext>
                </a:extLst>
              </p14:cNvPr>
              <p14:cNvContentPartPr/>
              <p14:nvPr/>
            </p14:nvContentPartPr>
            <p14:xfrm>
              <a:off x="2879780" y="2873272"/>
              <a:ext cx="101520" cy="215640"/>
            </p14:xfrm>
          </p:contentPart>
        </mc:Choice>
        <mc:Fallback>
          <p:pic>
            <p:nvPicPr>
              <p:cNvPr id="7386" name="Rukopis 7385">
                <a:extLst>
                  <a:ext uri="{FF2B5EF4-FFF2-40B4-BE49-F238E27FC236}">
                    <a16:creationId xmlns:a16="http://schemas.microsoft.com/office/drawing/2014/main" id="{46E58AF3-8EB5-0DC7-029E-B3218A4D699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871140" y="2864272"/>
                <a:ext cx="1191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387" name="Rukopis 7386">
                <a:extLst>
                  <a:ext uri="{FF2B5EF4-FFF2-40B4-BE49-F238E27FC236}">
                    <a16:creationId xmlns:a16="http://schemas.microsoft.com/office/drawing/2014/main" id="{D974764B-81C7-0697-1731-A3A1A73DB5B3}"/>
                  </a:ext>
                </a:extLst>
              </p14:cNvPr>
              <p14:cNvContentPartPr/>
              <p14:nvPr/>
            </p14:nvContentPartPr>
            <p14:xfrm>
              <a:off x="3073460" y="2821432"/>
              <a:ext cx="77400" cy="369720"/>
            </p14:xfrm>
          </p:contentPart>
        </mc:Choice>
        <mc:Fallback>
          <p:pic>
            <p:nvPicPr>
              <p:cNvPr id="7387" name="Rukopis 7386">
                <a:extLst>
                  <a:ext uri="{FF2B5EF4-FFF2-40B4-BE49-F238E27FC236}">
                    <a16:creationId xmlns:a16="http://schemas.microsoft.com/office/drawing/2014/main" id="{D974764B-81C7-0697-1731-A3A1A73DB5B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064460" y="2812432"/>
                <a:ext cx="95040" cy="38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01" name="Skupina 7400">
            <a:extLst>
              <a:ext uri="{FF2B5EF4-FFF2-40B4-BE49-F238E27FC236}">
                <a16:creationId xmlns:a16="http://schemas.microsoft.com/office/drawing/2014/main" id="{3C3DB069-751A-4397-6C48-1D8DB54C2879}"/>
              </a:ext>
            </a:extLst>
          </p:cNvPr>
          <p:cNvGrpSpPr/>
          <p:nvPr/>
        </p:nvGrpSpPr>
        <p:grpSpPr>
          <a:xfrm>
            <a:off x="3362900" y="2712712"/>
            <a:ext cx="1021680" cy="380880"/>
            <a:chOff x="3362900" y="2712712"/>
            <a:chExt cx="102168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90" name="Rukopis 7389">
                  <a:extLst>
                    <a:ext uri="{FF2B5EF4-FFF2-40B4-BE49-F238E27FC236}">
                      <a16:creationId xmlns:a16="http://schemas.microsoft.com/office/drawing/2014/main" id="{F96AF67B-04E1-7742-8A26-0283BE72005F}"/>
                    </a:ext>
                  </a:extLst>
                </p14:cNvPr>
                <p14:cNvContentPartPr/>
                <p14:nvPr/>
              </p14:nvContentPartPr>
              <p14:xfrm>
                <a:off x="3362900" y="2832952"/>
                <a:ext cx="139680" cy="256680"/>
              </p14:xfrm>
            </p:contentPart>
          </mc:Choice>
          <mc:Fallback>
            <p:pic>
              <p:nvPicPr>
                <p:cNvPr id="7390" name="Rukopis 7389">
                  <a:extLst>
                    <a:ext uri="{FF2B5EF4-FFF2-40B4-BE49-F238E27FC236}">
                      <a16:creationId xmlns:a16="http://schemas.microsoft.com/office/drawing/2014/main" id="{F96AF67B-04E1-7742-8A26-0283BE72005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54260" y="2823952"/>
                  <a:ext cx="157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91" name="Rukopis 7390">
                  <a:extLst>
                    <a:ext uri="{FF2B5EF4-FFF2-40B4-BE49-F238E27FC236}">
                      <a16:creationId xmlns:a16="http://schemas.microsoft.com/office/drawing/2014/main" id="{77A48F4D-34C4-DCC7-E4C8-A189C1D80BC1}"/>
                    </a:ext>
                  </a:extLst>
                </p14:cNvPr>
                <p14:cNvContentPartPr/>
                <p14:nvPr/>
              </p14:nvContentPartPr>
              <p14:xfrm>
                <a:off x="3366140" y="2944912"/>
                <a:ext cx="167400" cy="40320"/>
              </p14:xfrm>
            </p:contentPart>
          </mc:Choice>
          <mc:Fallback>
            <p:pic>
              <p:nvPicPr>
                <p:cNvPr id="7391" name="Rukopis 7390">
                  <a:extLst>
                    <a:ext uri="{FF2B5EF4-FFF2-40B4-BE49-F238E27FC236}">
                      <a16:creationId xmlns:a16="http://schemas.microsoft.com/office/drawing/2014/main" id="{77A48F4D-34C4-DCC7-E4C8-A189C1D80BC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57500" y="2936272"/>
                  <a:ext cx="185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92" name="Rukopis 7391">
                  <a:extLst>
                    <a:ext uri="{FF2B5EF4-FFF2-40B4-BE49-F238E27FC236}">
                      <a16:creationId xmlns:a16="http://schemas.microsoft.com/office/drawing/2014/main" id="{5414F4C9-7EBD-918C-6114-681170D636AE}"/>
                    </a:ext>
                  </a:extLst>
                </p14:cNvPr>
                <p14:cNvContentPartPr/>
                <p14:nvPr/>
              </p14:nvContentPartPr>
              <p14:xfrm>
                <a:off x="3613820" y="2712712"/>
                <a:ext cx="125280" cy="161640"/>
              </p14:xfrm>
            </p:contentPart>
          </mc:Choice>
          <mc:Fallback>
            <p:pic>
              <p:nvPicPr>
                <p:cNvPr id="7392" name="Rukopis 7391">
                  <a:extLst>
                    <a:ext uri="{FF2B5EF4-FFF2-40B4-BE49-F238E27FC236}">
                      <a16:creationId xmlns:a16="http://schemas.microsoft.com/office/drawing/2014/main" id="{5414F4C9-7EBD-918C-6114-681170D636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05180" y="2703712"/>
                  <a:ext cx="142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93" name="Rukopis 7392">
                  <a:extLst>
                    <a:ext uri="{FF2B5EF4-FFF2-40B4-BE49-F238E27FC236}">
                      <a16:creationId xmlns:a16="http://schemas.microsoft.com/office/drawing/2014/main" id="{7D003499-9B46-42EA-BF6E-945AEAEF6C70}"/>
                    </a:ext>
                  </a:extLst>
                </p14:cNvPr>
                <p14:cNvContentPartPr/>
                <p14:nvPr/>
              </p14:nvContentPartPr>
              <p14:xfrm>
                <a:off x="3817940" y="2771032"/>
                <a:ext cx="50760" cy="101880"/>
              </p14:xfrm>
            </p:contentPart>
          </mc:Choice>
          <mc:Fallback>
            <p:pic>
              <p:nvPicPr>
                <p:cNvPr id="7393" name="Rukopis 7392">
                  <a:extLst>
                    <a:ext uri="{FF2B5EF4-FFF2-40B4-BE49-F238E27FC236}">
                      <a16:creationId xmlns:a16="http://schemas.microsoft.com/office/drawing/2014/main" id="{7D003499-9B46-42EA-BF6E-945AEAEF6C7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09300" y="2762032"/>
                  <a:ext cx="68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94" name="Rukopis 7393">
                  <a:extLst>
                    <a:ext uri="{FF2B5EF4-FFF2-40B4-BE49-F238E27FC236}">
                      <a16:creationId xmlns:a16="http://schemas.microsoft.com/office/drawing/2014/main" id="{96949EDE-8A22-5C80-82F1-A71F5C761036}"/>
                    </a:ext>
                  </a:extLst>
                </p14:cNvPr>
                <p14:cNvContentPartPr/>
                <p14:nvPr/>
              </p14:nvContentPartPr>
              <p14:xfrm>
                <a:off x="3800660" y="2811712"/>
                <a:ext cx="56520" cy="4320"/>
              </p14:xfrm>
            </p:contentPart>
          </mc:Choice>
          <mc:Fallback>
            <p:pic>
              <p:nvPicPr>
                <p:cNvPr id="7394" name="Rukopis 7393">
                  <a:extLst>
                    <a:ext uri="{FF2B5EF4-FFF2-40B4-BE49-F238E27FC236}">
                      <a16:creationId xmlns:a16="http://schemas.microsoft.com/office/drawing/2014/main" id="{96949EDE-8A22-5C80-82F1-A71F5C76103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92020" y="2802712"/>
                  <a:ext cx="74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95" name="Rukopis 7394">
                  <a:extLst>
                    <a:ext uri="{FF2B5EF4-FFF2-40B4-BE49-F238E27FC236}">
                      <a16:creationId xmlns:a16="http://schemas.microsoft.com/office/drawing/2014/main" id="{FB196DE9-6922-50B7-7BE3-EF209A9D9603}"/>
                    </a:ext>
                  </a:extLst>
                </p14:cNvPr>
                <p14:cNvContentPartPr/>
                <p14:nvPr/>
              </p14:nvContentPartPr>
              <p14:xfrm>
                <a:off x="3940340" y="2744032"/>
                <a:ext cx="93240" cy="135000"/>
              </p14:xfrm>
            </p:contentPart>
          </mc:Choice>
          <mc:Fallback>
            <p:pic>
              <p:nvPicPr>
                <p:cNvPr id="7395" name="Rukopis 7394">
                  <a:extLst>
                    <a:ext uri="{FF2B5EF4-FFF2-40B4-BE49-F238E27FC236}">
                      <a16:creationId xmlns:a16="http://schemas.microsoft.com/office/drawing/2014/main" id="{FB196DE9-6922-50B7-7BE3-EF209A9D960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31340" y="2735392"/>
                  <a:ext cx="110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97" name="Rukopis 7396">
                  <a:extLst>
                    <a:ext uri="{FF2B5EF4-FFF2-40B4-BE49-F238E27FC236}">
                      <a16:creationId xmlns:a16="http://schemas.microsoft.com/office/drawing/2014/main" id="{C5EA5881-FFEB-6683-F841-E201A27A7DEA}"/>
                    </a:ext>
                  </a:extLst>
                </p14:cNvPr>
                <p14:cNvContentPartPr/>
                <p14:nvPr/>
              </p14:nvContentPartPr>
              <p14:xfrm>
                <a:off x="3828020" y="2800192"/>
                <a:ext cx="76680" cy="19440"/>
              </p14:xfrm>
            </p:contentPart>
          </mc:Choice>
          <mc:Fallback>
            <p:pic>
              <p:nvPicPr>
                <p:cNvPr id="7397" name="Rukopis 7396">
                  <a:extLst>
                    <a:ext uri="{FF2B5EF4-FFF2-40B4-BE49-F238E27FC236}">
                      <a16:creationId xmlns:a16="http://schemas.microsoft.com/office/drawing/2014/main" id="{C5EA5881-FFEB-6683-F841-E201A27A7DE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19380" y="2791552"/>
                  <a:ext cx="94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98" name="Rukopis 7397">
                  <a:extLst>
                    <a:ext uri="{FF2B5EF4-FFF2-40B4-BE49-F238E27FC236}">
                      <a16:creationId xmlns:a16="http://schemas.microsoft.com/office/drawing/2014/main" id="{FD2E87B6-2184-CC8B-4DC9-E70A40CE1D3A}"/>
                    </a:ext>
                  </a:extLst>
                </p14:cNvPr>
                <p14:cNvContentPartPr/>
                <p14:nvPr/>
              </p14:nvContentPartPr>
              <p14:xfrm>
                <a:off x="4073900" y="2978752"/>
                <a:ext cx="105480" cy="1080"/>
              </p14:xfrm>
            </p:contentPart>
          </mc:Choice>
          <mc:Fallback>
            <p:pic>
              <p:nvPicPr>
                <p:cNvPr id="7398" name="Rukopis 7397">
                  <a:extLst>
                    <a:ext uri="{FF2B5EF4-FFF2-40B4-BE49-F238E27FC236}">
                      <a16:creationId xmlns:a16="http://schemas.microsoft.com/office/drawing/2014/main" id="{FD2E87B6-2184-CC8B-4DC9-E70A40CE1D3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65260" y="2969752"/>
                  <a:ext cx="1231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00" name="Rukopis 7399">
                  <a:extLst>
                    <a:ext uri="{FF2B5EF4-FFF2-40B4-BE49-F238E27FC236}">
                      <a16:creationId xmlns:a16="http://schemas.microsoft.com/office/drawing/2014/main" id="{D37CAE30-A298-C01C-EE68-1A13BCEA16FE}"/>
                    </a:ext>
                  </a:extLst>
                </p14:cNvPr>
                <p14:cNvContentPartPr/>
                <p14:nvPr/>
              </p14:nvContentPartPr>
              <p14:xfrm>
                <a:off x="4287380" y="2812432"/>
                <a:ext cx="97200" cy="281160"/>
              </p14:xfrm>
            </p:contentPart>
          </mc:Choice>
          <mc:Fallback>
            <p:pic>
              <p:nvPicPr>
                <p:cNvPr id="7400" name="Rukopis 7399">
                  <a:extLst>
                    <a:ext uri="{FF2B5EF4-FFF2-40B4-BE49-F238E27FC236}">
                      <a16:creationId xmlns:a16="http://schemas.microsoft.com/office/drawing/2014/main" id="{D37CAE30-A298-C01C-EE68-1A13BCEA16F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78740" y="2803792"/>
                  <a:ext cx="11484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10" name="Skupina 7409">
            <a:extLst>
              <a:ext uri="{FF2B5EF4-FFF2-40B4-BE49-F238E27FC236}">
                <a16:creationId xmlns:a16="http://schemas.microsoft.com/office/drawing/2014/main" id="{E95DE3A7-AC98-57D1-1950-A0D99C05490A}"/>
              </a:ext>
            </a:extLst>
          </p:cNvPr>
          <p:cNvGrpSpPr/>
          <p:nvPr/>
        </p:nvGrpSpPr>
        <p:grpSpPr>
          <a:xfrm>
            <a:off x="890420" y="3371512"/>
            <a:ext cx="888120" cy="388440"/>
            <a:chOff x="890420" y="3371512"/>
            <a:chExt cx="88812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02" name="Rukopis 7401">
                  <a:extLst>
                    <a:ext uri="{FF2B5EF4-FFF2-40B4-BE49-F238E27FC236}">
                      <a16:creationId xmlns:a16="http://schemas.microsoft.com/office/drawing/2014/main" id="{AC4A690E-A22F-0649-9740-8C01152DF2E0}"/>
                    </a:ext>
                  </a:extLst>
                </p14:cNvPr>
                <p14:cNvContentPartPr/>
                <p14:nvPr/>
              </p14:nvContentPartPr>
              <p14:xfrm>
                <a:off x="890420" y="3466912"/>
                <a:ext cx="105480" cy="145440"/>
              </p14:xfrm>
            </p:contentPart>
          </mc:Choice>
          <mc:Fallback>
            <p:pic>
              <p:nvPicPr>
                <p:cNvPr id="7402" name="Rukopis 7401">
                  <a:extLst>
                    <a:ext uri="{FF2B5EF4-FFF2-40B4-BE49-F238E27FC236}">
                      <a16:creationId xmlns:a16="http://schemas.microsoft.com/office/drawing/2014/main" id="{AC4A690E-A22F-0649-9740-8C01152DF2E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1780" y="3458272"/>
                  <a:ext cx="123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03" name="Rukopis 7402">
                  <a:extLst>
                    <a:ext uri="{FF2B5EF4-FFF2-40B4-BE49-F238E27FC236}">
                      <a16:creationId xmlns:a16="http://schemas.microsoft.com/office/drawing/2014/main" id="{1B52E439-981D-1F85-F83B-E8F7D44429D9}"/>
                    </a:ext>
                  </a:extLst>
                </p14:cNvPr>
                <p14:cNvContentPartPr/>
                <p14:nvPr/>
              </p14:nvContentPartPr>
              <p14:xfrm>
                <a:off x="1006700" y="3502912"/>
                <a:ext cx="96840" cy="234000"/>
              </p14:xfrm>
            </p:contentPart>
          </mc:Choice>
          <mc:Fallback>
            <p:pic>
              <p:nvPicPr>
                <p:cNvPr id="7403" name="Rukopis 7402">
                  <a:extLst>
                    <a:ext uri="{FF2B5EF4-FFF2-40B4-BE49-F238E27FC236}">
                      <a16:creationId xmlns:a16="http://schemas.microsoft.com/office/drawing/2014/main" id="{1B52E439-981D-1F85-F83B-E8F7D44429D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97700" y="3494272"/>
                  <a:ext cx="1144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04" name="Rukopis 7403">
                  <a:extLst>
                    <a:ext uri="{FF2B5EF4-FFF2-40B4-BE49-F238E27FC236}">
                      <a16:creationId xmlns:a16="http://schemas.microsoft.com/office/drawing/2014/main" id="{67F2E24B-755D-DA5A-5E8F-1E0CAA7B1615}"/>
                    </a:ext>
                  </a:extLst>
                </p14:cNvPr>
                <p14:cNvContentPartPr/>
                <p14:nvPr/>
              </p14:nvContentPartPr>
              <p14:xfrm>
                <a:off x="1140980" y="3371512"/>
                <a:ext cx="45000" cy="144000"/>
              </p14:xfrm>
            </p:contentPart>
          </mc:Choice>
          <mc:Fallback>
            <p:pic>
              <p:nvPicPr>
                <p:cNvPr id="7404" name="Rukopis 7403">
                  <a:extLst>
                    <a:ext uri="{FF2B5EF4-FFF2-40B4-BE49-F238E27FC236}">
                      <a16:creationId xmlns:a16="http://schemas.microsoft.com/office/drawing/2014/main" id="{67F2E24B-755D-DA5A-5E8F-1E0CAA7B161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31980" y="3362872"/>
                  <a:ext cx="62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05" name="Rukopis 7404">
                  <a:extLst>
                    <a:ext uri="{FF2B5EF4-FFF2-40B4-BE49-F238E27FC236}">
                      <a16:creationId xmlns:a16="http://schemas.microsoft.com/office/drawing/2014/main" id="{D0D82B5F-244A-548F-2627-3A929FB3BE4C}"/>
                    </a:ext>
                  </a:extLst>
                </p14:cNvPr>
                <p14:cNvContentPartPr/>
                <p14:nvPr/>
              </p14:nvContentPartPr>
              <p14:xfrm>
                <a:off x="1117940" y="3532072"/>
                <a:ext cx="110520" cy="227880"/>
              </p14:xfrm>
            </p:contentPart>
          </mc:Choice>
          <mc:Fallback>
            <p:pic>
              <p:nvPicPr>
                <p:cNvPr id="7405" name="Rukopis 7404">
                  <a:extLst>
                    <a:ext uri="{FF2B5EF4-FFF2-40B4-BE49-F238E27FC236}">
                      <a16:creationId xmlns:a16="http://schemas.microsoft.com/office/drawing/2014/main" id="{D0D82B5F-244A-548F-2627-3A929FB3BE4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08940" y="3523432"/>
                  <a:ext cx="128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06" name="Rukopis 7405">
                  <a:extLst>
                    <a:ext uri="{FF2B5EF4-FFF2-40B4-BE49-F238E27FC236}">
                      <a16:creationId xmlns:a16="http://schemas.microsoft.com/office/drawing/2014/main" id="{6428AF96-F100-826E-339E-AB77511F2DB1}"/>
                    </a:ext>
                  </a:extLst>
                </p14:cNvPr>
                <p14:cNvContentPartPr/>
                <p14:nvPr/>
              </p14:nvContentPartPr>
              <p14:xfrm>
                <a:off x="1247180" y="3514792"/>
                <a:ext cx="58680" cy="109440"/>
              </p14:xfrm>
            </p:contentPart>
          </mc:Choice>
          <mc:Fallback>
            <p:pic>
              <p:nvPicPr>
                <p:cNvPr id="7406" name="Rukopis 7405">
                  <a:extLst>
                    <a:ext uri="{FF2B5EF4-FFF2-40B4-BE49-F238E27FC236}">
                      <a16:creationId xmlns:a16="http://schemas.microsoft.com/office/drawing/2014/main" id="{6428AF96-F100-826E-339E-AB77511F2DB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38540" y="3506152"/>
                  <a:ext cx="76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07" name="Rukopis 7406">
                  <a:extLst>
                    <a:ext uri="{FF2B5EF4-FFF2-40B4-BE49-F238E27FC236}">
                      <a16:creationId xmlns:a16="http://schemas.microsoft.com/office/drawing/2014/main" id="{E59CCC24-AFDE-5B69-1954-ECDEEF6172D3}"/>
                    </a:ext>
                  </a:extLst>
                </p14:cNvPr>
                <p14:cNvContentPartPr/>
                <p14:nvPr/>
              </p14:nvContentPartPr>
              <p14:xfrm>
                <a:off x="1363460" y="3490672"/>
                <a:ext cx="177480" cy="128880"/>
              </p14:xfrm>
            </p:contentPart>
          </mc:Choice>
          <mc:Fallback>
            <p:pic>
              <p:nvPicPr>
                <p:cNvPr id="7407" name="Rukopis 7406">
                  <a:extLst>
                    <a:ext uri="{FF2B5EF4-FFF2-40B4-BE49-F238E27FC236}">
                      <a16:creationId xmlns:a16="http://schemas.microsoft.com/office/drawing/2014/main" id="{E59CCC24-AFDE-5B69-1954-ECDEEF6172D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54820" y="3482032"/>
                  <a:ext cx="195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08" name="Rukopis 7407">
                  <a:extLst>
                    <a:ext uri="{FF2B5EF4-FFF2-40B4-BE49-F238E27FC236}">
                      <a16:creationId xmlns:a16="http://schemas.microsoft.com/office/drawing/2014/main" id="{2B6CB1BC-D99E-A6FE-738F-23FB08BDA536}"/>
                    </a:ext>
                  </a:extLst>
                </p14:cNvPr>
                <p14:cNvContentPartPr/>
                <p14:nvPr/>
              </p14:nvContentPartPr>
              <p14:xfrm>
                <a:off x="1373900" y="3431992"/>
                <a:ext cx="178560" cy="30960"/>
              </p14:xfrm>
            </p:contentPart>
          </mc:Choice>
          <mc:Fallback>
            <p:pic>
              <p:nvPicPr>
                <p:cNvPr id="7408" name="Rukopis 7407">
                  <a:extLst>
                    <a:ext uri="{FF2B5EF4-FFF2-40B4-BE49-F238E27FC236}">
                      <a16:creationId xmlns:a16="http://schemas.microsoft.com/office/drawing/2014/main" id="{2B6CB1BC-D99E-A6FE-738F-23FB08BDA5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65260" y="3422992"/>
                  <a:ext cx="196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09" name="Rukopis 7408">
                  <a:extLst>
                    <a:ext uri="{FF2B5EF4-FFF2-40B4-BE49-F238E27FC236}">
                      <a16:creationId xmlns:a16="http://schemas.microsoft.com/office/drawing/2014/main" id="{46EA702E-5BBD-16B5-4E76-7161B27C201E}"/>
                    </a:ext>
                  </a:extLst>
                </p14:cNvPr>
                <p14:cNvContentPartPr/>
                <p14:nvPr/>
              </p14:nvContentPartPr>
              <p14:xfrm>
                <a:off x="1614020" y="3372952"/>
                <a:ext cx="164520" cy="244080"/>
              </p14:xfrm>
            </p:contentPart>
          </mc:Choice>
          <mc:Fallback>
            <p:pic>
              <p:nvPicPr>
                <p:cNvPr id="7409" name="Rukopis 7408">
                  <a:extLst>
                    <a:ext uri="{FF2B5EF4-FFF2-40B4-BE49-F238E27FC236}">
                      <a16:creationId xmlns:a16="http://schemas.microsoft.com/office/drawing/2014/main" id="{46EA702E-5BBD-16B5-4E76-7161B27C201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05380" y="3363952"/>
                  <a:ext cx="182160" cy="26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411" name="Rukopis 7410">
                <a:extLst>
                  <a:ext uri="{FF2B5EF4-FFF2-40B4-BE49-F238E27FC236}">
                    <a16:creationId xmlns:a16="http://schemas.microsoft.com/office/drawing/2014/main" id="{9AF39FF7-3879-331D-41F3-C6FD980BC046}"/>
                  </a:ext>
                </a:extLst>
              </p14:cNvPr>
              <p14:cNvContentPartPr/>
              <p14:nvPr/>
            </p14:nvContentPartPr>
            <p14:xfrm>
              <a:off x="2123420" y="3382672"/>
              <a:ext cx="204120" cy="252000"/>
            </p14:xfrm>
          </p:contentPart>
        </mc:Choice>
        <mc:Fallback>
          <p:pic>
            <p:nvPicPr>
              <p:cNvPr id="7411" name="Rukopis 7410">
                <a:extLst>
                  <a:ext uri="{FF2B5EF4-FFF2-40B4-BE49-F238E27FC236}">
                    <a16:creationId xmlns:a16="http://schemas.microsoft.com/office/drawing/2014/main" id="{9AF39FF7-3879-331D-41F3-C6FD980BC04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114420" y="3374032"/>
                <a:ext cx="2217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7412" name="Rukopis 7411">
                <a:extLst>
                  <a:ext uri="{FF2B5EF4-FFF2-40B4-BE49-F238E27FC236}">
                    <a16:creationId xmlns:a16="http://schemas.microsoft.com/office/drawing/2014/main" id="{67C24436-7278-8C82-584E-159E7A6B5098}"/>
                  </a:ext>
                </a:extLst>
              </p14:cNvPr>
              <p14:cNvContentPartPr/>
              <p14:nvPr/>
            </p14:nvContentPartPr>
            <p14:xfrm>
              <a:off x="2172380" y="3533512"/>
              <a:ext cx="124200" cy="24480"/>
            </p14:xfrm>
          </p:contentPart>
        </mc:Choice>
        <mc:Fallback>
          <p:pic>
            <p:nvPicPr>
              <p:cNvPr id="7412" name="Rukopis 7411">
                <a:extLst>
                  <a:ext uri="{FF2B5EF4-FFF2-40B4-BE49-F238E27FC236}">
                    <a16:creationId xmlns:a16="http://schemas.microsoft.com/office/drawing/2014/main" id="{67C24436-7278-8C82-584E-159E7A6B509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163380" y="3524512"/>
                <a:ext cx="1418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7413" name="Rukopis 7412">
                <a:extLst>
                  <a:ext uri="{FF2B5EF4-FFF2-40B4-BE49-F238E27FC236}">
                    <a16:creationId xmlns:a16="http://schemas.microsoft.com/office/drawing/2014/main" id="{D7532541-8B81-E7F8-338E-C4687F52F9B3}"/>
                  </a:ext>
                </a:extLst>
              </p14:cNvPr>
              <p14:cNvContentPartPr/>
              <p14:nvPr/>
            </p14:nvContentPartPr>
            <p14:xfrm>
              <a:off x="2367140" y="3314632"/>
              <a:ext cx="114840" cy="162360"/>
            </p14:xfrm>
          </p:contentPart>
        </mc:Choice>
        <mc:Fallback>
          <p:pic>
            <p:nvPicPr>
              <p:cNvPr id="7413" name="Rukopis 7412">
                <a:extLst>
                  <a:ext uri="{FF2B5EF4-FFF2-40B4-BE49-F238E27FC236}">
                    <a16:creationId xmlns:a16="http://schemas.microsoft.com/office/drawing/2014/main" id="{D7532541-8B81-E7F8-338E-C4687F52F9B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358500" y="3305992"/>
                <a:ext cx="1324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7414" name="Rukopis 7413">
                <a:extLst>
                  <a:ext uri="{FF2B5EF4-FFF2-40B4-BE49-F238E27FC236}">
                    <a16:creationId xmlns:a16="http://schemas.microsoft.com/office/drawing/2014/main" id="{53564B0F-759E-C92A-4E48-14E31E76B8C4}"/>
                  </a:ext>
                </a:extLst>
              </p14:cNvPr>
              <p14:cNvContentPartPr/>
              <p14:nvPr/>
            </p14:nvContentPartPr>
            <p14:xfrm>
              <a:off x="2546420" y="3357472"/>
              <a:ext cx="55080" cy="118800"/>
            </p14:xfrm>
          </p:contentPart>
        </mc:Choice>
        <mc:Fallback>
          <p:pic>
            <p:nvPicPr>
              <p:cNvPr id="7414" name="Rukopis 7413">
                <a:extLst>
                  <a:ext uri="{FF2B5EF4-FFF2-40B4-BE49-F238E27FC236}">
                    <a16:creationId xmlns:a16="http://schemas.microsoft.com/office/drawing/2014/main" id="{53564B0F-759E-C92A-4E48-14E31E76B8C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537420" y="3348472"/>
                <a:ext cx="727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7415" name="Rukopis 7414">
                <a:extLst>
                  <a:ext uri="{FF2B5EF4-FFF2-40B4-BE49-F238E27FC236}">
                    <a16:creationId xmlns:a16="http://schemas.microsoft.com/office/drawing/2014/main" id="{5DE8011C-43EF-E7D2-3D8A-BB2F24232F41}"/>
                  </a:ext>
                </a:extLst>
              </p14:cNvPr>
              <p14:cNvContentPartPr/>
              <p14:nvPr/>
            </p14:nvContentPartPr>
            <p14:xfrm>
              <a:off x="2523380" y="3324352"/>
              <a:ext cx="264960" cy="186840"/>
            </p14:xfrm>
          </p:contentPart>
        </mc:Choice>
        <mc:Fallback>
          <p:pic>
            <p:nvPicPr>
              <p:cNvPr id="7415" name="Rukopis 7414">
                <a:extLst>
                  <a:ext uri="{FF2B5EF4-FFF2-40B4-BE49-F238E27FC236}">
                    <a16:creationId xmlns:a16="http://schemas.microsoft.com/office/drawing/2014/main" id="{5DE8011C-43EF-E7D2-3D8A-BB2F24232F4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514380" y="3315712"/>
                <a:ext cx="28260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7416" name="Rukopis 7415">
                <a:extLst>
                  <a:ext uri="{FF2B5EF4-FFF2-40B4-BE49-F238E27FC236}">
                    <a16:creationId xmlns:a16="http://schemas.microsoft.com/office/drawing/2014/main" id="{21584E2A-A1E8-9941-8A3B-3AC485CFAAE7}"/>
                  </a:ext>
                </a:extLst>
              </p14:cNvPr>
              <p14:cNvContentPartPr/>
              <p14:nvPr/>
            </p14:nvContentPartPr>
            <p14:xfrm>
              <a:off x="2841260" y="3617752"/>
              <a:ext cx="125640" cy="8280"/>
            </p14:xfrm>
          </p:contentPart>
        </mc:Choice>
        <mc:Fallback>
          <p:pic>
            <p:nvPicPr>
              <p:cNvPr id="7416" name="Rukopis 7415">
                <a:extLst>
                  <a:ext uri="{FF2B5EF4-FFF2-40B4-BE49-F238E27FC236}">
                    <a16:creationId xmlns:a16="http://schemas.microsoft.com/office/drawing/2014/main" id="{21584E2A-A1E8-9941-8A3B-3AC485CFAAE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832260" y="3608752"/>
                <a:ext cx="14328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7417" name="Rukopis 7416">
                <a:extLst>
                  <a:ext uri="{FF2B5EF4-FFF2-40B4-BE49-F238E27FC236}">
                    <a16:creationId xmlns:a16="http://schemas.microsoft.com/office/drawing/2014/main" id="{27379040-3CAE-17DC-28FC-3766890D2ACA}"/>
                  </a:ext>
                </a:extLst>
              </p14:cNvPr>
              <p14:cNvContentPartPr/>
              <p14:nvPr/>
            </p14:nvContentPartPr>
            <p14:xfrm>
              <a:off x="3079940" y="3382312"/>
              <a:ext cx="117720" cy="252720"/>
            </p14:xfrm>
          </p:contentPart>
        </mc:Choice>
        <mc:Fallback>
          <p:pic>
            <p:nvPicPr>
              <p:cNvPr id="7417" name="Rukopis 7416">
                <a:extLst>
                  <a:ext uri="{FF2B5EF4-FFF2-40B4-BE49-F238E27FC236}">
                    <a16:creationId xmlns:a16="http://schemas.microsoft.com/office/drawing/2014/main" id="{27379040-3CAE-17DC-28FC-3766890D2AC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071300" y="3373312"/>
                <a:ext cx="1353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7418" name="Rukopis 7417">
                <a:extLst>
                  <a:ext uri="{FF2B5EF4-FFF2-40B4-BE49-F238E27FC236}">
                    <a16:creationId xmlns:a16="http://schemas.microsoft.com/office/drawing/2014/main" id="{855E4174-CDD7-6B2F-E0C7-F4FB273DC052}"/>
                  </a:ext>
                </a:extLst>
              </p14:cNvPr>
              <p14:cNvContentPartPr/>
              <p14:nvPr/>
            </p14:nvContentPartPr>
            <p14:xfrm>
              <a:off x="3297380" y="3529552"/>
              <a:ext cx="59400" cy="1080"/>
            </p14:xfrm>
          </p:contentPart>
        </mc:Choice>
        <mc:Fallback>
          <p:pic>
            <p:nvPicPr>
              <p:cNvPr id="7418" name="Rukopis 7417">
                <a:extLst>
                  <a:ext uri="{FF2B5EF4-FFF2-40B4-BE49-F238E27FC236}">
                    <a16:creationId xmlns:a16="http://schemas.microsoft.com/office/drawing/2014/main" id="{855E4174-CDD7-6B2F-E0C7-F4FB273DC05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288380" y="3520912"/>
                <a:ext cx="7704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7419" name="Rukopis 7418">
                <a:extLst>
                  <a:ext uri="{FF2B5EF4-FFF2-40B4-BE49-F238E27FC236}">
                    <a16:creationId xmlns:a16="http://schemas.microsoft.com/office/drawing/2014/main" id="{C0C1874D-BA99-5CE5-9A8D-AFF34778603D}"/>
                  </a:ext>
                </a:extLst>
              </p14:cNvPr>
              <p14:cNvContentPartPr/>
              <p14:nvPr/>
            </p14:nvContentPartPr>
            <p14:xfrm>
              <a:off x="3277220" y="3578872"/>
              <a:ext cx="138600" cy="5400"/>
            </p14:xfrm>
          </p:contentPart>
        </mc:Choice>
        <mc:Fallback>
          <p:pic>
            <p:nvPicPr>
              <p:cNvPr id="7419" name="Rukopis 7418">
                <a:extLst>
                  <a:ext uri="{FF2B5EF4-FFF2-40B4-BE49-F238E27FC236}">
                    <a16:creationId xmlns:a16="http://schemas.microsoft.com/office/drawing/2014/main" id="{C0C1874D-BA99-5CE5-9A8D-AFF34778603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268220" y="3569872"/>
                <a:ext cx="15624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36" name="Skupina 7435">
            <a:extLst>
              <a:ext uri="{FF2B5EF4-FFF2-40B4-BE49-F238E27FC236}">
                <a16:creationId xmlns:a16="http://schemas.microsoft.com/office/drawing/2014/main" id="{A062CC59-A995-BE68-C1A5-1027E292976C}"/>
              </a:ext>
            </a:extLst>
          </p:cNvPr>
          <p:cNvGrpSpPr/>
          <p:nvPr/>
        </p:nvGrpSpPr>
        <p:grpSpPr>
          <a:xfrm>
            <a:off x="3592220" y="3244072"/>
            <a:ext cx="2375280" cy="445680"/>
            <a:chOff x="3592220" y="3244072"/>
            <a:chExt cx="2375280" cy="44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420" name="Rukopis 7419">
                  <a:extLst>
                    <a:ext uri="{FF2B5EF4-FFF2-40B4-BE49-F238E27FC236}">
                      <a16:creationId xmlns:a16="http://schemas.microsoft.com/office/drawing/2014/main" id="{6233924D-E346-E399-2187-6E6F70E9FB62}"/>
                    </a:ext>
                  </a:extLst>
                </p14:cNvPr>
                <p14:cNvContentPartPr/>
                <p14:nvPr/>
              </p14:nvContentPartPr>
              <p14:xfrm>
                <a:off x="3592220" y="3383752"/>
                <a:ext cx="152280" cy="306000"/>
              </p14:xfrm>
            </p:contentPart>
          </mc:Choice>
          <mc:Fallback>
            <p:pic>
              <p:nvPicPr>
                <p:cNvPr id="7420" name="Rukopis 7419">
                  <a:extLst>
                    <a:ext uri="{FF2B5EF4-FFF2-40B4-BE49-F238E27FC236}">
                      <a16:creationId xmlns:a16="http://schemas.microsoft.com/office/drawing/2014/main" id="{6233924D-E346-E399-2187-6E6F70E9FB6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583220" y="3375112"/>
                  <a:ext cx="1699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421" name="Rukopis 7420">
                  <a:extLst>
                    <a:ext uri="{FF2B5EF4-FFF2-40B4-BE49-F238E27FC236}">
                      <a16:creationId xmlns:a16="http://schemas.microsoft.com/office/drawing/2014/main" id="{D6A54174-21EB-C25E-95EE-768FE43ECE1C}"/>
                    </a:ext>
                  </a:extLst>
                </p14:cNvPr>
                <p14:cNvContentPartPr/>
                <p14:nvPr/>
              </p14:nvContentPartPr>
              <p14:xfrm>
                <a:off x="3600860" y="3591832"/>
                <a:ext cx="280800" cy="53280"/>
              </p14:xfrm>
            </p:contentPart>
          </mc:Choice>
          <mc:Fallback>
            <p:pic>
              <p:nvPicPr>
                <p:cNvPr id="7421" name="Rukopis 7420">
                  <a:extLst>
                    <a:ext uri="{FF2B5EF4-FFF2-40B4-BE49-F238E27FC236}">
                      <a16:creationId xmlns:a16="http://schemas.microsoft.com/office/drawing/2014/main" id="{D6A54174-21EB-C25E-95EE-768FE43ECE1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91860" y="3582832"/>
                  <a:ext cx="298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7422" name="Rukopis 7421">
                  <a:extLst>
                    <a:ext uri="{FF2B5EF4-FFF2-40B4-BE49-F238E27FC236}">
                      <a16:creationId xmlns:a16="http://schemas.microsoft.com/office/drawing/2014/main" id="{4D2AA036-286C-EA21-E132-4A48068BA679}"/>
                    </a:ext>
                  </a:extLst>
                </p14:cNvPr>
                <p14:cNvContentPartPr/>
                <p14:nvPr/>
              </p14:nvContentPartPr>
              <p14:xfrm>
                <a:off x="3987860" y="3390952"/>
                <a:ext cx="183960" cy="291600"/>
              </p14:xfrm>
            </p:contentPart>
          </mc:Choice>
          <mc:Fallback>
            <p:pic>
              <p:nvPicPr>
                <p:cNvPr id="7422" name="Rukopis 7421">
                  <a:extLst>
                    <a:ext uri="{FF2B5EF4-FFF2-40B4-BE49-F238E27FC236}">
                      <a16:creationId xmlns:a16="http://schemas.microsoft.com/office/drawing/2014/main" id="{4D2AA036-286C-EA21-E132-4A48068BA67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78860" y="3382312"/>
                  <a:ext cx="2016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7423" name="Rukopis 7422">
                  <a:extLst>
                    <a:ext uri="{FF2B5EF4-FFF2-40B4-BE49-F238E27FC236}">
                      <a16:creationId xmlns:a16="http://schemas.microsoft.com/office/drawing/2014/main" id="{254445FC-BE41-2953-F854-7367DBEBE36C}"/>
                    </a:ext>
                  </a:extLst>
                </p14:cNvPr>
                <p14:cNvContentPartPr/>
                <p14:nvPr/>
              </p14:nvContentPartPr>
              <p14:xfrm>
                <a:off x="4015220" y="3591832"/>
                <a:ext cx="118440" cy="24480"/>
              </p14:xfrm>
            </p:contentPart>
          </mc:Choice>
          <mc:Fallback>
            <p:pic>
              <p:nvPicPr>
                <p:cNvPr id="7423" name="Rukopis 7422">
                  <a:extLst>
                    <a:ext uri="{FF2B5EF4-FFF2-40B4-BE49-F238E27FC236}">
                      <a16:creationId xmlns:a16="http://schemas.microsoft.com/office/drawing/2014/main" id="{254445FC-BE41-2953-F854-7367DBEBE36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06220" y="3582832"/>
                  <a:ext cx="1360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7424" name="Rukopis 7423">
                  <a:extLst>
                    <a:ext uri="{FF2B5EF4-FFF2-40B4-BE49-F238E27FC236}">
                      <a16:creationId xmlns:a16="http://schemas.microsoft.com/office/drawing/2014/main" id="{C3939847-107B-E153-DC7C-407E1082515B}"/>
                    </a:ext>
                  </a:extLst>
                </p14:cNvPr>
                <p14:cNvContentPartPr/>
                <p14:nvPr/>
              </p14:nvContentPartPr>
              <p14:xfrm>
                <a:off x="4265420" y="3283672"/>
                <a:ext cx="114840" cy="200520"/>
              </p14:xfrm>
            </p:contentPart>
          </mc:Choice>
          <mc:Fallback>
            <p:pic>
              <p:nvPicPr>
                <p:cNvPr id="7424" name="Rukopis 7423">
                  <a:extLst>
                    <a:ext uri="{FF2B5EF4-FFF2-40B4-BE49-F238E27FC236}">
                      <a16:creationId xmlns:a16="http://schemas.microsoft.com/office/drawing/2014/main" id="{C3939847-107B-E153-DC7C-407E1082515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256780" y="3274672"/>
                  <a:ext cx="132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7425" name="Rukopis 7424">
                  <a:extLst>
                    <a:ext uri="{FF2B5EF4-FFF2-40B4-BE49-F238E27FC236}">
                      <a16:creationId xmlns:a16="http://schemas.microsoft.com/office/drawing/2014/main" id="{759CCFC4-D413-8AC5-89B1-F8BD97080744}"/>
                    </a:ext>
                  </a:extLst>
                </p14:cNvPr>
                <p14:cNvContentPartPr/>
                <p14:nvPr/>
              </p14:nvContentPartPr>
              <p14:xfrm>
                <a:off x="4433540" y="3538552"/>
                <a:ext cx="102600" cy="8640"/>
              </p14:xfrm>
            </p:contentPart>
          </mc:Choice>
          <mc:Fallback>
            <p:pic>
              <p:nvPicPr>
                <p:cNvPr id="7425" name="Rukopis 7424">
                  <a:extLst>
                    <a:ext uri="{FF2B5EF4-FFF2-40B4-BE49-F238E27FC236}">
                      <a16:creationId xmlns:a16="http://schemas.microsoft.com/office/drawing/2014/main" id="{759CCFC4-D413-8AC5-89B1-F8BD9708074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24900" y="3529912"/>
                  <a:ext cx="120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7426" name="Rukopis 7425">
                  <a:extLst>
                    <a:ext uri="{FF2B5EF4-FFF2-40B4-BE49-F238E27FC236}">
                      <a16:creationId xmlns:a16="http://schemas.microsoft.com/office/drawing/2014/main" id="{2E5636EC-C7C8-38DA-AE75-4738CCD59BB2}"/>
                    </a:ext>
                  </a:extLst>
                </p14:cNvPr>
                <p14:cNvContentPartPr/>
                <p14:nvPr/>
              </p14:nvContentPartPr>
              <p14:xfrm>
                <a:off x="4642340" y="3361792"/>
                <a:ext cx="99720" cy="275760"/>
              </p14:xfrm>
            </p:contentPart>
          </mc:Choice>
          <mc:Fallback>
            <p:pic>
              <p:nvPicPr>
                <p:cNvPr id="7426" name="Rukopis 7425">
                  <a:extLst>
                    <a:ext uri="{FF2B5EF4-FFF2-40B4-BE49-F238E27FC236}">
                      <a16:creationId xmlns:a16="http://schemas.microsoft.com/office/drawing/2014/main" id="{2E5636EC-C7C8-38DA-AE75-4738CCD59BB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33340" y="3352792"/>
                  <a:ext cx="1173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7427" name="Rukopis 7426">
                  <a:extLst>
                    <a:ext uri="{FF2B5EF4-FFF2-40B4-BE49-F238E27FC236}">
                      <a16:creationId xmlns:a16="http://schemas.microsoft.com/office/drawing/2014/main" id="{97B4403D-B6EE-28B4-2362-6CD1C6EC1E51}"/>
                    </a:ext>
                  </a:extLst>
                </p14:cNvPr>
                <p14:cNvContentPartPr/>
                <p14:nvPr/>
              </p14:nvContentPartPr>
              <p14:xfrm>
                <a:off x="4860860" y="3503632"/>
                <a:ext cx="131400" cy="6840"/>
              </p14:xfrm>
            </p:contentPart>
          </mc:Choice>
          <mc:Fallback>
            <p:pic>
              <p:nvPicPr>
                <p:cNvPr id="7427" name="Rukopis 7426">
                  <a:extLst>
                    <a:ext uri="{FF2B5EF4-FFF2-40B4-BE49-F238E27FC236}">
                      <a16:creationId xmlns:a16="http://schemas.microsoft.com/office/drawing/2014/main" id="{97B4403D-B6EE-28B4-2362-6CD1C6EC1E5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852220" y="3494992"/>
                  <a:ext cx="149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428" name="Rukopis 7427">
                  <a:extLst>
                    <a:ext uri="{FF2B5EF4-FFF2-40B4-BE49-F238E27FC236}">
                      <a16:creationId xmlns:a16="http://schemas.microsoft.com/office/drawing/2014/main" id="{CD43CC04-CC88-CB6B-61C7-22CF9AD5D685}"/>
                    </a:ext>
                  </a:extLst>
                </p14:cNvPr>
                <p14:cNvContentPartPr/>
                <p14:nvPr/>
              </p14:nvContentPartPr>
              <p14:xfrm>
                <a:off x="4863740" y="3552952"/>
                <a:ext cx="153000" cy="6120"/>
              </p14:xfrm>
            </p:contentPart>
          </mc:Choice>
          <mc:Fallback>
            <p:pic>
              <p:nvPicPr>
                <p:cNvPr id="7428" name="Rukopis 7427">
                  <a:extLst>
                    <a:ext uri="{FF2B5EF4-FFF2-40B4-BE49-F238E27FC236}">
                      <a16:creationId xmlns:a16="http://schemas.microsoft.com/office/drawing/2014/main" id="{CD43CC04-CC88-CB6B-61C7-22CF9AD5D68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55100" y="3543952"/>
                  <a:ext cx="170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431" name="Rukopis 7430">
                  <a:extLst>
                    <a:ext uri="{FF2B5EF4-FFF2-40B4-BE49-F238E27FC236}">
                      <a16:creationId xmlns:a16="http://schemas.microsoft.com/office/drawing/2014/main" id="{6642F33B-5B0A-F6EB-D607-A31FB45097B1}"/>
                    </a:ext>
                  </a:extLst>
                </p14:cNvPr>
                <p14:cNvContentPartPr/>
                <p14:nvPr/>
              </p14:nvContentPartPr>
              <p14:xfrm>
                <a:off x="5177300" y="3320032"/>
                <a:ext cx="195480" cy="305640"/>
              </p14:xfrm>
            </p:contentPart>
          </mc:Choice>
          <mc:Fallback>
            <p:pic>
              <p:nvPicPr>
                <p:cNvPr id="7431" name="Rukopis 7430">
                  <a:extLst>
                    <a:ext uri="{FF2B5EF4-FFF2-40B4-BE49-F238E27FC236}">
                      <a16:creationId xmlns:a16="http://schemas.microsoft.com/office/drawing/2014/main" id="{6642F33B-5B0A-F6EB-D607-A31FB45097B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168660" y="3311392"/>
                  <a:ext cx="213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7432" name="Rukopis 7431">
                  <a:extLst>
                    <a:ext uri="{FF2B5EF4-FFF2-40B4-BE49-F238E27FC236}">
                      <a16:creationId xmlns:a16="http://schemas.microsoft.com/office/drawing/2014/main" id="{4A836AE3-57EA-A497-D7E1-78B8A8E3C05A}"/>
                    </a:ext>
                  </a:extLst>
                </p14:cNvPr>
                <p14:cNvContentPartPr/>
                <p14:nvPr/>
              </p14:nvContentPartPr>
              <p14:xfrm>
                <a:off x="5211860" y="3462952"/>
                <a:ext cx="170280" cy="45720"/>
              </p14:xfrm>
            </p:contentPart>
          </mc:Choice>
          <mc:Fallback>
            <p:pic>
              <p:nvPicPr>
                <p:cNvPr id="7432" name="Rukopis 7431">
                  <a:extLst>
                    <a:ext uri="{FF2B5EF4-FFF2-40B4-BE49-F238E27FC236}">
                      <a16:creationId xmlns:a16="http://schemas.microsoft.com/office/drawing/2014/main" id="{4A836AE3-57EA-A497-D7E1-78B8A8E3C05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03220" y="3453952"/>
                  <a:ext cx="1879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433" name="Rukopis 7432">
                  <a:extLst>
                    <a:ext uri="{FF2B5EF4-FFF2-40B4-BE49-F238E27FC236}">
                      <a16:creationId xmlns:a16="http://schemas.microsoft.com/office/drawing/2014/main" id="{8B0EF59A-8D47-14AC-A4C8-7A67414540B2}"/>
                    </a:ext>
                  </a:extLst>
                </p14:cNvPr>
                <p14:cNvContentPartPr/>
                <p14:nvPr/>
              </p14:nvContentPartPr>
              <p14:xfrm>
                <a:off x="5433260" y="3244072"/>
                <a:ext cx="131760" cy="159120"/>
              </p14:xfrm>
            </p:contentPart>
          </mc:Choice>
          <mc:Fallback>
            <p:pic>
              <p:nvPicPr>
                <p:cNvPr id="7433" name="Rukopis 7432">
                  <a:extLst>
                    <a:ext uri="{FF2B5EF4-FFF2-40B4-BE49-F238E27FC236}">
                      <a16:creationId xmlns:a16="http://schemas.microsoft.com/office/drawing/2014/main" id="{8B0EF59A-8D47-14AC-A4C8-7A67414540B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24620" y="3235432"/>
                  <a:ext cx="149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7434" name="Rukopis 7433">
                  <a:extLst>
                    <a:ext uri="{FF2B5EF4-FFF2-40B4-BE49-F238E27FC236}">
                      <a16:creationId xmlns:a16="http://schemas.microsoft.com/office/drawing/2014/main" id="{EFB94E48-3E78-44B0-790A-160CCF20E6A5}"/>
                    </a:ext>
                  </a:extLst>
                </p14:cNvPr>
                <p14:cNvContentPartPr/>
                <p14:nvPr/>
              </p14:nvContentPartPr>
              <p14:xfrm>
                <a:off x="5631980" y="3523792"/>
                <a:ext cx="151560" cy="5040"/>
              </p14:xfrm>
            </p:contentPart>
          </mc:Choice>
          <mc:Fallback>
            <p:pic>
              <p:nvPicPr>
                <p:cNvPr id="7434" name="Rukopis 7433">
                  <a:extLst>
                    <a:ext uri="{FF2B5EF4-FFF2-40B4-BE49-F238E27FC236}">
                      <a16:creationId xmlns:a16="http://schemas.microsoft.com/office/drawing/2014/main" id="{EFB94E48-3E78-44B0-790A-160CCF20E6A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22980" y="3514792"/>
                  <a:ext cx="169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435" name="Rukopis 7434">
                  <a:extLst>
                    <a:ext uri="{FF2B5EF4-FFF2-40B4-BE49-F238E27FC236}">
                      <a16:creationId xmlns:a16="http://schemas.microsoft.com/office/drawing/2014/main" id="{95DC7FB4-EB3B-75E6-5F2F-6434EC6CF28B}"/>
                    </a:ext>
                  </a:extLst>
                </p14:cNvPr>
                <p14:cNvContentPartPr/>
                <p14:nvPr/>
              </p14:nvContentPartPr>
              <p14:xfrm>
                <a:off x="5862020" y="3332992"/>
                <a:ext cx="105480" cy="282600"/>
              </p14:xfrm>
            </p:contentPart>
          </mc:Choice>
          <mc:Fallback>
            <p:pic>
              <p:nvPicPr>
                <p:cNvPr id="7435" name="Rukopis 7434">
                  <a:extLst>
                    <a:ext uri="{FF2B5EF4-FFF2-40B4-BE49-F238E27FC236}">
                      <a16:creationId xmlns:a16="http://schemas.microsoft.com/office/drawing/2014/main" id="{95DC7FB4-EB3B-75E6-5F2F-6434EC6CF28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53380" y="3324352"/>
                  <a:ext cx="12312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40" name="Skupina 7439">
            <a:extLst>
              <a:ext uri="{FF2B5EF4-FFF2-40B4-BE49-F238E27FC236}">
                <a16:creationId xmlns:a16="http://schemas.microsoft.com/office/drawing/2014/main" id="{3BA337DB-1AF2-FD2D-EEF1-8D1E3D3DDB0A}"/>
              </a:ext>
            </a:extLst>
          </p:cNvPr>
          <p:cNvGrpSpPr/>
          <p:nvPr/>
        </p:nvGrpSpPr>
        <p:grpSpPr>
          <a:xfrm>
            <a:off x="6195740" y="3432352"/>
            <a:ext cx="154440" cy="150840"/>
            <a:chOff x="6195740" y="3432352"/>
            <a:chExt cx="154440" cy="1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437" name="Rukopis 7436">
                  <a:extLst>
                    <a:ext uri="{FF2B5EF4-FFF2-40B4-BE49-F238E27FC236}">
                      <a16:creationId xmlns:a16="http://schemas.microsoft.com/office/drawing/2014/main" id="{62AF7414-F34F-10FF-2D5C-DAAC9A0AB25A}"/>
                    </a:ext>
                  </a:extLst>
                </p14:cNvPr>
                <p14:cNvContentPartPr/>
                <p14:nvPr/>
              </p14:nvContentPartPr>
              <p14:xfrm>
                <a:off x="6195740" y="3490312"/>
                <a:ext cx="154440" cy="6120"/>
              </p14:xfrm>
            </p:contentPart>
          </mc:Choice>
          <mc:Fallback>
            <p:pic>
              <p:nvPicPr>
                <p:cNvPr id="7437" name="Rukopis 7436">
                  <a:extLst>
                    <a:ext uri="{FF2B5EF4-FFF2-40B4-BE49-F238E27FC236}">
                      <a16:creationId xmlns:a16="http://schemas.microsoft.com/office/drawing/2014/main" id="{62AF7414-F34F-10FF-2D5C-DAAC9A0AB25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87100" y="3481312"/>
                  <a:ext cx="172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438" name="Rukopis 7437">
                  <a:extLst>
                    <a:ext uri="{FF2B5EF4-FFF2-40B4-BE49-F238E27FC236}">
                      <a16:creationId xmlns:a16="http://schemas.microsoft.com/office/drawing/2014/main" id="{65C6A2B2-4C8D-79FC-D1BC-EC224B67AD74}"/>
                    </a:ext>
                  </a:extLst>
                </p14:cNvPr>
                <p14:cNvContentPartPr/>
                <p14:nvPr/>
              </p14:nvContentPartPr>
              <p14:xfrm>
                <a:off x="6225980" y="3432352"/>
                <a:ext cx="63720" cy="150840"/>
              </p14:xfrm>
            </p:contentPart>
          </mc:Choice>
          <mc:Fallback>
            <p:pic>
              <p:nvPicPr>
                <p:cNvPr id="7438" name="Rukopis 7437">
                  <a:extLst>
                    <a:ext uri="{FF2B5EF4-FFF2-40B4-BE49-F238E27FC236}">
                      <a16:creationId xmlns:a16="http://schemas.microsoft.com/office/drawing/2014/main" id="{65C6A2B2-4C8D-79FC-D1BC-EC224B67AD7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217340" y="3423712"/>
                  <a:ext cx="813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47" name="Skupina 7446">
            <a:extLst>
              <a:ext uri="{FF2B5EF4-FFF2-40B4-BE49-F238E27FC236}">
                <a16:creationId xmlns:a16="http://schemas.microsoft.com/office/drawing/2014/main" id="{D1CE9AA3-1F53-5451-826D-04BFC00B86D0}"/>
              </a:ext>
            </a:extLst>
          </p:cNvPr>
          <p:cNvGrpSpPr/>
          <p:nvPr/>
        </p:nvGrpSpPr>
        <p:grpSpPr>
          <a:xfrm>
            <a:off x="6530900" y="3190432"/>
            <a:ext cx="772920" cy="383040"/>
            <a:chOff x="6530900" y="3190432"/>
            <a:chExt cx="77292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439" name="Rukopis 7438">
                  <a:extLst>
                    <a:ext uri="{FF2B5EF4-FFF2-40B4-BE49-F238E27FC236}">
                      <a16:creationId xmlns:a16="http://schemas.microsoft.com/office/drawing/2014/main" id="{A1C807B8-6572-77F1-2C11-D5A506D4E9AE}"/>
                    </a:ext>
                  </a:extLst>
                </p14:cNvPr>
                <p14:cNvContentPartPr/>
                <p14:nvPr/>
              </p14:nvContentPartPr>
              <p14:xfrm>
                <a:off x="6530900" y="3329032"/>
                <a:ext cx="146880" cy="244440"/>
              </p14:xfrm>
            </p:contentPart>
          </mc:Choice>
          <mc:Fallback>
            <p:pic>
              <p:nvPicPr>
                <p:cNvPr id="7439" name="Rukopis 7438">
                  <a:extLst>
                    <a:ext uri="{FF2B5EF4-FFF2-40B4-BE49-F238E27FC236}">
                      <a16:creationId xmlns:a16="http://schemas.microsoft.com/office/drawing/2014/main" id="{A1C807B8-6572-77F1-2C11-D5A506D4E9A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21900" y="3320032"/>
                  <a:ext cx="1645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441" name="Rukopis 7440">
                  <a:extLst>
                    <a:ext uri="{FF2B5EF4-FFF2-40B4-BE49-F238E27FC236}">
                      <a16:creationId xmlns:a16="http://schemas.microsoft.com/office/drawing/2014/main" id="{0614813A-7B5A-6150-4188-C10580345994}"/>
                    </a:ext>
                  </a:extLst>
                </p14:cNvPr>
                <p14:cNvContentPartPr/>
                <p14:nvPr/>
              </p14:nvContentPartPr>
              <p14:xfrm>
                <a:off x="6608660" y="3299872"/>
                <a:ext cx="86760" cy="43560"/>
              </p14:xfrm>
            </p:contentPart>
          </mc:Choice>
          <mc:Fallback>
            <p:pic>
              <p:nvPicPr>
                <p:cNvPr id="7441" name="Rukopis 7440">
                  <a:extLst>
                    <a:ext uri="{FF2B5EF4-FFF2-40B4-BE49-F238E27FC236}">
                      <a16:creationId xmlns:a16="http://schemas.microsoft.com/office/drawing/2014/main" id="{0614813A-7B5A-6150-4188-C1058034599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00020" y="3290872"/>
                  <a:ext cx="1044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7443" name="Rukopis 7442">
                  <a:extLst>
                    <a:ext uri="{FF2B5EF4-FFF2-40B4-BE49-F238E27FC236}">
                      <a16:creationId xmlns:a16="http://schemas.microsoft.com/office/drawing/2014/main" id="{11BAA2AC-5F3F-377D-51C8-89CC483B6861}"/>
                    </a:ext>
                  </a:extLst>
                </p14:cNvPr>
                <p14:cNvContentPartPr/>
                <p14:nvPr/>
              </p14:nvContentPartPr>
              <p14:xfrm>
                <a:off x="6821780" y="3526312"/>
                <a:ext cx="1800" cy="4320"/>
              </p14:xfrm>
            </p:contentPart>
          </mc:Choice>
          <mc:Fallback>
            <p:pic>
              <p:nvPicPr>
                <p:cNvPr id="7443" name="Rukopis 7442">
                  <a:extLst>
                    <a:ext uri="{FF2B5EF4-FFF2-40B4-BE49-F238E27FC236}">
                      <a16:creationId xmlns:a16="http://schemas.microsoft.com/office/drawing/2014/main" id="{11BAA2AC-5F3F-377D-51C8-89CC483B686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812780" y="3517672"/>
                  <a:ext cx="194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7444" name="Rukopis 7443">
                  <a:extLst>
                    <a:ext uri="{FF2B5EF4-FFF2-40B4-BE49-F238E27FC236}">
                      <a16:creationId xmlns:a16="http://schemas.microsoft.com/office/drawing/2014/main" id="{B1E4F7F4-FAFE-5E5A-7343-7E634FBA8BA4}"/>
                    </a:ext>
                  </a:extLst>
                </p14:cNvPr>
                <p14:cNvContentPartPr/>
                <p14:nvPr/>
              </p14:nvContentPartPr>
              <p14:xfrm>
                <a:off x="6906380" y="3264232"/>
                <a:ext cx="191160" cy="282960"/>
              </p14:xfrm>
            </p:contentPart>
          </mc:Choice>
          <mc:Fallback>
            <p:pic>
              <p:nvPicPr>
                <p:cNvPr id="7444" name="Rukopis 7443">
                  <a:extLst>
                    <a:ext uri="{FF2B5EF4-FFF2-40B4-BE49-F238E27FC236}">
                      <a16:creationId xmlns:a16="http://schemas.microsoft.com/office/drawing/2014/main" id="{B1E4F7F4-FAFE-5E5A-7343-7E634FBA8BA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897740" y="3255592"/>
                  <a:ext cx="208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7445" name="Rukopis 7444">
                  <a:extLst>
                    <a:ext uri="{FF2B5EF4-FFF2-40B4-BE49-F238E27FC236}">
                      <a16:creationId xmlns:a16="http://schemas.microsoft.com/office/drawing/2014/main" id="{948D70C8-F257-8721-9B3A-FAB24408996D}"/>
                    </a:ext>
                  </a:extLst>
                </p14:cNvPr>
                <p14:cNvContentPartPr/>
                <p14:nvPr/>
              </p14:nvContentPartPr>
              <p14:xfrm>
                <a:off x="6953900" y="3419032"/>
                <a:ext cx="147240" cy="30960"/>
              </p14:xfrm>
            </p:contentPart>
          </mc:Choice>
          <mc:Fallback>
            <p:pic>
              <p:nvPicPr>
                <p:cNvPr id="7445" name="Rukopis 7444">
                  <a:extLst>
                    <a:ext uri="{FF2B5EF4-FFF2-40B4-BE49-F238E27FC236}">
                      <a16:creationId xmlns:a16="http://schemas.microsoft.com/office/drawing/2014/main" id="{948D70C8-F257-8721-9B3A-FAB24408996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945260" y="3410032"/>
                  <a:ext cx="164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7446" name="Rukopis 7445">
                  <a:extLst>
                    <a:ext uri="{FF2B5EF4-FFF2-40B4-BE49-F238E27FC236}">
                      <a16:creationId xmlns:a16="http://schemas.microsoft.com/office/drawing/2014/main" id="{0C234A4F-A753-42CA-D59A-C21B920094DB}"/>
                    </a:ext>
                  </a:extLst>
                </p14:cNvPr>
                <p14:cNvContentPartPr/>
                <p14:nvPr/>
              </p14:nvContentPartPr>
              <p14:xfrm>
                <a:off x="7162700" y="3190432"/>
                <a:ext cx="141120" cy="161280"/>
              </p14:xfrm>
            </p:contentPart>
          </mc:Choice>
          <mc:Fallback>
            <p:pic>
              <p:nvPicPr>
                <p:cNvPr id="7446" name="Rukopis 7445">
                  <a:extLst>
                    <a:ext uri="{FF2B5EF4-FFF2-40B4-BE49-F238E27FC236}">
                      <a16:creationId xmlns:a16="http://schemas.microsoft.com/office/drawing/2014/main" id="{0C234A4F-A753-42CA-D59A-C21B920094D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153700" y="3181792"/>
                  <a:ext cx="15876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7448" name="Rukopis 7447">
                <a:extLst>
                  <a:ext uri="{FF2B5EF4-FFF2-40B4-BE49-F238E27FC236}">
                    <a16:creationId xmlns:a16="http://schemas.microsoft.com/office/drawing/2014/main" id="{5BAC18E2-6398-C4A5-D77D-02B957191E64}"/>
                  </a:ext>
                </a:extLst>
              </p14:cNvPr>
              <p14:cNvContentPartPr/>
              <p14:nvPr/>
            </p14:nvContentPartPr>
            <p14:xfrm>
              <a:off x="5069300" y="3693352"/>
              <a:ext cx="876600" cy="131040"/>
            </p14:xfrm>
          </p:contentPart>
        </mc:Choice>
        <mc:Fallback>
          <p:pic>
            <p:nvPicPr>
              <p:cNvPr id="7448" name="Rukopis 7447">
                <a:extLst>
                  <a:ext uri="{FF2B5EF4-FFF2-40B4-BE49-F238E27FC236}">
                    <a16:creationId xmlns:a16="http://schemas.microsoft.com/office/drawing/2014/main" id="{5BAC18E2-6398-C4A5-D77D-02B957191E64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5060300" y="3684352"/>
                <a:ext cx="894240" cy="14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477" name="Skupina 7476">
            <a:extLst>
              <a:ext uri="{FF2B5EF4-FFF2-40B4-BE49-F238E27FC236}">
                <a16:creationId xmlns:a16="http://schemas.microsoft.com/office/drawing/2014/main" id="{2B8587CB-CD54-CE1F-08AB-9B3CBD107C19}"/>
              </a:ext>
            </a:extLst>
          </p:cNvPr>
          <p:cNvGrpSpPr/>
          <p:nvPr/>
        </p:nvGrpSpPr>
        <p:grpSpPr>
          <a:xfrm>
            <a:off x="4729820" y="2545672"/>
            <a:ext cx="4473000" cy="1920240"/>
            <a:chOff x="4729820" y="2545672"/>
            <a:chExt cx="4473000" cy="192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7449" name="Rukopis 7448">
                  <a:extLst>
                    <a:ext uri="{FF2B5EF4-FFF2-40B4-BE49-F238E27FC236}">
                      <a16:creationId xmlns:a16="http://schemas.microsoft.com/office/drawing/2014/main" id="{1882844C-755D-7230-81A9-409C24B971EB}"/>
                    </a:ext>
                  </a:extLst>
                </p14:cNvPr>
                <p14:cNvContentPartPr/>
                <p14:nvPr/>
              </p14:nvContentPartPr>
              <p14:xfrm>
                <a:off x="4729820" y="3923392"/>
                <a:ext cx="284040" cy="180000"/>
              </p14:xfrm>
            </p:contentPart>
          </mc:Choice>
          <mc:Fallback>
            <p:pic>
              <p:nvPicPr>
                <p:cNvPr id="7449" name="Rukopis 7448">
                  <a:extLst>
                    <a:ext uri="{FF2B5EF4-FFF2-40B4-BE49-F238E27FC236}">
                      <a16:creationId xmlns:a16="http://schemas.microsoft.com/office/drawing/2014/main" id="{1882844C-755D-7230-81A9-409C24B971E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721180" y="3914752"/>
                  <a:ext cx="301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7450" name="Rukopis 7449">
                  <a:extLst>
                    <a:ext uri="{FF2B5EF4-FFF2-40B4-BE49-F238E27FC236}">
                      <a16:creationId xmlns:a16="http://schemas.microsoft.com/office/drawing/2014/main" id="{AD2D7871-A337-3BCE-2173-64F7AC9FFF3C}"/>
                    </a:ext>
                  </a:extLst>
                </p14:cNvPr>
                <p14:cNvContentPartPr/>
                <p14:nvPr/>
              </p14:nvContentPartPr>
              <p14:xfrm>
                <a:off x="4942940" y="3906472"/>
                <a:ext cx="108360" cy="36000"/>
              </p14:xfrm>
            </p:contentPart>
          </mc:Choice>
          <mc:Fallback>
            <p:pic>
              <p:nvPicPr>
                <p:cNvPr id="7450" name="Rukopis 7449">
                  <a:extLst>
                    <a:ext uri="{FF2B5EF4-FFF2-40B4-BE49-F238E27FC236}">
                      <a16:creationId xmlns:a16="http://schemas.microsoft.com/office/drawing/2014/main" id="{AD2D7871-A337-3BCE-2173-64F7AC9FFF3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933940" y="3897472"/>
                  <a:ext cx="1260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7451" name="Rukopis 7450">
                  <a:extLst>
                    <a:ext uri="{FF2B5EF4-FFF2-40B4-BE49-F238E27FC236}">
                      <a16:creationId xmlns:a16="http://schemas.microsoft.com/office/drawing/2014/main" id="{A1DB7DFE-E23E-232B-A388-65DEDAAB63EA}"/>
                    </a:ext>
                  </a:extLst>
                </p14:cNvPr>
                <p14:cNvContentPartPr/>
                <p14:nvPr/>
              </p14:nvContentPartPr>
              <p14:xfrm>
                <a:off x="5060660" y="3910792"/>
                <a:ext cx="154440" cy="161640"/>
              </p14:xfrm>
            </p:contentPart>
          </mc:Choice>
          <mc:Fallback>
            <p:pic>
              <p:nvPicPr>
                <p:cNvPr id="7451" name="Rukopis 7450">
                  <a:extLst>
                    <a:ext uri="{FF2B5EF4-FFF2-40B4-BE49-F238E27FC236}">
                      <a16:creationId xmlns:a16="http://schemas.microsoft.com/office/drawing/2014/main" id="{A1DB7DFE-E23E-232B-A388-65DEDAAB63E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052020" y="3902152"/>
                  <a:ext cx="172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7452" name="Rukopis 7451">
                  <a:extLst>
                    <a:ext uri="{FF2B5EF4-FFF2-40B4-BE49-F238E27FC236}">
                      <a16:creationId xmlns:a16="http://schemas.microsoft.com/office/drawing/2014/main" id="{23AF70BE-73A5-F9EB-9461-3452E4F62EB4}"/>
                    </a:ext>
                  </a:extLst>
                </p14:cNvPr>
                <p14:cNvContentPartPr/>
                <p14:nvPr/>
              </p14:nvContentPartPr>
              <p14:xfrm>
                <a:off x="5253620" y="3923032"/>
                <a:ext cx="6120" cy="1800"/>
              </p14:xfrm>
            </p:contentPart>
          </mc:Choice>
          <mc:Fallback>
            <p:pic>
              <p:nvPicPr>
                <p:cNvPr id="7452" name="Rukopis 7451">
                  <a:extLst>
                    <a:ext uri="{FF2B5EF4-FFF2-40B4-BE49-F238E27FC236}">
                      <a16:creationId xmlns:a16="http://schemas.microsoft.com/office/drawing/2014/main" id="{23AF70BE-73A5-F9EB-9461-3452E4F62EB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244620" y="3914392"/>
                  <a:ext cx="237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7453" name="Rukopis 7452">
                  <a:extLst>
                    <a:ext uri="{FF2B5EF4-FFF2-40B4-BE49-F238E27FC236}">
                      <a16:creationId xmlns:a16="http://schemas.microsoft.com/office/drawing/2014/main" id="{BEC1E904-B28E-23B7-84FC-BE0FC13014B6}"/>
                    </a:ext>
                  </a:extLst>
                </p14:cNvPr>
                <p14:cNvContentPartPr/>
                <p14:nvPr/>
              </p14:nvContentPartPr>
              <p14:xfrm>
                <a:off x="5301500" y="3831592"/>
                <a:ext cx="703440" cy="246240"/>
              </p14:xfrm>
            </p:contentPart>
          </mc:Choice>
          <mc:Fallback>
            <p:pic>
              <p:nvPicPr>
                <p:cNvPr id="7453" name="Rukopis 7452">
                  <a:extLst>
                    <a:ext uri="{FF2B5EF4-FFF2-40B4-BE49-F238E27FC236}">
                      <a16:creationId xmlns:a16="http://schemas.microsoft.com/office/drawing/2014/main" id="{BEC1E904-B28E-23B7-84FC-BE0FC13014B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292500" y="3822592"/>
                  <a:ext cx="721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7454" name="Rukopis 7453">
                  <a:extLst>
                    <a:ext uri="{FF2B5EF4-FFF2-40B4-BE49-F238E27FC236}">
                      <a16:creationId xmlns:a16="http://schemas.microsoft.com/office/drawing/2014/main" id="{74BCEF2D-CA50-F66E-FA4F-1047B9E912BA}"/>
                    </a:ext>
                  </a:extLst>
                </p14:cNvPr>
                <p14:cNvContentPartPr/>
                <p14:nvPr/>
              </p14:nvContentPartPr>
              <p14:xfrm>
                <a:off x="5974340" y="3797032"/>
                <a:ext cx="89640" cy="133560"/>
              </p14:xfrm>
            </p:contentPart>
          </mc:Choice>
          <mc:Fallback>
            <p:pic>
              <p:nvPicPr>
                <p:cNvPr id="7454" name="Rukopis 7453">
                  <a:extLst>
                    <a:ext uri="{FF2B5EF4-FFF2-40B4-BE49-F238E27FC236}">
                      <a16:creationId xmlns:a16="http://schemas.microsoft.com/office/drawing/2014/main" id="{74BCEF2D-CA50-F66E-FA4F-1047B9E912B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965340" y="3788032"/>
                  <a:ext cx="107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7455" name="Rukopis 7454">
                  <a:extLst>
                    <a:ext uri="{FF2B5EF4-FFF2-40B4-BE49-F238E27FC236}">
                      <a16:creationId xmlns:a16="http://schemas.microsoft.com/office/drawing/2014/main" id="{32E2DB5D-2496-4A66-67E5-2838B2FD7169}"/>
                    </a:ext>
                  </a:extLst>
                </p14:cNvPr>
                <p14:cNvContentPartPr/>
                <p14:nvPr/>
              </p14:nvContentPartPr>
              <p14:xfrm>
                <a:off x="4912340" y="4150552"/>
                <a:ext cx="520200" cy="220680"/>
              </p14:xfrm>
            </p:contentPart>
          </mc:Choice>
          <mc:Fallback>
            <p:pic>
              <p:nvPicPr>
                <p:cNvPr id="7455" name="Rukopis 7454">
                  <a:extLst>
                    <a:ext uri="{FF2B5EF4-FFF2-40B4-BE49-F238E27FC236}">
                      <a16:creationId xmlns:a16="http://schemas.microsoft.com/office/drawing/2014/main" id="{32E2DB5D-2496-4A66-67E5-2838B2FD716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903340" y="4141912"/>
                  <a:ext cx="5378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7456" name="Rukopis 7455">
                  <a:extLst>
                    <a:ext uri="{FF2B5EF4-FFF2-40B4-BE49-F238E27FC236}">
                      <a16:creationId xmlns:a16="http://schemas.microsoft.com/office/drawing/2014/main" id="{18BCDBA2-63C8-5127-4F49-E9D607C45FC1}"/>
                    </a:ext>
                  </a:extLst>
                </p14:cNvPr>
                <p14:cNvContentPartPr/>
                <p14:nvPr/>
              </p14:nvContentPartPr>
              <p14:xfrm>
                <a:off x="5541980" y="4218232"/>
                <a:ext cx="134280" cy="247680"/>
              </p14:xfrm>
            </p:contentPart>
          </mc:Choice>
          <mc:Fallback>
            <p:pic>
              <p:nvPicPr>
                <p:cNvPr id="7456" name="Rukopis 7455">
                  <a:extLst>
                    <a:ext uri="{FF2B5EF4-FFF2-40B4-BE49-F238E27FC236}">
                      <a16:creationId xmlns:a16="http://schemas.microsoft.com/office/drawing/2014/main" id="{18BCDBA2-63C8-5127-4F49-E9D607C45FC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532980" y="4209592"/>
                  <a:ext cx="1519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7457" name="Rukopis 7456">
                  <a:extLst>
                    <a:ext uri="{FF2B5EF4-FFF2-40B4-BE49-F238E27FC236}">
                      <a16:creationId xmlns:a16="http://schemas.microsoft.com/office/drawing/2014/main" id="{090346D1-D5AA-D940-0247-13BACF5D565E}"/>
                    </a:ext>
                  </a:extLst>
                </p14:cNvPr>
                <p14:cNvContentPartPr/>
                <p14:nvPr/>
              </p14:nvContentPartPr>
              <p14:xfrm>
                <a:off x="5744300" y="4243072"/>
                <a:ext cx="125280" cy="90720"/>
              </p14:xfrm>
            </p:contentPart>
          </mc:Choice>
          <mc:Fallback>
            <p:pic>
              <p:nvPicPr>
                <p:cNvPr id="7457" name="Rukopis 7456">
                  <a:extLst>
                    <a:ext uri="{FF2B5EF4-FFF2-40B4-BE49-F238E27FC236}">
                      <a16:creationId xmlns:a16="http://schemas.microsoft.com/office/drawing/2014/main" id="{090346D1-D5AA-D940-0247-13BACF5D565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735660" y="4234072"/>
                  <a:ext cx="142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7458" name="Rukopis 7457">
                  <a:extLst>
                    <a:ext uri="{FF2B5EF4-FFF2-40B4-BE49-F238E27FC236}">
                      <a16:creationId xmlns:a16="http://schemas.microsoft.com/office/drawing/2014/main" id="{E60E5AAD-6DB5-B167-9D4F-401B52733334}"/>
                    </a:ext>
                  </a:extLst>
                </p14:cNvPr>
                <p14:cNvContentPartPr/>
                <p14:nvPr/>
              </p14:nvContentPartPr>
              <p14:xfrm>
                <a:off x="5814500" y="4155592"/>
                <a:ext cx="121320" cy="46440"/>
              </p14:xfrm>
            </p:contentPart>
          </mc:Choice>
          <mc:Fallback>
            <p:pic>
              <p:nvPicPr>
                <p:cNvPr id="7458" name="Rukopis 7457">
                  <a:extLst>
                    <a:ext uri="{FF2B5EF4-FFF2-40B4-BE49-F238E27FC236}">
                      <a16:creationId xmlns:a16="http://schemas.microsoft.com/office/drawing/2014/main" id="{E60E5AAD-6DB5-B167-9D4F-401B5273333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805860" y="4146592"/>
                  <a:ext cx="138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7459" name="Rukopis 7458">
                  <a:extLst>
                    <a:ext uri="{FF2B5EF4-FFF2-40B4-BE49-F238E27FC236}">
                      <a16:creationId xmlns:a16="http://schemas.microsoft.com/office/drawing/2014/main" id="{8AC586D2-EC18-EDBB-C621-34B988B4C0EB}"/>
                    </a:ext>
                  </a:extLst>
                </p14:cNvPr>
                <p14:cNvContentPartPr/>
                <p14:nvPr/>
              </p14:nvContentPartPr>
              <p14:xfrm>
                <a:off x="5925380" y="4212472"/>
                <a:ext cx="117000" cy="116280"/>
              </p14:xfrm>
            </p:contentPart>
          </mc:Choice>
          <mc:Fallback>
            <p:pic>
              <p:nvPicPr>
                <p:cNvPr id="7459" name="Rukopis 7458">
                  <a:extLst>
                    <a:ext uri="{FF2B5EF4-FFF2-40B4-BE49-F238E27FC236}">
                      <a16:creationId xmlns:a16="http://schemas.microsoft.com/office/drawing/2014/main" id="{8AC586D2-EC18-EDBB-C621-34B988B4C0E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916740" y="4203832"/>
                  <a:ext cx="134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7460" name="Rukopis 7459">
                  <a:extLst>
                    <a:ext uri="{FF2B5EF4-FFF2-40B4-BE49-F238E27FC236}">
                      <a16:creationId xmlns:a16="http://schemas.microsoft.com/office/drawing/2014/main" id="{908BD3A5-DB7E-F415-11BF-53F5DEADAA3A}"/>
                    </a:ext>
                  </a:extLst>
                </p14:cNvPr>
                <p14:cNvContentPartPr/>
                <p14:nvPr/>
              </p14:nvContentPartPr>
              <p14:xfrm>
                <a:off x="6061100" y="4142272"/>
                <a:ext cx="255960" cy="192960"/>
              </p14:xfrm>
            </p:contentPart>
          </mc:Choice>
          <mc:Fallback>
            <p:pic>
              <p:nvPicPr>
                <p:cNvPr id="7460" name="Rukopis 7459">
                  <a:extLst>
                    <a:ext uri="{FF2B5EF4-FFF2-40B4-BE49-F238E27FC236}">
                      <a16:creationId xmlns:a16="http://schemas.microsoft.com/office/drawing/2014/main" id="{908BD3A5-DB7E-F415-11BF-53F5DEADAA3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052460" y="4133632"/>
                  <a:ext cx="273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7461" name="Rukopis 7460">
                  <a:extLst>
                    <a:ext uri="{FF2B5EF4-FFF2-40B4-BE49-F238E27FC236}">
                      <a16:creationId xmlns:a16="http://schemas.microsoft.com/office/drawing/2014/main" id="{DE7E188D-8B93-5C24-FA29-5051BC874CCA}"/>
                    </a:ext>
                  </a:extLst>
                </p14:cNvPr>
                <p14:cNvContentPartPr/>
                <p14:nvPr/>
              </p14:nvContentPartPr>
              <p14:xfrm>
                <a:off x="6241100" y="4199512"/>
                <a:ext cx="160200" cy="244080"/>
              </p14:xfrm>
            </p:contentPart>
          </mc:Choice>
          <mc:Fallback>
            <p:pic>
              <p:nvPicPr>
                <p:cNvPr id="7461" name="Rukopis 7460">
                  <a:extLst>
                    <a:ext uri="{FF2B5EF4-FFF2-40B4-BE49-F238E27FC236}">
                      <a16:creationId xmlns:a16="http://schemas.microsoft.com/office/drawing/2014/main" id="{DE7E188D-8B93-5C24-FA29-5051BC874CC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232100" y="4190872"/>
                  <a:ext cx="1778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7462" name="Rukopis 7461">
                  <a:extLst>
                    <a:ext uri="{FF2B5EF4-FFF2-40B4-BE49-F238E27FC236}">
                      <a16:creationId xmlns:a16="http://schemas.microsoft.com/office/drawing/2014/main" id="{5E9DC549-D0E9-2174-5E9F-2ACAF570DEBB}"/>
                    </a:ext>
                  </a:extLst>
                </p14:cNvPr>
                <p14:cNvContentPartPr/>
                <p14:nvPr/>
              </p14:nvContentPartPr>
              <p14:xfrm>
                <a:off x="6463580" y="4201312"/>
                <a:ext cx="95400" cy="122040"/>
              </p14:xfrm>
            </p:contentPart>
          </mc:Choice>
          <mc:Fallback>
            <p:pic>
              <p:nvPicPr>
                <p:cNvPr id="7462" name="Rukopis 7461">
                  <a:extLst>
                    <a:ext uri="{FF2B5EF4-FFF2-40B4-BE49-F238E27FC236}">
                      <a16:creationId xmlns:a16="http://schemas.microsoft.com/office/drawing/2014/main" id="{5E9DC549-D0E9-2174-5E9F-2ACAF570DEB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454580" y="4192312"/>
                  <a:ext cx="1130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7463" name="Rukopis 7462">
                  <a:extLst>
                    <a:ext uri="{FF2B5EF4-FFF2-40B4-BE49-F238E27FC236}">
                      <a16:creationId xmlns:a16="http://schemas.microsoft.com/office/drawing/2014/main" id="{251EDE76-A68C-B80F-7704-92BE48843DB8}"/>
                    </a:ext>
                  </a:extLst>
                </p14:cNvPr>
                <p14:cNvContentPartPr/>
                <p14:nvPr/>
              </p14:nvContentPartPr>
              <p14:xfrm>
                <a:off x="6600020" y="4076032"/>
                <a:ext cx="181440" cy="218880"/>
              </p14:xfrm>
            </p:contentPart>
          </mc:Choice>
          <mc:Fallback>
            <p:pic>
              <p:nvPicPr>
                <p:cNvPr id="7463" name="Rukopis 7462">
                  <a:extLst>
                    <a:ext uri="{FF2B5EF4-FFF2-40B4-BE49-F238E27FC236}">
                      <a16:creationId xmlns:a16="http://schemas.microsoft.com/office/drawing/2014/main" id="{251EDE76-A68C-B80F-7704-92BE48843DB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591380" y="4067032"/>
                  <a:ext cx="199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7464" name="Rukopis 7463">
                  <a:extLst>
                    <a:ext uri="{FF2B5EF4-FFF2-40B4-BE49-F238E27FC236}">
                      <a16:creationId xmlns:a16="http://schemas.microsoft.com/office/drawing/2014/main" id="{25B36722-148C-5AF8-218A-E8517173DC88}"/>
                    </a:ext>
                  </a:extLst>
                </p14:cNvPr>
                <p14:cNvContentPartPr/>
                <p14:nvPr/>
              </p14:nvContentPartPr>
              <p14:xfrm>
                <a:off x="6813500" y="4118872"/>
                <a:ext cx="248760" cy="176760"/>
              </p14:xfrm>
            </p:contentPart>
          </mc:Choice>
          <mc:Fallback>
            <p:pic>
              <p:nvPicPr>
                <p:cNvPr id="7464" name="Rukopis 7463">
                  <a:extLst>
                    <a:ext uri="{FF2B5EF4-FFF2-40B4-BE49-F238E27FC236}">
                      <a16:creationId xmlns:a16="http://schemas.microsoft.com/office/drawing/2014/main" id="{25B36722-148C-5AF8-218A-E8517173DC8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804500" y="4110232"/>
                  <a:ext cx="2664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7465" name="Rukopis 7464">
                  <a:extLst>
                    <a:ext uri="{FF2B5EF4-FFF2-40B4-BE49-F238E27FC236}">
                      <a16:creationId xmlns:a16="http://schemas.microsoft.com/office/drawing/2014/main" id="{4C32B315-CAD6-2EA4-7640-815018278FCE}"/>
                    </a:ext>
                  </a:extLst>
                </p14:cNvPr>
                <p14:cNvContentPartPr/>
                <p14:nvPr/>
              </p14:nvContentPartPr>
              <p14:xfrm>
                <a:off x="7079180" y="4124272"/>
                <a:ext cx="440280" cy="210600"/>
              </p14:xfrm>
            </p:contentPart>
          </mc:Choice>
          <mc:Fallback>
            <p:pic>
              <p:nvPicPr>
                <p:cNvPr id="7465" name="Rukopis 7464">
                  <a:extLst>
                    <a:ext uri="{FF2B5EF4-FFF2-40B4-BE49-F238E27FC236}">
                      <a16:creationId xmlns:a16="http://schemas.microsoft.com/office/drawing/2014/main" id="{4C32B315-CAD6-2EA4-7640-815018278FC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070180" y="4115272"/>
                  <a:ext cx="4579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7467" name="Rukopis 7466">
                  <a:extLst>
                    <a:ext uri="{FF2B5EF4-FFF2-40B4-BE49-F238E27FC236}">
                      <a16:creationId xmlns:a16="http://schemas.microsoft.com/office/drawing/2014/main" id="{8A4E6DBC-BD9C-1F56-AFE5-09226B388F7F}"/>
                    </a:ext>
                  </a:extLst>
                </p14:cNvPr>
                <p14:cNvContentPartPr/>
                <p14:nvPr/>
              </p14:nvContentPartPr>
              <p14:xfrm>
                <a:off x="6161900" y="2938432"/>
                <a:ext cx="1611360" cy="920880"/>
              </p14:xfrm>
            </p:contentPart>
          </mc:Choice>
          <mc:Fallback>
            <p:pic>
              <p:nvPicPr>
                <p:cNvPr id="7467" name="Rukopis 7466">
                  <a:extLst>
                    <a:ext uri="{FF2B5EF4-FFF2-40B4-BE49-F238E27FC236}">
                      <a16:creationId xmlns:a16="http://schemas.microsoft.com/office/drawing/2014/main" id="{8A4E6DBC-BD9C-1F56-AFE5-09226B388F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152900" y="2929792"/>
                  <a:ext cx="1629000" cy="9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7468" name="Rukopis 7467">
                  <a:extLst>
                    <a:ext uri="{FF2B5EF4-FFF2-40B4-BE49-F238E27FC236}">
                      <a16:creationId xmlns:a16="http://schemas.microsoft.com/office/drawing/2014/main" id="{AEB27B2F-7695-A1DF-C2C1-98063D2212BF}"/>
                    </a:ext>
                  </a:extLst>
                </p14:cNvPr>
                <p14:cNvContentPartPr/>
                <p14:nvPr/>
              </p14:nvContentPartPr>
              <p14:xfrm>
                <a:off x="7618460" y="2825392"/>
                <a:ext cx="158760" cy="107640"/>
              </p14:xfrm>
            </p:contentPart>
          </mc:Choice>
          <mc:Fallback>
            <p:pic>
              <p:nvPicPr>
                <p:cNvPr id="7468" name="Rukopis 7467">
                  <a:extLst>
                    <a:ext uri="{FF2B5EF4-FFF2-40B4-BE49-F238E27FC236}">
                      <a16:creationId xmlns:a16="http://schemas.microsoft.com/office/drawing/2014/main" id="{AEB27B2F-7695-A1DF-C2C1-98063D2212B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609820" y="2816392"/>
                  <a:ext cx="176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7469" name="Rukopis 7468">
                  <a:extLst>
                    <a:ext uri="{FF2B5EF4-FFF2-40B4-BE49-F238E27FC236}">
                      <a16:creationId xmlns:a16="http://schemas.microsoft.com/office/drawing/2014/main" id="{B04F215A-7B74-4CB2-3AE7-021EBB3A4090}"/>
                    </a:ext>
                  </a:extLst>
                </p14:cNvPr>
                <p14:cNvContentPartPr/>
                <p14:nvPr/>
              </p14:nvContentPartPr>
              <p14:xfrm>
                <a:off x="7712060" y="2781472"/>
                <a:ext cx="140760" cy="182520"/>
              </p14:xfrm>
            </p:contentPart>
          </mc:Choice>
          <mc:Fallback>
            <p:pic>
              <p:nvPicPr>
                <p:cNvPr id="7469" name="Rukopis 7468">
                  <a:extLst>
                    <a:ext uri="{FF2B5EF4-FFF2-40B4-BE49-F238E27FC236}">
                      <a16:creationId xmlns:a16="http://schemas.microsoft.com/office/drawing/2014/main" id="{B04F215A-7B74-4CB2-3AE7-021EBB3A409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703060" y="2772832"/>
                  <a:ext cx="1584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7470" name="Rukopis 7469">
                  <a:extLst>
                    <a:ext uri="{FF2B5EF4-FFF2-40B4-BE49-F238E27FC236}">
                      <a16:creationId xmlns:a16="http://schemas.microsoft.com/office/drawing/2014/main" id="{8304C55F-7CB6-C5B8-6CCE-0FF788B6DC59}"/>
                    </a:ext>
                  </a:extLst>
                </p14:cNvPr>
                <p14:cNvContentPartPr/>
                <p14:nvPr/>
              </p14:nvContentPartPr>
              <p14:xfrm>
                <a:off x="7940660" y="2647552"/>
                <a:ext cx="243360" cy="304920"/>
              </p14:xfrm>
            </p:contentPart>
          </mc:Choice>
          <mc:Fallback>
            <p:pic>
              <p:nvPicPr>
                <p:cNvPr id="7470" name="Rukopis 7469">
                  <a:extLst>
                    <a:ext uri="{FF2B5EF4-FFF2-40B4-BE49-F238E27FC236}">
                      <a16:creationId xmlns:a16="http://schemas.microsoft.com/office/drawing/2014/main" id="{8304C55F-7CB6-C5B8-6CCE-0FF788B6DC5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932020" y="2638912"/>
                  <a:ext cx="2610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7471" name="Rukopis 7470">
                  <a:extLst>
                    <a:ext uri="{FF2B5EF4-FFF2-40B4-BE49-F238E27FC236}">
                      <a16:creationId xmlns:a16="http://schemas.microsoft.com/office/drawing/2014/main" id="{757AB2C8-008B-92E3-0797-F293B5078C88}"/>
                    </a:ext>
                  </a:extLst>
                </p14:cNvPr>
                <p14:cNvContentPartPr/>
                <p14:nvPr/>
              </p14:nvContentPartPr>
              <p14:xfrm>
                <a:off x="8182580" y="2545672"/>
                <a:ext cx="6120" cy="42480"/>
              </p14:xfrm>
            </p:contentPart>
          </mc:Choice>
          <mc:Fallback>
            <p:pic>
              <p:nvPicPr>
                <p:cNvPr id="7471" name="Rukopis 7470">
                  <a:extLst>
                    <a:ext uri="{FF2B5EF4-FFF2-40B4-BE49-F238E27FC236}">
                      <a16:creationId xmlns:a16="http://schemas.microsoft.com/office/drawing/2014/main" id="{757AB2C8-008B-92E3-0797-F293B5078C8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173580" y="2536672"/>
                  <a:ext cx="237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7472" name="Rukopis 7471">
                  <a:extLst>
                    <a:ext uri="{FF2B5EF4-FFF2-40B4-BE49-F238E27FC236}">
                      <a16:creationId xmlns:a16="http://schemas.microsoft.com/office/drawing/2014/main" id="{F3D7905C-235A-AD8C-A950-64685DE8A13A}"/>
                    </a:ext>
                  </a:extLst>
                </p14:cNvPr>
                <p14:cNvContentPartPr/>
                <p14:nvPr/>
              </p14:nvContentPartPr>
              <p14:xfrm>
                <a:off x="7956140" y="2929792"/>
                <a:ext cx="350280" cy="199080"/>
              </p14:xfrm>
            </p:contentPart>
          </mc:Choice>
          <mc:Fallback>
            <p:pic>
              <p:nvPicPr>
                <p:cNvPr id="7472" name="Rukopis 7471">
                  <a:extLst>
                    <a:ext uri="{FF2B5EF4-FFF2-40B4-BE49-F238E27FC236}">
                      <a16:creationId xmlns:a16="http://schemas.microsoft.com/office/drawing/2014/main" id="{F3D7905C-235A-AD8C-A950-64685DE8A13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947500" y="2920792"/>
                  <a:ext cx="3679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7473" name="Rukopis 7472">
                  <a:extLst>
                    <a:ext uri="{FF2B5EF4-FFF2-40B4-BE49-F238E27FC236}">
                      <a16:creationId xmlns:a16="http://schemas.microsoft.com/office/drawing/2014/main" id="{8D573B41-2EB7-9625-D4B7-CA7C81EF3BEB}"/>
                    </a:ext>
                  </a:extLst>
                </p14:cNvPr>
                <p14:cNvContentPartPr/>
                <p14:nvPr/>
              </p14:nvContentPartPr>
              <p14:xfrm>
                <a:off x="8252780" y="2803432"/>
                <a:ext cx="264600" cy="229680"/>
              </p14:xfrm>
            </p:contentPart>
          </mc:Choice>
          <mc:Fallback>
            <p:pic>
              <p:nvPicPr>
                <p:cNvPr id="7473" name="Rukopis 7472">
                  <a:extLst>
                    <a:ext uri="{FF2B5EF4-FFF2-40B4-BE49-F238E27FC236}">
                      <a16:creationId xmlns:a16="http://schemas.microsoft.com/office/drawing/2014/main" id="{8D573B41-2EB7-9625-D4B7-CA7C81EF3BE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244140" y="2794432"/>
                  <a:ext cx="282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7474" name="Rukopis 7473">
                  <a:extLst>
                    <a:ext uri="{FF2B5EF4-FFF2-40B4-BE49-F238E27FC236}">
                      <a16:creationId xmlns:a16="http://schemas.microsoft.com/office/drawing/2014/main" id="{F92A7319-1706-1420-C665-B9B046CF0949}"/>
                    </a:ext>
                  </a:extLst>
                </p14:cNvPr>
                <p14:cNvContentPartPr/>
                <p14:nvPr/>
              </p14:nvContentPartPr>
              <p14:xfrm>
                <a:off x="8556620" y="2835472"/>
                <a:ext cx="9000" cy="24480"/>
              </p14:xfrm>
            </p:contentPart>
          </mc:Choice>
          <mc:Fallback>
            <p:pic>
              <p:nvPicPr>
                <p:cNvPr id="7474" name="Rukopis 7473">
                  <a:extLst>
                    <a:ext uri="{FF2B5EF4-FFF2-40B4-BE49-F238E27FC236}">
                      <a16:creationId xmlns:a16="http://schemas.microsoft.com/office/drawing/2014/main" id="{F92A7319-1706-1420-C665-B9B046CF094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547620" y="2826832"/>
                  <a:ext cx="26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7475" name="Rukopis 7474">
                  <a:extLst>
                    <a:ext uri="{FF2B5EF4-FFF2-40B4-BE49-F238E27FC236}">
                      <a16:creationId xmlns:a16="http://schemas.microsoft.com/office/drawing/2014/main" id="{FE41BDBE-6C68-E2F1-7714-D7F0583AF8D4}"/>
                    </a:ext>
                  </a:extLst>
                </p14:cNvPr>
                <p14:cNvContentPartPr/>
                <p14:nvPr/>
              </p14:nvContentPartPr>
              <p14:xfrm>
                <a:off x="8615300" y="2754112"/>
                <a:ext cx="524160" cy="312480"/>
              </p14:xfrm>
            </p:contentPart>
          </mc:Choice>
          <mc:Fallback>
            <p:pic>
              <p:nvPicPr>
                <p:cNvPr id="7475" name="Rukopis 7474">
                  <a:extLst>
                    <a:ext uri="{FF2B5EF4-FFF2-40B4-BE49-F238E27FC236}">
                      <a16:creationId xmlns:a16="http://schemas.microsoft.com/office/drawing/2014/main" id="{FE41BDBE-6C68-E2F1-7714-D7F0583AF8D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606660" y="2745112"/>
                  <a:ext cx="5418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7476" name="Rukopis 7475">
                  <a:extLst>
                    <a:ext uri="{FF2B5EF4-FFF2-40B4-BE49-F238E27FC236}">
                      <a16:creationId xmlns:a16="http://schemas.microsoft.com/office/drawing/2014/main" id="{98237D31-FD41-8098-CF33-C9D39E0DE03A}"/>
                    </a:ext>
                  </a:extLst>
                </p14:cNvPr>
                <p14:cNvContentPartPr/>
                <p14:nvPr/>
              </p14:nvContentPartPr>
              <p14:xfrm>
                <a:off x="9098780" y="2836912"/>
                <a:ext cx="104040" cy="32760"/>
              </p14:xfrm>
            </p:contentPart>
          </mc:Choice>
          <mc:Fallback>
            <p:pic>
              <p:nvPicPr>
                <p:cNvPr id="7476" name="Rukopis 7475">
                  <a:extLst>
                    <a:ext uri="{FF2B5EF4-FFF2-40B4-BE49-F238E27FC236}">
                      <a16:creationId xmlns:a16="http://schemas.microsoft.com/office/drawing/2014/main" id="{98237D31-FD41-8098-CF33-C9D39E0DE03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089780" y="2828272"/>
                  <a:ext cx="1216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97" name="Skupina 7496">
            <a:extLst>
              <a:ext uri="{FF2B5EF4-FFF2-40B4-BE49-F238E27FC236}">
                <a16:creationId xmlns:a16="http://schemas.microsoft.com/office/drawing/2014/main" id="{976FECFF-C6AE-DBEA-EE31-E8D2FF1B8921}"/>
              </a:ext>
            </a:extLst>
          </p:cNvPr>
          <p:cNvGrpSpPr/>
          <p:nvPr/>
        </p:nvGrpSpPr>
        <p:grpSpPr>
          <a:xfrm>
            <a:off x="471020" y="4531432"/>
            <a:ext cx="1603800" cy="519480"/>
            <a:chOff x="471020" y="4531432"/>
            <a:chExt cx="1603800" cy="51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7478" name="Rukopis 7477">
                  <a:extLst>
                    <a:ext uri="{FF2B5EF4-FFF2-40B4-BE49-F238E27FC236}">
                      <a16:creationId xmlns:a16="http://schemas.microsoft.com/office/drawing/2014/main" id="{3B3CFD3C-3A91-96CE-A6FE-ED1E912CD819}"/>
                    </a:ext>
                  </a:extLst>
                </p14:cNvPr>
                <p14:cNvContentPartPr/>
                <p14:nvPr/>
              </p14:nvContentPartPr>
              <p14:xfrm>
                <a:off x="471020" y="4531432"/>
                <a:ext cx="235800" cy="324000"/>
              </p14:xfrm>
            </p:contentPart>
          </mc:Choice>
          <mc:Fallback>
            <p:pic>
              <p:nvPicPr>
                <p:cNvPr id="7478" name="Rukopis 7477">
                  <a:extLst>
                    <a:ext uri="{FF2B5EF4-FFF2-40B4-BE49-F238E27FC236}">
                      <a16:creationId xmlns:a16="http://schemas.microsoft.com/office/drawing/2014/main" id="{3B3CFD3C-3A91-96CE-A6FE-ED1E912CD81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62380" y="4522432"/>
                  <a:ext cx="2534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7479" name="Rukopis 7478">
                  <a:extLst>
                    <a:ext uri="{FF2B5EF4-FFF2-40B4-BE49-F238E27FC236}">
                      <a16:creationId xmlns:a16="http://schemas.microsoft.com/office/drawing/2014/main" id="{48094D12-52F5-B29A-E7C5-0055E3E67CBE}"/>
                    </a:ext>
                  </a:extLst>
                </p14:cNvPr>
                <p14:cNvContentPartPr/>
                <p14:nvPr/>
              </p14:nvContentPartPr>
              <p14:xfrm>
                <a:off x="627260" y="4538632"/>
                <a:ext cx="117360" cy="512280"/>
              </p14:xfrm>
            </p:contentPart>
          </mc:Choice>
          <mc:Fallback>
            <p:pic>
              <p:nvPicPr>
                <p:cNvPr id="7479" name="Rukopis 7478">
                  <a:extLst>
                    <a:ext uri="{FF2B5EF4-FFF2-40B4-BE49-F238E27FC236}">
                      <a16:creationId xmlns:a16="http://schemas.microsoft.com/office/drawing/2014/main" id="{48094D12-52F5-B29A-E7C5-0055E3E67CB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18620" y="4529992"/>
                  <a:ext cx="13500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7481" name="Rukopis 7480">
                  <a:extLst>
                    <a:ext uri="{FF2B5EF4-FFF2-40B4-BE49-F238E27FC236}">
                      <a16:creationId xmlns:a16="http://schemas.microsoft.com/office/drawing/2014/main" id="{F3496A2B-BF1F-6D84-BA71-24BC3266D8EF}"/>
                    </a:ext>
                  </a:extLst>
                </p14:cNvPr>
                <p14:cNvContentPartPr/>
                <p14:nvPr/>
              </p14:nvContentPartPr>
              <p14:xfrm>
                <a:off x="877820" y="4627552"/>
                <a:ext cx="180000" cy="260640"/>
              </p14:xfrm>
            </p:contentPart>
          </mc:Choice>
          <mc:Fallback>
            <p:pic>
              <p:nvPicPr>
                <p:cNvPr id="7481" name="Rukopis 7480">
                  <a:extLst>
                    <a:ext uri="{FF2B5EF4-FFF2-40B4-BE49-F238E27FC236}">
                      <a16:creationId xmlns:a16="http://schemas.microsoft.com/office/drawing/2014/main" id="{F3496A2B-BF1F-6D84-BA71-24BC3266D8E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68820" y="4618912"/>
                  <a:ext cx="1976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7482" name="Rukopis 7481">
                  <a:extLst>
                    <a:ext uri="{FF2B5EF4-FFF2-40B4-BE49-F238E27FC236}">
                      <a16:creationId xmlns:a16="http://schemas.microsoft.com/office/drawing/2014/main" id="{16E260DC-E3E1-7993-B86A-048B2706C1AC}"/>
                    </a:ext>
                  </a:extLst>
                </p14:cNvPr>
                <p14:cNvContentPartPr/>
                <p14:nvPr/>
              </p14:nvContentPartPr>
              <p14:xfrm>
                <a:off x="1094900" y="4771192"/>
                <a:ext cx="3240" cy="7200"/>
              </p14:xfrm>
            </p:contentPart>
          </mc:Choice>
          <mc:Fallback>
            <p:pic>
              <p:nvPicPr>
                <p:cNvPr id="7482" name="Rukopis 7481">
                  <a:extLst>
                    <a:ext uri="{FF2B5EF4-FFF2-40B4-BE49-F238E27FC236}">
                      <a16:creationId xmlns:a16="http://schemas.microsoft.com/office/drawing/2014/main" id="{16E260DC-E3E1-7993-B86A-048B2706C1A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5900" y="4762192"/>
                  <a:ext cx="20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7484" name="Rukopis 7483">
                  <a:extLst>
                    <a:ext uri="{FF2B5EF4-FFF2-40B4-BE49-F238E27FC236}">
                      <a16:creationId xmlns:a16="http://schemas.microsoft.com/office/drawing/2014/main" id="{3D89DF52-D83E-C6B1-7A22-A8E17B47C005}"/>
                    </a:ext>
                  </a:extLst>
                </p14:cNvPr>
                <p14:cNvContentPartPr/>
                <p14:nvPr/>
              </p14:nvContentPartPr>
              <p14:xfrm>
                <a:off x="1097780" y="4774432"/>
                <a:ext cx="13320" cy="11880"/>
              </p14:xfrm>
            </p:contentPart>
          </mc:Choice>
          <mc:Fallback>
            <p:pic>
              <p:nvPicPr>
                <p:cNvPr id="7484" name="Rukopis 7483">
                  <a:extLst>
                    <a:ext uri="{FF2B5EF4-FFF2-40B4-BE49-F238E27FC236}">
                      <a16:creationId xmlns:a16="http://schemas.microsoft.com/office/drawing/2014/main" id="{3D89DF52-D83E-C6B1-7A22-A8E17B47C00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88780" y="4765432"/>
                  <a:ext cx="30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7485" name="Rukopis 7484">
                  <a:extLst>
                    <a:ext uri="{FF2B5EF4-FFF2-40B4-BE49-F238E27FC236}">
                      <a16:creationId xmlns:a16="http://schemas.microsoft.com/office/drawing/2014/main" id="{426F0416-045E-43C3-8F5B-50CE9327E55D}"/>
                    </a:ext>
                  </a:extLst>
                </p14:cNvPr>
                <p14:cNvContentPartPr/>
                <p14:nvPr/>
              </p14:nvContentPartPr>
              <p14:xfrm>
                <a:off x="1191740" y="4583272"/>
                <a:ext cx="225720" cy="245520"/>
              </p14:xfrm>
            </p:contentPart>
          </mc:Choice>
          <mc:Fallback>
            <p:pic>
              <p:nvPicPr>
                <p:cNvPr id="7485" name="Rukopis 7484">
                  <a:extLst>
                    <a:ext uri="{FF2B5EF4-FFF2-40B4-BE49-F238E27FC236}">
                      <a16:creationId xmlns:a16="http://schemas.microsoft.com/office/drawing/2014/main" id="{426F0416-045E-43C3-8F5B-50CE9327E55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82740" y="4574632"/>
                  <a:ext cx="243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7486" name="Rukopis 7485">
                  <a:extLst>
                    <a:ext uri="{FF2B5EF4-FFF2-40B4-BE49-F238E27FC236}">
                      <a16:creationId xmlns:a16="http://schemas.microsoft.com/office/drawing/2014/main" id="{6BDF5931-3BE4-398B-BCD1-A06BFB71D6AB}"/>
                    </a:ext>
                  </a:extLst>
                </p14:cNvPr>
                <p14:cNvContentPartPr/>
                <p14:nvPr/>
              </p14:nvContentPartPr>
              <p14:xfrm>
                <a:off x="1432940" y="4678672"/>
                <a:ext cx="157320" cy="152280"/>
              </p14:xfrm>
            </p:contentPart>
          </mc:Choice>
          <mc:Fallback>
            <p:pic>
              <p:nvPicPr>
                <p:cNvPr id="7486" name="Rukopis 7485">
                  <a:extLst>
                    <a:ext uri="{FF2B5EF4-FFF2-40B4-BE49-F238E27FC236}">
                      <a16:creationId xmlns:a16="http://schemas.microsoft.com/office/drawing/2014/main" id="{6BDF5931-3BE4-398B-BCD1-A06BFB71D6A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423940" y="4669672"/>
                  <a:ext cx="174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7487" name="Rukopis 7486">
                  <a:extLst>
                    <a:ext uri="{FF2B5EF4-FFF2-40B4-BE49-F238E27FC236}">
                      <a16:creationId xmlns:a16="http://schemas.microsoft.com/office/drawing/2014/main" id="{202E8603-1F4F-4AF5-37E0-6533EB7CC221}"/>
                    </a:ext>
                  </a:extLst>
                </p14:cNvPr>
                <p14:cNvContentPartPr/>
                <p14:nvPr/>
              </p14:nvContentPartPr>
              <p14:xfrm>
                <a:off x="1599620" y="4698472"/>
                <a:ext cx="125640" cy="112680"/>
              </p14:xfrm>
            </p:contentPart>
          </mc:Choice>
          <mc:Fallback>
            <p:pic>
              <p:nvPicPr>
                <p:cNvPr id="7487" name="Rukopis 7486">
                  <a:extLst>
                    <a:ext uri="{FF2B5EF4-FFF2-40B4-BE49-F238E27FC236}">
                      <a16:creationId xmlns:a16="http://schemas.microsoft.com/office/drawing/2014/main" id="{202E8603-1F4F-4AF5-37E0-6533EB7CC22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590980" y="4689832"/>
                  <a:ext cx="143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7488" name="Rukopis 7487">
                  <a:extLst>
                    <a:ext uri="{FF2B5EF4-FFF2-40B4-BE49-F238E27FC236}">
                      <a16:creationId xmlns:a16="http://schemas.microsoft.com/office/drawing/2014/main" id="{E711FF0C-5187-CACB-1809-A62A5646DCBA}"/>
                    </a:ext>
                  </a:extLst>
                </p14:cNvPr>
                <p14:cNvContentPartPr/>
                <p14:nvPr/>
              </p14:nvContentPartPr>
              <p14:xfrm>
                <a:off x="1791500" y="4534312"/>
                <a:ext cx="204120" cy="303840"/>
              </p14:xfrm>
            </p:contentPart>
          </mc:Choice>
          <mc:Fallback>
            <p:pic>
              <p:nvPicPr>
                <p:cNvPr id="7488" name="Rukopis 7487">
                  <a:extLst>
                    <a:ext uri="{FF2B5EF4-FFF2-40B4-BE49-F238E27FC236}">
                      <a16:creationId xmlns:a16="http://schemas.microsoft.com/office/drawing/2014/main" id="{E711FF0C-5187-CACB-1809-A62A5646DCB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782860" y="4525312"/>
                  <a:ext cx="2217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7489" name="Rukopis 7488">
                  <a:extLst>
                    <a:ext uri="{FF2B5EF4-FFF2-40B4-BE49-F238E27FC236}">
                      <a16:creationId xmlns:a16="http://schemas.microsoft.com/office/drawing/2014/main" id="{3796AA73-C525-2774-3BEF-432AD4F7A3CC}"/>
                    </a:ext>
                  </a:extLst>
                </p14:cNvPr>
                <p14:cNvContentPartPr/>
                <p14:nvPr/>
              </p14:nvContentPartPr>
              <p14:xfrm>
                <a:off x="2068700" y="4707832"/>
                <a:ext cx="6120" cy="35280"/>
              </p14:xfrm>
            </p:contentPart>
          </mc:Choice>
          <mc:Fallback>
            <p:pic>
              <p:nvPicPr>
                <p:cNvPr id="7489" name="Rukopis 7488">
                  <a:extLst>
                    <a:ext uri="{FF2B5EF4-FFF2-40B4-BE49-F238E27FC236}">
                      <a16:creationId xmlns:a16="http://schemas.microsoft.com/office/drawing/2014/main" id="{3796AA73-C525-2774-3BEF-432AD4F7A3C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060060" y="4698832"/>
                  <a:ext cx="23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7490" name="Rukopis 7489">
                  <a:extLst>
                    <a:ext uri="{FF2B5EF4-FFF2-40B4-BE49-F238E27FC236}">
                      <a16:creationId xmlns:a16="http://schemas.microsoft.com/office/drawing/2014/main" id="{AD121CB4-70B1-D78C-E003-974F4FB0F74E}"/>
                    </a:ext>
                  </a:extLst>
                </p14:cNvPr>
                <p14:cNvContentPartPr/>
                <p14:nvPr/>
              </p14:nvContentPartPr>
              <p14:xfrm>
                <a:off x="2037020" y="4818352"/>
                <a:ext cx="14760" cy="1800"/>
              </p14:xfrm>
            </p:contentPart>
          </mc:Choice>
          <mc:Fallback>
            <p:pic>
              <p:nvPicPr>
                <p:cNvPr id="7490" name="Rukopis 7489">
                  <a:extLst>
                    <a:ext uri="{FF2B5EF4-FFF2-40B4-BE49-F238E27FC236}">
                      <a16:creationId xmlns:a16="http://schemas.microsoft.com/office/drawing/2014/main" id="{AD121CB4-70B1-D78C-E003-974F4FB0F74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028380" y="4809712"/>
                  <a:ext cx="3240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21" name="Skupina 7520">
            <a:extLst>
              <a:ext uri="{FF2B5EF4-FFF2-40B4-BE49-F238E27FC236}">
                <a16:creationId xmlns:a16="http://schemas.microsoft.com/office/drawing/2014/main" id="{D5823026-1916-6042-FC38-C5071B769475}"/>
              </a:ext>
            </a:extLst>
          </p:cNvPr>
          <p:cNvGrpSpPr/>
          <p:nvPr/>
        </p:nvGrpSpPr>
        <p:grpSpPr>
          <a:xfrm>
            <a:off x="2301620" y="4428472"/>
            <a:ext cx="1361160" cy="431640"/>
            <a:chOff x="2301620" y="4428472"/>
            <a:chExt cx="136116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7491" name="Rukopis 7490">
                  <a:extLst>
                    <a:ext uri="{FF2B5EF4-FFF2-40B4-BE49-F238E27FC236}">
                      <a16:creationId xmlns:a16="http://schemas.microsoft.com/office/drawing/2014/main" id="{EC147320-EE6B-1EA0-5466-806A0B1DC554}"/>
                    </a:ext>
                  </a:extLst>
                </p14:cNvPr>
                <p14:cNvContentPartPr/>
                <p14:nvPr/>
              </p14:nvContentPartPr>
              <p14:xfrm>
                <a:off x="2301620" y="4559872"/>
                <a:ext cx="124920" cy="241920"/>
              </p14:xfrm>
            </p:contentPart>
          </mc:Choice>
          <mc:Fallback>
            <p:pic>
              <p:nvPicPr>
                <p:cNvPr id="7491" name="Rukopis 7490">
                  <a:extLst>
                    <a:ext uri="{FF2B5EF4-FFF2-40B4-BE49-F238E27FC236}">
                      <a16:creationId xmlns:a16="http://schemas.microsoft.com/office/drawing/2014/main" id="{EC147320-EE6B-1EA0-5466-806A0B1DC55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292980" y="4551232"/>
                  <a:ext cx="1425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7492" name="Rukopis 7491">
                  <a:extLst>
                    <a:ext uri="{FF2B5EF4-FFF2-40B4-BE49-F238E27FC236}">
                      <a16:creationId xmlns:a16="http://schemas.microsoft.com/office/drawing/2014/main" id="{37351208-225D-B6A3-E225-4910A8D2C34A}"/>
                    </a:ext>
                  </a:extLst>
                </p14:cNvPr>
                <p14:cNvContentPartPr/>
                <p14:nvPr/>
              </p14:nvContentPartPr>
              <p14:xfrm>
                <a:off x="2435540" y="4569592"/>
                <a:ext cx="134280" cy="232560"/>
              </p14:xfrm>
            </p:contentPart>
          </mc:Choice>
          <mc:Fallback>
            <p:pic>
              <p:nvPicPr>
                <p:cNvPr id="7492" name="Rukopis 7491">
                  <a:extLst>
                    <a:ext uri="{FF2B5EF4-FFF2-40B4-BE49-F238E27FC236}">
                      <a16:creationId xmlns:a16="http://schemas.microsoft.com/office/drawing/2014/main" id="{37351208-225D-B6A3-E225-4910A8D2C34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426900" y="4560952"/>
                  <a:ext cx="151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7494" name="Rukopis 7493">
                  <a:extLst>
                    <a:ext uri="{FF2B5EF4-FFF2-40B4-BE49-F238E27FC236}">
                      <a16:creationId xmlns:a16="http://schemas.microsoft.com/office/drawing/2014/main" id="{E13DF00F-42CE-1A95-4231-F93815E89A64}"/>
                    </a:ext>
                  </a:extLst>
                </p14:cNvPr>
                <p14:cNvContentPartPr/>
                <p14:nvPr/>
              </p14:nvContentPartPr>
              <p14:xfrm>
                <a:off x="2772140" y="4701352"/>
                <a:ext cx="141480" cy="32040"/>
              </p14:xfrm>
            </p:contentPart>
          </mc:Choice>
          <mc:Fallback>
            <p:pic>
              <p:nvPicPr>
                <p:cNvPr id="7494" name="Rukopis 7493">
                  <a:extLst>
                    <a:ext uri="{FF2B5EF4-FFF2-40B4-BE49-F238E27FC236}">
                      <a16:creationId xmlns:a16="http://schemas.microsoft.com/office/drawing/2014/main" id="{E13DF00F-42CE-1A95-4231-F93815E89A6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763500" y="4692352"/>
                  <a:ext cx="1591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7495" name="Rukopis 7494">
                  <a:extLst>
                    <a:ext uri="{FF2B5EF4-FFF2-40B4-BE49-F238E27FC236}">
                      <a16:creationId xmlns:a16="http://schemas.microsoft.com/office/drawing/2014/main" id="{52DEB8BD-B98E-07A1-6299-96C25239BA8A}"/>
                    </a:ext>
                  </a:extLst>
                </p14:cNvPr>
                <p14:cNvContentPartPr/>
                <p14:nvPr/>
              </p14:nvContentPartPr>
              <p14:xfrm>
                <a:off x="3010820" y="4528912"/>
                <a:ext cx="121680" cy="273240"/>
              </p14:xfrm>
            </p:contentPart>
          </mc:Choice>
          <mc:Fallback>
            <p:pic>
              <p:nvPicPr>
                <p:cNvPr id="7495" name="Rukopis 7494">
                  <a:extLst>
                    <a:ext uri="{FF2B5EF4-FFF2-40B4-BE49-F238E27FC236}">
                      <a16:creationId xmlns:a16="http://schemas.microsoft.com/office/drawing/2014/main" id="{52DEB8BD-B98E-07A1-6299-96C25239BA8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001820" y="4519912"/>
                  <a:ext cx="1393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7498" name="Rukopis 7497">
                  <a:extLst>
                    <a:ext uri="{FF2B5EF4-FFF2-40B4-BE49-F238E27FC236}">
                      <a16:creationId xmlns:a16="http://schemas.microsoft.com/office/drawing/2014/main" id="{1D1238D9-06CB-7407-D28F-7DBAD14D5E65}"/>
                    </a:ext>
                  </a:extLst>
                </p14:cNvPr>
                <p14:cNvContentPartPr/>
                <p14:nvPr/>
              </p14:nvContentPartPr>
              <p14:xfrm>
                <a:off x="2627060" y="4428472"/>
                <a:ext cx="119880" cy="164520"/>
              </p14:xfrm>
            </p:contentPart>
          </mc:Choice>
          <mc:Fallback>
            <p:pic>
              <p:nvPicPr>
                <p:cNvPr id="7498" name="Rukopis 7497">
                  <a:extLst>
                    <a:ext uri="{FF2B5EF4-FFF2-40B4-BE49-F238E27FC236}">
                      <a16:creationId xmlns:a16="http://schemas.microsoft.com/office/drawing/2014/main" id="{1D1238D9-06CB-7407-D28F-7DBAD14D5E6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618060" y="4419472"/>
                  <a:ext cx="1375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7499" name="Rukopis 7498">
                  <a:extLst>
                    <a:ext uri="{FF2B5EF4-FFF2-40B4-BE49-F238E27FC236}">
                      <a16:creationId xmlns:a16="http://schemas.microsoft.com/office/drawing/2014/main" id="{DC47B5A7-4F40-8211-2A2B-EA61D48795D0}"/>
                    </a:ext>
                  </a:extLst>
                </p14:cNvPr>
                <p14:cNvContentPartPr/>
                <p14:nvPr/>
              </p14:nvContentPartPr>
              <p14:xfrm>
                <a:off x="3212420" y="4651312"/>
                <a:ext cx="152640" cy="22320"/>
              </p14:xfrm>
            </p:contentPart>
          </mc:Choice>
          <mc:Fallback>
            <p:pic>
              <p:nvPicPr>
                <p:cNvPr id="7499" name="Rukopis 7498">
                  <a:extLst>
                    <a:ext uri="{FF2B5EF4-FFF2-40B4-BE49-F238E27FC236}">
                      <a16:creationId xmlns:a16="http://schemas.microsoft.com/office/drawing/2014/main" id="{DC47B5A7-4F40-8211-2A2B-EA61D48795D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203420" y="4642672"/>
                  <a:ext cx="170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7500" name="Rukopis 7499">
                  <a:extLst>
                    <a:ext uri="{FF2B5EF4-FFF2-40B4-BE49-F238E27FC236}">
                      <a16:creationId xmlns:a16="http://schemas.microsoft.com/office/drawing/2014/main" id="{D23BF0F9-0D1B-5870-1D94-C344F952726B}"/>
                    </a:ext>
                  </a:extLst>
                </p14:cNvPr>
                <p14:cNvContentPartPr/>
                <p14:nvPr/>
              </p14:nvContentPartPr>
              <p14:xfrm>
                <a:off x="3225380" y="4701352"/>
                <a:ext cx="170280" cy="19800"/>
              </p14:xfrm>
            </p:contentPart>
          </mc:Choice>
          <mc:Fallback>
            <p:pic>
              <p:nvPicPr>
                <p:cNvPr id="7500" name="Rukopis 7499">
                  <a:extLst>
                    <a:ext uri="{FF2B5EF4-FFF2-40B4-BE49-F238E27FC236}">
                      <a16:creationId xmlns:a16="http://schemas.microsoft.com/office/drawing/2014/main" id="{D23BF0F9-0D1B-5870-1D94-C344F952726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216380" y="4692352"/>
                  <a:ext cx="187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7501" name="Rukopis 7500">
                  <a:extLst>
                    <a:ext uri="{FF2B5EF4-FFF2-40B4-BE49-F238E27FC236}">
                      <a16:creationId xmlns:a16="http://schemas.microsoft.com/office/drawing/2014/main" id="{DBDC8B4A-3307-9849-F348-DDF35D2701A2}"/>
                    </a:ext>
                  </a:extLst>
                </p14:cNvPr>
                <p14:cNvContentPartPr/>
                <p14:nvPr/>
              </p14:nvContentPartPr>
              <p14:xfrm>
                <a:off x="3436700" y="4587592"/>
                <a:ext cx="121320" cy="272520"/>
              </p14:xfrm>
            </p:contentPart>
          </mc:Choice>
          <mc:Fallback>
            <p:pic>
              <p:nvPicPr>
                <p:cNvPr id="7501" name="Rukopis 7500">
                  <a:extLst>
                    <a:ext uri="{FF2B5EF4-FFF2-40B4-BE49-F238E27FC236}">
                      <a16:creationId xmlns:a16="http://schemas.microsoft.com/office/drawing/2014/main" id="{DBDC8B4A-3307-9849-F348-DDF35D2701A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428060" y="4578952"/>
                  <a:ext cx="1389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7502" name="Rukopis 7501">
                  <a:extLst>
                    <a:ext uri="{FF2B5EF4-FFF2-40B4-BE49-F238E27FC236}">
                      <a16:creationId xmlns:a16="http://schemas.microsoft.com/office/drawing/2014/main" id="{06951997-53DD-942F-90D7-C6E001152E24}"/>
                    </a:ext>
                  </a:extLst>
                </p14:cNvPr>
                <p14:cNvContentPartPr/>
                <p14:nvPr/>
              </p14:nvContentPartPr>
              <p14:xfrm>
                <a:off x="3481340" y="4593712"/>
                <a:ext cx="181440" cy="42480"/>
              </p14:xfrm>
            </p:contentPart>
          </mc:Choice>
          <mc:Fallback>
            <p:pic>
              <p:nvPicPr>
                <p:cNvPr id="7502" name="Rukopis 7501">
                  <a:extLst>
                    <a:ext uri="{FF2B5EF4-FFF2-40B4-BE49-F238E27FC236}">
                      <a16:creationId xmlns:a16="http://schemas.microsoft.com/office/drawing/2014/main" id="{06951997-53DD-942F-90D7-C6E001152E2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472700" y="4585072"/>
                  <a:ext cx="19908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19" name="Skupina 7518">
            <a:extLst>
              <a:ext uri="{FF2B5EF4-FFF2-40B4-BE49-F238E27FC236}">
                <a16:creationId xmlns:a16="http://schemas.microsoft.com/office/drawing/2014/main" id="{2A9877DA-53C7-895F-20D4-4F44DAC49088}"/>
              </a:ext>
            </a:extLst>
          </p:cNvPr>
          <p:cNvGrpSpPr/>
          <p:nvPr/>
        </p:nvGrpSpPr>
        <p:grpSpPr>
          <a:xfrm>
            <a:off x="3878420" y="4584712"/>
            <a:ext cx="237960" cy="366480"/>
            <a:chOff x="3878420" y="4584712"/>
            <a:chExt cx="23796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7503" name="Rukopis 7502">
                  <a:extLst>
                    <a:ext uri="{FF2B5EF4-FFF2-40B4-BE49-F238E27FC236}">
                      <a16:creationId xmlns:a16="http://schemas.microsoft.com/office/drawing/2014/main" id="{C684719A-D89B-066C-15B3-82B45198B956}"/>
                    </a:ext>
                  </a:extLst>
                </p14:cNvPr>
                <p14:cNvContentPartPr/>
                <p14:nvPr/>
              </p14:nvContentPartPr>
              <p14:xfrm>
                <a:off x="3878420" y="4681552"/>
                <a:ext cx="237960" cy="269640"/>
              </p14:xfrm>
            </p:contentPart>
          </mc:Choice>
          <mc:Fallback>
            <p:pic>
              <p:nvPicPr>
                <p:cNvPr id="7503" name="Rukopis 7502">
                  <a:extLst>
                    <a:ext uri="{FF2B5EF4-FFF2-40B4-BE49-F238E27FC236}">
                      <a16:creationId xmlns:a16="http://schemas.microsoft.com/office/drawing/2014/main" id="{C684719A-D89B-066C-15B3-82B45198B95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869420" y="4672912"/>
                  <a:ext cx="2556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7504" name="Rukopis 7503">
                  <a:extLst>
                    <a:ext uri="{FF2B5EF4-FFF2-40B4-BE49-F238E27FC236}">
                      <a16:creationId xmlns:a16="http://schemas.microsoft.com/office/drawing/2014/main" id="{D4183325-CFF7-4CC4-DAB5-1F16E7FF7ADD}"/>
                    </a:ext>
                  </a:extLst>
                </p14:cNvPr>
                <p14:cNvContentPartPr/>
                <p14:nvPr/>
              </p14:nvContentPartPr>
              <p14:xfrm>
                <a:off x="4083980" y="4584712"/>
                <a:ext cx="17640" cy="19800"/>
              </p14:xfrm>
            </p:contentPart>
          </mc:Choice>
          <mc:Fallback>
            <p:pic>
              <p:nvPicPr>
                <p:cNvPr id="7504" name="Rukopis 7503">
                  <a:extLst>
                    <a:ext uri="{FF2B5EF4-FFF2-40B4-BE49-F238E27FC236}">
                      <a16:creationId xmlns:a16="http://schemas.microsoft.com/office/drawing/2014/main" id="{D4183325-CFF7-4CC4-DAB5-1F16E7FF7AD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075340" y="4575712"/>
                  <a:ext cx="352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18" name="Skupina 7517">
            <a:extLst>
              <a:ext uri="{FF2B5EF4-FFF2-40B4-BE49-F238E27FC236}">
                <a16:creationId xmlns:a16="http://schemas.microsoft.com/office/drawing/2014/main" id="{67B84F9B-2E3B-8D13-B295-B48EC628A7B1}"/>
              </a:ext>
            </a:extLst>
          </p:cNvPr>
          <p:cNvGrpSpPr/>
          <p:nvPr/>
        </p:nvGrpSpPr>
        <p:grpSpPr>
          <a:xfrm>
            <a:off x="4321580" y="4549792"/>
            <a:ext cx="920880" cy="282960"/>
            <a:chOff x="4321580" y="4549792"/>
            <a:chExt cx="92088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7505" name="Rukopis 7504">
                  <a:extLst>
                    <a:ext uri="{FF2B5EF4-FFF2-40B4-BE49-F238E27FC236}">
                      <a16:creationId xmlns:a16="http://schemas.microsoft.com/office/drawing/2014/main" id="{2B6E91B3-B167-1217-B527-CF2520239CC2}"/>
                    </a:ext>
                  </a:extLst>
                </p14:cNvPr>
                <p14:cNvContentPartPr/>
                <p14:nvPr/>
              </p14:nvContentPartPr>
              <p14:xfrm>
                <a:off x="4321580" y="4594432"/>
                <a:ext cx="312480" cy="238320"/>
              </p14:xfrm>
            </p:contentPart>
          </mc:Choice>
          <mc:Fallback>
            <p:pic>
              <p:nvPicPr>
                <p:cNvPr id="7505" name="Rukopis 7504">
                  <a:extLst>
                    <a:ext uri="{FF2B5EF4-FFF2-40B4-BE49-F238E27FC236}">
                      <a16:creationId xmlns:a16="http://schemas.microsoft.com/office/drawing/2014/main" id="{2B6E91B3-B167-1217-B527-CF2520239CC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12580" y="4585432"/>
                  <a:ext cx="3301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7506" name="Rukopis 7505">
                  <a:extLst>
                    <a:ext uri="{FF2B5EF4-FFF2-40B4-BE49-F238E27FC236}">
                      <a16:creationId xmlns:a16="http://schemas.microsoft.com/office/drawing/2014/main" id="{E236BEBC-4E58-F39B-7CBA-0CDAC35F88FD}"/>
                    </a:ext>
                  </a:extLst>
                </p14:cNvPr>
                <p14:cNvContentPartPr/>
                <p14:nvPr/>
              </p14:nvContentPartPr>
              <p14:xfrm>
                <a:off x="4598780" y="4549792"/>
                <a:ext cx="197640" cy="212760"/>
              </p14:xfrm>
            </p:contentPart>
          </mc:Choice>
          <mc:Fallback>
            <p:pic>
              <p:nvPicPr>
                <p:cNvPr id="7506" name="Rukopis 7505">
                  <a:extLst>
                    <a:ext uri="{FF2B5EF4-FFF2-40B4-BE49-F238E27FC236}">
                      <a16:creationId xmlns:a16="http://schemas.microsoft.com/office/drawing/2014/main" id="{E236BEBC-4E58-F39B-7CBA-0CDAC35F88F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590140" y="4540792"/>
                  <a:ext cx="215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7507" name="Rukopis 7506">
                  <a:extLst>
                    <a:ext uri="{FF2B5EF4-FFF2-40B4-BE49-F238E27FC236}">
                      <a16:creationId xmlns:a16="http://schemas.microsoft.com/office/drawing/2014/main" id="{39C7D00E-9181-BF0B-B837-8105A9CEEE5A}"/>
                    </a:ext>
                  </a:extLst>
                </p14:cNvPr>
                <p14:cNvContentPartPr/>
                <p14:nvPr/>
              </p14:nvContentPartPr>
              <p14:xfrm>
                <a:off x="4823420" y="4751752"/>
                <a:ext cx="6120" cy="5040"/>
              </p14:xfrm>
            </p:contentPart>
          </mc:Choice>
          <mc:Fallback>
            <p:pic>
              <p:nvPicPr>
                <p:cNvPr id="7507" name="Rukopis 7506">
                  <a:extLst>
                    <a:ext uri="{FF2B5EF4-FFF2-40B4-BE49-F238E27FC236}">
                      <a16:creationId xmlns:a16="http://schemas.microsoft.com/office/drawing/2014/main" id="{39C7D00E-9181-BF0B-B837-8105A9CEEE5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14780" y="4742752"/>
                  <a:ext cx="237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7508" name="Rukopis 7507">
                  <a:extLst>
                    <a:ext uri="{FF2B5EF4-FFF2-40B4-BE49-F238E27FC236}">
                      <a16:creationId xmlns:a16="http://schemas.microsoft.com/office/drawing/2014/main" id="{07A0B3DE-2217-42AE-4877-1A04E920E1EB}"/>
                    </a:ext>
                  </a:extLst>
                </p14:cNvPr>
                <p14:cNvContentPartPr/>
                <p14:nvPr/>
              </p14:nvContentPartPr>
              <p14:xfrm>
                <a:off x="4974620" y="4567792"/>
                <a:ext cx="141840" cy="226800"/>
              </p14:xfrm>
            </p:contentPart>
          </mc:Choice>
          <mc:Fallback>
            <p:pic>
              <p:nvPicPr>
                <p:cNvPr id="7508" name="Rukopis 7507">
                  <a:extLst>
                    <a:ext uri="{FF2B5EF4-FFF2-40B4-BE49-F238E27FC236}">
                      <a16:creationId xmlns:a16="http://schemas.microsoft.com/office/drawing/2014/main" id="{07A0B3DE-2217-42AE-4877-1A04E920E1EB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965620" y="4559152"/>
                  <a:ext cx="1594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7509" name="Rukopis 7508">
                  <a:extLst>
                    <a:ext uri="{FF2B5EF4-FFF2-40B4-BE49-F238E27FC236}">
                      <a16:creationId xmlns:a16="http://schemas.microsoft.com/office/drawing/2014/main" id="{2FFA5D53-3A48-4F80-65B0-944D31D034D6}"/>
                    </a:ext>
                  </a:extLst>
                </p14:cNvPr>
                <p14:cNvContentPartPr/>
                <p14:nvPr/>
              </p14:nvContentPartPr>
              <p14:xfrm>
                <a:off x="5056700" y="4578952"/>
                <a:ext cx="185760" cy="17280"/>
              </p14:xfrm>
            </p:contentPart>
          </mc:Choice>
          <mc:Fallback>
            <p:pic>
              <p:nvPicPr>
                <p:cNvPr id="7509" name="Rukopis 7508">
                  <a:extLst>
                    <a:ext uri="{FF2B5EF4-FFF2-40B4-BE49-F238E27FC236}">
                      <a16:creationId xmlns:a16="http://schemas.microsoft.com/office/drawing/2014/main" id="{2FFA5D53-3A48-4F80-65B0-944D31D034D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047700" y="4569952"/>
                  <a:ext cx="20340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17" name="Skupina 7516">
            <a:extLst>
              <a:ext uri="{FF2B5EF4-FFF2-40B4-BE49-F238E27FC236}">
                <a16:creationId xmlns:a16="http://schemas.microsoft.com/office/drawing/2014/main" id="{F3A3914A-0C91-82E6-EC06-5A2D43982D89}"/>
              </a:ext>
            </a:extLst>
          </p:cNvPr>
          <p:cNvGrpSpPr/>
          <p:nvPr/>
        </p:nvGrpSpPr>
        <p:grpSpPr>
          <a:xfrm>
            <a:off x="676220" y="5030032"/>
            <a:ext cx="1182960" cy="302040"/>
            <a:chOff x="676220" y="5030032"/>
            <a:chExt cx="118296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7510" name="Rukopis 7509">
                  <a:extLst>
                    <a:ext uri="{FF2B5EF4-FFF2-40B4-BE49-F238E27FC236}">
                      <a16:creationId xmlns:a16="http://schemas.microsoft.com/office/drawing/2014/main" id="{B4871521-1456-84F9-52D3-DBCD2289F362}"/>
                    </a:ext>
                  </a:extLst>
                </p14:cNvPr>
                <p14:cNvContentPartPr/>
                <p14:nvPr/>
              </p14:nvContentPartPr>
              <p14:xfrm>
                <a:off x="676220" y="5048392"/>
                <a:ext cx="190800" cy="283680"/>
              </p14:xfrm>
            </p:contentPart>
          </mc:Choice>
          <mc:Fallback>
            <p:pic>
              <p:nvPicPr>
                <p:cNvPr id="7510" name="Rukopis 7509">
                  <a:extLst>
                    <a:ext uri="{FF2B5EF4-FFF2-40B4-BE49-F238E27FC236}">
                      <a16:creationId xmlns:a16="http://schemas.microsoft.com/office/drawing/2014/main" id="{B4871521-1456-84F9-52D3-DBCD2289F36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67580" y="5039392"/>
                  <a:ext cx="2084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7511" name="Rukopis 7510">
                  <a:extLst>
                    <a:ext uri="{FF2B5EF4-FFF2-40B4-BE49-F238E27FC236}">
                      <a16:creationId xmlns:a16="http://schemas.microsoft.com/office/drawing/2014/main" id="{78BC9711-5FBA-CDEA-833E-58B786C64A22}"/>
                    </a:ext>
                  </a:extLst>
                </p14:cNvPr>
                <p14:cNvContentPartPr/>
                <p14:nvPr/>
              </p14:nvContentPartPr>
              <p14:xfrm>
                <a:off x="907700" y="5274832"/>
                <a:ext cx="7560" cy="360"/>
              </p14:xfrm>
            </p:contentPart>
          </mc:Choice>
          <mc:Fallback>
            <p:pic>
              <p:nvPicPr>
                <p:cNvPr id="7511" name="Rukopis 7510">
                  <a:extLst>
                    <a:ext uri="{FF2B5EF4-FFF2-40B4-BE49-F238E27FC236}">
                      <a16:creationId xmlns:a16="http://schemas.microsoft.com/office/drawing/2014/main" id="{78BC9711-5FBA-CDEA-833E-58B786C64A2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99060" y="5265832"/>
                  <a:ext cx="25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7512" name="Rukopis 7511">
                  <a:extLst>
                    <a:ext uri="{FF2B5EF4-FFF2-40B4-BE49-F238E27FC236}">
                      <a16:creationId xmlns:a16="http://schemas.microsoft.com/office/drawing/2014/main" id="{9E6BF4FB-E88C-6342-0919-C847C939D7BC}"/>
                    </a:ext>
                  </a:extLst>
                </p14:cNvPr>
                <p14:cNvContentPartPr/>
                <p14:nvPr/>
              </p14:nvContentPartPr>
              <p14:xfrm>
                <a:off x="1018580" y="5030032"/>
                <a:ext cx="195840" cy="257040"/>
              </p14:xfrm>
            </p:contentPart>
          </mc:Choice>
          <mc:Fallback>
            <p:pic>
              <p:nvPicPr>
                <p:cNvPr id="7512" name="Rukopis 7511">
                  <a:extLst>
                    <a:ext uri="{FF2B5EF4-FFF2-40B4-BE49-F238E27FC236}">
                      <a16:creationId xmlns:a16="http://schemas.microsoft.com/office/drawing/2014/main" id="{9E6BF4FB-E88C-6342-0919-C847C939D7B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09940" y="5021392"/>
                  <a:ext cx="2134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7513" name="Rukopis 7512">
                  <a:extLst>
                    <a:ext uri="{FF2B5EF4-FFF2-40B4-BE49-F238E27FC236}">
                      <a16:creationId xmlns:a16="http://schemas.microsoft.com/office/drawing/2014/main" id="{17C351BE-FA9B-7D94-5B8B-A9CCA35B9CDE}"/>
                    </a:ext>
                  </a:extLst>
                </p14:cNvPr>
                <p14:cNvContentPartPr/>
                <p14:nvPr/>
              </p14:nvContentPartPr>
              <p14:xfrm>
                <a:off x="1204340" y="5166112"/>
                <a:ext cx="235080" cy="125640"/>
              </p14:xfrm>
            </p:contentPart>
          </mc:Choice>
          <mc:Fallback>
            <p:pic>
              <p:nvPicPr>
                <p:cNvPr id="7513" name="Rukopis 7512">
                  <a:extLst>
                    <a:ext uri="{FF2B5EF4-FFF2-40B4-BE49-F238E27FC236}">
                      <a16:creationId xmlns:a16="http://schemas.microsoft.com/office/drawing/2014/main" id="{17C351BE-FA9B-7D94-5B8B-A9CCA35B9CD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95700" y="5157112"/>
                  <a:ext cx="252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7514" name="Rukopis 7513">
                  <a:extLst>
                    <a:ext uri="{FF2B5EF4-FFF2-40B4-BE49-F238E27FC236}">
                      <a16:creationId xmlns:a16="http://schemas.microsoft.com/office/drawing/2014/main" id="{D6E61685-0572-9558-0186-1AD895FB9F31}"/>
                    </a:ext>
                  </a:extLst>
                </p14:cNvPr>
                <p14:cNvContentPartPr/>
                <p14:nvPr/>
              </p14:nvContentPartPr>
              <p14:xfrm>
                <a:off x="1489100" y="5068192"/>
                <a:ext cx="155880" cy="199080"/>
              </p14:xfrm>
            </p:contentPart>
          </mc:Choice>
          <mc:Fallback>
            <p:pic>
              <p:nvPicPr>
                <p:cNvPr id="7514" name="Rukopis 7513">
                  <a:extLst>
                    <a:ext uri="{FF2B5EF4-FFF2-40B4-BE49-F238E27FC236}">
                      <a16:creationId xmlns:a16="http://schemas.microsoft.com/office/drawing/2014/main" id="{D6E61685-0572-9558-0186-1AD895FB9F3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480100" y="5059552"/>
                  <a:ext cx="173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7515" name="Rukopis 7514">
                  <a:extLst>
                    <a:ext uri="{FF2B5EF4-FFF2-40B4-BE49-F238E27FC236}">
                      <a16:creationId xmlns:a16="http://schemas.microsoft.com/office/drawing/2014/main" id="{C21DF81A-CE37-64B5-C37D-DCE95FA5D932}"/>
                    </a:ext>
                  </a:extLst>
                </p14:cNvPr>
                <p14:cNvContentPartPr/>
                <p14:nvPr/>
              </p14:nvContentPartPr>
              <p14:xfrm>
                <a:off x="1848740" y="5182312"/>
                <a:ext cx="10440" cy="18000"/>
              </p14:xfrm>
            </p:contentPart>
          </mc:Choice>
          <mc:Fallback>
            <p:pic>
              <p:nvPicPr>
                <p:cNvPr id="7515" name="Rukopis 7514">
                  <a:extLst>
                    <a:ext uri="{FF2B5EF4-FFF2-40B4-BE49-F238E27FC236}">
                      <a16:creationId xmlns:a16="http://schemas.microsoft.com/office/drawing/2014/main" id="{C21DF81A-CE37-64B5-C37D-DCE95FA5D93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839740" y="5173312"/>
                  <a:ext cx="280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7516" name="Rukopis 7515">
                  <a:extLst>
                    <a:ext uri="{FF2B5EF4-FFF2-40B4-BE49-F238E27FC236}">
                      <a16:creationId xmlns:a16="http://schemas.microsoft.com/office/drawing/2014/main" id="{A2B14159-FAC3-444B-13EF-3FE113A8B86B}"/>
                    </a:ext>
                  </a:extLst>
                </p14:cNvPr>
                <p14:cNvContentPartPr/>
                <p14:nvPr/>
              </p14:nvContentPartPr>
              <p14:xfrm>
                <a:off x="1837220" y="5261872"/>
                <a:ext cx="17640" cy="360"/>
              </p14:xfrm>
            </p:contentPart>
          </mc:Choice>
          <mc:Fallback>
            <p:pic>
              <p:nvPicPr>
                <p:cNvPr id="7516" name="Rukopis 7515">
                  <a:extLst>
                    <a:ext uri="{FF2B5EF4-FFF2-40B4-BE49-F238E27FC236}">
                      <a16:creationId xmlns:a16="http://schemas.microsoft.com/office/drawing/2014/main" id="{A2B14159-FAC3-444B-13EF-3FE113A8B86B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828220" y="5252872"/>
                  <a:ext cx="352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39" name="Skupina 7538">
            <a:extLst>
              <a:ext uri="{FF2B5EF4-FFF2-40B4-BE49-F238E27FC236}">
                <a16:creationId xmlns:a16="http://schemas.microsoft.com/office/drawing/2014/main" id="{4D59AA33-AFFB-44B3-6470-EE6ECA286CD3}"/>
              </a:ext>
            </a:extLst>
          </p:cNvPr>
          <p:cNvGrpSpPr/>
          <p:nvPr/>
        </p:nvGrpSpPr>
        <p:grpSpPr>
          <a:xfrm>
            <a:off x="2116220" y="5048752"/>
            <a:ext cx="1259280" cy="415080"/>
            <a:chOff x="2116220" y="5048752"/>
            <a:chExt cx="125928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7522" name="Rukopis 7521">
                  <a:extLst>
                    <a:ext uri="{FF2B5EF4-FFF2-40B4-BE49-F238E27FC236}">
                      <a16:creationId xmlns:a16="http://schemas.microsoft.com/office/drawing/2014/main" id="{A499BAF1-055A-10F2-6BA9-C434C5348D33}"/>
                    </a:ext>
                  </a:extLst>
                </p14:cNvPr>
                <p14:cNvContentPartPr/>
                <p14:nvPr/>
              </p14:nvContentPartPr>
              <p14:xfrm>
                <a:off x="2116220" y="5182672"/>
                <a:ext cx="160200" cy="266400"/>
              </p14:xfrm>
            </p:contentPart>
          </mc:Choice>
          <mc:Fallback>
            <p:pic>
              <p:nvPicPr>
                <p:cNvPr id="7522" name="Rukopis 7521">
                  <a:extLst>
                    <a:ext uri="{FF2B5EF4-FFF2-40B4-BE49-F238E27FC236}">
                      <a16:creationId xmlns:a16="http://schemas.microsoft.com/office/drawing/2014/main" id="{A499BAF1-055A-10F2-6BA9-C434C5348D3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107220" y="5174032"/>
                  <a:ext cx="177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7523" name="Rukopis 7522">
                  <a:extLst>
                    <a:ext uri="{FF2B5EF4-FFF2-40B4-BE49-F238E27FC236}">
                      <a16:creationId xmlns:a16="http://schemas.microsoft.com/office/drawing/2014/main" id="{B595FE58-858B-3F8F-A3B5-8A11F8D9EE76}"/>
                    </a:ext>
                  </a:extLst>
                </p14:cNvPr>
                <p14:cNvContentPartPr/>
                <p14:nvPr/>
              </p14:nvContentPartPr>
              <p14:xfrm>
                <a:off x="2146460" y="5186632"/>
                <a:ext cx="217440" cy="6840"/>
              </p14:xfrm>
            </p:contentPart>
          </mc:Choice>
          <mc:Fallback>
            <p:pic>
              <p:nvPicPr>
                <p:cNvPr id="7523" name="Rukopis 7522">
                  <a:extLst>
                    <a:ext uri="{FF2B5EF4-FFF2-40B4-BE49-F238E27FC236}">
                      <a16:creationId xmlns:a16="http://schemas.microsoft.com/office/drawing/2014/main" id="{B595FE58-858B-3F8F-A3B5-8A11F8D9EE7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137460" y="5177992"/>
                  <a:ext cx="235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7524" name="Rukopis 7523">
                  <a:extLst>
                    <a:ext uri="{FF2B5EF4-FFF2-40B4-BE49-F238E27FC236}">
                      <a16:creationId xmlns:a16="http://schemas.microsoft.com/office/drawing/2014/main" id="{CFC9AFE5-95D5-8BC5-6605-5D8CA4CB3E2E}"/>
                    </a:ext>
                  </a:extLst>
                </p14:cNvPr>
                <p14:cNvContentPartPr/>
                <p14:nvPr/>
              </p14:nvContentPartPr>
              <p14:xfrm>
                <a:off x="2386580" y="5122552"/>
                <a:ext cx="76680" cy="341280"/>
              </p14:xfrm>
            </p:contentPart>
          </mc:Choice>
          <mc:Fallback>
            <p:pic>
              <p:nvPicPr>
                <p:cNvPr id="7524" name="Rukopis 7523">
                  <a:extLst>
                    <a:ext uri="{FF2B5EF4-FFF2-40B4-BE49-F238E27FC236}">
                      <a16:creationId xmlns:a16="http://schemas.microsoft.com/office/drawing/2014/main" id="{CFC9AFE5-95D5-8BC5-6605-5D8CA4CB3E2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377940" y="5113912"/>
                  <a:ext cx="943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7526" name="Rukopis 7525">
                  <a:extLst>
                    <a:ext uri="{FF2B5EF4-FFF2-40B4-BE49-F238E27FC236}">
                      <a16:creationId xmlns:a16="http://schemas.microsoft.com/office/drawing/2014/main" id="{060F0840-4215-E8F9-1A99-7A7B46C90D81}"/>
                    </a:ext>
                  </a:extLst>
                </p14:cNvPr>
                <p14:cNvContentPartPr/>
                <p14:nvPr/>
              </p14:nvContentPartPr>
              <p14:xfrm>
                <a:off x="2546420" y="5143792"/>
                <a:ext cx="167040" cy="257040"/>
              </p14:xfrm>
            </p:contentPart>
          </mc:Choice>
          <mc:Fallback>
            <p:pic>
              <p:nvPicPr>
                <p:cNvPr id="7526" name="Rukopis 7525">
                  <a:extLst>
                    <a:ext uri="{FF2B5EF4-FFF2-40B4-BE49-F238E27FC236}">
                      <a16:creationId xmlns:a16="http://schemas.microsoft.com/office/drawing/2014/main" id="{060F0840-4215-E8F9-1A99-7A7B46C90D8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537420" y="5135152"/>
                  <a:ext cx="1846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7527" name="Rukopis 7526">
                  <a:extLst>
                    <a:ext uri="{FF2B5EF4-FFF2-40B4-BE49-F238E27FC236}">
                      <a16:creationId xmlns:a16="http://schemas.microsoft.com/office/drawing/2014/main" id="{8C17BB8F-2AE5-DF60-1DA6-44919DDF8836}"/>
                    </a:ext>
                  </a:extLst>
                </p14:cNvPr>
                <p14:cNvContentPartPr/>
                <p14:nvPr/>
              </p14:nvContentPartPr>
              <p14:xfrm>
                <a:off x="2743340" y="5193472"/>
                <a:ext cx="113040" cy="192960"/>
              </p14:xfrm>
            </p:contentPart>
          </mc:Choice>
          <mc:Fallback>
            <p:pic>
              <p:nvPicPr>
                <p:cNvPr id="7527" name="Rukopis 7526">
                  <a:extLst>
                    <a:ext uri="{FF2B5EF4-FFF2-40B4-BE49-F238E27FC236}">
                      <a16:creationId xmlns:a16="http://schemas.microsoft.com/office/drawing/2014/main" id="{8C17BB8F-2AE5-DF60-1DA6-44919DDF8836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734700" y="5184472"/>
                  <a:ext cx="130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7528" name="Rukopis 7527">
                  <a:extLst>
                    <a:ext uri="{FF2B5EF4-FFF2-40B4-BE49-F238E27FC236}">
                      <a16:creationId xmlns:a16="http://schemas.microsoft.com/office/drawing/2014/main" id="{F059A735-E76E-F0E2-B404-59D2F4324FCC}"/>
                    </a:ext>
                  </a:extLst>
                </p14:cNvPr>
                <p14:cNvContentPartPr/>
                <p14:nvPr/>
              </p14:nvContentPartPr>
              <p14:xfrm>
                <a:off x="2924780" y="5048752"/>
                <a:ext cx="89640" cy="195840"/>
              </p14:xfrm>
            </p:contentPart>
          </mc:Choice>
          <mc:Fallback>
            <p:pic>
              <p:nvPicPr>
                <p:cNvPr id="7528" name="Rukopis 7527">
                  <a:extLst>
                    <a:ext uri="{FF2B5EF4-FFF2-40B4-BE49-F238E27FC236}">
                      <a16:creationId xmlns:a16="http://schemas.microsoft.com/office/drawing/2014/main" id="{F059A735-E76E-F0E2-B404-59D2F4324FC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915780" y="5040112"/>
                  <a:ext cx="107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7529" name="Rukopis 7528">
                  <a:extLst>
                    <a:ext uri="{FF2B5EF4-FFF2-40B4-BE49-F238E27FC236}">
                      <a16:creationId xmlns:a16="http://schemas.microsoft.com/office/drawing/2014/main" id="{19C9BD6B-6019-4F59-4C3C-AF2756F56DF8}"/>
                    </a:ext>
                  </a:extLst>
                </p14:cNvPr>
                <p14:cNvContentPartPr/>
                <p14:nvPr/>
              </p14:nvContentPartPr>
              <p14:xfrm>
                <a:off x="3028100" y="5329912"/>
                <a:ext cx="145800" cy="14040"/>
              </p14:xfrm>
            </p:contentPart>
          </mc:Choice>
          <mc:Fallback>
            <p:pic>
              <p:nvPicPr>
                <p:cNvPr id="7529" name="Rukopis 7528">
                  <a:extLst>
                    <a:ext uri="{FF2B5EF4-FFF2-40B4-BE49-F238E27FC236}">
                      <a16:creationId xmlns:a16="http://schemas.microsoft.com/office/drawing/2014/main" id="{19C9BD6B-6019-4F59-4C3C-AF2756F56DF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019460" y="5320912"/>
                  <a:ext cx="163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7530" name="Rukopis 7529">
                  <a:extLst>
                    <a:ext uri="{FF2B5EF4-FFF2-40B4-BE49-F238E27FC236}">
                      <a16:creationId xmlns:a16="http://schemas.microsoft.com/office/drawing/2014/main" id="{4FB2B943-9BBC-F47E-5453-A7B4B5180C6D}"/>
                    </a:ext>
                  </a:extLst>
                </p14:cNvPr>
                <p14:cNvContentPartPr/>
                <p14:nvPr/>
              </p14:nvContentPartPr>
              <p14:xfrm>
                <a:off x="3244820" y="5177632"/>
                <a:ext cx="130680" cy="217440"/>
              </p14:xfrm>
            </p:contentPart>
          </mc:Choice>
          <mc:Fallback>
            <p:pic>
              <p:nvPicPr>
                <p:cNvPr id="7530" name="Rukopis 7529">
                  <a:extLst>
                    <a:ext uri="{FF2B5EF4-FFF2-40B4-BE49-F238E27FC236}">
                      <a16:creationId xmlns:a16="http://schemas.microsoft.com/office/drawing/2014/main" id="{4FB2B943-9BBC-F47E-5453-A7B4B5180C6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236180" y="5168632"/>
                  <a:ext cx="14832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38" name="Skupina 7537">
            <a:extLst>
              <a:ext uri="{FF2B5EF4-FFF2-40B4-BE49-F238E27FC236}">
                <a16:creationId xmlns:a16="http://schemas.microsoft.com/office/drawing/2014/main" id="{71827DC9-63D7-A363-D193-C4BD9F859D0B}"/>
              </a:ext>
            </a:extLst>
          </p:cNvPr>
          <p:cNvGrpSpPr/>
          <p:nvPr/>
        </p:nvGrpSpPr>
        <p:grpSpPr>
          <a:xfrm>
            <a:off x="3642620" y="5185552"/>
            <a:ext cx="246600" cy="244800"/>
            <a:chOff x="3642620" y="5185552"/>
            <a:chExt cx="246600" cy="24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7531" name="Rukopis 7530">
                  <a:extLst>
                    <a:ext uri="{FF2B5EF4-FFF2-40B4-BE49-F238E27FC236}">
                      <a16:creationId xmlns:a16="http://schemas.microsoft.com/office/drawing/2014/main" id="{AEE4D672-853D-EC5B-6BC6-95883EBE8E37}"/>
                    </a:ext>
                  </a:extLst>
                </p14:cNvPr>
                <p14:cNvContentPartPr/>
                <p14:nvPr/>
              </p14:nvContentPartPr>
              <p14:xfrm>
                <a:off x="3642620" y="5257912"/>
                <a:ext cx="155880" cy="23760"/>
              </p14:xfrm>
            </p:contentPart>
          </mc:Choice>
          <mc:Fallback>
            <p:pic>
              <p:nvPicPr>
                <p:cNvPr id="7531" name="Rukopis 7530">
                  <a:extLst>
                    <a:ext uri="{FF2B5EF4-FFF2-40B4-BE49-F238E27FC236}">
                      <a16:creationId xmlns:a16="http://schemas.microsoft.com/office/drawing/2014/main" id="{AEE4D672-853D-EC5B-6BC6-95883EBE8E3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633620" y="5248912"/>
                  <a:ext cx="173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7532" name="Rukopis 7531">
                  <a:extLst>
                    <a:ext uri="{FF2B5EF4-FFF2-40B4-BE49-F238E27FC236}">
                      <a16:creationId xmlns:a16="http://schemas.microsoft.com/office/drawing/2014/main" id="{E7E7ADFA-4C64-6315-AF86-85A38918EC80}"/>
                    </a:ext>
                  </a:extLst>
                </p14:cNvPr>
                <p14:cNvContentPartPr/>
                <p14:nvPr/>
              </p14:nvContentPartPr>
              <p14:xfrm>
                <a:off x="3668540" y="5296792"/>
                <a:ext cx="142920" cy="28800"/>
              </p14:xfrm>
            </p:contentPart>
          </mc:Choice>
          <mc:Fallback>
            <p:pic>
              <p:nvPicPr>
                <p:cNvPr id="7532" name="Rukopis 7531">
                  <a:extLst>
                    <a:ext uri="{FF2B5EF4-FFF2-40B4-BE49-F238E27FC236}">
                      <a16:creationId xmlns:a16="http://schemas.microsoft.com/office/drawing/2014/main" id="{E7E7ADFA-4C64-6315-AF86-85A38918EC8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659540" y="5287792"/>
                  <a:ext cx="160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7533" name="Rukopis 7532">
                  <a:extLst>
                    <a:ext uri="{FF2B5EF4-FFF2-40B4-BE49-F238E27FC236}">
                      <a16:creationId xmlns:a16="http://schemas.microsoft.com/office/drawing/2014/main" id="{5E613817-025F-EF01-4B17-25925388E410}"/>
                    </a:ext>
                  </a:extLst>
                </p14:cNvPr>
                <p14:cNvContentPartPr/>
                <p14:nvPr/>
              </p14:nvContentPartPr>
              <p14:xfrm>
                <a:off x="3752060" y="5185552"/>
                <a:ext cx="137160" cy="244800"/>
              </p14:xfrm>
            </p:contentPart>
          </mc:Choice>
          <mc:Fallback>
            <p:pic>
              <p:nvPicPr>
                <p:cNvPr id="7533" name="Rukopis 7532">
                  <a:extLst>
                    <a:ext uri="{FF2B5EF4-FFF2-40B4-BE49-F238E27FC236}">
                      <a16:creationId xmlns:a16="http://schemas.microsoft.com/office/drawing/2014/main" id="{5E613817-025F-EF01-4B17-25925388E41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743060" y="5176552"/>
                  <a:ext cx="15480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47" name="Skupina 7546">
            <a:extLst>
              <a:ext uri="{FF2B5EF4-FFF2-40B4-BE49-F238E27FC236}">
                <a16:creationId xmlns:a16="http://schemas.microsoft.com/office/drawing/2014/main" id="{A14FB4FF-4FBB-ADFB-C820-CCDBF6523142}"/>
              </a:ext>
            </a:extLst>
          </p:cNvPr>
          <p:cNvGrpSpPr/>
          <p:nvPr/>
        </p:nvGrpSpPr>
        <p:grpSpPr>
          <a:xfrm>
            <a:off x="4109900" y="4955512"/>
            <a:ext cx="1732680" cy="426960"/>
            <a:chOff x="4109900" y="4955512"/>
            <a:chExt cx="173268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7534" name="Rukopis 7533">
                  <a:extLst>
                    <a:ext uri="{FF2B5EF4-FFF2-40B4-BE49-F238E27FC236}">
                      <a16:creationId xmlns:a16="http://schemas.microsoft.com/office/drawing/2014/main" id="{6AAF965B-5EB0-D33E-51BA-78F80750B75E}"/>
                    </a:ext>
                  </a:extLst>
                </p14:cNvPr>
                <p14:cNvContentPartPr/>
                <p14:nvPr/>
              </p14:nvContentPartPr>
              <p14:xfrm>
                <a:off x="4109900" y="5181592"/>
                <a:ext cx="119880" cy="188640"/>
              </p14:xfrm>
            </p:contentPart>
          </mc:Choice>
          <mc:Fallback>
            <p:pic>
              <p:nvPicPr>
                <p:cNvPr id="7534" name="Rukopis 7533">
                  <a:extLst>
                    <a:ext uri="{FF2B5EF4-FFF2-40B4-BE49-F238E27FC236}">
                      <a16:creationId xmlns:a16="http://schemas.microsoft.com/office/drawing/2014/main" id="{6AAF965B-5EB0-D33E-51BA-78F80750B75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101260" y="5172592"/>
                  <a:ext cx="137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7535" name="Rukopis 7534">
                  <a:extLst>
                    <a:ext uri="{FF2B5EF4-FFF2-40B4-BE49-F238E27FC236}">
                      <a16:creationId xmlns:a16="http://schemas.microsoft.com/office/drawing/2014/main" id="{54A45B16-F967-27CB-4064-ED56033DA85E}"/>
                    </a:ext>
                  </a:extLst>
                </p14:cNvPr>
                <p14:cNvContentPartPr/>
                <p14:nvPr/>
              </p14:nvContentPartPr>
              <p14:xfrm>
                <a:off x="4157420" y="5143432"/>
                <a:ext cx="243360" cy="24840"/>
              </p14:xfrm>
            </p:contentPart>
          </mc:Choice>
          <mc:Fallback>
            <p:pic>
              <p:nvPicPr>
                <p:cNvPr id="7535" name="Rukopis 7534">
                  <a:extLst>
                    <a:ext uri="{FF2B5EF4-FFF2-40B4-BE49-F238E27FC236}">
                      <a16:creationId xmlns:a16="http://schemas.microsoft.com/office/drawing/2014/main" id="{54A45B16-F967-27CB-4064-ED56033DA85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148780" y="5134432"/>
                  <a:ext cx="261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7536" name="Rukopis 7535">
                  <a:extLst>
                    <a:ext uri="{FF2B5EF4-FFF2-40B4-BE49-F238E27FC236}">
                      <a16:creationId xmlns:a16="http://schemas.microsoft.com/office/drawing/2014/main" id="{6861530A-E553-04E6-55C6-1390D33ED3DB}"/>
                    </a:ext>
                  </a:extLst>
                </p14:cNvPr>
                <p14:cNvContentPartPr/>
                <p14:nvPr/>
              </p14:nvContentPartPr>
              <p14:xfrm>
                <a:off x="4494020" y="5059552"/>
                <a:ext cx="95760" cy="322920"/>
              </p14:xfrm>
            </p:contentPart>
          </mc:Choice>
          <mc:Fallback>
            <p:pic>
              <p:nvPicPr>
                <p:cNvPr id="7536" name="Rukopis 7535">
                  <a:extLst>
                    <a:ext uri="{FF2B5EF4-FFF2-40B4-BE49-F238E27FC236}">
                      <a16:creationId xmlns:a16="http://schemas.microsoft.com/office/drawing/2014/main" id="{6861530A-E553-04E6-55C6-1390D33ED3DB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485380" y="5050912"/>
                  <a:ext cx="1134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7540" name="Rukopis 7539">
                  <a:extLst>
                    <a:ext uri="{FF2B5EF4-FFF2-40B4-BE49-F238E27FC236}">
                      <a16:creationId xmlns:a16="http://schemas.microsoft.com/office/drawing/2014/main" id="{5CABD2AA-F06F-3BEB-7188-928604BEC1DF}"/>
                    </a:ext>
                  </a:extLst>
                </p14:cNvPr>
                <p14:cNvContentPartPr/>
                <p14:nvPr/>
              </p14:nvContentPartPr>
              <p14:xfrm>
                <a:off x="4619300" y="5136232"/>
                <a:ext cx="142560" cy="208800"/>
              </p14:xfrm>
            </p:contentPart>
          </mc:Choice>
          <mc:Fallback>
            <p:pic>
              <p:nvPicPr>
                <p:cNvPr id="7540" name="Rukopis 7539">
                  <a:extLst>
                    <a:ext uri="{FF2B5EF4-FFF2-40B4-BE49-F238E27FC236}">
                      <a16:creationId xmlns:a16="http://schemas.microsoft.com/office/drawing/2014/main" id="{5CABD2AA-F06F-3BEB-7188-928604BEC1D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610300" y="5127232"/>
                  <a:ext cx="1602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7541" name="Rukopis 7540">
                  <a:extLst>
                    <a:ext uri="{FF2B5EF4-FFF2-40B4-BE49-F238E27FC236}">
                      <a16:creationId xmlns:a16="http://schemas.microsoft.com/office/drawing/2014/main" id="{923F5E85-D995-F55A-4250-BD57E88D32C0}"/>
                    </a:ext>
                  </a:extLst>
                </p14:cNvPr>
                <p14:cNvContentPartPr/>
                <p14:nvPr/>
              </p14:nvContentPartPr>
              <p14:xfrm>
                <a:off x="4761500" y="5129392"/>
                <a:ext cx="166680" cy="165600"/>
              </p14:xfrm>
            </p:contentPart>
          </mc:Choice>
          <mc:Fallback>
            <p:pic>
              <p:nvPicPr>
                <p:cNvPr id="7541" name="Rukopis 7540">
                  <a:extLst>
                    <a:ext uri="{FF2B5EF4-FFF2-40B4-BE49-F238E27FC236}">
                      <a16:creationId xmlns:a16="http://schemas.microsoft.com/office/drawing/2014/main" id="{923F5E85-D995-F55A-4250-BD57E88D32C0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752860" y="5120752"/>
                  <a:ext cx="1843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7542" name="Rukopis 7541">
                  <a:extLst>
                    <a:ext uri="{FF2B5EF4-FFF2-40B4-BE49-F238E27FC236}">
                      <a16:creationId xmlns:a16="http://schemas.microsoft.com/office/drawing/2014/main" id="{1B3CF435-2C47-5426-5FBC-EA1203E3A95B}"/>
                    </a:ext>
                  </a:extLst>
                </p14:cNvPr>
                <p14:cNvContentPartPr/>
                <p14:nvPr/>
              </p14:nvContentPartPr>
              <p14:xfrm>
                <a:off x="4976060" y="4955512"/>
                <a:ext cx="137160" cy="164880"/>
              </p14:xfrm>
            </p:contentPart>
          </mc:Choice>
          <mc:Fallback>
            <p:pic>
              <p:nvPicPr>
                <p:cNvPr id="7542" name="Rukopis 7541">
                  <a:extLst>
                    <a:ext uri="{FF2B5EF4-FFF2-40B4-BE49-F238E27FC236}">
                      <a16:creationId xmlns:a16="http://schemas.microsoft.com/office/drawing/2014/main" id="{1B3CF435-2C47-5426-5FBC-EA1203E3A95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967420" y="4946872"/>
                  <a:ext cx="154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7543" name="Rukopis 7542">
                  <a:extLst>
                    <a:ext uri="{FF2B5EF4-FFF2-40B4-BE49-F238E27FC236}">
                      <a16:creationId xmlns:a16="http://schemas.microsoft.com/office/drawing/2014/main" id="{C7DF30C1-8376-F5B7-4AFD-896814787CDB}"/>
                    </a:ext>
                  </a:extLst>
                </p14:cNvPr>
                <p14:cNvContentPartPr/>
                <p14:nvPr/>
              </p14:nvContentPartPr>
              <p14:xfrm>
                <a:off x="5172980" y="4983952"/>
                <a:ext cx="56520" cy="131760"/>
              </p14:xfrm>
            </p:contentPart>
          </mc:Choice>
          <mc:Fallback>
            <p:pic>
              <p:nvPicPr>
                <p:cNvPr id="7543" name="Rukopis 7542">
                  <a:extLst>
                    <a:ext uri="{FF2B5EF4-FFF2-40B4-BE49-F238E27FC236}">
                      <a16:creationId xmlns:a16="http://schemas.microsoft.com/office/drawing/2014/main" id="{C7DF30C1-8376-F5B7-4AFD-896814787CD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164340" y="4975312"/>
                  <a:ext cx="74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7544" name="Rukopis 7543">
                  <a:extLst>
                    <a:ext uri="{FF2B5EF4-FFF2-40B4-BE49-F238E27FC236}">
                      <a16:creationId xmlns:a16="http://schemas.microsoft.com/office/drawing/2014/main" id="{4CD04029-7A26-9E1C-A1BE-DF2CDA4C9BE9}"/>
                    </a:ext>
                  </a:extLst>
                </p14:cNvPr>
                <p14:cNvContentPartPr/>
                <p14:nvPr/>
              </p14:nvContentPartPr>
              <p14:xfrm>
                <a:off x="5183060" y="4964872"/>
                <a:ext cx="229680" cy="178920"/>
              </p14:xfrm>
            </p:contentPart>
          </mc:Choice>
          <mc:Fallback>
            <p:pic>
              <p:nvPicPr>
                <p:cNvPr id="7544" name="Rukopis 7543">
                  <a:extLst>
                    <a:ext uri="{FF2B5EF4-FFF2-40B4-BE49-F238E27FC236}">
                      <a16:creationId xmlns:a16="http://schemas.microsoft.com/office/drawing/2014/main" id="{4CD04029-7A26-9E1C-A1BE-DF2CDA4C9BE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174420" y="4956232"/>
                  <a:ext cx="2473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7545" name="Rukopis 7544">
                  <a:extLst>
                    <a:ext uri="{FF2B5EF4-FFF2-40B4-BE49-F238E27FC236}">
                      <a16:creationId xmlns:a16="http://schemas.microsoft.com/office/drawing/2014/main" id="{AA57FC93-E5F7-FD68-F586-2E1F61F384D1}"/>
                    </a:ext>
                  </a:extLst>
                </p14:cNvPr>
                <p14:cNvContentPartPr/>
                <p14:nvPr/>
              </p14:nvContentPartPr>
              <p14:xfrm>
                <a:off x="5439020" y="5214352"/>
                <a:ext cx="175680" cy="36000"/>
              </p14:xfrm>
            </p:contentPart>
          </mc:Choice>
          <mc:Fallback>
            <p:pic>
              <p:nvPicPr>
                <p:cNvPr id="7545" name="Rukopis 7544">
                  <a:extLst>
                    <a:ext uri="{FF2B5EF4-FFF2-40B4-BE49-F238E27FC236}">
                      <a16:creationId xmlns:a16="http://schemas.microsoft.com/office/drawing/2014/main" id="{AA57FC93-E5F7-FD68-F586-2E1F61F384D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430380" y="5205712"/>
                  <a:ext cx="1933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7546" name="Rukopis 7545">
                  <a:extLst>
                    <a:ext uri="{FF2B5EF4-FFF2-40B4-BE49-F238E27FC236}">
                      <a16:creationId xmlns:a16="http://schemas.microsoft.com/office/drawing/2014/main" id="{DAB65245-6D93-FF30-42FE-258C6FE1F195}"/>
                    </a:ext>
                  </a:extLst>
                </p14:cNvPr>
                <p14:cNvContentPartPr/>
                <p14:nvPr/>
              </p14:nvContentPartPr>
              <p14:xfrm>
                <a:off x="5678060" y="5068912"/>
                <a:ext cx="164520" cy="250200"/>
              </p14:xfrm>
            </p:contentPart>
          </mc:Choice>
          <mc:Fallback>
            <p:pic>
              <p:nvPicPr>
                <p:cNvPr id="7546" name="Rukopis 7545">
                  <a:extLst>
                    <a:ext uri="{FF2B5EF4-FFF2-40B4-BE49-F238E27FC236}">
                      <a16:creationId xmlns:a16="http://schemas.microsoft.com/office/drawing/2014/main" id="{DAB65245-6D93-FF30-42FE-258C6FE1F19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669060" y="5059912"/>
                  <a:ext cx="18216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57" name="Skupina 7556">
            <a:extLst>
              <a:ext uri="{FF2B5EF4-FFF2-40B4-BE49-F238E27FC236}">
                <a16:creationId xmlns:a16="http://schemas.microsoft.com/office/drawing/2014/main" id="{97F8A902-F695-FFE8-5F83-4EB9E5DA8716}"/>
              </a:ext>
            </a:extLst>
          </p:cNvPr>
          <p:cNvGrpSpPr/>
          <p:nvPr/>
        </p:nvGrpSpPr>
        <p:grpSpPr>
          <a:xfrm>
            <a:off x="387140" y="5791792"/>
            <a:ext cx="938160" cy="512640"/>
            <a:chOff x="387140" y="5791792"/>
            <a:chExt cx="938160" cy="51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7548" name="Rukopis 7547">
                  <a:extLst>
                    <a:ext uri="{FF2B5EF4-FFF2-40B4-BE49-F238E27FC236}">
                      <a16:creationId xmlns:a16="http://schemas.microsoft.com/office/drawing/2014/main" id="{194CC9DD-F538-E30A-7564-CFFA923C5305}"/>
                    </a:ext>
                  </a:extLst>
                </p14:cNvPr>
                <p14:cNvContentPartPr/>
                <p14:nvPr/>
              </p14:nvContentPartPr>
              <p14:xfrm>
                <a:off x="387140" y="5969632"/>
                <a:ext cx="115560" cy="160920"/>
              </p14:xfrm>
            </p:contentPart>
          </mc:Choice>
          <mc:Fallback>
            <p:pic>
              <p:nvPicPr>
                <p:cNvPr id="7548" name="Rukopis 7547">
                  <a:extLst>
                    <a:ext uri="{FF2B5EF4-FFF2-40B4-BE49-F238E27FC236}">
                      <a16:creationId xmlns:a16="http://schemas.microsoft.com/office/drawing/2014/main" id="{194CC9DD-F538-E30A-7564-CFFA923C530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78140" y="5960632"/>
                  <a:ext cx="133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7549" name="Rukopis 7548">
                  <a:extLst>
                    <a:ext uri="{FF2B5EF4-FFF2-40B4-BE49-F238E27FC236}">
                      <a16:creationId xmlns:a16="http://schemas.microsoft.com/office/drawing/2014/main" id="{DFE915F1-803E-C46E-B4C0-3EE3B15CB89C}"/>
                    </a:ext>
                  </a:extLst>
                </p14:cNvPr>
                <p14:cNvContentPartPr/>
                <p14:nvPr/>
              </p14:nvContentPartPr>
              <p14:xfrm>
                <a:off x="503420" y="5968552"/>
                <a:ext cx="105840" cy="326880"/>
              </p14:xfrm>
            </p:contentPart>
          </mc:Choice>
          <mc:Fallback>
            <p:pic>
              <p:nvPicPr>
                <p:cNvPr id="7549" name="Rukopis 7548">
                  <a:extLst>
                    <a:ext uri="{FF2B5EF4-FFF2-40B4-BE49-F238E27FC236}">
                      <a16:creationId xmlns:a16="http://schemas.microsoft.com/office/drawing/2014/main" id="{DFE915F1-803E-C46E-B4C0-3EE3B15CB89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94780" y="5959912"/>
                  <a:ext cx="1234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7550" name="Rukopis 7549">
                  <a:extLst>
                    <a:ext uri="{FF2B5EF4-FFF2-40B4-BE49-F238E27FC236}">
                      <a16:creationId xmlns:a16="http://schemas.microsoft.com/office/drawing/2014/main" id="{87ABC6D1-A895-952E-F75D-62B429CD7550}"/>
                    </a:ext>
                  </a:extLst>
                </p14:cNvPr>
                <p14:cNvContentPartPr/>
                <p14:nvPr/>
              </p14:nvContentPartPr>
              <p14:xfrm>
                <a:off x="615740" y="5791792"/>
                <a:ext cx="34920" cy="187920"/>
              </p14:xfrm>
            </p:contentPart>
          </mc:Choice>
          <mc:Fallback>
            <p:pic>
              <p:nvPicPr>
                <p:cNvPr id="7550" name="Rukopis 7549">
                  <a:extLst>
                    <a:ext uri="{FF2B5EF4-FFF2-40B4-BE49-F238E27FC236}">
                      <a16:creationId xmlns:a16="http://schemas.microsoft.com/office/drawing/2014/main" id="{87ABC6D1-A895-952E-F75D-62B429CD755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07100" y="5783152"/>
                  <a:ext cx="525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7551" name="Rukopis 7550">
                  <a:extLst>
                    <a:ext uri="{FF2B5EF4-FFF2-40B4-BE49-F238E27FC236}">
                      <a16:creationId xmlns:a16="http://schemas.microsoft.com/office/drawing/2014/main" id="{ADEAF53D-D5A2-CDE3-9774-2583A57DC86A}"/>
                    </a:ext>
                  </a:extLst>
                </p14:cNvPr>
                <p14:cNvContentPartPr/>
                <p14:nvPr/>
              </p14:nvContentPartPr>
              <p14:xfrm>
                <a:off x="598460" y="5987272"/>
                <a:ext cx="114480" cy="317160"/>
              </p14:xfrm>
            </p:contentPart>
          </mc:Choice>
          <mc:Fallback>
            <p:pic>
              <p:nvPicPr>
                <p:cNvPr id="7551" name="Rukopis 7550">
                  <a:extLst>
                    <a:ext uri="{FF2B5EF4-FFF2-40B4-BE49-F238E27FC236}">
                      <a16:creationId xmlns:a16="http://schemas.microsoft.com/office/drawing/2014/main" id="{ADEAF53D-D5A2-CDE3-9774-2583A57DC86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89820" y="5978632"/>
                  <a:ext cx="1321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7552" name="Rukopis 7551">
                  <a:extLst>
                    <a:ext uri="{FF2B5EF4-FFF2-40B4-BE49-F238E27FC236}">
                      <a16:creationId xmlns:a16="http://schemas.microsoft.com/office/drawing/2014/main" id="{90AD2DBC-613A-2D29-E098-D62492D6B48F}"/>
                    </a:ext>
                  </a:extLst>
                </p14:cNvPr>
                <p14:cNvContentPartPr/>
                <p14:nvPr/>
              </p14:nvContentPartPr>
              <p14:xfrm>
                <a:off x="752540" y="6003832"/>
                <a:ext cx="72360" cy="148680"/>
              </p14:xfrm>
            </p:contentPart>
          </mc:Choice>
          <mc:Fallback>
            <p:pic>
              <p:nvPicPr>
                <p:cNvPr id="7552" name="Rukopis 7551">
                  <a:extLst>
                    <a:ext uri="{FF2B5EF4-FFF2-40B4-BE49-F238E27FC236}">
                      <a16:creationId xmlns:a16="http://schemas.microsoft.com/office/drawing/2014/main" id="{90AD2DBC-613A-2D29-E098-D62492D6B48F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43540" y="5994832"/>
                  <a:ext cx="90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7553" name="Rukopis 7552">
                  <a:extLst>
                    <a:ext uri="{FF2B5EF4-FFF2-40B4-BE49-F238E27FC236}">
                      <a16:creationId xmlns:a16="http://schemas.microsoft.com/office/drawing/2014/main" id="{1A832A88-EE79-ACE0-E0B7-6A3750C8A814}"/>
                    </a:ext>
                  </a:extLst>
                </p14:cNvPr>
                <p14:cNvContentPartPr/>
                <p14:nvPr/>
              </p14:nvContentPartPr>
              <p14:xfrm>
                <a:off x="877100" y="5990152"/>
                <a:ext cx="137520" cy="123120"/>
              </p14:xfrm>
            </p:contentPart>
          </mc:Choice>
          <mc:Fallback>
            <p:pic>
              <p:nvPicPr>
                <p:cNvPr id="7553" name="Rukopis 7552">
                  <a:extLst>
                    <a:ext uri="{FF2B5EF4-FFF2-40B4-BE49-F238E27FC236}">
                      <a16:creationId xmlns:a16="http://schemas.microsoft.com/office/drawing/2014/main" id="{1A832A88-EE79-ACE0-E0B7-6A3750C8A81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68460" y="5981512"/>
                  <a:ext cx="155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7554" name="Rukopis 7553">
                  <a:extLst>
                    <a:ext uri="{FF2B5EF4-FFF2-40B4-BE49-F238E27FC236}">
                      <a16:creationId xmlns:a16="http://schemas.microsoft.com/office/drawing/2014/main" id="{A522F58A-86D1-8A24-6314-462850F17A48}"/>
                    </a:ext>
                  </a:extLst>
                </p14:cNvPr>
                <p14:cNvContentPartPr/>
                <p14:nvPr/>
              </p14:nvContentPartPr>
              <p14:xfrm>
                <a:off x="861980" y="5877472"/>
                <a:ext cx="226080" cy="54000"/>
              </p14:xfrm>
            </p:contentPart>
          </mc:Choice>
          <mc:Fallback>
            <p:pic>
              <p:nvPicPr>
                <p:cNvPr id="7554" name="Rukopis 7553">
                  <a:extLst>
                    <a:ext uri="{FF2B5EF4-FFF2-40B4-BE49-F238E27FC236}">
                      <a16:creationId xmlns:a16="http://schemas.microsoft.com/office/drawing/2014/main" id="{A522F58A-86D1-8A24-6314-462850F17A4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52980" y="5868472"/>
                  <a:ext cx="243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7555" name="Rukopis 7554">
                  <a:extLst>
                    <a:ext uri="{FF2B5EF4-FFF2-40B4-BE49-F238E27FC236}">
                      <a16:creationId xmlns:a16="http://schemas.microsoft.com/office/drawing/2014/main" id="{4A8CDAE7-9549-6B0C-8410-C76C04A0F61A}"/>
                    </a:ext>
                  </a:extLst>
                </p14:cNvPr>
                <p14:cNvContentPartPr/>
                <p14:nvPr/>
              </p14:nvContentPartPr>
              <p14:xfrm>
                <a:off x="1080500" y="5862352"/>
                <a:ext cx="147240" cy="243360"/>
              </p14:xfrm>
            </p:contentPart>
          </mc:Choice>
          <mc:Fallback>
            <p:pic>
              <p:nvPicPr>
                <p:cNvPr id="7555" name="Rukopis 7554">
                  <a:extLst>
                    <a:ext uri="{FF2B5EF4-FFF2-40B4-BE49-F238E27FC236}">
                      <a16:creationId xmlns:a16="http://schemas.microsoft.com/office/drawing/2014/main" id="{4A8CDAE7-9549-6B0C-8410-C76C04A0F61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71500" y="5853712"/>
                  <a:ext cx="164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7556" name="Rukopis 7555">
                  <a:extLst>
                    <a:ext uri="{FF2B5EF4-FFF2-40B4-BE49-F238E27FC236}">
                      <a16:creationId xmlns:a16="http://schemas.microsoft.com/office/drawing/2014/main" id="{DF84896B-C9D5-8B6E-8399-79DD466335CC}"/>
                    </a:ext>
                  </a:extLst>
                </p14:cNvPr>
                <p14:cNvContentPartPr/>
                <p14:nvPr/>
              </p14:nvContentPartPr>
              <p14:xfrm>
                <a:off x="1288940" y="5993752"/>
                <a:ext cx="36360" cy="104040"/>
              </p14:xfrm>
            </p:contentPart>
          </mc:Choice>
          <mc:Fallback>
            <p:pic>
              <p:nvPicPr>
                <p:cNvPr id="7556" name="Rukopis 7555">
                  <a:extLst>
                    <a:ext uri="{FF2B5EF4-FFF2-40B4-BE49-F238E27FC236}">
                      <a16:creationId xmlns:a16="http://schemas.microsoft.com/office/drawing/2014/main" id="{DF84896B-C9D5-8B6E-8399-79DD466335CC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280300" y="5985112"/>
                  <a:ext cx="540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76" name="Skupina 7575">
            <a:extLst>
              <a:ext uri="{FF2B5EF4-FFF2-40B4-BE49-F238E27FC236}">
                <a16:creationId xmlns:a16="http://schemas.microsoft.com/office/drawing/2014/main" id="{A8C4DEE0-430C-D1CA-C7A5-39744CAB270A}"/>
              </a:ext>
            </a:extLst>
          </p:cNvPr>
          <p:cNvGrpSpPr/>
          <p:nvPr/>
        </p:nvGrpSpPr>
        <p:grpSpPr>
          <a:xfrm>
            <a:off x="1690340" y="5766592"/>
            <a:ext cx="2999880" cy="448200"/>
            <a:chOff x="1690340" y="5766592"/>
            <a:chExt cx="2999880" cy="4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7558" name="Rukopis 7557">
                  <a:extLst>
                    <a:ext uri="{FF2B5EF4-FFF2-40B4-BE49-F238E27FC236}">
                      <a16:creationId xmlns:a16="http://schemas.microsoft.com/office/drawing/2014/main" id="{CCC8CF76-229C-A0CD-56C1-CC1AC9B809B9}"/>
                    </a:ext>
                  </a:extLst>
                </p14:cNvPr>
                <p14:cNvContentPartPr/>
                <p14:nvPr/>
              </p14:nvContentPartPr>
              <p14:xfrm>
                <a:off x="1690340" y="5914552"/>
                <a:ext cx="141840" cy="300240"/>
              </p14:xfrm>
            </p:contentPart>
          </mc:Choice>
          <mc:Fallback>
            <p:pic>
              <p:nvPicPr>
                <p:cNvPr id="7558" name="Rukopis 7557">
                  <a:extLst>
                    <a:ext uri="{FF2B5EF4-FFF2-40B4-BE49-F238E27FC236}">
                      <a16:creationId xmlns:a16="http://schemas.microsoft.com/office/drawing/2014/main" id="{CCC8CF76-229C-A0CD-56C1-CC1AC9B809B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681700" y="5905912"/>
                  <a:ext cx="159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7559" name="Rukopis 7558">
                  <a:extLst>
                    <a:ext uri="{FF2B5EF4-FFF2-40B4-BE49-F238E27FC236}">
                      <a16:creationId xmlns:a16="http://schemas.microsoft.com/office/drawing/2014/main" id="{9D6AF802-A310-BA4C-09DB-94DEC8F3F465}"/>
                    </a:ext>
                  </a:extLst>
                </p14:cNvPr>
                <p14:cNvContentPartPr/>
                <p14:nvPr/>
              </p14:nvContentPartPr>
              <p14:xfrm>
                <a:off x="1825700" y="5924632"/>
                <a:ext cx="144360" cy="253440"/>
              </p14:xfrm>
            </p:contentPart>
          </mc:Choice>
          <mc:Fallback>
            <p:pic>
              <p:nvPicPr>
                <p:cNvPr id="7559" name="Rukopis 7558">
                  <a:extLst>
                    <a:ext uri="{FF2B5EF4-FFF2-40B4-BE49-F238E27FC236}">
                      <a16:creationId xmlns:a16="http://schemas.microsoft.com/office/drawing/2014/main" id="{9D6AF802-A310-BA4C-09DB-94DEC8F3F46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816700" y="5915632"/>
                  <a:ext cx="162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7560" name="Rukopis 7559">
                  <a:extLst>
                    <a:ext uri="{FF2B5EF4-FFF2-40B4-BE49-F238E27FC236}">
                      <a16:creationId xmlns:a16="http://schemas.microsoft.com/office/drawing/2014/main" id="{7A907D3F-DB05-9CF2-8FD3-921F9938AD9D}"/>
                    </a:ext>
                  </a:extLst>
                </p14:cNvPr>
                <p14:cNvContentPartPr/>
                <p14:nvPr/>
              </p14:nvContentPartPr>
              <p14:xfrm>
                <a:off x="2031260" y="5774512"/>
                <a:ext cx="153000" cy="196560"/>
              </p14:xfrm>
            </p:contentPart>
          </mc:Choice>
          <mc:Fallback>
            <p:pic>
              <p:nvPicPr>
                <p:cNvPr id="7560" name="Rukopis 7559">
                  <a:extLst>
                    <a:ext uri="{FF2B5EF4-FFF2-40B4-BE49-F238E27FC236}">
                      <a16:creationId xmlns:a16="http://schemas.microsoft.com/office/drawing/2014/main" id="{7A907D3F-DB05-9CF2-8FD3-921F9938AD9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022620" y="5765512"/>
                  <a:ext cx="170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7561" name="Rukopis 7560">
                  <a:extLst>
                    <a:ext uri="{FF2B5EF4-FFF2-40B4-BE49-F238E27FC236}">
                      <a16:creationId xmlns:a16="http://schemas.microsoft.com/office/drawing/2014/main" id="{9D51862D-3875-088A-1295-5B4CF78A764E}"/>
                    </a:ext>
                  </a:extLst>
                </p14:cNvPr>
                <p14:cNvContentPartPr/>
                <p14:nvPr/>
              </p14:nvContentPartPr>
              <p14:xfrm>
                <a:off x="2257340" y="5799712"/>
                <a:ext cx="62280" cy="157680"/>
              </p14:xfrm>
            </p:contentPart>
          </mc:Choice>
          <mc:Fallback>
            <p:pic>
              <p:nvPicPr>
                <p:cNvPr id="7561" name="Rukopis 7560">
                  <a:extLst>
                    <a:ext uri="{FF2B5EF4-FFF2-40B4-BE49-F238E27FC236}">
                      <a16:creationId xmlns:a16="http://schemas.microsoft.com/office/drawing/2014/main" id="{9D51862D-3875-088A-1295-5B4CF78A764E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248340" y="5790712"/>
                  <a:ext cx="799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7562" name="Rukopis 7561">
                  <a:extLst>
                    <a:ext uri="{FF2B5EF4-FFF2-40B4-BE49-F238E27FC236}">
                      <a16:creationId xmlns:a16="http://schemas.microsoft.com/office/drawing/2014/main" id="{29DDC7A8-4624-7D63-05A3-6031BD887DB5}"/>
                    </a:ext>
                  </a:extLst>
                </p14:cNvPr>
                <p14:cNvContentPartPr/>
                <p14:nvPr/>
              </p14:nvContentPartPr>
              <p14:xfrm>
                <a:off x="2241500" y="5786752"/>
                <a:ext cx="261000" cy="209520"/>
              </p14:xfrm>
            </p:contentPart>
          </mc:Choice>
          <mc:Fallback>
            <p:pic>
              <p:nvPicPr>
                <p:cNvPr id="7562" name="Rukopis 7561">
                  <a:extLst>
                    <a:ext uri="{FF2B5EF4-FFF2-40B4-BE49-F238E27FC236}">
                      <a16:creationId xmlns:a16="http://schemas.microsoft.com/office/drawing/2014/main" id="{29DDC7A8-4624-7D63-05A3-6031BD887DB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232500" y="5777752"/>
                  <a:ext cx="278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7563" name="Rukopis 7562">
                  <a:extLst>
                    <a:ext uri="{FF2B5EF4-FFF2-40B4-BE49-F238E27FC236}">
                      <a16:creationId xmlns:a16="http://schemas.microsoft.com/office/drawing/2014/main" id="{67F0821C-30B6-F7EB-D7BD-60699D44C3D0}"/>
                    </a:ext>
                  </a:extLst>
                </p14:cNvPr>
                <p14:cNvContentPartPr/>
                <p14:nvPr/>
              </p14:nvContentPartPr>
              <p14:xfrm>
                <a:off x="2438420" y="6068992"/>
                <a:ext cx="187200" cy="36720"/>
              </p14:xfrm>
            </p:contentPart>
          </mc:Choice>
          <mc:Fallback>
            <p:pic>
              <p:nvPicPr>
                <p:cNvPr id="7563" name="Rukopis 7562">
                  <a:extLst>
                    <a:ext uri="{FF2B5EF4-FFF2-40B4-BE49-F238E27FC236}">
                      <a16:creationId xmlns:a16="http://schemas.microsoft.com/office/drawing/2014/main" id="{67F0821C-30B6-F7EB-D7BD-60699D44C3D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429780" y="6059992"/>
                  <a:ext cx="204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7564" name="Rukopis 7563">
                  <a:extLst>
                    <a:ext uri="{FF2B5EF4-FFF2-40B4-BE49-F238E27FC236}">
                      <a16:creationId xmlns:a16="http://schemas.microsoft.com/office/drawing/2014/main" id="{359DFCA0-E233-EAFD-0C0B-D00621F16BB9}"/>
                    </a:ext>
                  </a:extLst>
                </p14:cNvPr>
                <p14:cNvContentPartPr/>
                <p14:nvPr/>
              </p14:nvContentPartPr>
              <p14:xfrm>
                <a:off x="2715620" y="5858032"/>
                <a:ext cx="157680" cy="271080"/>
              </p14:xfrm>
            </p:contentPart>
          </mc:Choice>
          <mc:Fallback>
            <p:pic>
              <p:nvPicPr>
                <p:cNvPr id="7564" name="Rukopis 7563">
                  <a:extLst>
                    <a:ext uri="{FF2B5EF4-FFF2-40B4-BE49-F238E27FC236}">
                      <a16:creationId xmlns:a16="http://schemas.microsoft.com/office/drawing/2014/main" id="{359DFCA0-E233-EAFD-0C0B-D00621F16BB9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706980" y="5849032"/>
                  <a:ext cx="1753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7565" name="Rukopis 7564">
                  <a:extLst>
                    <a:ext uri="{FF2B5EF4-FFF2-40B4-BE49-F238E27FC236}">
                      <a16:creationId xmlns:a16="http://schemas.microsoft.com/office/drawing/2014/main" id="{61411B59-6385-16C5-D445-FBBCDF421DB5}"/>
                    </a:ext>
                  </a:extLst>
                </p14:cNvPr>
                <p14:cNvContentPartPr/>
                <p14:nvPr/>
              </p14:nvContentPartPr>
              <p14:xfrm>
                <a:off x="3039620" y="5984752"/>
                <a:ext cx="144360" cy="67680"/>
              </p14:xfrm>
            </p:contentPart>
          </mc:Choice>
          <mc:Fallback>
            <p:pic>
              <p:nvPicPr>
                <p:cNvPr id="7565" name="Rukopis 7564">
                  <a:extLst>
                    <a:ext uri="{FF2B5EF4-FFF2-40B4-BE49-F238E27FC236}">
                      <a16:creationId xmlns:a16="http://schemas.microsoft.com/office/drawing/2014/main" id="{61411B59-6385-16C5-D445-FBBCDF421DB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030980" y="5976112"/>
                  <a:ext cx="162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7567" name="Rukopis 7566">
                  <a:extLst>
                    <a:ext uri="{FF2B5EF4-FFF2-40B4-BE49-F238E27FC236}">
                      <a16:creationId xmlns:a16="http://schemas.microsoft.com/office/drawing/2014/main" id="{2BE47D7F-44FA-CFC6-557B-8B8DEFCF8416}"/>
                    </a:ext>
                  </a:extLst>
                </p14:cNvPr>
                <p14:cNvContentPartPr/>
                <p14:nvPr/>
              </p14:nvContentPartPr>
              <p14:xfrm>
                <a:off x="3353180" y="5901232"/>
                <a:ext cx="150840" cy="268560"/>
              </p14:xfrm>
            </p:contentPart>
          </mc:Choice>
          <mc:Fallback>
            <p:pic>
              <p:nvPicPr>
                <p:cNvPr id="7567" name="Rukopis 7566">
                  <a:extLst>
                    <a:ext uri="{FF2B5EF4-FFF2-40B4-BE49-F238E27FC236}">
                      <a16:creationId xmlns:a16="http://schemas.microsoft.com/office/drawing/2014/main" id="{2BE47D7F-44FA-CFC6-557B-8B8DEFCF8416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344540" y="5892232"/>
                  <a:ext cx="168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7568" name="Rukopis 7567">
                  <a:extLst>
                    <a:ext uri="{FF2B5EF4-FFF2-40B4-BE49-F238E27FC236}">
                      <a16:creationId xmlns:a16="http://schemas.microsoft.com/office/drawing/2014/main" id="{E926A083-95F9-240F-66DC-2B29DB31A47A}"/>
                    </a:ext>
                  </a:extLst>
                </p14:cNvPr>
                <p14:cNvContentPartPr/>
                <p14:nvPr/>
              </p14:nvContentPartPr>
              <p14:xfrm>
                <a:off x="3478460" y="5920312"/>
                <a:ext cx="138240" cy="210960"/>
              </p14:xfrm>
            </p:contentPart>
          </mc:Choice>
          <mc:Fallback>
            <p:pic>
              <p:nvPicPr>
                <p:cNvPr id="7568" name="Rukopis 7567">
                  <a:extLst>
                    <a:ext uri="{FF2B5EF4-FFF2-40B4-BE49-F238E27FC236}">
                      <a16:creationId xmlns:a16="http://schemas.microsoft.com/office/drawing/2014/main" id="{E926A083-95F9-240F-66DC-2B29DB31A47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469820" y="5911672"/>
                  <a:ext cx="1558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7569" name="Rukopis 7568">
                  <a:extLst>
                    <a:ext uri="{FF2B5EF4-FFF2-40B4-BE49-F238E27FC236}">
                      <a16:creationId xmlns:a16="http://schemas.microsoft.com/office/drawing/2014/main" id="{D5F710D4-4FC2-4034-04FD-DF8F19E18A4D}"/>
                    </a:ext>
                  </a:extLst>
                </p14:cNvPr>
                <p14:cNvContentPartPr/>
                <p14:nvPr/>
              </p14:nvContentPartPr>
              <p14:xfrm>
                <a:off x="3612380" y="6132352"/>
                <a:ext cx="11880" cy="1080"/>
              </p14:xfrm>
            </p:contentPart>
          </mc:Choice>
          <mc:Fallback>
            <p:pic>
              <p:nvPicPr>
                <p:cNvPr id="7569" name="Rukopis 7568">
                  <a:extLst>
                    <a:ext uri="{FF2B5EF4-FFF2-40B4-BE49-F238E27FC236}">
                      <a16:creationId xmlns:a16="http://schemas.microsoft.com/office/drawing/2014/main" id="{D5F710D4-4FC2-4034-04FD-DF8F19E18A4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603380" y="6123712"/>
                  <a:ext cx="29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7571" name="Rukopis 7570">
                  <a:extLst>
                    <a:ext uri="{FF2B5EF4-FFF2-40B4-BE49-F238E27FC236}">
                      <a16:creationId xmlns:a16="http://schemas.microsoft.com/office/drawing/2014/main" id="{C153BE4D-1166-8F53-5729-14E88DF19E2C}"/>
                    </a:ext>
                  </a:extLst>
                </p14:cNvPr>
                <p14:cNvContentPartPr/>
                <p14:nvPr/>
              </p14:nvContentPartPr>
              <p14:xfrm>
                <a:off x="3743060" y="5942632"/>
                <a:ext cx="119520" cy="239400"/>
              </p14:xfrm>
            </p:contentPart>
          </mc:Choice>
          <mc:Fallback>
            <p:pic>
              <p:nvPicPr>
                <p:cNvPr id="7571" name="Rukopis 7570">
                  <a:extLst>
                    <a:ext uri="{FF2B5EF4-FFF2-40B4-BE49-F238E27FC236}">
                      <a16:creationId xmlns:a16="http://schemas.microsoft.com/office/drawing/2014/main" id="{C153BE4D-1166-8F53-5729-14E88DF19E2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734420" y="5933632"/>
                  <a:ext cx="1371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7572" name="Rukopis 7571">
                  <a:extLst>
                    <a:ext uri="{FF2B5EF4-FFF2-40B4-BE49-F238E27FC236}">
                      <a16:creationId xmlns:a16="http://schemas.microsoft.com/office/drawing/2014/main" id="{C949869B-7A20-DFEB-43F3-F2B13772B0B7}"/>
                    </a:ext>
                  </a:extLst>
                </p14:cNvPr>
                <p14:cNvContentPartPr/>
                <p14:nvPr/>
              </p14:nvContentPartPr>
              <p14:xfrm>
                <a:off x="3897140" y="5934352"/>
                <a:ext cx="118080" cy="200160"/>
              </p14:xfrm>
            </p:contentPart>
          </mc:Choice>
          <mc:Fallback>
            <p:pic>
              <p:nvPicPr>
                <p:cNvPr id="7572" name="Rukopis 7571">
                  <a:extLst>
                    <a:ext uri="{FF2B5EF4-FFF2-40B4-BE49-F238E27FC236}">
                      <a16:creationId xmlns:a16="http://schemas.microsoft.com/office/drawing/2014/main" id="{C949869B-7A20-DFEB-43F3-F2B13772B0B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888140" y="5925712"/>
                  <a:ext cx="135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7573" name="Rukopis 7572">
                  <a:extLst>
                    <a:ext uri="{FF2B5EF4-FFF2-40B4-BE49-F238E27FC236}">
                      <a16:creationId xmlns:a16="http://schemas.microsoft.com/office/drawing/2014/main" id="{F4E9402E-ED4E-AA54-8298-C82D5F245749}"/>
                    </a:ext>
                  </a:extLst>
                </p14:cNvPr>
                <p14:cNvContentPartPr/>
                <p14:nvPr/>
              </p14:nvContentPartPr>
              <p14:xfrm>
                <a:off x="4109900" y="5766592"/>
                <a:ext cx="134640" cy="176400"/>
              </p14:xfrm>
            </p:contentPart>
          </mc:Choice>
          <mc:Fallback>
            <p:pic>
              <p:nvPicPr>
                <p:cNvPr id="7573" name="Rukopis 7572">
                  <a:extLst>
                    <a:ext uri="{FF2B5EF4-FFF2-40B4-BE49-F238E27FC236}">
                      <a16:creationId xmlns:a16="http://schemas.microsoft.com/office/drawing/2014/main" id="{F4E9402E-ED4E-AA54-8298-C82D5F24574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101260" y="5757952"/>
                  <a:ext cx="152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7574" name="Rukopis 7573">
                  <a:extLst>
                    <a:ext uri="{FF2B5EF4-FFF2-40B4-BE49-F238E27FC236}">
                      <a16:creationId xmlns:a16="http://schemas.microsoft.com/office/drawing/2014/main" id="{57FD2C2C-F30D-5140-85E5-99009A3919FF}"/>
                    </a:ext>
                  </a:extLst>
                </p14:cNvPr>
                <p14:cNvContentPartPr/>
                <p14:nvPr/>
              </p14:nvContentPartPr>
              <p14:xfrm>
                <a:off x="4288460" y="6019672"/>
                <a:ext cx="127080" cy="13320"/>
              </p14:xfrm>
            </p:contentPart>
          </mc:Choice>
          <mc:Fallback>
            <p:pic>
              <p:nvPicPr>
                <p:cNvPr id="7574" name="Rukopis 7573">
                  <a:extLst>
                    <a:ext uri="{FF2B5EF4-FFF2-40B4-BE49-F238E27FC236}">
                      <a16:creationId xmlns:a16="http://schemas.microsoft.com/office/drawing/2014/main" id="{57FD2C2C-F30D-5140-85E5-99009A3919F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279460" y="6011032"/>
                  <a:ext cx="144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7575" name="Rukopis 7574">
                  <a:extLst>
                    <a:ext uri="{FF2B5EF4-FFF2-40B4-BE49-F238E27FC236}">
                      <a16:creationId xmlns:a16="http://schemas.microsoft.com/office/drawing/2014/main" id="{83F841F1-EDC6-ECA9-7B9A-D9EED9AAA24C}"/>
                    </a:ext>
                  </a:extLst>
                </p14:cNvPr>
                <p14:cNvContentPartPr/>
                <p14:nvPr/>
              </p14:nvContentPartPr>
              <p14:xfrm>
                <a:off x="4558820" y="5855872"/>
                <a:ext cx="131400" cy="272160"/>
              </p14:xfrm>
            </p:contentPart>
          </mc:Choice>
          <mc:Fallback>
            <p:pic>
              <p:nvPicPr>
                <p:cNvPr id="7575" name="Rukopis 7574">
                  <a:extLst>
                    <a:ext uri="{FF2B5EF4-FFF2-40B4-BE49-F238E27FC236}">
                      <a16:creationId xmlns:a16="http://schemas.microsoft.com/office/drawing/2014/main" id="{83F841F1-EDC6-ECA9-7B9A-D9EED9AAA24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549820" y="5847232"/>
                  <a:ext cx="14904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98" name="Skupina 7597">
            <a:extLst>
              <a:ext uri="{FF2B5EF4-FFF2-40B4-BE49-F238E27FC236}">
                <a16:creationId xmlns:a16="http://schemas.microsoft.com/office/drawing/2014/main" id="{0EAFB2C5-079F-C216-F157-38D2EA25D503}"/>
              </a:ext>
            </a:extLst>
          </p:cNvPr>
          <p:cNvGrpSpPr/>
          <p:nvPr/>
        </p:nvGrpSpPr>
        <p:grpSpPr>
          <a:xfrm>
            <a:off x="4906940" y="5729152"/>
            <a:ext cx="2558520" cy="415080"/>
            <a:chOff x="4906940" y="5729152"/>
            <a:chExt cx="255852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7577" name="Rukopis 7576">
                  <a:extLst>
                    <a:ext uri="{FF2B5EF4-FFF2-40B4-BE49-F238E27FC236}">
                      <a16:creationId xmlns:a16="http://schemas.microsoft.com/office/drawing/2014/main" id="{AA06FA76-077A-43B9-94AE-BE11B3EC9BEC}"/>
                    </a:ext>
                  </a:extLst>
                </p14:cNvPr>
                <p14:cNvContentPartPr/>
                <p14:nvPr/>
              </p14:nvContentPartPr>
              <p14:xfrm>
                <a:off x="4906940" y="5950552"/>
                <a:ext cx="151200" cy="19080"/>
              </p14:xfrm>
            </p:contentPart>
          </mc:Choice>
          <mc:Fallback>
            <p:pic>
              <p:nvPicPr>
                <p:cNvPr id="7577" name="Rukopis 7576">
                  <a:extLst>
                    <a:ext uri="{FF2B5EF4-FFF2-40B4-BE49-F238E27FC236}">
                      <a16:creationId xmlns:a16="http://schemas.microsoft.com/office/drawing/2014/main" id="{AA06FA76-077A-43B9-94AE-BE11B3EC9BE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897940" y="5941552"/>
                  <a:ext cx="168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7578" name="Rukopis 7577">
                  <a:extLst>
                    <a:ext uri="{FF2B5EF4-FFF2-40B4-BE49-F238E27FC236}">
                      <a16:creationId xmlns:a16="http://schemas.microsoft.com/office/drawing/2014/main" id="{CE05FFCD-871A-61CE-8B2D-D4E16926036B}"/>
                    </a:ext>
                  </a:extLst>
                </p14:cNvPr>
                <p14:cNvContentPartPr/>
                <p14:nvPr/>
              </p14:nvContentPartPr>
              <p14:xfrm>
                <a:off x="4908380" y="6000952"/>
                <a:ext cx="154800" cy="7200"/>
              </p14:xfrm>
            </p:contentPart>
          </mc:Choice>
          <mc:Fallback>
            <p:pic>
              <p:nvPicPr>
                <p:cNvPr id="7578" name="Rukopis 7577">
                  <a:extLst>
                    <a:ext uri="{FF2B5EF4-FFF2-40B4-BE49-F238E27FC236}">
                      <a16:creationId xmlns:a16="http://schemas.microsoft.com/office/drawing/2014/main" id="{CE05FFCD-871A-61CE-8B2D-D4E16926036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899380" y="5992312"/>
                  <a:ext cx="172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7580" name="Rukopis 7579">
                  <a:extLst>
                    <a:ext uri="{FF2B5EF4-FFF2-40B4-BE49-F238E27FC236}">
                      <a16:creationId xmlns:a16="http://schemas.microsoft.com/office/drawing/2014/main" id="{81879758-7066-2646-3E87-59800B5777E4}"/>
                    </a:ext>
                  </a:extLst>
                </p14:cNvPr>
                <p14:cNvContentPartPr/>
                <p14:nvPr/>
              </p14:nvContentPartPr>
              <p14:xfrm>
                <a:off x="5263700" y="5863792"/>
                <a:ext cx="167760" cy="280440"/>
              </p14:xfrm>
            </p:contentPart>
          </mc:Choice>
          <mc:Fallback>
            <p:pic>
              <p:nvPicPr>
                <p:cNvPr id="7580" name="Rukopis 7579">
                  <a:extLst>
                    <a:ext uri="{FF2B5EF4-FFF2-40B4-BE49-F238E27FC236}">
                      <a16:creationId xmlns:a16="http://schemas.microsoft.com/office/drawing/2014/main" id="{81879758-7066-2646-3E87-59800B5777E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254700" y="5854792"/>
                  <a:ext cx="185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7581" name="Rukopis 7580">
                  <a:extLst>
                    <a:ext uri="{FF2B5EF4-FFF2-40B4-BE49-F238E27FC236}">
                      <a16:creationId xmlns:a16="http://schemas.microsoft.com/office/drawing/2014/main" id="{D338BB6F-E7EE-D97C-4FFC-72E2B49CFADE}"/>
                    </a:ext>
                  </a:extLst>
                </p14:cNvPr>
                <p14:cNvContentPartPr/>
                <p14:nvPr/>
              </p14:nvContentPartPr>
              <p14:xfrm>
                <a:off x="5416340" y="5892952"/>
                <a:ext cx="180000" cy="195120"/>
              </p14:xfrm>
            </p:contentPart>
          </mc:Choice>
          <mc:Fallback>
            <p:pic>
              <p:nvPicPr>
                <p:cNvPr id="7581" name="Rukopis 7580">
                  <a:extLst>
                    <a:ext uri="{FF2B5EF4-FFF2-40B4-BE49-F238E27FC236}">
                      <a16:creationId xmlns:a16="http://schemas.microsoft.com/office/drawing/2014/main" id="{D338BB6F-E7EE-D97C-4FFC-72E2B49CFAD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407340" y="5883952"/>
                  <a:ext cx="197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7582" name="Rukopis 7581">
                  <a:extLst>
                    <a:ext uri="{FF2B5EF4-FFF2-40B4-BE49-F238E27FC236}">
                      <a16:creationId xmlns:a16="http://schemas.microsoft.com/office/drawing/2014/main" id="{49DA57F2-D69D-AAD7-82B7-F449C7551768}"/>
                    </a:ext>
                  </a:extLst>
                </p14:cNvPr>
                <p14:cNvContentPartPr/>
                <p14:nvPr/>
              </p14:nvContentPartPr>
              <p14:xfrm>
                <a:off x="5661140" y="5729152"/>
                <a:ext cx="116280" cy="220320"/>
              </p14:xfrm>
            </p:contentPart>
          </mc:Choice>
          <mc:Fallback>
            <p:pic>
              <p:nvPicPr>
                <p:cNvPr id="7582" name="Rukopis 7581">
                  <a:extLst>
                    <a:ext uri="{FF2B5EF4-FFF2-40B4-BE49-F238E27FC236}">
                      <a16:creationId xmlns:a16="http://schemas.microsoft.com/office/drawing/2014/main" id="{49DA57F2-D69D-AAD7-82B7-F449C755176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652500" y="5720152"/>
                  <a:ext cx="1339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7583" name="Rukopis 7582">
                  <a:extLst>
                    <a:ext uri="{FF2B5EF4-FFF2-40B4-BE49-F238E27FC236}">
                      <a16:creationId xmlns:a16="http://schemas.microsoft.com/office/drawing/2014/main" id="{83F2D6B6-6333-F6AE-4A6D-B835D2CCC9BD}"/>
                    </a:ext>
                  </a:extLst>
                </p14:cNvPr>
                <p14:cNvContentPartPr/>
                <p14:nvPr/>
              </p14:nvContentPartPr>
              <p14:xfrm>
                <a:off x="5760140" y="6008872"/>
                <a:ext cx="148680" cy="23760"/>
              </p14:xfrm>
            </p:contentPart>
          </mc:Choice>
          <mc:Fallback>
            <p:pic>
              <p:nvPicPr>
                <p:cNvPr id="7583" name="Rukopis 7582">
                  <a:extLst>
                    <a:ext uri="{FF2B5EF4-FFF2-40B4-BE49-F238E27FC236}">
                      <a16:creationId xmlns:a16="http://schemas.microsoft.com/office/drawing/2014/main" id="{83F2D6B6-6333-F6AE-4A6D-B835D2CCC9B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751140" y="5999872"/>
                  <a:ext cx="166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7584" name="Rukopis 7583">
                  <a:extLst>
                    <a:ext uri="{FF2B5EF4-FFF2-40B4-BE49-F238E27FC236}">
                      <a16:creationId xmlns:a16="http://schemas.microsoft.com/office/drawing/2014/main" id="{8B9929FA-818A-CE09-FD9D-55824D5A2D35}"/>
                    </a:ext>
                  </a:extLst>
                </p14:cNvPr>
                <p14:cNvContentPartPr/>
                <p14:nvPr/>
              </p14:nvContentPartPr>
              <p14:xfrm>
                <a:off x="5958860" y="5841112"/>
                <a:ext cx="116280" cy="298080"/>
              </p14:xfrm>
            </p:contentPart>
          </mc:Choice>
          <mc:Fallback>
            <p:pic>
              <p:nvPicPr>
                <p:cNvPr id="7584" name="Rukopis 7583">
                  <a:extLst>
                    <a:ext uri="{FF2B5EF4-FFF2-40B4-BE49-F238E27FC236}">
                      <a16:creationId xmlns:a16="http://schemas.microsoft.com/office/drawing/2014/main" id="{8B9929FA-818A-CE09-FD9D-55824D5A2D3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950220" y="5832472"/>
                  <a:ext cx="1339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7586" name="Rukopis 7585">
                  <a:extLst>
                    <a:ext uri="{FF2B5EF4-FFF2-40B4-BE49-F238E27FC236}">
                      <a16:creationId xmlns:a16="http://schemas.microsoft.com/office/drawing/2014/main" id="{49E70063-A5C2-86B7-4566-836F28CFBFE5}"/>
                    </a:ext>
                  </a:extLst>
                </p14:cNvPr>
                <p14:cNvContentPartPr/>
                <p14:nvPr/>
              </p14:nvContentPartPr>
              <p14:xfrm>
                <a:off x="6236060" y="5919592"/>
                <a:ext cx="78120" cy="188640"/>
              </p14:xfrm>
            </p:contentPart>
          </mc:Choice>
          <mc:Fallback>
            <p:pic>
              <p:nvPicPr>
                <p:cNvPr id="7586" name="Rukopis 7585">
                  <a:extLst>
                    <a:ext uri="{FF2B5EF4-FFF2-40B4-BE49-F238E27FC236}">
                      <a16:creationId xmlns:a16="http://schemas.microsoft.com/office/drawing/2014/main" id="{49E70063-A5C2-86B7-4566-836F28CFBFE5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227420" y="5910592"/>
                  <a:ext cx="957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7587" name="Rukopis 7586">
                  <a:extLst>
                    <a:ext uri="{FF2B5EF4-FFF2-40B4-BE49-F238E27FC236}">
                      <a16:creationId xmlns:a16="http://schemas.microsoft.com/office/drawing/2014/main" id="{94FED235-0A40-1C18-1D55-905485D6300B}"/>
                    </a:ext>
                  </a:extLst>
                </p14:cNvPr>
                <p14:cNvContentPartPr/>
                <p14:nvPr/>
              </p14:nvContentPartPr>
              <p14:xfrm>
                <a:off x="6218780" y="5986912"/>
                <a:ext cx="161640" cy="24480"/>
              </p14:xfrm>
            </p:contentPart>
          </mc:Choice>
          <mc:Fallback>
            <p:pic>
              <p:nvPicPr>
                <p:cNvPr id="7587" name="Rukopis 7586">
                  <a:extLst>
                    <a:ext uri="{FF2B5EF4-FFF2-40B4-BE49-F238E27FC236}">
                      <a16:creationId xmlns:a16="http://schemas.microsoft.com/office/drawing/2014/main" id="{94FED235-0A40-1C18-1D55-905485D6300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210140" y="5977912"/>
                  <a:ext cx="1792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7588" name="Rukopis 7587">
                  <a:extLst>
                    <a:ext uri="{FF2B5EF4-FFF2-40B4-BE49-F238E27FC236}">
                      <a16:creationId xmlns:a16="http://schemas.microsoft.com/office/drawing/2014/main" id="{B896AD83-539E-B8FD-583F-66C7D4450B9B}"/>
                    </a:ext>
                  </a:extLst>
                </p14:cNvPr>
                <p14:cNvContentPartPr/>
                <p14:nvPr/>
              </p14:nvContentPartPr>
              <p14:xfrm>
                <a:off x="6473660" y="5859832"/>
                <a:ext cx="145800" cy="269280"/>
              </p14:xfrm>
            </p:contentPart>
          </mc:Choice>
          <mc:Fallback>
            <p:pic>
              <p:nvPicPr>
                <p:cNvPr id="7588" name="Rukopis 7587">
                  <a:extLst>
                    <a:ext uri="{FF2B5EF4-FFF2-40B4-BE49-F238E27FC236}">
                      <a16:creationId xmlns:a16="http://schemas.microsoft.com/office/drawing/2014/main" id="{B896AD83-539E-B8FD-583F-66C7D4450B9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464660" y="5850832"/>
                  <a:ext cx="1634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7589" name="Rukopis 7588">
                  <a:extLst>
                    <a:ext uri="{FF2B5EF4-FFF2-40B4-BE49-F238E27FC236}">
                      <a16:creationId xmlns:a16="http://schemas.microsoft.com/office/drawing/2014/main" id="{0C52C24C-7B11-05D7-6A60-67B4323E0267}"/>
                    </a:ext>
                  </a:extLst>
                </p14:cNvPr>
                <p14:cNvContentPartPr/>
                <p14:nvPr/>
              </p14:nvContentPartPr>
              <p14:xfrm>
                <a:off x="6614420" y="5903392"/>
                <a:ext cx="169560" cy="206280"/>
              </p14:xfrm>
            </p:contentPart>
          </mc:Choice>
          <mc:Fallback>
            <p:pic>
              <p:nvPicPr>
                <p:cNvPr id="7589" name="Rukopis 7588">
                  <a:extLst>
                    <a:ext uri="{FF2B5EF4-FFF2-40B4-BE49-F238E27FC236}">
                      <a16:creationId xmlns:a16="http://schemas.microsoft.com/office/drawing/2014/main" id="{0C52C24C-7B11-05D7-6A60-67B4323E026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605420" y="5894392"/>
                  <a:ext cx="1872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7591" name="Rukopis 7590">
                  <a:extLst>
                    <a:ext uri="{FF2B5EF4-FFF2-40B4-BE49-F238E27FC236}">
                      <a16:creationId xmlns:a16="http://schemas.microsoft.com/office/drawing/2014/main" id="{24B0B61A-1CF5-750D-7738-8A35C33C27A2}"/>
                    </a:ext>
                  </a:extLst>
                </p14:cNvPr>
                <p14:cNvContentPartPr/>
                <p14:nvPr/>
              </p14:nvContentPartPr>
              <p14:xfrm>
                <a:off x="6834380" y="6046672"/>
                <a:ext cx="40320" cy="56520"/>
              </p14:xfrm>
            </p:contentPart>
          </mc:Choice>
          <mc:Fallback>
            <p:pic>
              <p:nvPicPr>
                <p:cNvPr id="7591" name="Rukopis 7590">
                  <a:extLst>
                    <a:ext uri="{FF2B5EF4-FFF2-40B4-BE49-F238E27FC236}">
                      <a16:creationId xmlns:a16="http://schemas.microsoft.com/office/drawing/2014/main" id="{24B0B61A-1CF5-750D-7738-8A35C33C27A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825740" y="6038032"/>
                  <a:ext cx="57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7592" name="Rukopis 7591">
                  <a:extLst>
                    <a:ext uri="{FF2B5EF4-FFF2-40B4-BE49-F238E27FC236}">
                      <a16:creationId xmlns:a16="http://schemas.microsoft.com/office/drawing/2014/main" id="{A4AD4FA9-07B2-2549-DE32-ABC289858EE9}"/>
                    </a:ext>
                  </a:extLst>
                </p14:cNvPr>
                <p14:cNvContentPartPr/>
                <p14:nvPr/>
              </p14:nvContentPartPr>
              <p14:xfrm>
                <a:off x="6955340" y="5860552"/>
                <a:ext cx="148680" cy="226080"/>
              </p14:xfrm>
            </p:contentPart>
          </mc:Choice>
          <mc:Fallback>
            <p:pic>
              <p:nvPicPr>
                <p:cNvPr id="7592" name="Rukopis 7591">
                  <a:extLst>
                    <a:ext uri="{FF2B5EF4-FFF2-40B4-BE49-F238E27FC236}">
                      <a16:creationId xmlns:a16="http://schemas.microsoft.com/office/drawing/2014/main" id="{A4AD4FA9-07B2-2549-DE32-ABC289858EE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946700" y="5851552"/>
                  <a:ext cx="1663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7593" name="Rukopis 7592">
                  <a:extLst>
                    <a:ext uri="{FF2B5EF4-FFF2-40B4-BE49-F238E27FC236}">
                      <a16:creationId xmlns:a16="http://schemas.microsoft.com/office/drawing/2014/main" id="{A26F6CAF-CF36-42BC-66A3-B53B6775979F}"/>
                    </a:ext>
                  </a:extLst>
                </p14:cNvPr>
                <p14:cNvContentPartPr/>
                <p14:nvPr/>
              </p14:nvContentPartPr>
              <p14:xfrm>
                <a:off x="7107980" y="5874592"/>
                <a:ext cx="141480" cy="194760"/>
              </p14:xfrm>
            </p:contentPart>
          </mc:Choice>
          <mc:Fallback>
            <p:pic>
              <p:nvPicPr>
                <p:cNvPr id="7593" name="Rukopis 7592">
                  <a:extLst>
                    <a:ext uri="{FF2B5EF4-FFF2-40B4-BE49-F238E27FC236}">
                      <a16:creationId xmlns:a16="http://schemas.microsoft.com/office/drawing/2014/main" id="{A26F6CAF-CF36-42BC-66A3-B53B6775979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098980" y="5865592"/>
                  <a:ext cx="159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7595" name="Rukopis 7594">
                  <a:extLst>
                    <a:ext uri="{FF2B5EF4-FFF2-40B4-BE49-F238E27FC236}">
                      <a16:creationId xmlns:a16="http://schemas.microsoft.com/office/drawing/2014/main" id="{BA847D93-203F-CAFD-6F6E-CE3B46634FA0}"/>
                    </a:ext>
                  </a:extLst>
                </p14:cNvPr>
                <p14:cNvContentPartPr/>
                <p14:nvPr/>
              </p14:nvContentPartPr>
              <p14:xfrm>
                <a:off x="7311380" y="5731672"/>
                <a:ext cx="154080" cy="158400"/>
              </p14:xfrm>
            </p:contentPart>
          </mc:Choice>
          <mc:Fallback>
            <p:pic>
              <p:nvPicPr>
                <p:cNvPr id="7595" name="Rukopis 7594">
                  <a:extLst>
                    <a:ext uri="{FF2B5EF4-FFF2-40B4-BE49-F238E27FC236}">
                      <a16:creationId xmlns:a16="http://schemas.microsoft.com/office/drawing/2014/main" id="{BA847D93-203F-CAFD-6F6E-CE3B46634FA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302740" y="5723032"/>
                  <a:ext cx="17172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13" name="Skupina 7612">
            <a:extLst>
              <a:ext uri="{FF2B5EF4-FFF2-40B4-BE49-F238E27FC236}">
                <a16:creationId xmlns:a16="http://schemas.microsoft.com/office/drawing/2014/main" id="{66929534-3455-F8C7-0CC3-F1206E2285C1}"/>
              </a:ext>
            </a:extLst>
          </p:cNvPr>
          <p:cNvGrpSpPr/>
          <p:nvPr/>
        </p:nvGrpSpPr>
        <p:grpSpPr>
          <a:xfrm>
            <a:off x="4400060" y="6198952"/>
            <a:ext cx="3879000" cy="589320"/>
            <a:chOff x="4400060" y="6198952"/>
            <a:chExt cx="3879000" cy="58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7599" name="Rukopis 7598">
                  <a:extLst>
                    <a:ext uri="{FF2B5EF4-FFF2-40B4-BE49-F238E27FC236}">
                      <a16:creationId xmlns:a16="http://schemas.microsoft.com/office/drawing/2014/main" id="{B5B2BD96-F58B-7821-82A9-FCC86570162B}"/>
                    </a:ext>
                  </a:extLst>
                </p14:cNvPr>
                <p14:cNvContentPartPr/>
                <p14:nvPr/>
              </p14:nvContentPartPr>
              <p14:xfrm>
                <a:off x="5144900" y="6198952"/>
                <a:ext cx="929520" cy="180360"/>
              </p14:xfrm>
            </p:contentPart>
          </mc:Choice>
          <mc:Fallback>
            <p:pic>
              <p:nvPicPr>
                <p:cNvPr id="7599" name="Rukopis 7598">
                  <a:extLst>
                    <a:ext uri="{FF2B5EF4-FFF2-40B4-BE49-F238E27FC236}">
                      <a16:creationId xmlns:a16="http://schemas.microsoft.com/office/drawing/2014/main" id="{B5B2BD96-F58B-7821-82A9-FCC86570162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136260" y="6190312"/>
                  <a:ext cx="947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7600" name="Rukopis 7599">
                  <a:extLst>
                    <a:ext uri="{FF2B5EF4-FFF2-40B4-BE49-F238E27FC236}">
                      <a16:creationId xmlns:a16="http://schemas.microsoft.com/office/drawing/2014/main" id="{8DA87AF2-5BD5-0EB9-0FDF-05EE68A4A9F7}"/>
                    </a:ext>
                  </a:extLst>
                </p14:cNvPr>
                <p14:cNvContentPartPr/>
                <p14:nvPr/>
              </p14:nvContentPartPr>
              <p14:xfrm>
                <a:off x="4400060" y="6544552"/>
                <a:ext cx="282960" cy="236880"/>
              </p14:xfrm>
            </p:contentPart>
          </mc:Choice>
          <mc:Fallback>
            <p:pic>
              <p:nvPicPr>
                <p:cNvPr id="7600" name="Rukopis 7599">
                  <a:extLst>
                    <a:ext uri="{FF2B5EF4-FFF2-40B4-BE49-F238E27FC236}">
                      <a16:creationId xmlns:a16="http://schemas.microsoft.com/office/drawing/2014/main" id="{8DA87AF2-5BD5-0EB9-0FDF-05EE68A4A9F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391420" y="6535552"/>
                  <a:ext cx="3006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7601" name="Rukopis 7600">
                  <a:extLst>
                    <a:ext uri="{FF2B5EF4-FFF2-40B4-BE49-F238E27FC236}">
                      <a16:creationId xmlns:a16="http://schemas.microsoft.com/office/drawing/2014/main" id="{94CDC079-663C-B4CD-1854-C5604165F003}"/>
                    </a:ext>
                  </a:extLst>
                </p14:cNvPr>
                <p14:cNvContentPartPr/>
                <p14:nvPr/>
              </p14:nvContentPartPr>
              <p14:xfrm>
                <a:off x="4649540" y="6465712"/>
                <a:ext cx="186840" cy="230400"/>
              </p14:xfrm>
            </p:contentPart>
          </mc:Choice>
          <mc:Fallback>
            <p:pic>
              <p:nvPicPr>
                <p:cNvPr id="7601" name="Rukopis 7600">
                  <a:extLst>
                    <a:ext uri="{FF2B5EF4-FFF2-40B4-BE49-F238E27FC236}">
                      <a16:creationId xmlns:a16="http://schemas.microsoft.com/office/drawing/2014/main" id="{94CDC079-663C-B4CD-1854-C5604165F00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640540" y="6456712"/>
                  <a:ext cx="2044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7602" name="Rukopis 7601">
                  <a:extLst>
                    <a:ext uri="{FF2B5EF4-FFF2-40B4-BE49-F238E27FC236}">
                      <a16:creationId xmlns:a16="http://schemas.microsoft.com/office/drawing/2014/main" id="{A5AF326A-1099-0C1A-D77C-BC0A64F64E76}"/>
                    </a:ext>
                  </a:extLst>
                </p14:cNvPr>
                <p14:cNvContentPartPr/>
                <p14:nvPr/>
              </p14:nvContentPartPr>
              <p14:xfrm>
                <a:off x="4868060" y="6527992"/>
                <a:ext cx="10440" cy="30240"/>
              </p14:xfrm>
            </p:contentPart>
          </mc:Choice>
          <mc:Fallback>
            <p:pic>
              <p:nvPicPr>
                <p:cNvPr id="7602" name="Rukopis 7601">
                  <a:extLst>
                    <a:ext uri="{FF2B5EF4-FFF2-40B4-BE49-F238E27FC236}">
                      <a16:creationId xmlns:a16="http://schemas.microsoft.com/office/drawing/2014/main" id="{A5AF326A-1099-0C1A-D77C-BC0A64F64E7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859420" y="6518992"/>
                  <a:ext cx="280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7603" name="Rukopis 7602">
                  <a:extLst>
                    <a:ext uri="{FF2B5EF4-FFF2-40B4-BE49-F238E27FC236}">
                      <a16:creationId xmlns:a16="http://schemas.microsoft.com/office/drawing/2014/main" id="{937F2D38-0498-7240-5DA7-4B2CCC10BCB5}"/>
                    </a:ext>
                  </a:extLst>
                </p14:cNvPr>
                <p14:cNvContentPartPr/>
                <p14:nvPr/>
              </p14:nvContentPartPr>
              <p14:xfrm>
                <a:off x="4903700" y="6453472"/>
                <a:ext cx="638280" cy="276480"/>
              </p14:xfrm>
            </p:contentPart>
          </mc:Choice>
          <mc:Fallback>
            <p:pic>
              <p:nvPicPr>
                <p:cNvPr id="7603" name="Rukopis 7602">
                  <a:extLst>
                    <a:ext uri="{FF2B5EF4-FFF2-40B4-BE49-F238E27FC236}">
                      <a16:creationId xmlns:a16="http://schemas.microsoft.com/office/drawing/2014/main" id="{937F2D38-0498-7240-5DA7-4B2CCC10BCB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894700" y="6444832"/>
                  <a:ext cx="6559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7604" name="Rukopis 7603">
                  <a:extLst>
                    <a:ext uri="{FF2B5EF4-FFF2-40B4-BE49-F238E27FC236}">
                      <a16:creationId xmlns:a16="http://schemas.microsoft.com/office/drawing/2014/main" id="{FC109B44-5196-3131-74C2-CA32FA8D6B72}"/>
                    </a:ext>
                  </a:extLst>
                </p14:cNvPr>
                <p14:cNvContentPartPr/>
                <p14:nvPr/>
              </p14:nvContentPartPr>
              <p14:xfrm>
                <a:off x="5603180" y="6457432"/>
                <a:ext cx="17640" cy="98640"/>
              </p14:xfrm>
            </p:contentPart>
          </mc:Choice>
          <mc:Fallback>
            <p:pic>
              <p:nvPicPr>
                <p:cNvPr id="7604" name="Rukopis 7603">
                  <a:extLst>
                    <a:ext uri="{FF2B5EF4-FFF2-40B4-BE49-F238E27FC236}">
                      <a16:creationId xmlns:a16="http://schemas.microsoft.com/office/drawing/2014/main" id="{FC109B44-5196-3131-74C2-CA32FA8D6B7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594180" y="6448432"/>
                  <a:ext cx="352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7605" name="Rukopis 7604">
                  <a:extLst>
                    <a:ext uri="{FF2B5EF4-FFF2-40B4-BE49-F238E27FC236}">
                      <a16:creationId xmlns:a16="http://schemas.microsoft.com/office/drawing/2014/main" id="{6446B4DB-ECAD-87F9-1D4D-8606AEAF2073}"/>
                    </a:ext>
                  </a:extLst>
                </p14:cNvPr>
                <p14:cNvContentPartPr/>
                <p14:nvPr/>
              </p14:nvContentPartPr>
              <p14:xfrm>
                <a:off x="5702540" y="6423232"/>
                <a:ext cx="465120" cy="330120"/>
              </p14:xfrm>
            </p:contentPart>
          </mc:Choice>
          <mc:Fallback>
            <p:pic>
              <p:nvPicPr>
                <p:cNvPr id="7605" name="Rukopis 7604">
                  <a:extLst>
                    <a:ext uri="{FF2B5EF4-FFF2-40B4-BE49-F238E27FC236}">
                      <a16:creationId xmlns:a16="http://schemas.microsoft.com/office/drawing/2014/main" id="{6446B4DB-ECAD-87F9-1D4D-8606AEAF207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693540" y="6414592"/>
                  <a:ext cx="4827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7607" name="Rukopis 7606">
                  <a:extLst>
                    <a:ext uri="{FF2B5EF4-FFF2-40B4-BE49-F238E27FC236}">
                      <a16:creationId xmlns:a16="http://schemas.microsoft.com/office/drawing/2014/main" id="{21AD05F5-E4CB-9CA3-B43F-7FB16293D7B0}"/>
                    </a:ext>
                  </a:extLst>
                </p14:cNvPr>
                <p14:cNvContentPartPr/>
                <p14:nvPr/>
              </p14:nvContentPartPr>
              <p14:xfrm>
                <a:off x="6290780" y="6498112"/>
                <a:ext cx="435960" cy="290160"/>
              </p14:xfrm>
            </p:contentPart>
          </mc:Choice>
          <mc:Fallback>
            <p:pic>
              <p:nvPicPr>
                <p:cNvPr id="7607" name="Rukopis 7606">
                  <a:extLst>
                    <a:ext uri="{FF2B5EF4-FFF2-40B4-BE49-F238E27FC236}">
                      <a16:creationId xmlns:a16="http://schemas.microsoft.com/office/drawing/2014/main" id="{21AD05F5-E4CB-9CA3-B43F-7FB16293D7B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282140" y="6489472"/>
                  <a:ext cx="4536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7608" name="Rukopis 7607">
                  <a:extLst>
                    <a:ext uri="{FF2B5EF4-FFF2-40B4-BE49-F238E27FC236}">
                      <a16:creationId xmlns:a16="http://schemas.microsoft.com/office/drawing/2014/main" id="{34681301-BF1F-93F3-F2C6-6E50F1D11DFE}"/>
                    </a:ext>
                  </a:extLst>
                </p14:cNvPr>
                <p14:cNvContentPartPr/>
                <p14:nvPr/>
              </p14:nvContentPartPr>
              <p14:xfrm>
                <a:off x="6553940" y="6454912"/>
                <a:ext cx="168840" cy="78120"/>
              </p14:xfrm>
            </p:contentPart>
          </mc:Choice>
          <mc:Fallback>
            <p:pic>
              <p:nvPicPr>
                <p:cNvPr id="7608" name="Rukopis 7607">
                  <a:extLst>
                    <a:ext uri="{FF2B5EF4-FFF2-40B4-BE49-F238E27FC236}">
                      <a16:creationId xmlns:a16="http://schemas.microsoft.com/office/drawing/2014/main" id="{34681301-BF1F-93F3-F2C6-6E50F1D11DFE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545300" y="6445912"/>
                  <a:ext cx="1864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7609" name="Rukopis 7608">
                  <a:extLst>
                    <a:ext uri="{FF2B5EF4-FFF2-40B4-BE49-F238E27FC236}">
                      <a16:creationId xmlns:a16="http://schemas.microsoft.com/office/drawing/2014/main" id="{839F715A-AD6F-0EB3-BFC2-2874A1A8FD94}"/>
                    </a:ext>
                  </a:extLst>
                </p14:cNvPr>
                <p14:cNvContentPartPr/>
                <p14:nvPr/>
              </p14:nvContentPartPr>
              <p14:xfrm>
                <a:off x="6738260" y="6470392"/>
                <a:ext cx="219960" cy="224280"/>
              </p14:xfrm>
            </p:contentPart>
          </mc:Choice>
          <mc:Fallback>
            <p:pic>
              <p:nvPicPr>
                <p:cNvPr id="7609" name="Rukopis 7608">
                  <a:extLst>
                    <a:ext uri="{FF2B5EF4-FFF2-40B4-BE49-F238E27FC236}">
                      <a16:creationId xmlns:a16="http://schemas.microsoft.com/office/drawing/2014/main" id="{839F715A-AD6F-0EB3-BFC2-2874A1A8FD9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729620" y="6461752"/>
                  <a:ext cx="237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7610" name="Rukopis 7609">
                  <a:extLst>
                    <a:ext uri="{FF2B5EF4-FFF2-40B4-BE49-F238E27FC236}">
                      <a16:creationId xmlns:a16="http://schemas.microsoft.com/office/drawing/2014/main" id="{F5B5F9A5-AA91-51C6-9565-76283714B898}"/>
                    </a:ext>
                  </a:extLst>
                </p14:cNvPr>
                <p14:cNvContentPartPr/>
                <p14:nvPr/>
              </p14:nvContentPartPr>
              <p14:xfrm>
                <a:off x="6897020" y="6507112"/>
                <a:ext cx="314640" cy="280440"/>
              </p14:xfrm>
            </p:contentPart>
          </mc:Choice>
          <mc:Fallback>
            <p:pic>
              <p:nvPicPr>
                <p:cNvPr id="7610" name="Rukopis 7609">
                  <a:extLst>
                    <a:ext uri="{FF2B5EF4-FFF2-40B4-BE49-F238E27FC236}">
                      <a16:creationId xmlns:a16="http://schemas.microsoft.com/office/drawing/2014/main" id="{F5B5F9A5-AA91-51C6-9565-76283714B89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888380" y="6498472"/>
                  <a:ext cx="332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7611" name="Rukopis 7610">
                  <a:extLst>
                    <a:ext uri="{FF2B5EF4-FFF2-40B4-BE49-F238E27FC236}">
                      <a16:creationId xmlns:a16="http://schemas.microsoft.com/office/drawing/2014/main" id="{208A51FE-0EBF-4EA9-1FEE-04F1357A5A92}"/>
                    </a:ext>
                  </a:extLst>
                </p14:cNvPr>
                <p14:cNvContentPartPr/>
                <p14:nvPr/>
              </p14:nvContentPartPr>
              <p14:xfrm>
                <a:off x="7290500" y="6385792"/>
                <a:ext cx="403560" cy="270720"/>
              </p14:xfrm>
            </p:contentPart>
          </mc:Choice>
          <mc:Fallback>
            <p:pic>
              <p:nvPicPr>
                <p:cNvPr id="7611" name="Rukopis 7610">
                  <a:extLst>
                    <a:ext uri="{FF2B5EF4-FFF2-40B4-BE49-F238E27FC236}">
                      <a16:creationId xmlns:a16="http://schemas.microsoft.com/office/drawing/2014/main" id="{208A51FE-0EBF-4EA9-1FEE-04F1357A5A9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281500" y="6377152"/>
                  <a:ext cx="421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7612" name="Rukopis 7611">
                  <a:extLst>
                    <a:ext uri="{FF2B5EF4-FFF2-40B4-BE49-F238E27FC236}">
                      <a16:creationId xmlns:a16="http://schemas.microsoft.com/office/drawing/2014/main" id="{CCB9CCF9-3E09-12F0-F1BA-5520617F8292}"/>
                    </a:ext>
                  </a:extLst>
                </p14:cNvPr>
                <p14:cNvContentPartPr/>
                <p14:nvPr/>
              </p14:nvContentPartPr>
              <p14:xfrm>
                <a:off x="7764980" y="6447352"/>
                <a:ext cx="514080" cy="258480"/>
              </p14:xfrm>
            </p:contentPart>
          </mc:Choice>
          <mc:Fallback>
            <p:pic>
              <p:nvPicPr>
                <p:cNvPr id="7612" name="Rukopis 7611">
                  <a:extLst>
                    <a:ext uri="{FF2B5EF4-FFF2-40B4-BE49-F238E27FC236}">
                      <a16:creationId xmlns:a16="http://schemas.microsoft.com/office/drawing/2014/main" id="{CCB9CCF9-3E09-12F0-F1BA-5520617F829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756340" y="6438352"/>
                  <a:ext cx="53172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2">
            <p14:nvContentPartPr>
              <p14:cNvPr id="7614" name="Rukopis 7613">
                <a:extLst>
                  <a:ext uri="{FF2B5EF4-FFF2-40B4-BE49-F238E27FC236}">
                    <a16:creationId xmlns:a16="http://schemas.microsoft.com/office/drawing/2014/main" id="{0D90355F-C60F-E902-01E8-8C669FA8E8FF}"/>
                  </a:ext>
                </a:extLst>
              </p14:cNvPr>
              <p14:cNvContentPartPr/>
              <p14:nvPr/>
            </p14:nvContentPartPr>
            <p14:xfrm>
              <a:off x="6211580" y="5491192"/>
              <a:ext cx="1576800" cy="738720"/>
            </p14:xfrm>
          </p:contentPart>
        </mc:Choice>
        <mc:Fallback>
          <p:pic>
            <p:nvPicPr>
              <p:cNvPr id="7614" name="Rukopis 7613">
                <a:extLst>
                  <a:ext uri="{FF2B5EF4-FFF2-40B4-BE49-F238E27FC236}">
                    <a16:creationId xmlns:a16="http://schemas.microsoft.com/office/drawing/2014/main" id="{0D90355F-C60F-E902-01E8-8C669FA8E8FF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6202940" y="5482192"/>
                <a:ext cx="1594440" cy="75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21" name="Skupina 7620">
            <a:extLst>
              <a:ext uri="{FF2B5EF4-FFF2-40B4-BE49-F238E27FC236}">
                <a16:creationId xmlns:a16="http://schemas.microsoft.com/office/drawing/2014/main" id="{88543C8B-C764-8EC3-4500-3713589840A9}"/>
              </a:ext>
            </a:extLst>
          </p:cNvPr>
          <p:cNvGrpSpPr/>
          <p:nvPr/>
        </p:nvGrpSpPr>
        <p:grpSpPr>
          <a:xfrm>
            <a:off x="7705220" y="5226952"/>
            <a:ext cx="1402560" cy="364320"/>
            <a:chOff x="7705220" y="5226952"/>
            <a:chExt cx="140256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7615" name="Rukopis 7614">
                  <a:extLst>
                    <a:ext uri="{FF2B5EF4-FFF2-40B4-BE49-F238E27FC236}">
                      <a16:creationId xmlns:a16="http://schemas.microsoft.com/office/drawing/2014/main" id="{EBCF329A-7F79-DE82-5DD6-F92E905B4AD3}"/>
                    </a:ext>
                  </a:extLst>
                </p14:cNvPr>
                <p14:cNvContentPartPr/>
                <p14:nvPr/>
              </p14:nvContentPartPr>
              <p14:xfrm>
                <a:off x="7705220" y="5360512"/>
                <a:ext cx="444600" cy="230760"/>
              </p14:xfrm>
            </p:contentPart>
          </mc:Choice>
          <mc:Fallback>
            <p:pic>
              <p:nvPicPr>
                <p:cNvPr id="7615" name="Rukopis 7614">
                  <a:extLst>
                    <a:ext uri="{FF2B5EF4-FFF2-40B4-BE49-F238E27FC236}">
                      <a16:creationId xmlns:a16="http://schemas.microsoft.com/office/drawing/2014/main" id="{EBCF329A-7F79-DE82-5DD6-F92E905B4AD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696220" y="5351872"/>
                  <a:ext cx="462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7616" name="Rukopis 7615">
                  <a:extLst>
                    <a:ext uri="{FF2B5EF4-FFF2-40B4-BE49-F238E27FC236}">
                      <a16:creationId xmlns:a16="http://schemas.microsoft.com/office/drawing/2014/main" id="{AA12178A-F4A1-E0FA-2755-820E5B5AFEE5}"/>
                    </a:ext>
                  </a:extLst>
                </p14:cNvPr>
                <p14:cNvContentPartPr/>
                <p14:nvPr/>
              </p14:nvContentPartPr>
              <p14:xfrm>
                <a:off x="8080340" y="5312272"/>
                <a:ext cx="112680" cy="39240"/>
              </p14:xfrm>
            </p:contentPart>
          </mc:Choice>
          <mc:Fallback>
            <p:pic>
              <p:nvPicPr>
                <p:cNvPr id="7616" name="Rukopis 7615">
                  <a:extLst>
                    <a:ext uri="{FF2B5EF4-FFF2-40B4-BE49-F238E27FC236}">
                      <a16:creationId xmlns:a16="http://schemas.microsoft.com/office/drawing/2014/main" id="{AA12178A-F4A1-E0FA-2755-820E5B5AFEE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071340" y="5303272"/>
                  <a:ext cx="1303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7617" name="Rukopis 7616">
                  <a:extLst>
                    <a:ext uri="{FF2B5EF4-FFF2-40B4-BE49-F238E27FC236}">
                      <a16:creationId xmlns:a16="http://schemas.microsoft.com/office/drawing/2014/main" id="{AE82EA39-2129-09E3-6980-72C04907F1BB}"/>
                    </a:ext>
                  </a:extLst>
                </p14:cNvPr>
                <p14:cNvContentPartPr/>
                <p14:nvPr/>
              </p14:nvContentPartPr>
              <p14:xfrm>
                <a:off x="8191940" y="5310832"/>
                <a:ext cx="158760" cy="199440"/>
              </p14:xfrm>
            </p:contentPart>
          </mc:Choice>
          <mc:Fallback>
            <p:pic>
              <p:nvPicPr>
                <p:cNvPr id="7617" name="Rukopis 7616">
                  <a:extLst>
                    <a:ext uri="{FF2B5EF4-FFF2-40B4-BE49-F238E27FC236}">
                      <a16:creationId xmlns:a16="http://schemas.microsoft.com/office/drawing/2014/main" id="{AE82EA39-2129-09E3-6980-72C04907F1B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183300" y="5301832"/>
                  <a:ext cx="176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7618" name="Rukopis 7617">
                  <a:extLst>
                    <a:ext uri="{FF2B5EF4-FFF2-40B4-BE49-F238E27FC236}">
                      <a16:creationId xmlns:a16="http://schemas.microsoft.com/office/drawing/2014/main" id="{28497970-ED40-D127-A530-B094DCC0DE52}"/>
                    </a:ext>
                  </a:extLst>
                </p14:cNvPr>
                <p14:cNvContentPartPr/>
                <p14:nvPr/>
              </p14:nvContentPartPr>
              <p14:xfrm>
                <a:off x="8414060" y="5313712"/>
                <a:ext cx="7560" cy="37800"/>
              </p14:xfrm>
            </p:contentPart>
          </mc:Choice>
          <mc:Fallback>
            <p:pic>
              <p:nvPicPr>
                <p:cNvPr id="7618" name="Rukopis 7617">
                  <a:extLst>
                    <a:ext uri="{FF2B5EF4-FFF2-40B4-BE49-F238E27FC236}">
                      <a16:creationId xmlns:a16="http://schemas.microsoft.com/office/drawing/2014/main" id="{28497970-ED40-D127-A530-B094DCC0DE5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405060" y="5304712"/>
                  <a:ext cx="252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7619" name="Rukopis 7618">
                  <a:extLst>
                    <a:ext uri="{FF2B5EF4-FFF2-40B4-BE49-F238E27FC236}">
                      <a16:creationId xmlns:a16="http://schemas.microsoft.com/office/drawing/2014/main" id="{1E282BA8-5F76-7EF0-0B51-8989D8816BA4}"/>
                    </a:ext>
                  </a:extLst>
                </p14:cNvPr>
                <p14:cNvContentPartPr/>
                <p14:nvPr/>
              </p14:nvContentPartPr>
              <p14:xfrm>
                <a:off x="8489300" y="5226952"/>
                <a:ext cx="578160" cy="295920"/>
              </p14:xfrm>
            </p:contentPart>
          </mc:Choice>
          <mc:Fallback>
            <p:pic>
              <p:nvPicPr>
                <p:cNvPr id="7619" name="Rukopis 7618">
                  <a:extLst>
                    <a:ext uri="{FF2B5EF4-FFF2-40B4-BE49-F238E27FC236}">
                      <a16:creationId xmlns:a16="http://schemas.microsoft.com/office/drawing/2014/main" id="{1E282BA8-5F76-7EF0-0B51-8989D8816BA4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480660" y="5217952"/>
                  <a:ext cx="5958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7620" name="Rukopis 7619">
                  <a:extLst>
                    <a:ext uri="{FF2B5EF4-FFF2-40B4-BE49-F238E27FC236}">
                      <a16:creationId xmlns:a16="http://schemas.microsoft.com/office/drawing/2014/main" id="{3E5BFB2F-8337-6442-2C52-27461492E2B6}"/>
                    </a:ext>
                  </a:extLst>
                </p14:cNvPr>
                <p14:cNvContentPartPr/>
                <p14:nvPr/>
              </p14:nvContentPartPr>
              <p14:xfrm>
                <a:off x="8990780" y="5231272"/>
                <a:ext cx="117000" cy="232200"/>
              </p14:xfrm>
            </p:contentPart>
          </mc:Choice>
          <mc:Fallback>
            <p:pic>
              <p:nvPicPr>
                <p:cNvPr id="7620" name="Rukopis 7619">
                  <a:extLst>
                    <a:ext uri="{FF2B5EF4-FFF2-40B4-BE49-F238E27FC236}">
                      <a16:creationId xmlns:a16="http://schemas.microsoft.com/office/drawing/2014/main" id="{3E5BFB2F-8337-6442-2C52-27461492E2B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982140" y="5222632"/>
                  <a:ext cx="134640" cy="249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6515BD00-0E6F-8347-2F6D-6F1B27A0F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124744"/>
            <a:ext cx="6690927" cy="170523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A19FDEB4-D91E-02EF-4018-522DE644EAB1}"/>
              </a:ext>
            </a:extLst>
          </p:cNvPr>
          <p:cNvSpPr txBox="1"/>
          <p:nvPr/>
        </p:nvSpPr>
        <p:spPr>
          <a:xfrm>
            <a:off x="827584" y="26064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3600" b="1" kern="1200" dirty="0">
                <a:solidFill>
                  <a:srgbClr val="FF0000"/>
                </a:solidFill>
                <a:latin typeface="Calibri" pitchFamily="34" charset="0"/>
              </a:rPr>
              <a:t>Matematická indukce</a:t>
            </a:r>
            <a:endParaRPr lang="cs-CZ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3" name="Rukopis 82">
                <a:extLst>
                  <a:ext uri="{FF2B5EF4-FFF2-40B4-BE49-F238E27FC236}">
                    <a16:creationId xmlns:a16="http://schemas.microsoft.com/office/drawing/2014/main" id="{C1D11DE8-8F03-9972-37DD-503E53973795}"/>
                  </a:ext>
                </a:extLst>
              </p14:cNvPr>
              <p14:cNvContentPartPr/>
              <p14:nvPr/>
            </p14:nvContentPartPr>
            <p14:xfrm>
              <a:off x="1268780" y="1871047"/>
              <a:ext cx="3249000" cy="167760"/>
            </p14:xfrm>
          </p:contentPart>
        </mc:Choice>
        <mc:Fallback>
          <p:pic>
            <p:nvPicPr>
              <p:cNvPr id="83" name="Rukopis 82">
                <a:extLst>
                  <a:ext uri="{FF2B5EF4-FFF2-40B4-BE49-F238E27FC236}">
                    <a16:creationId xmlns:a16="http://schemas.microsoft.com/office/drawing/2014/main" id="{C1D11DE8-8F03-9972-37DD-503E539737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6140" y="1808407"/>
                <a:ext cx="337464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4" name="Rukopis 83">
                <a:extLst>
                  <a:ext uri="{FF2B5EF4-FFF2-40B4-BE49-F238E27FC236}">
                    <a16:creationId xmlns:a16="http://schemas.microsoft.com/office/drawing/2014/main" id="{E9A5342F-6633-ACD2-DC3F-496A9A3284D8}"/>
                  </a:ext>
                </a:extLst>
              </p14:cNvPr>
              <p14:cNvContentPartPr/>
              <p14:nvPr/>
            </p14:nvContentPartPr>
            <p14:xfrm>
              <a:off x="950540" y="2194687"/>
              <a:ext cx="1135080" cy="491760"/>
            </p14:xfrm>
          </p:contentPart>
        </mc:Choice>
        <mc:Fallback>
          <p:pic>
            <p:nvPicPr>
              <p:cNvPr id="84" name="Rukopis 83">
                <a:extLst>
                  <a:ext uri="{FF2B5EF4-FFF2-40B4-BE49-F238E27FC236}">
                    <a16:creationId xmlns:a16="http://schemas.microsoft.com/office/drawing/2014/main" id="{E9A5342F-6633-ACD2-DC3F-496A9A3284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7900" y="2132047"/>
                <a:ext cx="1260720" cy="6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5" name="Rukopis 84">
                <a:extLst>
                  <a:ext uri="{FF2B5EF4-FFF2-40B4-BE49-F238E27FC236}">
                    <a16:creationId xmlns:a16="http://schemas.microsoft.com/office/drawing/2014/main" id="{B4D224F9-5064-FC51-FAC9-B0BCE42F27E5}"/>
                  </a:ext>
                </a:extLst>
              </p14:cNvPr>
              <p14:cNvContentPartPr/>
              <p14:nvPr/>
            </p14:nvContentPartPr>
            <p14:xfrm>
              <a:off x="2075540" y="2167687"/>
              <a:ext cx="5001120" cy="208080"/>
            </p14:xfrm>
          </p:contentPart>
        </mc:Choice>
        <mc:Fallback>
          <p:pic>
            <p:nvPicPr>
              <p:cNvPr id="85" name="Rukopis 84">
                <a:extLst>
                  <a:ext uri="{FF2B5EF4-FFF2-40B4-BE49-F238E27FC236}">
                    <a16:creationId xmlns:a16="http://schemas.microsoft.com/office/drawing/2014/main" id="{B4D224F9-5064-FC51-FAC9-B0BCE42F27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12900" y="2104687"/>
                <a:ext cx="5126760" cy="333720"/>
              </a:xfrm>
              <a:prstGeom prst="rect">
                <a:avLst/>
              </a:prstGeom>
            </p:spPr>
          </p:pic>
        </mc:Fallback>
      </mc:AlternateContent>
      <p:pic>
        <p:nvPicPr>
          <p:cNvPr id="87" name="Obrázek 86">
            <a:extLst>
              <a:ext uri="{FF2B5EF4-FFF2-40B4-BE49-F238E27FC236}">
                <a16:creationId xmlns:a16="http://schemas.microsoft.com/office/drawing/2014/main" id="{42EC6945-838B-9B23-496C-DC34127FB7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616" y="1804711"/>
            <a:ext cx="3888432" cy="2904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8" name="Rukopis 87">
                <a:extLst>
                  <a:ext uri="{FF2B5EF4-FFF2-40B4-BE49-F238E27FC236}">
                    <a16:creationId xmlns:a16="http://schemas.microsoft.com/office/drawing/2014/main" id="{F12E1CD5-6B67-15B9-997D-2ECDD7FCB9CA}"/>
                  </a:ext>
                </a:extLst>
              </p14:cNvPr>
              <p14:cNvContentPartPr/>
              <p14:nvPr/>
            </p14:nvContentPartPr>
            <p14:xfrm>
              <a:off x="1251500" y="2590327"/>
              <a:ext cx="3661200" cy="93960"/>
            </p14:xfrm>
          </p:contentPart>
        </mc:Choice>
        <mc:Fallback>
          <p:pic>
            <p:nvPicPr>
              <p:cNvPr id="88" name="Rukopis 87">
                <a:extLst>
                  <a:ext uri="{FF2B5EF4-FFF2-40B4-BE49-F238E27FC236}">
                    <a16:creationId xmlns:a16="http://schemas.microsoft.com/office/drawing/2014/main" id="{F12E1CD5-6B67-15B9-997D-2ECDD7FCB9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88860" y="2527327"/>
                <a:ext cx="3786840" cy="219600"/>
              </a:xfrm>
              <a:prstGeom prst="rect">
                <a:avLst/>
              </a:prstGeom>
            </p:spPr>
          </p:pic>
        </mc:Fallback>
      </mc:AlternateContent>
      <p:pic>
        <p:nvPicPr>
          <p:cNvPr id="90" name="Obrázek 89">
            <a:extLst>
              <a:ext uri="{FF2B5EF4-FFF2-40B4-BE49-F238E27FC236}">
                <a16:creationId xmlns:a16="http://schemas.microsoft.com/office/drawing/2014/main" id="{2D6A70F2-31AA-1A94-5700-19110392C5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584" y="2167546"/>
            <a:ext cx="7845501" cy="1457528"/>
          </a:xfrm>
          <a:prstGeom prst="rect">
            <a:avLst/>
          </a:prstGeom>
        </p:spPr>
      </p:pic>
      <p:grpSp>
        <p:nvGrpSpPr>
          <p:cNvPr id="121" name="Skupina 120">
            <a:extLst>
              <a:ext uri="{FF2B5EF4-FFF2-40B4-BE49-F238E27FC236}">
                <a16:creationId xmlns:a16="http://schemas.microsoft.com/office/drawing/2014/main" id="{674F8C67-71C9-5A10-34D9-3677428114DB}"/>
              </a:ext>
            </a:extLst>
          </p:cNvPr>
          <p:cNvGrpSpPr/>
          <p:nvPr/>
        </p:nvGrpSpPr>
        <p:grpSpPr>
          <a:xfrm>
            <a:off x="6326780" y="1429687"/>
            <a:ext cx="406440" cy="235440"/>
            <a:chOff x="6326780" y="1429687"/>
            <a:chExt cx="40644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6" name="Rukopis 105">
                  <a:extLst>
                    <a:ext uri="{FF2B5EF4-FFF2-40B4-BE49-F238E27FC236}">
                      <a16:creationId xmlns:a16="http://schemas.microsoft.com/office/drawing/2014/main" id="{7BEE7DF4-1B95-E501-8D20-B6A993615491}"/>
                    </a:ext>
                  </a:extLst>
                </p14:cNvPr>
                <p14:cNvContentPartPr/>
                <p14:nvPr/>
              </p14:nvContentPartPr>
              <p14:xfrm>
                <a:off x="6326780" y="1446607"/>
                <a:ext cx="65160" cy="218520"/>
              </p14:xfrm>
            </p:contentPart>
          </mc:Choice>
          <mc:Fallback>
            <p:pic>
              <p:nvPicPr>
                <p:cNvPr id="106" name="Rukopis 105">
                  <a:extLst>
                    <a:ext uri="{FF2B5EF4-FFF2-40B4-BE49-F238E27FC236}">
                      <a16:creationId xmlns:a16="http://schemas.microsoft.com/office/drawing/2014/main" id="{7BEE7DF4-1B95-E501-8D20-B6A9936154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17780" y="1437967"/>
                  <a:ext cx="82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7" name="Rukopis 106">
                  <a:extLst>
                    <a:ext uri="{FF2B5EF4-FFF2-40B4-BE49-F238E27FC236}">
                      <a16:creationId xmlns:a16="http://schemas.microsoft.com/office/drawing/2014/main" id="{4E287456-1F4F-0419-20E5-6D427F7119A0}"/>
                    </a:ext>
                  </a:extLst>
                </p14:cNvPr>
                <p14:cNvContentPartPr/>
                <p14:nvPr/>
              </p14:nvContentPartPr>
              <p14:xfrm>
                <a:off x="6362780" y="1429687"/>
                <a:ext cx="90000" cy="111240"/>
              </p14:xfrm>
            </p:contentPart>
          </mc:Choice>
          <mc:Fallback>
            <p:pic>
              <p:nvPicPr>
                <p:cNvPr id="107" name="Rukopis 106">
                  <a:extLst>
                    <a:ext uri="{FF2B5EF4-FFF2-40B4-BE49-F238E27FC236}">
                      <a16:creationId xmlns:a16="http://schemas.microsoft.com/office/drawing/2014/main" id="{4E287456-1F4F-0419-20E5-6D427F7119A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53780" y="1421047"/>
                  <a:ext cx="107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8" name="Rukopis 107">
                  <a:extLst>
                    <a:ext uri="{FF2B5EF4-FFF2-40B4-BE49-F238E27FC236}">
                      <a16:creationId xmlns:a16="http://schemas.microsoft.com/office/drawing/2014/main" id="{C81C4E16-EA27-F6CF-7449-514C7275713C}"/>
                    </a:ext>
                  </a:extLst>
                </p14:cNvPr>
                <p14:cNvContentPartPr/>
                <p14:nvPr/>
              </p14:nvContentPartPr>
              <p14:xfrm>
                <a:off x="6504620" y="1439407"/>
                <a:ext cx="91440" cy="89640"/>
              </p14:xfrm>
            </p:contentPart>
          </mc:Choice>
          <mc:Fallback>
            <p:pic>
              <p:nvPicPr>
                <p:cNvPr id="108" name="Rukopis 107">
                  <a:extLst>
                    <a:ext uri="{FF2B5EF4-FFF2-40B4-BE49-F238E27FC236}">
                      <a16:creationId xmlns:a16="http://schemas.microsoft.com/office/drawing/2014/main" id="{C81C4E16-EA27-F6CF-7449-514C7275713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95980" y="1430407"/>
                  <a:ext cx="1090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9" name="Rukopis 108">
                  <a:extLst>
                    <a:ext uri="{FF2B5EF4-FFF2-40B4-BE49-F238E27FC236}">
                      <a16:creationId xmlns:a16="http://schemas.microsoft.com/office/drawing/2014/main" id="{EADC80C8-DA17-2A00-DDA2-9097A1ED65E6}"/>
                    </a:ext>
                  </a:extLst>
                </p14:cNvPr>
                <p14:cNvContentPartPr/>
                <p14:nvPr/>
              </p14:nvContentPartPr>
              <p14:xfrm>
                <a:off x="6641780" y="1450207"/>
                <a:ext cx="91440" cy="79920"/>
              </p14:xfrm>
            </p:contentPart>
          </mc:Choice>
          <mc:Fallback>
            <p:pic>
              <p:nvPicPr>
                <p:cNvPr id="109" name="Rukopis 108">
                  <a:extLst>
                    <a:ext uri="{FF2B5EF4-FFF2-40B4-BE49-F238E27FC236}">
                      <a16:creationId xmlns:a16="http://schemas.microsoft.com/office/drawing/2014/main" id="{EADC80C8-DA17-2A00-DDA2-9097A1ED65E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32780" y="1441207"/>
                  <a:ext cx="10908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10" name="Rukopis 109">
                <a:extLst>
                  <a:ext uri="{FF2B5EF4-FFF2-40B4-BE49-F238E27FC236}">
                    <a16:creationId xmlns:a16="http://schemas.microsoft.com/office/drawing/2014/main" id="{7307396B-7E31-E36C-E6CA-C5B4953DA3BD}"/>
                  </a:ext>
                </a:extLst>
              </p14:cNvPr>
              <p14:cNvContentPartPr/>
              <p14:nvPr/>
            </p14:nvContentPartPr>
            <p14:xfrm>
              <a:off x="6988460" y="1408447"/>
              <a:ext cx="104040" cy="126360"/>
            </p14:xfrm>
          </p:contentPart>
        </mc:Choice>
        <mc:Fallback>
          <p:pic>
            <p:nvPicPr>
              <p:cNvPr id="110" name="Rukopis 109">
                <a:extLst>
                  <a:ext uri="{FF2B5EF4-FFF2-40B4-BE49-F238E27FC236}">
                    <a16:creationId xmlns:a16="http://schemas.microsoft.com/office/drawing/2014/main" id="{7307396B-7E31-E36C-E6CA-C5B4953DA3B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79460" y="1399447"/>
                <a:ext cx="12168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Skupina 119">
            <a:extLst>
              <a:ext uri="{FF2B5EF4-FFF2-40B4-BE49-F238E27FC236}">
                <a16:creationId xmlns:a16="http://schemas.microsoft.com/office/drawing/2014/main" id="{1DECE40B-FDD8-18B8-515B-9C02F0F3697E}"/>
              </a:ext>
            </a:extLst>
          </p:cNvPr>
          <p:cNvGrpSpPr/>
          <p:nvPr/>
        </p:nvGrpSpPr>
        <p:grpSpPr>
          <a:xfrm>
            <a:off x="7237220" y="1322767"/>
            <a:ext cx="587520" cy="289080"/>
            <a:chOff x="7237220" y="1322767"/>
            <a:chExt cx="58752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1" name="Rukopis 110">
                  <a:extLst>
                    <a:ext uri="{FF2B5EF4-FFF2-40B4-BE49-F238E27FC236}">
                      <a16:creationId xmlns:a16="http://schemas.microsoft.com/office/drawing/2014/main" id="{45EE7C74-79EC-E172-A891-27650B1C31D4}"/>
                    </a:ext>
                  </a:extLst>
                </p14:cNvPr>
                <p14:cNvContentPartPr/>
                <p14:nvPr/>
              </p14:nvContentPartPr>
              <p14:xfrm>
                <a:off x="7238660" y="1431487"/>
                <a:ext cx="76680" cy="9360"/>
              </p14:xfrm>
            </p:contentPart>
          </mc:Choice>
          <mc:Fallback>
            <p:pic>
              <p:nvPicPr>
                <p:cNvPr id="111" name="Rukopis 110">
                  <a:extLst>
                    <a:ext uri="{FF2B5EF4-FFF2-40B4-BE49-F238E27FC236}">
                      <a16:creationId xmlns:a16="http://schemas.microsoft.com/office/drawing/2014/main" id="{45EE7C74-79EC-E172-A891-27650B1C31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30020" y="1422847"/>
                  <a:ext cx="94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12" name="Rukopis 111">
                  <a:extLst>
                    <a:ext uri="{FF2B5EF4-FFF2-40B4-BE49-F238E27FC236}">
                      <a16:creationId xmlns:a16="http://schemas.microsoft.com/office/drawing/2014/main" id="{2374A24E-322B-8285-2F95-EC5264281FBE}"/>
                    </a:ext>
                  </a:extLst>
                </p14:cNvPr>
                <p14:cNvContentPartPr/>
                <p14:nvPr/>
              </p14:nvContentPartPr>
              <p14:xfrm>
                <a:off x="7237220" y="1466407"/>
                <a:ext cx="102600" cy="10080"/>
              </p14:xfrm>
            </p:contentPart>
          </mc:Choice>
          <mc:Fallback>
            <p:pic>
              <p:nvPicPr>
                <p:cNvPr id="112" name="Rukopis 111">
                  <a:extLst>
                    <a:ext uri="{FF2B5EF4-FFF2-40B4-BE49-F238E27FC236}">
                      <a16:creationId xmlns:a16="http://schemas.microsoft.com/office/drawing/2014/main" id="{2374A24E-322B-8285-2F95-EC5264281FB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28580" y="1457767"/>
                  <a:ext cx="120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13" name="Rukopis 112">
                  <a:extLst>
                    <a:ext uri="{FF2B5EF4-FFF2-40B4-BE49-F238E27FC236}">
                      <a16:creationId xmlns:a16="http://schemas.microsoft.com/office/drawing/2014/main" id="{04A4B20B-6D35-900E-25BF-FE39BAEF34A3}"/>
                    </a:ext>
                  </a:extLst>
                </p14:cNvPr>
                <p14:cNvContentPartPr/>
                <p14:nvPr/>
              </p14:nvContentPartPr>
              <p14:xfrm>
                <a:off x="7441700" y="1322767"/>
                <a:ext cx="91800" cy="213480"/>
              </p14:xfrm>
            </p:contentPart>
          </mc:Choice>
          <mc:Fallback>
            <p:pic>
              <p:nvPicPr>
                <p:cNvPr id="113" name="Rukopis 112">
                  <a:extLst>
                    <a:ext uri="{FF2B5EF4-FFF2-40B4-BE49-F238E27FC236}">
                      <a16:creationId xmlns:a16="http://schemas.microsoft.com/office/drawing/2014/main" id="{04A4B20B-6D35-900E-25BF-FE39BAEF34A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32700" y="1313767"/>
                  <a:ext cx="109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14" name="Rukopis 113">
                  <a:extLst>
                    <a:ext uri="{FF2B5EF4-FFF2-40B4-BE49-F238E27FC236}">
                      <a16:creationId xmlns:a16="http://schemas.microsoft.com/office/drawing/2014/main" id="{F535438B-689A-BEEC-C605-7DDB006F02B4}"/>
                    </a:ext>
                  </a:extLst>
                </p14:cNvPr>
                <p14:cNvContentPartPr/>
                <p14:nvPr/>
              </p14:nvContentPartPr>
              <p14:xfrm>
                <a:off x="7533500" y="1485847"/>
                <a:ext cx="14760" cy="109080"/>
              </p14:xfrm>
            </p:contentPart>
          </mc:Choice>
          <mc:Fallback>
            <p:pic>
              <p:nvPicPr>
                <p:cNvPr id="114" name="Rukopis 113">
                  <a:extLst>
                    <a:ext uri="{FF2B5EF4-FFF2-40B4-BE49-F238E27FC236}">
                      <a16:creationId xmlns:a16="http://schemas.microsoft.com/office/drawing/2014/main" id="{F535438B-689A-BEEC-C605-7DDB006F02B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24860" y="1477207"/>
                  <a:ext cx="32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15" name="Rukopis 114">
                  <a:extLst>
                    <a:ext uri="{FF2B5EF4-FFF2-40B4-BE49-F238E27FC236}">
                      <a16:creationId xmlns:a16="http://schemas.microsoft.com/office/drawing/2014/main" id="{6F66A2B7-D485-592E-27F7-BA6F9FA48D84}"/>
                    </a:ext>
                  </a:extLst>
                </p14:cNvPr>
                <p14:cNvContentPartPr/>
                <p14:nvPr/>
              </p14:nvContentPartPr>
              <p14:xfrm>
                <a:off x="7652660" y="1333207"/>
                <a:ext cx="102960" cy="184320"/>
              </p14:xfrm>
            </p:contentPart>
          </mc:Choice>
          <mc:Fallback>
            <p:pic>
              <p:nvPicPr>
                <p:cNvPr id="115" name="Rukopis 114">
                  <a:extLst>
                    <a:ext uri="{FF2B5EF4-FFF2-40B4-BE49-F238E27FC236}">
                      <a16:creationId xmlns:a16="http://schemas.microsoft.com/office/drawing/2014/main" id="{6F66A2B7-D485-592E-27F7-BA6F9FA48D8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43660" y="1324567"/>
                  <a:ext cx="1206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6" name="Rukopis 115">
                  <a:extLst>
                    <a:ext uri="{FF2B5EF4-FFF2-40B4-BE49-F238E27FC236}">
                      <a16:creationId xmlns:a16="http://schemas.microsoft.com/office/drawing/2014/main" id="{03100AEE-36D2-F3EF-AF99-4C4D417CABCD}"/>
                    </a:ext>
                  </a:extLst>
                </p14:cNvPr>
                <p14:cNvContentPartPr/>
                <p14:nvPr/>
              </p14:nvContentPartPr>
              <p14:xfrm>
                <a:off x="7789820" y="1486567"/>
                <a:ext cx="34920" cy="125280"/>
              </p14:xfrm>
            </p:contentPart>
          </mc:Choice>
          <mc:Fallback>
            <p:pic>
              <p:nvPicPr>
                <p:cNvPr id="116" name="Rukopis 115">
                  <a:extLst>
                    <a:ext uri="{FF2B5EF4-FFF2-40B4-BE49-F238E27FC236}">
                      <a16:creationId xmlns:a16="http://schemas.microsoft.com/office/drawing/2014/main" id="{03100AEE-36D2-F3EF-AF99-4C4D417CABC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80820" y="1477927"/>
                  <a:ext cx="5256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Skupina 118">
            <a:extLst>
              <a:ext uri="{FF2B5EF4-FFF2-40B4-BE49-F238E27FC236}">
                <a16:creationId xmlns:a16="http://schemas.microsoft.com/office/drawing/2014/main" id="{DF24F89C-40CB-9691-F62E-617B0085C6DE}"/>
              </a:ext>
            </a:extLst>
          </p:cNvPr>
          <p:cNvGrpSpPr/>
          <p:nvPr/>
        </p:nvGrpSpPr>
        <p:grpSpPr>
          <a:xfrm>
            <a:off x="7975220" y="1479007"/>
            <a:ext cx="276840" cy="8640"/>
            <a:chOff x="7975220" y="1479007"/>
            <a:chExt cx="276840" cy="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17" name="Rukopis 116">
                  <a:extLst>
                    <a:ext uri="{FF2B5EF4-FFF2-40B4-BE49-F238E27FC236}">
                      <a16:creationId xmlns:a16="http://schemas.microsoft.com/office/drawing/2014/main" id="{79D009F3-F2CB-22B2-1701-FB5ADAB99BF2}"/>
                    </a:ext>
                  </a:extLst>
                </p14:cNvPr>
                <p14:cNvContentPartPr/>
                <p14:nvPr/>
              </p14:nvContentPartPr>
              <p14:xfrm>
                <a:off x="7975220" y="1479007"/>
                <a:ext cx="4680" cy="8640"/>
              </p14:xfrm>
            </p:contentPart>
          </mc:Choice>
          <mc:Fallback>
            <p:pic>
              <p:nvPicPr>
                <p:cNvPr id="117" name="Rukopis 116">
                  <a:extLst>
                    <a:ext uri="{FF2B5EF4-FFF2-40B4-BE49-F238E27FC236}">
                      <a16:creationId xmlns:a16="http://schemas.microsoft.com/office/drawing/2014/main" id="{79D009F3-F2CB-22B2-1701-FB5ADAB99BF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66580" y="1470007"/>
                  <a:ext cx="223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18" name="Rukopis 117">
                  <a:extLst>
                    <a:ext uri="{FF2B5EF4-FFF2-40B4-BE49-F238E27FC236}">
                      <a16:creationId xmlns:a16="http://schemas.microsoft.com/office/drawing/2014/main" id="{6FEB7E56-614C-7408-37E6-2A46E389F3EC}"/>
                    </a:ext>
                  </a:extLst>
                </p14:cNvPr>
                <p14:cNvContentPartPr/>
                <p14:nvPr/>
              </p14:nvContentPartPr>
              <p14:xfrm>
                <a:off x="8101940" y="1483327"/>
                <a:ext cx="150120" cy="4320"/>
              </p14:xfrm>
            </p:contentPart>
          </mc:Choice>
          <mc:Fallback>
            <p:pic>
              <p:nvPicPr>
                <p:cNvPr id="118" name="Rukopis 117">
                  <a:extLst>
                    <a:ext uri="{FF2B5EF4-FFF2-40B4-BE49-F238E27FC236}">
                      <a16:creationId xmlns:a16="http://schemas.microsoft.com/office/drawing/2014/main" id="{6FEB7E56-614C-7408-37E6-2A46E389F3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092940" y="1474687"/>
                  <a:ext cx="16776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22" name="Rukopis 121">
                <a:extLst>
                  <a:ext uri="{FF2B5EF4-FFF2-40B4-BE49-F238E27FC236}">
                    <a16:creationId xmlns:a16="http://schemas.microsoft.com/office/drawing/2014/main" id="{E158EADB-CD28-E712-5442-14037D09E783}"/>
                  </a:ext>
                </a:extLst>
              </p14:cNvPr>
              <p14:cNvContentPartPr/>
              <p14:nvPr/>
            </p14:nvContentPartPr>
            <p14:xfrm>
              <a:off x="2602580" y="2370007"/>
              <a:ext cx="114480" cy="201240"/>
            </p14:xfrm>
          </p:contentPart>
        </mc:Choice>
        <mc:Fallback>
          <p:pic>
            <p:nvPicPr>
              <p:cNvPr id="122" name="Rukopis 121">
                <a:extLst>
                  <a:ext uri="{FF2B5EF4-FFF2-40B4-BE49-F238E27FC236}">
                    <a16:creationId xmlns:a16="http://schemas.microsoft.com/office/drawing/2014/main" id="{E158EADB-CD28-E712-5442-14037D09E78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593580" y="2361367"/>
                <a:ext cx="1321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23" name="Rukopis 122">
                <a:extLst>
                  <a:ext uri="{FF2B5EF4-FFF2-40B4-BE49-F238E27FC236}">
                    <a16:creationId xmlns:a16="http://schemas.microsoft.com/office/drawing/2014/main" id="{BB85BD59-DC50-65CC-7879-B3DEF106D183}"/>
                  </a:ext>
                </a:extLst>
              </p14:cNvPr>
              <p14:cNvContentPartPr/>
              <p14:nvPr/>
            </p14:nvContentPartPr>
            <p14:xfrm>
              <a:off x="2829740" y="2447767"/>
              <a:ext cx="125640" cy="4320"/>
            </p14:xfrm>
          </p:contentPart>
        </mc:Choice>
        <mc:Fallback>
          <p:pic>
            <p:nvPicPr>
              <p:cNvPr id="123" name="Rukopis 122">
                <a:extLst>
                  <a:ext uri="{FF2B5EF4-FFF2-40B4-BE49-F238E27FC236}">
                    <a16:creationId xmlns:a16="http://schemas.microsoft.com/office/drawing/2014/main" id="{BB85BD59-DC50-65CC-7879-B3DEF106D18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820740" y="2439127"/>
                <a:ext cx="1432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24" name="Rukopis 123">
                <a:extLst>
                  <a:ext uri="{FF2B5EF4-FFF2-40B4-BE49-F238E27FC236}">
                    <a16:creationId xmlns:a16="http://schemas.microsoft.com/office/drawing/2014/main" id="{571026E1-2B62-B9BA-E204-7A72A40B379D}"/>
                  </a:ext>
                </a:extLst>
              </p14:cNvPr>
              <p14:cNvContentPartPr/>
              <p14:nvPr/>
            </p14:nvContentPartPr>
            <p14:xfrm>
              <a:off x="2865740" y="2494567"/>
              <a:ext cx="106920" cy="10080"/>
            </p14:xfrm>
          </p:contentPart>
        </mc:Choice>
        <mc:Fallback>
          <p:pic>
            <p:nvPicPr>
              <p:cNvPr id="124" name="Rukopis 123">
                <a:extLst>
                  <a:ext uri="{FF2B5EF4-FFF2-40B4-BE49-F238E27FC236}">
                    <a16:creationId xmlns:a16="http://schemas.microsoft.com/office/drawing/2014/main" id="{571026E1-2B62-B9BA-E204-7A72A40B379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856740" y="2485567"/>
                <a:ext cx="1245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25" name="Rukopis 124">
                <a:extLst>
                  <a:ext uri="{FF2B5EF4-FFF2-40B4-BE49-F238E27FC236}">
                    <a16:creationId xmlns:a16="http://schemas.microsoft.com/office/drawing/2014/main" id="{B159130D-3A36-38C9-93AD-BDFC5FFE6CDF}"/>
                  </a:ext>
                </a:extLst>
              </p14:cNvPr>
              <p14:cNvContentPartPr/>
              <p14:nvPr/>
            </p14:nvContentPartPr>
            <p14:xfrm>
              <a:off x="3097220" y="2352007"/>
              <a:ext cx="93960" cy="196920"/>
            </p14:xfrm>
          </p:contentPart>
        </mc:Choice>
        <mc:Fallback>
          <p:pic>
            <p:nvPicPr>
              <p:cNvPr id="125" name="Rukopis 124">
                <a:extLst>
                  <a:ext uri="{FF2B5EF4-FFF2-40B4-BE49-F238E27FC236}">
                    <a16:creationId xmlns:a16="http://schemas.microsoft.com/office/drawing/2014/main" id="{B159130D-3A36-38C9-93AD-BDFC5FFE6CD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088580" y="2343367"/>
                <a:ext cx="1116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26" name="Rukopis 125">
                <a:extLst>
                  <a:ext uri="{FF2B5EF4-FFF2-40B4-BE49-F238E27FC236}">
                    <a16:creationId xmlns:a16="http://schemas.microsoft.com/office/drawing/2014/main" id="{DEA50E17-2E9C-9CC1-A10C-BAAE85C0392A}"/>
                  </a:ext>
                </a:extLst>
              </p14:cNvPr>
              <p14:cNvContentPartPr/>
              <p14:nvPr/>
            </p14:nvContentPartPr>
            <p14:xfrm>
              <a:off x="3202340" y="2191447"/>
              <a:ext cx="167400" cy="131400"/>
            </p14:xfrm>
          </p:contentPart>
        </mc:Choice>
        <mc:Fallback>
          <p:pic>
            <p:nvPicPr>
              <p:cNvPr id="126" name="Rukopis 125">
                <a:extLst>
                  <a:ext uri="{FF2B5EF4-FFF2-40B4-BE49-F238E27FC236}">
                    <a16:creationId xmlns:a16="http://schemas.microsoft.com/office/drawing/2014/main" id="{DEA50E17-2E9C-9CC1-A10C-BAAE85C0392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193340" y="2182807"/>
                <a:ext cx="1850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28" name="Rukopis 127">
                <a:extLst>
                  <a:ext uri="{FF2B5EF4-FFF2-40B4-BE49-F238E27FC236}">
                    <a16:creationId xmlns:a16="http://schemas.microsoft.com/office/drawing/2014/main" id="{63E78327-1279-00AA-B4FE-187F9B3F28EC}"/>
                  </a:ext>
                </a:extLst>
              </p14:cNvPr>
              <p14:cNvContentPartPr/>
              <p14:nvPr/>
            </p14:nvContentPartPr>
            <p14:xfrm>
              <a:off x="3708500" y="2302687"/>
              <a:ext cx="869400" cy="338760"/>
            </p14:xfrm>
          </p:contentPart>
        </mc:Choice>
        <mc:Fallback>
          <p:pic>
            <p:nvPicPr>
              <p:cNvPr id="128" name="Rukopis 127">
                <a:extLst>
                  <a:ext uri="{FF2B5EF4-FFF2-40B4-BE49-F238E27FC236}">
                    <a16:creationId xmlns:a16="http://schemas.microsoft.com/office/drawing/2014/main" id="{63E78327-1279-00AA-B4FE-187F9B3F28E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699860" y="2293687"/>
                <a:ext cx="88704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29" name="Rukopis 128">
                <a:extLst>
                  <a:ext uri="{FF2B5EF4-FFF2-40B4-BE49-F238E27FC236}">
                    <a16:creationId xmlns:a16="http://schemas.microsoft.com/office/drawing/2014/main" id="{E82BC33B-CAE2-2ACD-746A-DF503348F545}"/>
                  </a:ext>
                </a:extLst>
              </p14:cNvPr>
              <p14:cNvContentPartPr/>
              <p14:nvPr/>
            </p14:nvContentPartPr>
            <p14:xfrm>
              <a:off x="4613540" y="2146087"/>
              <a:ext cx="37800" cy="194040"/>
            </p14:xfrm>
          </p:contentPart>
        </mc:Choice>
        <mc:Fallback>
          <p:pic>
            <p:nvPicPr>
              <p:cNvPr id="129" name="Rukopis 128">
                <a:extLst>
                  <a:ext uri="{FF2B5EF4-FFF2-40B4-BE49-F238E27FC236}">
                    <a16:creationId xmlns:a16="http://schemas.microsoft.com/office/drawing/2014/main" id="{E82BC33B-CAE2-2ACD-746A-DF503348F54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604540" y="2137447"/>
                <a:ext cx="5544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Skupina 140">
            <a:extLst>
              <a:ext uri="{FF2B5EF4-FFF2-40B4-BE49-F238E27FC236}">
                <a16:creationId xmlns:a16="http://schemas.microsoft.com/office/drawing/2014/main" id="{F1B34C88-6D6C-B439-CC77-C04DB7B0D310}"/>
              </a:ext>
            </a:extLst>
          </p:cNvPr>
          <p:cNvGrpSpPr/>
          <p:nvPr/>
        </p:nvGrpSpPr>
        <p:grpSpPr>
          <a:xfrm>
            <a:off x="506300" y="2256247"/>
            <a:ext cx="1833120" cy="620280"/>
            <a:chOff x="506300" y="2256247"/>
            <a:chExt cx="1833120" cy="62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1" name="Rukopis 90">
                  <a:extLst>
                    <a:ext uri="{FF2B5EF4-FFF2-40B4-BE49-F238E27FC236}">
                      <a16:creationId xmlns:a16="http://schemas.microsoft.com/office/drawing/2014/main" id="{24BE7BA7-BF94-FE5E-38CB-A6A6CD0D0C1A}"/>
                    </a:ext>
                  </a:extLst>
                </p14:cNvPr>
                <p14:cNvContentPartPr/>
                <p14:nvPr/>
              </p14:nvContentPartPr>
              <p14:xfrm>
                <a:off x="506300" y="2383687"/>
                <a:ext cx="181800" cy="135360"/>
              </p14:xfrm>
            </p:contentPart>
          </mc:Choice>
          <mc:Fallback>
            <p:pic>
              <p:nvPicPr>
                <p:cNvPr id="91" name="Rukopis 90">
                  <a:extLst>
                    <a:ext uri="{FF2B5EF4-FFF2-40B4-BE49-F238E27FC236}">
                      <a16:creationId xmlns:a16="http://schemas.microsoft.com/office/drawing/2014/main" id="{24BE7BA7-BF94-FE5E-38CB-A6A6CD0D0C1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7660" y="2374687"/>
                  <a:ext cx="1994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2" name="Rukopis 91">
                  <a:extLst>
                    <a:ext uri="{FF2B5EF4-FFF2-40B4-BE49-F238E27FC236}">
                      <a16:creationId xmlns:a16="http://schemas.microsoft.com/office/drawing/2014/main" id="{E76CF0DB-052A-5BCD-A45E-6B614374572A}"/>
                    </a:ext>
                  </a:extLst>
                </p14:cNvPr>
                <p14:cNvContentPartPr/>
                <p14:nvPr/>
              </p14:nvContentPartPr>
              <p14:xfrm>
                <a:off x="637340" y="2303407"/>
                <a:ext cx="139320" cy="361440"/>
              </p14:xfrm>
            </p:contentPart>
          </mc:Choice>
          <mc:Fallback>
            <p:pic>
              <p:nvPicPr>
                <p:cNvPr id="92" name="Rukopis 91">
                  <a:extLst>
                    <a:ext uri="{FF2B5EF4-FFF2-40B4-BE49-F238E27FC236}">
                      <a16:creationId xmlns:a16="http://schemas.microsoft.com/office/drawing/2014/main" id="{E76CF0DB-052A-5BCD-A45E-6B614374572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28700" y="2294767"/>
                  <a:ext cx="1569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94" name="Rukopis 93">
                  <a:extLst>
                    <a:ext uri="{FF2B5EF4-FFF2-40B4-BE49-F238E27FC236}">
                      <a16:creationId xmlns:a16="http://schemas.microsoft.com/office/drawing/2014/main" id="{B545F17A-416F-BBF6-DB15-97AF34BB5F7C}"/>
                    </a:ext>
                  </a:extLst>
                </p14:cNvPr>
                <p14:cNvContentPartPr/>
                <p14:nvPr/>
              </p14:nvContentPartPr>
              <p14:xfrm>
                <a:off x="943700" y="2348047"/>
                <a:ext cx="162720" cy="221760"/>
              </p14:xfrm>
            </p:contentPart>
          </mc:Choice>
          <mc:Fallback>
            <p:pic>
              <p:nvPicPr>
                <p:cNvPr id="94" name="Rukopis 93">
                  <a:extLst>
                    <a:ext uri="{FF2B5EF4-FFF2-40B4-BE49-F238E27FC236}">
                      <a16:creationId xmlns:a16="http://schemas.microsoft.com/office/drawing/2014/main" id="{B545F17A-416F-BBF6-DB15-97AF34BB5F7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5060" y="2339407"/>
                  <a:ext cx="1803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95" name="Rukopis 94">
                  <a:extLst>
                    <a:ext uri="{FF2B5EF4-FFF2-40B4-BE49-F238E27FC236}">
                      <a16:creationId xmlns:a16="http://schemas.microsoft.com/office/drawing/2014/main" id="{39A9D336-1B37-837F-4416-E90012351331}"/>
                    </a:ext>
                  </a:extLst>
                </p14:cNvPr>
                <p14:cNvContentPartPr/>
                <p14:nvPr/>
              </p14:nvContentPartPr>
              <p14:xfrm>
                <a:off x="1139540" y="2536687"/>
                <a:ext cx="360" cy="360"/>
              </p14:xfrm>
            </p:contentPart>
          </mc:Choice>
          <mc:Fallback>
            <p:pic>
              <p:nvPicPr>
                <p:cNvPr id="95" name="Rukopis 94">
                  <a:extLst>
                    <a:ext uri="{FF2B5EF4-FFF2-40B4-BE49-F238E27FC236}">
                      <a16:creationId xmlns:a16="http://schemas.microsoft.com/office/drawing/2014/main" id="{39A9D336-1B37-837F-4416-E9001235133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30540" y="252768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96" name="Rukopis 95">
                  <a:extLst>
                    <a:ext uri="{FF2B5EF4-FFF2-40B4-BE49-F238E27FC236}">
                      <a16:creationId xmlns:a16="http://schemas.microsoft.com/office/drawing/2014/main" id="{7112C309-F0ED-80D2-B017-B67503DF21D7}"/>
                    </a:ext>
                  </a:extLst>
                </p14:cNvPr>
                <p14:cNvContentPartPr/>
                <p14:nvPr/>
              </p14:nvContentPartPr>
              <p14:xfrm>
                <a:off x="1310540" y="2285047"/>
                <a:ext cx="241920" cy="272520"/>
              </p14:xfrm>
            </p:contentPart>
          </mc:Choice>
          <mc:Fallback>
            <p:pic>
              <p:nvPicPr>
                <p:cNvPr id="96" name="Rukopis 95">
                  <a:extLst>
                    <a:ext uri="{FF2B5EF4-FFF2-40B4-BE49-F238E27FC236}">
                      <a16:creationId xmlns:a16="http://schemas.microsoft.com/office/drawing/2014/main" id="{7112C309-F0ED-80D2-B017-B67503DF21D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301900" y="2276407"/>
                  <a:ext cx="2595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97" name="Rukopis 96">
                  <a:extLst>
                    <a:ext uri="{FF2B5EF4-FFF2-40B4-BE49-F238E27FC236}">
                      <a16:creationId xmlns:a16="http://schemas.microsoft.com/office/drawing/2014/main" id="{5B0DC44C-F4EE-7B22-B6CE-D0D242C3D9D0}"/>
                    </a:ext>
                  </a:extLst>
                </p14:cNvPr>
                <p14:cNvContentPartPr/>
                <p14:nvPr/>
              </p14:nvContentPartPr>
              <p14:xfrm>
                <a:off x="1598180" y="2389087"/>
                <a:ext cx="188640" cy="142200"/>
              </p14:xfrm>
            </p:contentPart>
          </mc:Choice>
          <mc:Fallback>
            <p:pic>
              <p:nvPicPr>
                <p:cNvPr id="97" name="Rukopis 96">
                  <a:extLst>
                    <a:ext uri="{FF2B5EF4-FFF2-40B4-BE49-F238E27FC236}">
                      <a16:creationId xmlns:a16="http://schemas.microsoft.com/office/drawing/2014/main" id="{5B0DC44C-F4EE-7B22-B6CE-D0D242C3D9D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589540" y="2380087"/>
                  <a:ext cx="2062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8" name="Rukopis 97">
                  <a:extLst>
                    <a:ext uri="{FF2B5EF4-FFF2-40B4-BE49-F238E27FC236}">
                      <a16:creationId xmlns:a16="http://schemas.microsoft.com/office/drawing/2014/main" id="{F3BA424F-3E0C-30CE-8CED-7A3F5507DCCD}"/>
                    </a:ext>
                  </a:extLst>
                </p14:cNvPr>
                <p14:cNvContentPartPr/>
                <p14:nvPr/>
              </p14:nvContentPartPr>
              <p14:xfrm>
                <a:off x="1795460" y="2411407"/>
                <a:ext cx="92160" cy="117360"/>
              </p14:xfrm>
            </p:contentPart>
          </mc:Choice>
          <mc:Fallback>
            <p:pic>
              <p:nvPicPr>
                <p:cNvPr id="98" name="Rukopis 97">
                  <a:extLst>
                    <a:ext uri="{FF2B5EF4-FFF2-40B4-BE49-F238E27FC236}">
                      <a16:creationId xmlns:a16="http://schemas.microsoft.com/office/drawing/2014/main" id="{F3BA424F-3E0C-30CE-8CED-7A3F5507DCC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786460" y="2402767"/>
                  <a:ext cx="109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9" name="Rukopis 98">
                  <a:extLst>
                    <a:ext uri="{FF2B5EF4-FFF2-40B4-BE49-F238E27FC236}">
                      <a16:creationId xmlns:a16="http://schemas.microsoft.com/office/drawing/2014/main" id="{DA993EFA-CD1A-FEDF-E513-C0D30375D60D}"/>
                    </a:ext>
                  </a:extLst>
                </p14:cNvPr>
                <p14:cNvContentPartPr/>
                <p14:nvPr/>
              </p14:nvContentPartPr>
              <p14:xfrm>
                <a:off x="1978340" y="2256247"/>
                <a:ext cx="184320" cy="300240"/>
              </p14:xfrm>
            </p:contentPart>
          </mc:Choice>
          <mc:Fallback>
            <p:pic>
              <p:nvPicPr>
                <p:cNvPr id="99" name="Rukopis 98">
                  <a:extLst>
                    <a:ext uri="{FF2B5EF4-FFF2-40B4-BE49-F238E27FC236}">
                      <a16:creationId xmlns:a16="http://schemas.microsoft.com/office/drawing/2014/main" id="{DA993EFA-CD1A-FEDF-E513-C0D30375D60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969700" y="2247607"/>
                  <a:ext cx="2019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0" name="Rukopis 99">
                  <a:extLst>
                    <a:ext uri="{FF2B5EF4-FFF2-40B4-BE49-F238E27FC236}">
                      <a16:creationId xmlns:a16="http://schemas.microsoft.com/office/drawing/2014/main" id="{50E738C6-2629-D3B4-232C-77D34E5A8FB5}"/>
                    </a:ext>
                  </a:extLst>
                </p14:cNvPr>
                <p14:cNvContentPartPr/>
                <p14:nvPr/>
              </p14:nvContentPartPr>
              <p14:xfrm>
                <a:off x="2316020" y="2444527"/>
                <a:ext cx="21960" cy="35280"/>
              </p14:xfrm>
            </p:contentPart>
          </mc:Choice>
          <mc:Fallback>
            <p:pic>
              <p:nvPicPr>
                <p:cNvPr id="100" name="Rukopis 99">
                  <a:extLst>
                    <a:ext uri="{FF2B5EF4-FFF2-40B4-BE49-F238E27FC236}">
                      <a16:creationId xmlns:a16="http://schemas.microsoft.com/office/drawing/2014/main" id="{50E738C6-2629-D3B4-232C-77D34E5A8FB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307380" y="2435887"/>
                  <a:ext cx="39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01" name="Rukopis 100">
                  <a:extLst>
                    <a:ext uri="{FF2B5EF4-FFF2-40B4-BE49-F238E27FC236}">
                      <a16:creationId xmlns:a16="http://schemas.microsoft.com/office/drawing/2014/main" id="{C8E06E0E-2835-286A-984B-D6122395285D}"/>
                    </a:ext>
                  </a:extLst>
                </p14:cNvPr>
                <p14:cNvContentPartPr/>
                <p14:nvPr/>
              </p14:nvContentPartPr>
              <p14:xfrm>
                <a:off x="2270300" y="2539927"/>
                <a:ext cx="360" cy="360"/>
              </p14:xfrm>
            </p:contentPart>
          </mc:Choice>
          <mc:Fallback>
            <p:pic>
              <p:nvPicPr>
                <p:cNvPr id="101" name="Rukopis 100">
                  <a:extLst>
                    <a:ext uri="{FF2B5EF4-FFF2-40B4-BE49-F238E27FC236}">
                      <a16:creationId xmlns:a16="http://schemas.microsoft.com/office/drawing/2014/main" id="{C8E06E0E-2835-286A-984B-D6122395285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261300" y="25309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03" name="Rukopis 102">
                  <a:extLst>
                    <a:ext uri="{FF2B5EF4-FFF2-40B4-BE49-F238E27FC236}">
                      <a16:creationId xmlns:a16="http://schemas.microsoft.com/office/drawing/2014/main" id="{BD2DD98E-A0E4-2FB1-A7FD-191D850CBA05}"/>
                    </a:ext>
                  </a:extLst>
                </p14:cNvPr>
                <p14:cNvContentPartPr/>
                <p14:nvPr/>
              </p14:nvContentPartPr>
              <p14:xfrm>
                <a:off x="2263100" y="2505367"/>
                <a:ext cx="50760" cy="60840"/>
              </p14:xfrm>
            </p:contentPart>
          </mc:Choice>
          <mc:Fallback>
            <p:pic>
              <p:nvPicPr>
                <p:cNvPr id="103" name="Rukopis 102">
                  <a:extLst>
                    <a:ext uri="{FF2B5EF4-FFF2-40B4-BE49-F238E27FC236}">
                      <a16:creationId xmlns:a16="http://schemas.microsoft.com/office/drawing/2014/main" id="{BD2DD98E-A0E4-2FB1-A7FD-191D850CBA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54100" y="2496367"/>
                  <a:ext cx="68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4" name="Rukopis 103">
                  <a:extLst>
                    <a:ext uri="{FF2B5EF4-FFF2-40B4-BE49-F238E27FC236}">
                      <a16:creationId xmlns:a16="http://schemas.microsoft.com/office/drawing/2014/main" id="{17B04AAE-97B7-08EC-4517-695EF05D012B}"/>
                    </a:ext>
                  </a:extLst>
                </p14:cNvPr>
                <p14:cNvContentPartPr/>
                <p14:nvPr/>
              </p14:nvContentPartPr>
              <p14:xfrm>
                <a:off x="2327540" y="2410327"/>
                <a:ext cx="11880" cy="18720"/>
              </p14:xfrm>
            </p:contentPart>
          </mc:Choice>
          <mc:Fallback>
            <p:pic>
              <p:nvPicPr>
                <p:cNvPr id="104" name="Rukopis 103">
                  <a:extLst>
                    <a:ext uri="{FF2B5EF4-FFF2-40B4-BE49-F238E27FC236}">
                      <a16:creationId xmlns:a16="http://schemas.microsoft.com/office/drawing/2014/main" id="{17B04AAE-97B7-08EC-4517-695EF05D012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18900" y="2401327"/>
                  <a:ext cx="29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31" name="Rukopis 130">
                  <a:extLst>
                    <a:ext uri="{FF2B5EF4-FFF2-40B4-BE49-F238E27FC236}">
                      <a16:creationId xmlns:a16="http://schemas.microsoft.com/office/drawing/2014/main" id="{1801FD17-E58A-6C00-D57B-8762AEE473E3}"/>
                    </a:ext>
                  </a:extLst>
                </p14:cNvPr>
                <p14:cNvContentPartPr/>
                <p14:nvPr/>
              </p14:nvContentPartPr>
              <p14:xfrm>
                <a:off x="946220" y="2675647"/>
                <a:ext cx="120240" cy="200880"/>
              </p14:xfrm>
            </p:contentPart>
          </mc:Choice>
          <mc:Fallback>
            <p:pic>
              <p:nvPicPr>
                <p:cNvPr id="131" name="Rukopis 130">
                  <a:extLst>
                    <a:ext uri="{FF2B5EF4-FFF2-40B4-BE49-F238E27FC236}">
                      <a16:creationId xmlns:a16="http://schemas.microsoft.com/office/drawing/2014/main" id="{1801FD17-E58A-6C00-D57B-8762AEE473E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7580" y="2667007"/>
                  <a:ext cx="1378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32" name="Rukopis 131">
                  <a:extLst>
                    <a:ext uri="{FF2B5EF4-FFF2-40B4-BE49-F238E27FC236}">
                      <a16:creationId xmlns:a16="http://schemas.microsoft.com/office/drawing/2014/main" id="{40F19F33-957A-6F6A-B4B6-C55DC880A691}"/>
                    </a:ext>
                  </a:extLst>
                </p14:cNvPr>
                <p14:cNvContentPartPr/>
                <p14:nvPr/>
              </p14:nvContentPartPr>
              <p14:xfrm>
                <a:off x="1152500" y="2862127"/>
                <a:ext cx="10440" cy="1080"/>
              </p14:xfrm>
            </p:contentPart>
          </mc:Choice>
          <mc:Fallback>
            <p:pic>
              <p:nvPicPr>
                <p:cNvPr id="132" name="Rukopis 131">
                  <a:extLst>
                    <a:ext uri="{FF2B5EF4-FFF2-40B4-BE49-F238E27FC236}">
                      <a16:creationId xmlns:a16="http://schemas.microsoft.com/office/drawing/2014/main" id="{40F19F33-957A-6F6A-B4B6-C55DC880A69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3500" y="2853487"/>
                  <a:ext cx="280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33" name="Rukopis 132">
                  <a:extLst>
                    <a:ext uri="{FF2B5EF4-FFF2-40B4-BE49-F238E27FC236}">
                      <a16:creationId xmlns:a16="http://schemas.microsoft.com/office/drawing/2014/main" id="{3DED8D6C-11B2-FEFE-E136-CEF1C3C27098}"/>
                    </a:ext>
                  </a:extLst>
                </p14:cNvPr>
                <p14:cNvContentPartPr/>
                <p14:nvPr/>
              </p14:nvContentPartPr>
              <p14:xfrm>
                <a:off x="1319180" y="2660167"/>
                <a:ext cx="164520" cy="186840"/>
              </p14:xfrm>
            </p:contentPart>
          </mc:Choice>
          <mc:Fallback>
            <p:pic>
              <p:nvPicPr>
                <p:cNvPr id="133" name="Rukopis 132">
                  <a:extLst>
                    <a:ext uri="{FF2B5EF4-FFF2-40B4-BE49-F238E27FC236}">
                      <a16:creationId xmlns:a16="http://schemas.microsoft.com/office/drawing/2014/main" id="{3DED8D6C-11B2-FEFE-E136-CEF1C3C270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10540" y="2651527"/>
                  <a:ext cx="1821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34" name="Rukopis 133">
                  <a:extLst>
                    <a:ext uri="{FF2B5EF4-FFF2-40B4-BE49-F238E27FC236}">
                      <a16:creationId xmlns:a16="http://schemas.microsoft.com/office/drawing/2014/main" id="{BD7470B0-F1E5-936A-F293-A38BACC4BD51}"/>
                    </a:ext>
                  </a:extLst>
                </p14:cNvPr>
                <p14:cNvContentPartPr/>
                <p14:nvPr/>
              </p14:nvContentPartPr>
              <p14:xfrm>
                <a:off x="1525100" y="2760607"/>
                <a:ext cx="157320" cy="95040"/>
              </p14:xfrm>
            </p:contentPart>
          </mc:Choice>
          <mc:Fallback>
            <p:pic>
              <p:nvPicPr>
                <p:cNvPr id="134" name="Rukopis 133">
                  <a:extLst>
                    <a:ext uri="{FF2B5EF4-FFF2-40B4-BE49-F238E27FC236}">
                      <a16:creationId xmlns:a16="http://schemas.microsoft.com/office/drawing/2014/main" id="{BD7470B0-F1E5-936A-F293-A38BACC4BD5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16100" y="2751607"/>
                  <a:ext cx="174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35" name="Rukopis 134">
                  <a:extLst>
                    <a:ext uri="{FF2B5EF4-FFF2-40B4-BE49-F238E27FC236}">
                      <a16:creationId xmlns:a16="http://schemas.microsoft.com/office/drawing/2014/main" id="{4A158F6D-BA8A-0215-4877-CDD006041A37}"/>
                    </a:ext>
                  </a:extLst>
                </p14:cNvPr>
                <p14:cNvContentPartPr/>
                <p14:nvPr/>
              </p14:nvContentPartPr>
              <p14:xfrm>
                <a:off x="1713020" y="2746207"/>
                <a:ext cx="79920" cy="107280"/>
              </p14:xfrm>
            </p:contentPart>
          </mc:Choice>
          <mc:Fallback>
            <p:pic>
              <p:nvPicPr>
                <p:cNvPr id="135" name="Rukopis 134">
                  <a:extLst>
                    <a:ext uri="{FF2B5EF4-FFF2-40B4-BE49-F238E27FC236}">
                      <a16:creationId xmlns:a16="http://schemas.microsoft.com/office/drawing/2014/main" id="{4A158F6D-BA8A-0215-4877-CDD006041A3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04380" y="2737207"/>
                  <a:ext cx="97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36" name="Rukopis 135">
                  <a:extLst>
                    <a:ext uri="{FF2B5EF4-FFF2-40B4-BE49-F238E27FC236}">
                      <a16:creationId xmlns:a16="http://schemas.microsoft.com/office/drawing/2014/main" id="{51B9248F-067F-3FC1-36AD-9E839A66925D}"/>
                    </a:ext>
                  </a:extLst>
                </p14:cNvPr>
                <p14:cNvContentPartPr/>
                <p14:nvPr/>
              </p14:nvContentPartPr>
              <p14:xfrm>
                <a:off x="1861700" y="2681047"/>
                <a:ext cx="119520" cy="154440"/>
              </p14:xfrm>
            </p:contentPart>
          </mc:Choice>
          <mc:Fallback>
            <p:pic>
              <p:nvPicPr>
                <p:cNvPr id="136" name="Rukopis 135">
                  <a:extLst>
                    <a:ext uri="{FF2B5EF4-FFF2-40B4-BE49-F238E27FC236}">
                      <a16:creationId xmlns:a16="http://schemas.microsoft.com/office/drawing/2014/main" id="{51B9248F-067F-3FC1-36AD-9E839A66925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853060" y="2672047"/>
                  <a:ext cx="137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37" name="Rukopis 136">
                  <a:extLst>
                    <a:ext uri="{FF2B5EF4-FFF2-40B4-BE49-F238E27FC236}">
                      <a16:creationId xmlns:a16="http://schemas.microsoft.com/office/drawing/2014/main" id="{23A0CF51-CC59-1CF0-3FD0-563E6FE37162}"/>
                    </a:ext>
                  </a:extLst>
                </p14:cNvPr>
                <p14:cNvContentPartPr/>
                <p14:nvPr/>
              </p14:nvContentPartPr>
              <p14:xfrm>
                <a:off x="2067260" y="2809207"/>
                <a:ext cx="7560" cy="6840"/>
              </p14:xfrm>
            </p:contentPart>
          </mc:Choice>
          <mc:Fallback>
            <p:pic>
              <p:nvPicPr>
                <p:cNvPr id="137" name="Rukopis 136">
                  <a:extLst>
                    <a:ext uri="{FF2B5EF4-FFF2-40B4-BE49-F238E27FC236}">
                      <a16:creationId xmlns:a16="http://schemas.microsoft.com/office/drawing/2014/main" id="{23A0CF51-CC59-1CF0-3FD0-563E6FE371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58620" y="2800207"/>
                  <a:ext cx="25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39" name="Rukopis 138">
                  <a:extLst>
                    <a:ext uri="{FF2B5EF4-FFF2-40B4-BE49-F238E27FC236}">
                      <a16:creationId xmlns:a16="http://schemas.microsoft.com/office/drawing/2014/main" id="{F43DFDEF-0996-F590-C134-CBC804FC9A45}"/>
                    </a:ext>
                  </a:extLst>
                </p14:cNvPr>
                <p14:cNvContentPartPr/>
                <p14:nvPr/>
              </p14:nvContentPartPr>
              <p14:xfrm>
                <a:off x="2094980" y="2710567"/>
                <a:ext cx="21600" cy="28080"/>
              </p14:xfrm>
            </p:contentPart>
          </mc:Choice>
          <mc:Fallback>
            <p:pic>
              <p:nvPicPr>
                <p:cNvPr id="139" name="Rukopis 138">
                  <a:extLst>
                    <a:ext uri="{FF2B5EF4-FFF2-40B4-BE49-F238E27FC236}">
                      <a16:creationId xmlns:a16="http://schemas.microsoft.com/office/drawing/2014/main" id="{F43DFDEF-0996-F590-C134-CBC804FC9A4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086340" y="2701927"/>
                  <a:ext cx="39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40" name="Rukopis 139">
                  <a:extLst>
                    <a:ext uri="{FF2B5EF4-FFF2-40B4-BE49-F238E27FC236}">
                      <a16:creationId xmlns:a16="http://schemas.microsoft.com/office/drawing/2014/main" id="{21C96C3C-743D-FC39-CA0B-011F2BCD2586}"/>
                    </a:ext>
                  </a:extLst>
                </p14:cNvPr>
                <p14:cNvContentPartPr/>
                <p14:nvPr/>
              </p14:nvContentPartPr>
              <p14:xfrm>
                <a:off x="2098940" y="2809207"/>
                <a:ext cx="1800" cy="13320"/>
              </p14:xfrm>
            </p:contentPart>
          </mc:Choice>
          <mc:Fallback>
            <p:pic>
              <p:nvPicPr>
                <p:cNvPr id="140" name="Rukopis 139">
                  <a:extLst>
                    <a:ext uri="{FF2B5EF4-FFF2-40B4-BE49-F238E27FC236}">
                      <a16:creationId xmlns:a16="http://schemas.microsoft.com/office/drawing/2014/main" id="{21C96C3C-743D-FC39-CA0B-011F2BCD258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90300" y="2800207"/>
                  <a:ext cx="1944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Skupina 196">
            <a:extLst>
              <a:ext uri="{FF2B5EF4-FFF2-40B4-BE49-F238E27FC236}">
                <a16:creationId xmlns:a16="http://schemas.microsoft.com/office/drawing/2014/main" id="{42DDF51F-8422-3D48-D100-1B64CD3C4493}"/>
              </a:ext>
            </a:extLst>
          </p:cNvPr>
          <p:cNvGrpSpPr/>
          <p:nvPr/>
        </p:nvGrpSpPr>
        <p:grpSpPr>
          <a:xfrm>
            <a:off x="591260" y="3047167"/>
            <a:ext cx="1667520" cy="230760"/>
            <a:chOff x="591260" y="3047167"/>
            <a:chExt cx="166752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74" name="Rukopis 173">
                  <a:extLst>
                    <a:ext uri="{FF2B5EF4-FFF2-40B4-BE49-F238E27FC236}">
                      <a16:creationId xmlns:a16="http://schemas.microsoft.com/office/drawing/2014/main" id="{0AAD82C0-37A6-4463-FB5B-C13437D58CFA}"/>
                    </a:ext>
                  </a:extLst>
                </p14:cNvPr>
                <p14:cNvContentPartPr/>
                <p14:nvPr/>
              </p14:nvContentPartPr>
              <p14:xfrm>
                <a:off x="591260" y="3072007"/>
                <a:ext cx="85320" cy="205920"/>
              </p14:xfrm>
            </p:contentPart>
          </mc:Choice>
          <mc:Fallback>
            <p:pic>
              <p:nvPicPr>
                <p:cNvPr id="174" name="Rukopis 173">
                  <a:extLst>
                    <a:ext uri="{FF2B5EF4-FFF2-40B4-BE49-F238E27FC236}">
                      <a16:creationId xmlns:a16="http://schemas.microsoft.com/office/drawing/2014/main" id="{0AAD82C0-37A6-4463-FB5B-C13437D58CF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2620" y="3063367"/>
                  <a:ext cx="1029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75" name="Rukopis 174">
                  <a:extLst>
                    <a:ext uri="{FF2B5EF4-FFF2-40B4-BE49-F238E27FC236}">
                      <a16:creationId xmlns:a16="http://schemas.microsoft.com/office/drawing/2014/main" id="{7C5163AC-2A8E-27DA-4C09-1023186CB91C}"/>
                    </a:ext>
                  </a:extLst>
                </p14:cNvPr>
                <p14:cNvContentPartPr/>
                <p14:nvPr/>
              </p14:nvContentPartPr>
              <p14:xfrm>
                <a:off x="748220" y="3110887"/>
                <a:ext cx="43560" cy="142920"/>
              </p14:xfrm>
            </p:contentPart>
          </mc:Choice>
          <mc:Fallback>
            <p:pic>
              <p:nvPicPr>
                <p:cNvPr id="175" name="Rukopis 174">
                  <a:extLst>
                    <a:ext uri="{FF2B5EF4-FFF2-40B4-BE49-F238E27FC236}">
                      <a16:creationId xmlns:a16="http://schemas.microsoft.com/office/drawing/2014/main" id="{7C5163AC-2A8E-27DA-4C09-1023186CB9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9220" y="3101887"/>
                  <a:ext cx="61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76" name="Rukopis 175">
                  <a:extLst>
                    <a:ext uri="{FF2B5EF4-FFF2-40B4-BE49-F238E27FC236}">
                      <a16:creationId xmlns:a16="http://schemas.microsoft.com/office/drawing/2014/main" id="{B13457FD-1FAC-D151-F71F-C89BB0E66309}"/>
                    </a:ext>
                  </a:extLst>
                </p14:cNvPr>
                <p14:cNvContentPartPr/>
                <p14:nvPr/>
              </p14:nvContentPartPr>
              <p14:xfrm>
                <a:off x="741020" y="3171727"/>
                <a:ext cx="105480" cy="25560"/>
              </p14:xfrm>
            </p:contentPart>
          </mc:Choice>
          <mc:Fallback>
            <p:pic>
              <p:nvPicPr>
                <p:cNvPr id="176" name="Rukopis 175">
                  <a:extLst>
                    <a:ext uri="{FF2B5EF4-FFF2-40B4-BE49-F238E27FC236}">
                      <a16:creationId xmlns:a16="http://schemas.microsoft.com/office/drawing/2014/main" id="{B13457FD-1FAC-D151-F71F-C89BB0E6630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2020" y="3162727"/>
                  <a:ext cx="1231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77" name="Rukopis 176">
                  <a:extLst>
                    <a:ext uri="{FF2B5EF4-FFF2-40B4-BE49-F238E27FC236}">
                      <a16:creationId xmlns:a16="http://schemas.microsoft.com/office/drawing/2014/main" id="{D157F415-00D6-39D2-592A-3356588A984B}"/>
                    </a:ext>
                  </a:extLst>
                </p14:cNvPr>
                <p14:cNvContentPartPr/>
                <p14:nvPr/>
              </p14:nvContentPartPr>
              <p14:xfrm>
                <a:off x="913460" y="3059047"/>
                <a:ext cx="117000" cy="213480"/>
              </p14:xfrm>
            </p:contentPart>
          </mc:Choice>
          <mc:Fallback>
            <p:pic>
              <p:nvPicPr>
                <p:cNvPr id="177" name="Rukopis 176">
                  <a:extLst>
                    <a:ext uri="{FF2B5EF4-FFF2-40B4-BE49-F238E27FC236}">
                      <a16:creationId xmlns:a16="http://schemas.microsoft.com/office/drawing/2014/main" id="{D157F415-00D6-39D2-592A-3356588A984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4820" y="3050047"/>
                  <a:ext cx="134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79" name="Rukopis 178">
                  <a:extLst>
                    <a:ext uri="{FF2B5EF4-FFF2-40B4-BE49-F238E27FC236}">
                      <a16:creationId xmlns:a16="http://schemas.microsoft.com/office/drawing/2014/main" id="{ABC48572-9EBC-896E-211E-954EA1B9F127}"/>
                    </a:ext>
                  </a:extLst>
                </p14:cNvPr>
                <p14:cNvContentPartPr/>
                <p14:nvPr/>
              </p14:nvContentPartPr>
              <p14:xfrm>
                <a:off x="1136660" y="3108727"/>
                <a:ext cx="30600" cy="112320"/>
              </p14:xfrm>
            </p:contentPart>
          </mc:Choice>
          <mc:Fallback>
            <p:pic>
              <p:nvPicPr>
                <p:cNvPr id="179" name="Rukopis 178">
                  <a:extLst>
                    <a:ext uri="{FF2B5EF4-FFF2-40B4-BE49-F238E27FC236}">
                      <a16:creationId xmlns:a16="http://schemas.microsoft.com/office/drawing/2014/main" id="{ABC48572-9EBC-896E-211E-954EA1B9F12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27660" y="3100087"/>
                  <a:ext cx="48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80" name="Rukopis 179">
                  <a:extLst>
                    <a:ext uri="{FF2B5EF4-FFF2-40B4-BE49-F238E27FC236}">
                      <a16:creationId xmlns:a16="http://schemas.microsoft.com/office/drawing/2014/main" id="{33C08CCD-2342-0845-1E0C-2DF3D2B4B13E}"/>
                    </a:ext>
                  </a:extLst>
                </p14:cNvPr>
                <p14:cNvContentPartPr/>
                <p14:nvPr/>
              </p14:nvContentPartPr>
              <p14:xfrm>
                <a:off x="1120820" y="3167767"/>
                <a:ext cx="81000" cy="11880"/>
              </p14:xfrm>
            </p:contentPart>
          </mc:Choice>
          <mc:Fallback>
            <p:pic>
              <p:nvPicPr>
                <p:cNvPr id="180" name="Rukopis 179">
                  <a:extLst>
                    <a:ext uri="{FF2B5EF4-FFF2-40B4-BE49-F238E27FC236}">
                      <a16:creationId xmlns:a16="http://schemas.microsoft.com/office/drawing/2014/main" id="{33C08CCD-2342-0845-1E0C-2DF3D2B4B13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11820" y="3158767"/>
                  <a:ext cx="98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85" name="Rukopis 184">
                  <a:extLst>
                    <a:ext uri="{FF2B5EF4-FFF2-40B4-BE49-F238E27FC236}">
                      <a16:creationId xmlns:a16="http://schemas.microsoft.com/office/drawing/2014/main" id="{DC6E9D3D-8097-63E2-FB01-E0960241445F}"/>
                    </a:ext>
                  </a:extLst>
                </p14:cNvPr>
                <p14:cNvContentPartPr/>
                <p14:nvPr/>
              </p14:nvContentPartPr>
              <p14:xfrm>
                <a:off x="1287500" y="3182527"/>
                <a:ext cx="360" cy="360"/>
              </p14:xfrm>
            </p:contentPart>
          </mc:Choice>
          <mc:Fallback>
            <p:pic>
              <p:nvPicPr>
                <p:cNvPr id="185" name="Rukopis 184">
                  <a:extLst>
                    <a:ext uri="{FF2B5EF4-FFF2-40B4-BE49-F238E27FC236}">
                      <a16:creationId xmlns:a16="http://schemas.microsoft.com/office/drawing/2014/main" id="{DC6E9D3D-8097-63E2-FB01-E0960241445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78860" y="317388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86" name="Rukopis 185">
                  <a:extLst>
                    <a:ext uri="{FF2B5EF4-FFF2-40B4-BE49-F238E27FC236}">
                      <a16:creationId xmlns:a16="http://schemas.microsoft.com/office/drawing/2014/main" id="{3714BB7D-6050-18A5-01A7-A6E8D7B2CDCF}"/>
                    </a:ext>
                  </a:extLst>
                </p14:cNvPr>
                <p14:cNvContentPartPr/>
                <p14:nvPr/>
              </p14:nvContentPartPr>
              <p14:xfrm>
                <a:off x="1277420" y="3147607"/>
                <a:ext cx="10440" cy="57240"/>
              </p14:xfrm>
            </p:contentPart>
          </mc:Choice>
          <mc:Fallback>
            <p:pic>
              <p:nvPicPr>
                <p:cNvPr id="186" name="Rukopis 185">
                  <a:extLst>
                    <a:ext uri="{FF2B5EF4-FFF2-40B4-BE49-F238E27FC236}">
                      <a16:creationId xmlns:a16="http://schemas.microsoft.com/office/drawing/2014/main" id="{3714BB7D-6050-18A5-01A7-A6E8D7B2CDC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268780" y="3138967"/>
                  <a:ext cx="28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87" name="Rukopis 186">
                  <a:extLst>
                    <a:ext uri="{FF2B5EF4-FFF2-40B4-BE49-F238E27FC236}">
                      <a16:creationId xmlns:a16="http://schemas.microsoft.com/office/drawing/2014/main" id="{61FCAA6F-9AE1-232F-DC3F-421B3219046A}"/>
                    </a:ext>
                  </a:extLst>
                </p14:cNvPr>
                <p14:cNvContentPartPr/>
                <p14:nvPr/>
              </p14:nvContentPartPr>
              <p14:xfrm>
                <a:off x="1376780" y="3135367"/>
                <a:ext cx="4680" cy="52920"/>
              </p14:xfrm>
            </p:contentPart>
          </mc:Choice>
          <mc:Fallback>
            <p:pic>
              <p:nvPicPr>
                <p:cNvPr id="187" name="Rukopis 186">
                  <a:extLst>
                    <a:ext uri="{FF2B5EF4-FFF2-40B4-BE49-F238E27FC236}">
                      <a16:creationId xmlns:a16="http://schemas.microsoft.com/office/drawing/2014/main" id="{61FCAA6F-9AE1-232F-DC3F-421B3219046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368140" y="3126367"/>
                  <a:ext cx="22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88" name="Rukopis 187">
                  <a:extLst>
                    <a:ext uri="{FF2B5EF4-FFF2-40B4-BE49-F238E27FC236}">
                      <a16:creationId xmlns:a16="http://schemas.microsoft.com/office/drawing/2014/main" id="{686F04BA-F640-3D7A-267E-86C826CE9F66}"/>
                    </a:ext>
                  </a:extLst>
                </p14:cNvPr>
                <p14:cNvContentPartPr/>
                <p14:nvPr/>
              </p14:nvContentPartPr>
              <p14:xfrm>
                <a:off x="1502060" y="3127447"/>
                <a:ext cx="7560" cy="54000"/>
              </p14:xfrm>
            </p:contentPart>
          </mc:Choice>
          <mc:Fallback>
            <p:pic>
              <p:nvPicPr>
                <p:cNvPr id="188" name="Rukopis 187">
                  <a:extLst>
                    <a:ext uri="{FF2B5EF4-FFF2-40B4-BE49-F238E27FC236}">
                      <a16:creationId xmlns:a16="http://schemas.microsoft.com/office/drawing/2014/main" id="{686F04BA-F640-3D7A-267E-86C826CE9F6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493060" y="3118807"/>
                  <a:ext cx="252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89" name="Rukopis 188">
                  <a:extLst>
                    <a:ext uri="{FF2B5EF4-FFF2-40B4-BE49-F238E27FC236}">
                      <a16:creationId xmlns:a16="http://schemas.microsoft.com/office/drawing/2014/main" id="{9EB4A97B-67FA-616F-D908-DB04872E7E3E}"/>
                    </a:ext>
                  </a:extLst>
                </p14:cNvPr>
                <p14:cNvContentPartPr/>
                <p14:nvPr/>
              </p14:nvContentPartPr>
              <p14:xfrm>
                <a:off x="1622660" y="3047167"/>
                <a:ext cx="33480" cy="177120"/>
              </p14:xfrm>
            </p:contentPart>
          </mc:Choice>
          <mc:Fallback>
            <p:pic>
              <p:nvPicPr>
                <p:cNvPr id="189" name="Rukopis 188">
                  <a:extLst>
                    <a:ext uri="{FF2B5EF4-FFF2-40B4-BE49-F238E27FC236}">
                      <a16:creationId xmlns:a16="http://schemas.microsoft.com/office/drawing/2014/main" id="{9EB4A97B-67FA-616F-D908-DB04872E7E3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614020" y="3038527"/>
                  <a:ext cx="51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90" name="Rukopis 189">
                  <a:extLst>
                    <a:ext uri="{FF2B5EF4-FFF2-40B4-BE49-F238E27FC236}">
                      <a16:creationId xmlns:a16="http://schemas.microsoft.com/office/drawing/2014/main" id="{45DA6353-AFD0-6E07-6112-EEE1A9A1705E}"/>
                    </a:ext>
                  </a:extLst>
                </p14:cNvPr>
                <p14:cNvContentPartPr/>
                <p14:nvPr/>
              </p14:nvContentPartPr>
              <p14:xfrm>
                <a:off x="1602500" y="3159127"/>
                <a:ext cx="112680" cy="11880"/>
              </p14:xfrm>
            </p:contentPart>
          </mc:Choice>
          <mc:Fallback>
            <p:pic>
              <p:nvPicPr>
                <p:cNvPr id="190" name="Rukopis 189">
                  <a:extLst>
                    <a:ext uri="{FF2B5EF4-FFF2-40B4-BE49-F238E27FC236}">
                      <a16:creationId xmlns:a16="http://schemas.microsoft.com/office/drawing/2014/main" id="{45DA6353-AFD0-6E07-6112-EEE1A9A1705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593860" y="3150487"/>
                  <a:ext cx="130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91" name="Rukopis 190">
                  <a:extLst>
                    <a:ext uri="{FF2B5EF4-FFF2-40B4-BE49-F238E27FC236}">
                      <a16:creationId xmlns:a16="http://schemas.microsoft.com/office/drawing/2014/main" id="{7EE8C9E3-2C76-4A9C-CD58-1539FAF8735F}"/>
                    </a:ext>
                  </a:extLst>
                </p14:cNvPr>
                <p14:cNvContentPartPr/>
                <p14:nvPr/>
              </p14:nvContentPartPr>
              <p14:xfrm>
                <a:off x="1776740" y="3068767"/>
                <a:ext cx="49320" cy="208080"/>
              </p14:xfrm>
            </p:contentPart>
          </mc:Choice>
          <mc:Fallback>
            <p:pic>
              <p:nvPicPr>
                <p:cNvPr id="191" name="Rukopis 190">
                  <a:extLst>
                    <a:ext uri="{FF2B5EF4-FFF2-40B4-BE49-F238E27FC236}">
                      <a16:creationId xmlns:a16="http://schemas.microsoft.com/office/drawing/2014/main" id="{7EE8C9E3-2C76-4A9C-CD58-1539FAF8735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767740" y="3059767"/>
                  <a:ext cx="66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92" name="Rukopis 191">
                  <a:extLst>
                    <a:ext uri="{FF2B5EF4-FFF2-40B4-BE49-F238E27FC236}">
                      <a16:creationId xmlns:a16="http://schemas.microsoft.com/office/drawing/2014/main" id="{50F59B5C-CEF1-7AB7-6668-8F6E8EE061B6}"/>
                    </a:ext>
                  </a:extLst>
                </p14:cNvPr>
                <p14:cNvContentPartPr/>
                <p14:nvPr/>
              </p14:nvContentPartPr>
              <p14:xfrm>
                <a:off x="1848380" y="3066967"/>
                <a:ext cx="122040" cy="210240"/>
              </p14:xfrm>
            </p:contentPart>
          </mc:Choice>
          <mc:Fallback>
            <p:pic>
              <p:nvPicPr>
                <p:cNvPr id="192" name="Rukopis 191">
                  <a:extLst>
                    <a:ext uri="{FF2B5EF4-FFF2-40B4-BE49-F238E27FC236}">
                      <a16:creationId xmlns:a16="http://schemas.microsoft.com/office/drawing/2014/main" id="{50F59B5C-CEF1-7AB7-6668-8F6E8EE061B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839380" y="3057967"/>
                  <a:ext cx="139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93" name="Rukopis 192">
                  <a:extLst>
                    <a:ext uri="{FF2B5EF4-FFF2-40B4-BE49-F238E27FC236}">
                      <a16:creationId xmlns:a16="http://schemas.microsoft.com/office/drawing/2014/main" id="{DE9DFC5E-65A5-D841-4668-92367D0544D8}"/>
                    </a:ext>
                  </a:extLst>
                </p14:cNvPr>
                <p14:cNvContentPartPr/>
                <p14:nvPr/>
              </p14:nvContentPartPr>
              <p14:xfrm>
                <a:off x="2054300" y="3129607"/>
                <a:ext cx="204480" cy="113400"/>
              </p14:xfrm>
            </p:contentPart>
          </mc:Choice>
          <mc:Fallback>
            <p:pic>
              <p:nvPicPr>
                <p:cNvPr id="193" name="Rukopis 192">
                  <a:extLst>
                    <a:ext uri="{FF2B5EF4-FFF2-40B4-BE49-F238E27FC236}">
                      <a16:creationId xmlns:a16="http://schemas.microsoft.com/office/drawing/2014/main" id="{DE9DFC5E-65A5-D841-4668-92367D0544D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045660" y="3120967"/>
                  <a:ext cx="22212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98" name="Rukopis 197">
                <a:extLst>
                  <a:ext uri="{FF2B5EF4-FFF2-40B4-BE49-F238E27FC236}">
                    <a16:creationId xmlns:a16="http://schemas.microsoft.com/office/drawing/2014/main" id="{58306907-B72D-6586-4951-88C12F5BF684}"/>
                  </a:ext>
                </a:extLst>
              </p14:cNvPr>
              <p14:cNvContentPartPr/>
              <p14:nvPr/>
            </p14:nvContentPartPr>
            <p14:xfrm>
              <a:off x="2418260" y="3214927"/>
              <a:ext cx="16200" cy="1800"/>
            </p14:xfrm>
          </p:contentPart>
        </mc:Choice>
        <mc:Fallback>
          <p:pic>
            <p:nvPicPr>
              <p:cNvPr id="198" name="Rukopis 197">
                <a:extLst>
                  <a:ext uri="{FF2B5EF4-FFF2-40B4-BE49-F238E27FC236}">
                    <a16:creationId xmlns:a16="http://schemas.microsoft.com/office/drawing/2014/main" id="{58306907-B72D-6586-4951-88C12F5BF68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409620" y="3206287"/>
                <a:ext cx="338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99" name="Rukopis 198">
                <a:extLst>
                  <a:ext uri="{FF2B5EF4-FFF2-40B4-BE49-F238E27FC236}">
                    <a16:creationId xmlns:a16="http://schemas.microsoft.com/office/drawing/2014/main" id="{4DA4836C-6E9A-DBFC-7B3B-BD77A850986F}"/>
                  </a:ext>
                </a:extLst>
              </p14:cNvPr>
              <p14:cNvContentPartPr/>
              <p14:nvPr/>
            </p14:nvContentPartPr>
            <p14:xfrm>
              <a:off x="2349140" y="3194767"/>
              <a:ext cx="86760" cy="6120"/>
            </p14:xfrm>
          </p:contentPart>
        </mc:Choice>
        <mc:Fallback>
          <p:pic>
            <p:nvPicPr>
              <p:cNvPr id="199" name="Rukopis 198">
                <a:extLst>
                  <a:ext uri="{FF2B5EF4-FFF2-40B4-BE49-F238E27FC236}">
                    <a16:creationId xmlns:a16="http://schemas.microsoft.com/office/drawing/2014/main" id="{4DA4836C-6E9A-DBFC-7B3B-BD77A850986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340500" y="3186127"/>
                <a:ext cx="1044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00" name="Rukopis 199">
                <a:extLst>
                  <a:ext uri="{FF2B5EF4-FFF2-40B4-BE49-F238E27FC236}">
                    <a16:creationId xmlns:a16="http://schemas.microsoft.com/office/drawing/2014/main" id="{91E355CB-8C34-E9B8-1261-8408B27743F6}"/>
                  </a:ext>
                </a:extLst>
              </p14:cNvPr>
              <p14:cNvContentPartPr/>
              <p14:nvPr/>
            </p14:nvContentPartPr>
            <p14:xfrm>
              <a:off x="2513300" y="3039607"/>
              <a:ext cx="50400" cy="176760"/>
            </p14:xfrm>
          </p:contentPart>
        </mc:Choice>
        <mc:Fallback>
          <p:pic>
            <p:nvPicPr>
              <p:cNvPr id="200" name="Rukopis 199">
                <a:extLst>
                  <a:ext uri="{FF2B5EF4-FFF2-40B4-BE49-F238E27FC236}">
                    <a16:creationId xmlns:a16="http://schemas.microsoft.com/office/drawing/2014/main" id="{91E355CB-8C34-E9B8-1261-8408B27743F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504300" y="3030967"/>
                <a:ext cx="680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01" name="Rukopis 200">
                <a:extLst>
                  <a:ext uri="{FF2B5EF4-FFF2-40B4-BE49-F238E27FC236}">
                    <a16:creationId xmlns:a16="http://schemas.microsoft.com/office/drawing/2014/main" id="{4BEDAFED-23E5-DD11-7947-C0C9054F05CE}"/>
                  </a:ext>
                </a:extLst>
              </p14:cNvPr>
              <p14:cNvContentPartPr/>
              <p14:nvPr/>
            </p14:nvContentPartPr>
            <p14:xfrm>
              <a:off x="2579180" y="2970127"/>
              <a:ext cx="91440" cy="319320"/>
            </p14:xfrm>
          </p:contentPart>
        </mc:Choice>
        <mc:Fallback>
          <p:pic>
            <p:nvPicPr>
              <p:cNvPr id="201" name="Rukopis 200">
                <a:extLst>
                  <a:ext uri="{FF2B5EF4-FFF2-40B4-BE49-F238E27FC236}">
                    <a16:creationId xmlns:a16="http://schemas.microsoft.com/office/drawing/2014/main" id="{4BEDAFED-23E5-DD11-7947-C0C9054F05C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570180" y="2961487"/>
                <a:ext cx="10908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02" name="Rukopis 201">
                <a:extLst>
                  <a:ext uri="{FF2B5EF4-FFF2-40B4-BE49-F238E27FC236}">
                    <a16:creationId xmlns:a16="http://schemas.microsoft.com/office/drawing/2014/main" id="{C35C0CDD-61AF-D786-6313-FF665193B029}"/>
                  </a:ext>
                </a:extLst>
              </p14:cNvPr>
              <p14:cNvContentPartPr/>
              <p14:nvPr/>
            </p14:nvContentPartPr>
            <p14:xfrm>
              <a:off x="2763500" y="3132127"/>
              <a:ext cx="73800" cy="2880"/>
            </p14:xfrm>
          </p:contentPart>
        </mc:Choice>
        <mc:Fallback>
          <p:pic>
            <p:nvPicPr>
              <p:cNvPr id="202" name="Rukopis 201">
                <a:extLst>
                  <a:ext uri="{FF2B5EF4-FFF2-40B4-BE49-F238E27FC236}">
                    <a16:creationId xmlns:a16="http://schemas.microsoft.com/office/drawing/2014/main" id="{C35C0CDD-61AF-D786-6313-FF665193B02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754860" y="3123127"/>
                <a:ext cx="9144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03" name="Rukopis 202">
                <a:extLst>
                  <a:ext uri="{FF2B5EF4-FFF2-40B4-BE49-F238E27FC236}">
                    <a16:creationId xmlns:a16="http://schemas.microsoft.com/office/drawing/2014/main" id="{5683B047-8B11-1BA9-ECF9-29510663588B}"/>
                  </a:ext>
                </a:extLst>
              </p14:cNvPr>
              <p14:cNvContentPartPr/>
              <p14:nvPr/>
            </p14:nvContentPartPr>
            <p14:xfrm>
              <a:off x="2754860" y="3171007"/>
              <a:ext cx="81000" cy="4320"/>
            </p14:xfrm>
          </p:contentPart>
        </mc:Choice>
        <mc:Fallback>
          <p:pic>
            <p:nvPicPr>
              <p:cNvPr id="203" name="Rukopis 202">
                <a:extLst>
                  <a:ext uri="{FF2B5EF4-FFF2-40B4-BE49-F238E27FC236}">
                    <a16:creationId xmlns:a16="http://schemas.microsoft.com/office/drawing/2014/main" id="{5683B047-8B11-1BA9-ECF9-29510663588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746220" y="3162007"/>
                <a:ext cx="986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204" name="Rukopis 203">
                <a:extLst>
                  <a:ext uri="{FF2B5EF4-FFF2-40B4-BE49-F238E27FC236}">
                    <a16:creationId xmlns:a16="http://schemas.microsoft.com/office/drawing/2014/main" id="{C6018AE3-B99B-2D55-833F-19925CB46B4C}"/>
                  </a:ext>
                </a:extLst>
              </p14:cNvPr>
              <p14:cNvContentPartPr/>
              <p14:nvPr/>
            </p14:nvContentPartPr>
            <p14:xfrm>
              <a:off x="2972300" y="3068407"/>
              <a:ext cx="174600" cy="141840"/>
            </p14:xfrm>
          </p:contentPart>
        </mc:Choice>
        <mc:Fallback>
          <p:pic>
            <p:nvPicPr>
              <p:cNvPr id="204" name="Rukopis 203">
                <a:extLst>
                  <a:ext uri="{FF2B5EF4-FFF2-40B4-BE49-F238E27FC236}">
                    <a16:creationId xmlns:a16="http://schemas.microsoft.com/office/drawing/2014/main" id="{C6018AE3-B99B-2D55-833F-19925CB46B4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963300" y="3059407"/>
                <a:ext cx="19224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205" name="Rukopis 204">
                <a:extLst>
                  <a:ext uri="{FF2B5EF4-FFF2-40B4-BE49-F238E27FC236}">
                    <a16:creationId xmlns:a16="http://schemas.microsoft.com/office/drawing/2014/main" id="{19884E14-38F6-A797-E42D-9892B0608053}"/>
                  </a:ext>
                </a:extLst>
              </p14:cNvPr>
              <p14:cNvContentPartPr/>
              <p14:nvPr/>
            </p14:nvContentPartPr>
            <p14:xfrm>
              <a:off x="3170660" y="2922607"/>
              <a:ext cx="170280" cy="109080"/>
            </p14:xfrm>
          </p:contentPart>
        </mc:Choice>
        <mc:Fallback>
          <p:pic>
            <p:nvPicPr>
              <p:cNvPr id="205" name="Rukopis 204">
                <a:extLst>
                  <a:ext uri="{FF2B5EF4-FFF2-40B4-BE49-F238E27FC236}">
                    <a16:creationId xmlns:a16="http://schemas.microsoft.com/office/drawing/2014/main" id="{19884E14-38F6-A797-E42D-9892B060805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161660" y="2913607"/>
                <a:ext cx="1879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206" name="Rukopis 205">
                <a:extLst>
                  <a:ext uri="{FF2B5EF4-FFF2-40B4-BE49-F238E27FC236}">
                    <a16:creationId xmlns:a16="http://schemas.microsoft.com/office/drawing/2014/main" id="{ABE00999-9A21-6BDD-8F2E-0C14D13099D9}"/>
                  </a:ext>
                </a:extLst>
              </p14:cNvPr>
              <p14:cNvContentPartPr/>
              <p14:nvPr/>
            </p14:nvContentPartPr>
            <p14:xfrm>
              <a:off x="3373340" y="3104407"/>
              <a:ext cx="218880" cy="15120"/>
            </p14:xfrm>
          </p:contentPart>
        </mc:Choice>
        <mc:Fallback>
          <p:pic>
            <p:nvPicPr>
              <p:cNvPr id="206" name="Rukopis 205">
                <a:extLst>
                  <a:ext uri="{FF2B5EF4-FFF2-40B4-BE49-F238E27FC236}">
                    <a16:creationId xmlns:a16="http://schemas.microsoft.com/office/drawing/2014/main" id="{ABE00999-9A21-6BDD-8F2E-0C14D13099D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364700" y="3095407"/>
                <a:ext cx="2365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207" name="Rukopis 206">
                <a:extLst>
                  <a:ext uri="{FF2B5EF4-FFF2-40B4-BE49-F238E27FC236}">
                    <a16:creationId xmlns:a16="http://schemas.microsoft.com/office/drawing/2014/main" id="{12A0B4F6-3CF7-0AB6-6689-9AB02F7BA3C7}"/>
                  </a:ext>
                </a:extLst>
              </p14:cNvPr>
              <p14:cNvContentPartPr/>
              <p14:nvPr/>
            </p14:nvContentPartPr>
            <p14:xfrm>
              <a:off x="3410780" y="3159127"/>
              <a:ext cx="158760" cy="28440"/>
            </p14:xfrm>
          </p:contentPart>
        </mc:Choice>
        <mc:Fallback>
          <p:pic>
            <p:nvPicPr>
              <p:cNvPr id="207" name="Rukopis 206">
                <a:extLst>
                  <a:ext uri="{FF2B5EF4-FFF2-40B4-BE49-F238E27FC236}">
                    <a16:creationId xmlns:a16="http://schemas.microsoft.com/office/drawing/2014/main" id="{12A0B4F6-3CF7-0AB6-6689-9AB02F7BA3C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402140" y="3150487"/>
                <a:ext cx="1764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08" name="Rukopis 207">
                <a:extLst>
                  <a:ext uri="{FF2B5EF4-FFF2-40B4-BE49-F238E27FC236}">
                    <a16:creationId xmlns:a16="http://schemas.microsoft.com/office/drawing/2014/main" id="{5C224107-F1E7-0CFD-90F9-F860C37A09AA}"/>
                  </a:ext>
                </a:extLst>
              </p14:cNvPr>
              <p14:cNvContentPartPr/>
              <p14:nvPr/>
            </p14:nvContentPartPr>
            <p14:xfrm>
              <a:off x="3534260" y="3025207"/>
              <a:ext cx="141840" cy="219600"/>
            </p14:xfrm>
          </p:contentPart>
        </mc:Choice>
        <mc:Fallback>
          <p:pic>
            <p:nvPicPr>
              <p:cNvPr id="208" name="Rukopis 207">
                <a:extLst>
                  <a:ext uri="{FF2B5EF4-FFF2-40B4-BE49-F238E27FC236}">
                    <a16:creationId xmlns:a16="http://schemas.microsoft.com/office/drawing/2014/main" id="{5C224107-F1E7-0CFD-90F9-F860C37A09A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525260" y="3016567"/>
                <a:ext cx="1594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209" name="Rukopis 208">
                <a:extLst>
                  <a:ext uri="{FF2B5EF4-FFF2-40B4-BE49-F238E27FC236}">
                    <a16:creationId xmlns:a16="http://schemas.microsoft.com/office/drawing/2014/main" id="{0761F33A-2EB9-967E-EFEF-1C472E0CF879}"/>
                  </a:ext>
                </a:extLst>
              </p14:cNvPr>
              <p14:cNvContentPartPr/>
              <p14:nvPr/>
            </p14:nvContentPartPr>
            <p14:xfrm>
              <a:off x="3810740" y="3007927"/>
              <a:ext cx="92880" cy="204840"/>
            </p14:xfrm>
          </p:contentPart>
        </mc:Choice>
        <mc:Fallback>
          <p:pic>
            <p:nvPicPr>
              <p:cNvPr id="209" name="Rukopis 208">
                <a:extLst>
                  <a:ext uri="{FF2B5EF4-FFF2-40B4-BE49-F238E27FC236}">
                    <a16:creationId xmlns:a16="http://schemas.microsoft.com/office/drawing/2014/main" id="{0761F33A-2EB9-967E-EFEF-1C472E0CF87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802100" y="2999287"/>
                <a:ext cx="11052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210" name="Rukopis 209">
                <a:extLst>
                  <a:ext uri="{FF2B5EF4-FFF2-40B4-BE49-F238E27FC236}">
                    <a16:creationId xmlns:a16="http://schemas.microsoft.com/office/drawing/2014/main" id="{3780D998-65C4-4549-E055-76BF57E199BD}"/>
                  </a:ext>
                </a:extLst>
              </p14:cNvPr>
              <p14:cNvContentPartPr/>
              <p14:nvPr/>
            </p14:nvContentPartPr>
            <p14:xfrm>
              <a:off x="3940340" y="3063007"/>
              <a:ext cx="32040" cy="116280"/>
            </p14:xfrm>
          </p:contentPart>
        </mc:Choice>
        <mc:Fallback>
          <p:pic>
            <p:nvPicPr>
              <p:cNvPr id="210" name="Rukopis 209">
                <a:extLst>
                  <a:ext uri="{FF2B5EF4-FFF2-40B4-BE49-F238E27FC236}">
                    <a16:creationId xmlns:a16="http://schemas.microsoft.com/office/drawing/2014/main" id="{3780D998-65C4-4549-E055-76BF57E199B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931340" y="3054007"/>
                <a:ext cx="4968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11" name="Rukopis 210">
                <a:extLst>
                  <a:ext uri="{FF2B5EF4-FFF2-40B4-BE49-F238E27FC236}">
                    <a16:creationId xmlns:a16="http://schemas.microsoft.com/office/drawing/2014/main" id="{5A849F5F-5311-955A-7DDB-B783C4BED8E6}"/>
                  </a:ext>
                </a:extLst>
              </p14:cNvPr>
              <p14:cNvContentPartPr/>
              <p14:nvPr/>
            </p14:nvContentPartPr>
            <p14:xfrm>
              <a:off x="3908660" y="3124927"/>
              <a:ext cx="144360" cy="18360"/>
            </p14:xfrm>
          </p:contentPart>
        </mc:Choice>
        <mc:Fallback>
          <p:pic>
            <p:nvPicPr>
              <p:cNvPr id="211" name="Rukopis 210">
                <a:extLst>
                  <a:ext uri="{FF2B5EF4-FFF2-40B4-BE49-F238E27FC236}">
                    <a16:creationId xmlns:a16="http://schemas.microsoft.com/office/drawing/2014/main" id="{5A849F5F-5311-955A-7DDB-B783C4BED8E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899660" y="3116287"/>
                <a:ext cx="162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12" name="Rukopis 211">
                <a:extLst>
                  <a:ext uri="{FF2B5EF4-FFF2-40B4-BE49-F238E27FC236}">
                    <a16:creationId xmlns:a16="http://schemas.microsoft.com/office/drawing/2014/main" id="{3AF18755-B7C1-041E-EFAC-A7EAF8D28BC6}"/>
                  </a:ext>
                </a:extLst>
              </p14:cNvPr>
              <p14:cNvContentPartPr/>
              <p14:nvPr/>
            </p14:nvContentPartPr>
            <p14:xfrm>
              <a:off x="4123940" y="2976967"/>
              <a:ext cx="83880" cy="225360"/>
            </p14:xfrm>
          </p:contentPart>
        </mc:Choice>
        <mc:Fallback>
          <p:pic>
            <p:nvPicPr>
              <p:cNvPr id="212" name="Rukopis 211">
                <a:extLst>
                  <a:ext uri="{FF2B5EF4-FFF2-40B4-BE49-F238E27FC236}">
                    <a16:creationId xmlns:a16="http://schemas.microsoft.com/office/drawing/2014/main" id="{3AF18755-B7C1-041E-EFAC-A7EAF8D28BC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115300" y="2968327"/>
                <a:ext cx="10152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213" name="Rukopis 212">
                <a:extLst>
                  <a:ext uri="{FF2B5EF4-FFF2-40B4-BE49-F238E27FC236}">
                    <a16:creationId xmlns:a16="http://schemas.microsoft.com/office/drawing/2014/main" id="{65CEED91-CF8D-F45D-9FDD-584E01A1FCED}"/>
                  </a:ext>
                </a:extLst>
              </p14:cNvPr>
              <p14:cNvContentPartPr/>
              <p14:nvPr/>
            </p14:nvContentPartPr>
            <p14:xfrm>
              <a:off x="4324460" y="3048607"/>
              <a:ext cx="32040" cy="128520"/>
            </p14:xfrm>
          </p:contentPart>
        </mc:Choice>
        <mc:Fallback>
          <p:pic>
            <p:nvPicPr>
              <p:cNvPr id="213" name="Rukopis 212">
                <a:extLst>
                  <a:ext uri="{FF2B5EF4-FFF2-40B4-BE49-F238E27FC236}">
                    <a16:creationId xmlns:a16="http://schemas.microsoft.com/office/drawing/2014/main" id="{65CEED91-CF8D-F45D-9FDD-584E01A1FCED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315460" y="3039967"/>
                <a:ext cx="496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214" name="Rukopis 213">
                <a:extLst>
                  <a:ext uri="{FF2B5EF4-FFF2-40B4-BE49-F238E27FC236}">
                    <a16:creationId xmlns:a16="http://schemas.microsoft.com/office/drawing/2014/main" id="{B7F15A28-8AAA-D0BF-B0C2-07E8CE53EF59}"/>
                  </a:ext>
                </a:extLst>
              </p14:cNvPr>
              <p14:cNvContentPartPr/>
              <p14:nvPr/>
            </p14:nvContentPartPr>
            <p14:xfrm>
              <a:off x="4289900" y="3106927"/>
              <a:ext cx="118440" cy="2880"/>
            </p14:xfrm>
          </p:contentPart>
        </mc:Choice>
        <mc:Fallback>
          <p:pic>
            <p:nvPicPr>
              <p:cNvPr id="214" name="Rukopis 213">
                <a:extLst>
                  <a:ext uri="{FF2B5EF4-FFF2-40B4-BE49-F238E27FC236}">
                    <a16:creationId xmlns:a16="http://schemas.microsoft.com/office/drawing/2014/main" id="{B7F15A28-8AAA-D0BF-B0C2-07E8CE53EF5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280900" y="3097927"/>
                <a:ext cx="1360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215" name="Rukopis 214">
                <a:extLst>
                  <a:ext uri="{FF2B5EF4-FFF2-40B4-BE49-F238E27FC236}">
                    <a16:creationId xmlns:a16="http://schemas.microsoft.com/office/drawing/2014/main" id="{CFDBB0AE-FC77-1EB2-7F17-B3E99C095035}"/>
                  </a:ext>
                </a:extLst>
              </p14:cNvPr>
              <p14:cNvContentPartPr/>
              <p14:nvPr/>
            </p14:nvContentPartPr>
            <p14:xfrm>
              <a:off x="4517060" y="3071287"/>
              <a:ext cx="129960" cy="10080"/>
            </p14:xfrm>
          </p:contentPart>
        </mc:Choice>
        <mc:Fallback>
          <p:pic>
            <p:nvPicPr>
              <p:cNvPr id="215" name="Rukopis 214">
                <a:extLst>
                  <a:ext uri="{FF2B5EF4-FFF2-40B4-BE49-F238E27FC236}">
                    <a16:creationId xmlns:a16="http://schemas.microsoft.com/office/drawing/2014/main" id="{CFDBB0AE-FC77-1EB2-7F17-B3E99C095035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508420" y="3062287"/>
                <a:ext cx="1476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16" name="Rukopis 215">
                <a:extLst>
                  <a:ext uri="{FF2B5EF4-FFF2-40B4-BE49-F238E27FC236}">
                    <a16:creationId xmlns:a16="http://schemas.microsoft.com/office/drawing/2014/main" id="{BDCFA855-EB2B-2F00-FBCA-DE0DB8BBAD70}"/>
                  </a:ext>
                </a:extLst>
              </p14:cNvPr>
              <p14:cNvContentPartPr/>
              <p14:nvPr/>
            </p14:nvContentPartPr>
            <p14:xfrm>
              <a:off x="4725860" y="3072007"/>
              <a:ext cx="360" cy="360"/>
            </p14:xfrm>
          </p:contentPart>
        </mc:Choice>
        <mc:Fallback>
          <p:pic>
            <p:nvPicPr>
              <p:cNvPr id="216" name="Rukopis 215">
                <a:extLst>
                  <a:ext uri="{FF2B5EF4-FFF2-40B4-BE49-F238E27FC236}">
                    <a16:creationId xmlns:a16="http://schemas.microsoft.com/office/drawing/2014/main" id="{BDCFA855-EB2B-2F00-FBCA-DE0DB8BBAD7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716860" y="306300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217" name="Rukopis 216">
                <a:extLst>
                  <a:ext uri="{FF2B5EF4-FFF2-40B4-BE49-F238E27FC236}">
                    <a16:creationId xmlns:a16="http://schemas.microsoft.com/office/drawing/2014/main" id="{499F88F2-97B3-2B69-A30E-6D9A3A4CC188}"/>
                  </a:ext>
                </a:extLst>
              </p14:cNvPr>
              <p14:cNvContentPartPr/>
              <p14:nvPr/>
            </p14:nvContentPartPr>
            <p14:xfrm>
              <a:off x="4856540" y="2977327"/>
              <a:ext cx="30600" cy="161640"/>
            </p14:xfrm>
          </p:contentPart>
        </mc:Choice>
        <mc:Fallback>
          <p:pic>
            <p:nvPicPr>
              <p:cNvPr id="217" name="Rukopis 216">
                <a:extLst>
                  <a:ext uri="{FF2B5EF4-FFF2-40B4-BE49-F238E27FC236}">
                    <a16:creationId xmlns:a16="http://schemas.microsoft.com/office/drawing/2014/main" id="{499F88F2-97B3-2B69-A30E-6D9A3A4CC188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4847900" y="2968687"/>
                <a:ext cx="4824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218" name="Rukopis 217">
                <a:extLst>
                  <a:ext uri="{FF2B5EF4-FFF2-40B4-BE49-F238E27FC236}">
                    <a16:creationId xmlns:a16="http://schemas.microsoft.com/office/drawing/2014/main" id="{6030A30A-52A0-4C0E-1E95-02FAFB8DE44F}"/>
                  </a:ext>
                </a:extLst>
              </p14:cNvPr>
              <p14:cNvContentPartPr/>
              <p14:nvPr/>
            </p14:nvContentPartPr>
            <p14:xfrm>
              <a:off x="4820540" y="3059047"/>
              <a:ext cx="129960" cy="4320"/>
            </p14:xfrm>
          </p:contentPart>
        </mc:Choice>
        <mc:Fallback>
          <p:pic>
            <p:nvPicPr>
              <p:cNvPr id="218" name="Rukopis 217">
                <a:extLst>
                  <a:ext uri="{FF2B5EF4-FFF2-40B4-BE49-F238E27FC236}">
                    <a16:creationId xmlns:a16="http://schemas.microsoft.com/office/drawing/2014/main" id="{6030A30A-52A0-4C0E-1E95-02FAFB8DE44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811900" y="3050047"/>
                <a:ext cx="14760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Skupina 242">
            <a:extLst>
              <a:ext uri="{FF2B5EF4-FFF2-40B4-BE49-F238E27FC236}">
                <a16:creationId xmlns:a16="http://schemas.microsoft.com/office/drawing/2014/main" id="{36F60A5D-3CAF-33F7-E137-047ED4D7B86A}"/>
              </a:ext>
            </a:extLst>
          </p:cNvPr>
          <p:cNvGrpSpPr/>
          <p:nvPr/>
        </p:nvGrpSpPr>
        <p:grpSpPr>
          <a:xfrm>
            <a:off x="5111060" y="2822167"/>
            <a:ext cx="1154520" cy="377280"/>
            <a:chOff x="5111060" y="2822167"/>
            <a:chExt cx="115452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19" name="Rukopis 218">
                  <a:extLst>
                    <a:ext uri="{FF2B5EF4-FFF2-40B4-BE49-F238E27FC236}">
                      <a16:creationId xmlns:a16="http://schemas.microsoft.com/office/drawing/2014/main" id="{076E9436-E265-8C20-DE46-709964C890C7}"/>
                    </a:ext>
                  </a:extLst>
                </p14:cNvPr>
                <p14:cNvContentPartPr/>
                <p14:nvPr/>
              </p14:nvContentPartPr>
              <p14:xfrm>
                <a:off x="5111060" y="2897047"/>
                <a:ext cx="43560" cy="235440"/>
              </p14:xfrm>
            </p:contentPart>
          </mc:Choice>
          <mc:Fallback>
            <p:pic>
              <p:nvPicPr>
                <p:cNvPr id="219" name="Rukopis 218">
                  <a:extLst>
                    <a:ext uri="{FF2B5EF4-FFF2-40B4-BE49-F238E27FC236}">
                      <a16:creationId xmlns:a16="http://schemas.microsoft.com/office/drawing/2014/main" id="{076E9436-E265-8C20-DE46-709964C890C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02420" y="2888407"/>
                  <a:ext cx="61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20" name="Rukopis 219">
                  <a:extLst>
                    <a:ext uri="{FF2B5EF4-FFF2-40B4-BE49-F238E27FC236}">
                      <a16:creationId xmlns:a16="http://schemas.microsoft.com/office/drawing/2014/main" id="{3DB63559-22E2-41D1-287A-2EA984F1B4BC}"/>
                    </a:ext>
                  </a:extLst>
                </p14:cNvPr>
                <p14:cNvContentPartPr/>
                <p14:nvPr/>
              </p14:nvContentPartPr>
              <p14:xfrm>
                <a:off x="5172980" y="2912167"/>
                <a:ext cx="147240" cy="205200"/>
              </p14:xfrm>
            </p:contentPart>
          </mc:Choice>
          <mc:Fallback>
            <p:pic>
              <p:nvPicPr>
                <p:cNvPr id="220" name="Rukopis 219">
                  <a:extLst>
                    <a:ext uri="{FF2B5EF4-FFF2-40B4-BE49-F238E27FC236}">
                      <a16:creationId xmlns:a16="http://schemas.microsoft.com/office/drawing/2014/main" id="{3DB63559-22E2-41D1-287A-2EA984F1B4B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164340" y="2903167"/>
                  <a:ext cx="1648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21" name="Rukopis 220">
                  <a:extLst>
                    <a:ext uri="{FF2B5EF4-FFF2-40B4-BE49-F238E27FC236}">
                      <a16:creationId xmlns:a16="http://schemas.microsoft.com/office/drawing/2014/main" id="{8217EC3B-2A0F-84FC-3FA5-7D5874019AD6}"/>
                    </a:ext>
                  </a:extLst>
                </p14:cNvPr>
                <p14:cNvContentPartPr/>
                <p14:nvPr/>
              </p14:nvContentPartPr>
              <p14:xfrm>
                <a:off x="5407340" y="2973367"/>
                <a:ext cx="93960" cy="132480"/>
              </p14:xfrm>
            </p:contentPart>
          </mc:Choice>
          <mc:Fallback>
            <p:pic>
              <p:nvPicPr>
                <p:cNvPr id="221" name="Rukopis 220">
                  <a:extLst>
                    <a:ext uri="{FF2B5EF4-FFF2-40B4-BE49-F238E27FC236}">
                      <a16:creationId xmlns:a16="http://schemas.microsoft.com/office/drawing/2014/main" id="{8217EC3B-2A0F-84FC-3FA5-7D5874019AD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98700" y="2964727"/>
                  <a:ext cx="1116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24" name="Rukopis 223">
                  <a:extLst>
                    <a:ext uri="{FF2B5EF4-FFF2-40B4-BE49-F238E27FC236}">
                      <a16:creationId xmlns:a16="http://schemas.microsoft.com/office/drawing/2014/main" id="{45BDACF3-AD71-2282-4419-D97995AE6136}"/>
                    </a:ext>
                  </a:extLst>
                </p14:cNvPr>
                <p14:cNvContentPartPr/>
                <p14:nvPr/>
              </p14:nvContentPartPr>
              <p14:xfrm>
                <a:off x="5604260" y="3032407"/>
                <a:ext cx="123480" cy="10080"/>
              </p14:xfrm>
            </p:contentPart>
          </mc:Choice>
          <mc:Fallback>
            <p:pic>
              <p:nvPicPr>
                <p:cNvPr id="224" name="Rukopis 223">
                  <a:extLst>
                    <a:ext uri="{FF2B5EF4-FFF2-40B4-BE49-F238E27FC236}">
                      <a16:creationId xmlns:a16="http://schemas.microsoft.com/office/drawing/2014/main" id="{45BDACF3-AD71-2282-4419-D97995AE613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95260" y="3023767"/>
                  <a:ext cx="141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25" name="Rukopis 224">
                  <a:extLst>
                    <a:ext uri="{FF2B5EF4-FFF2-40B4-BE49-F238E27FC236}">
                      <a16:creationId xmlns:a16="http://schemas.microsoft.com/office/drawing/2014/main" id="{73024257-06E7-23F9-422C-A856416CDCB2}"/>
                    </a:ext>
                  </a:extLst>
                </p14:cNvPr>
                <p14:cNvContentPartPr/>
                <p14:nvPr/>
              </p14:nvContentPartPr>
              <p14:xfrm>
                <a:off x="5768780" y="2893087"/>
                <a:ext cx="105480" cy="202320"/>
              </p14:xfrm>
            </p:contentPart>
          </mc:Choice>
          <mc:Fallback>
            <p:pic>
              <p:nvPicPr>
                <p:cNvPr id="225" name="Rukopis 224">
                  <a:extLst>
                    <a:ext uri="{FF2B5EF4-FFF2-40B4-BE49-F238E27FC236}">
                      <a16:creationId xmlns:a16="http://schemas.microsoft.com/office/drawing/2014/main" id="{73024257-06E7-23F9-422C-A856416CDCB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59780" y="2884447"/>
                  <a:ext cx="123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26" name="Rukopis 225">
                  <a:extLst>
                    <a:ext uri="{FF2B5EF4-FFF2-40B4-BE49-F238E27FC236}">
                      <a16:creationId xmlns:a16="http://schemas.microsoft.com/office/drawing/2014/main" id="{F36E9EA5-7B3B-95AF-5CD5-A4330AC760B8}"/>
                    </a:ext>
                  </a:extLst>
                </p14:cNvPr>
                <p14:cNvContentPartPr/>
                <p14:nvPr/>
              </p14:nvContentPartPr>
              <p14:xfrm>
                <a:off x="5893700" y="2822167"/>
                <a:ext cx="103320" cy="377280"/>
              </p14:xfrm>
            </p:contentPart>
          </mc:Choice>
          <mc:Fallback>
            <p:pic>
              <p:nvPicPr>
                <p:cNvPr id="226" name="Rukopis 225">
                  <a:extLst>
                    <a:ext uri="{FF2B5EF4-FFF2-40B4-BE49-F238E27FC236}">
                      <a16:creationId xmlns:a16="http://schemas.microsoft.com/office/drawing/2014/main" id="{F36E9EA5-7B3B-95AF-5CD5-A4330AC760B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885060" y="2813167"/>
                  <a:ext cx="1209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28" name="Rukopis 227">
                  <a:extLst>
                    <a:ext uri="{FF2B5EF4-FFF2-40B4-BE49-F238E27FC236}">
                      <a16:creationId xmlns:a16="http://schemas.microsoft.com/office/drawing/2014/main" id="{329476C5-E388-B5A4-F92B-FF9B7309CFD6}"/>
                    </a:ext>
                  </a:extLst>
                </p14:cNvPr>
                <p14:cNvContentPartPr/>
                <p14:nvPr/>
              </p14:nvContentPartPr>
              <p14:xfrm>
                <a:off x="6119780" y="2957167"/>
                <a:ext cx="66600" cy="160920"/>
              </p14:xfrm>
            </p:contentPart>
          </mc:Choice>
          <mc:Fallback>
            <p:pic>
              <p:nvPicPr>
                <p:cNvPr id="228" name="Rukopis 227">
                  <a:extLst>
                    <a:ext uri="{FF2B5EF4-FFF2-40B4-BE49-F238E27FC236}">
                      <a16:creationId xmlns:a16="http://schemas.microsoft.com/office/drawing/2014/main" id="{329476C5-E388-B5A4-F92B-FF9B7309CFD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10780" y="2948527"/>
                  <a:ext cx="84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29" name="Rukopis 228">
                  <a:extLst>
                    <a:ext uri="{FF2B5EF4-FFF2-40B4-BE49-F238E27FC236}">
                      <a16:creationId xmlns:a16="http://schemas.microsoft.com/office/drawing/2014/main" id="{F7977769-524B-DE38-586C-AA1947F86223}"/>
                    </a:ext>
                  </a:extLst>
                </p14:cNvPr>
                <p14:cNvContentPartPr/>
                <p14:nvPr/>
              </p14:nvContentPartPr>
              <p14:xfrm>
                <a:off x="6105380" y="3040687"/>
                <a:ext cx="160200" cy="19080"/>
              </p14:xfrm>
            </p:contentPart>
          </mc:Choice>
          <mc:Fallback>
            <p:pic>
              <p:nvPicPr>
                <p:cNvPr id="229" name="Rukopis 228">
                  <a:extLst>
                    <a:ext uri="{FF2B5EF4-FFF2-40B4-BE49-F238E27FC236}">
                      <a16:creationId xmlns:a16="http://schemas.microsoft.com/office/drawing/2014/main" id="{F7977769-524B-DE38-586C-AA1947F8622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096380" y="3032047"/>
                  <a:ext cx="177840" cy="3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230" name="Rukopis 229">
                <a:extLst>
                  <a:ext uri="{FF2B5EF4-FFF2-40B4-BE49-F238E27FC236}">
                    <a16:creationId xmlns:a16="http://schemas.microsoft.com/office/drawing/2014/main" id="{76FAB0F8-468E-A7E6-A7A2-3D9D5682A4D1}"/>
                  </a:ext>
                </a:extLst>
              </p14:cNvPr>
              <p14:cNvContentPartPr/>
              <p14:nvPr/>
            </p14:nvContentPartPr>
            <p14:xfrm>
              <a:off x="6410300" y="2872567"/>
              <a:ext cx="81000" cy="274680"/>
            </p14:xfrm>
          </p:contentPart>
        </mc:Choice>
        <mc:Fallback>
          <p:pic>
            <p:nvPicPr>
              <p:cNvPr id="230" name="Rukopis 229">
                <a:extLst>
                  <a:ext uri="{FF2B5EF4-FFF2-40B4-BE49-F238E27FC236}">
                    <a16:creationId xmlns:a16="http://schemas.microsoft.com/office/drawing/2014/main" id="{76FAB0F8-468E-A7E6-A7A2-3D9D5682A4D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401300" y="2863567"/>
                <a:ext cx="9864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231" name="Rukopis 230">
                <a:extLst>
                  <a:ext uri="{FF2B5EF4-FFF2-40B4-BE49-F238E27FC236}">
                    <a16:creationId xmlns:a16="http://schemas.microsoft.com/office/drawing/2014/main" id="{9B0960B3-3CB7-6B3D-E7B4-325CC376E4FC}"/>
                  </a:ext>
                </a:extLst>
              </p14:cNvPr>
              <p14:cNvContentPartPr/>
              <p14:nvPr/>
            </p14:nvContentPartPr>
            <p14:xfrm>
              <a:off x="6480500" y="2864647"/>
              <a:ext cx="160200" cy="253080"/>
            </p14:xfrm>
          </p:contentPart>
        </mc:Choice>
        <mc:Fallback>
          <p:pic>
            <p:nvPicPr>
              <p:cNvPr id="231" name="Rukopis 230">
                <a:extLst>
                  <a:ext uri="{FF2B5EF4-FFF2-40B4-BE49-F238E27FC236}">
                    <a16:creationId xmlns:a16="http://schemas.microsoft.com/office/drawing/2014/main" id="{9B0960B3-3CB7-6B3D-E7B4-325CC376E4F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471860" y="2856007"/>
                <a:ext cx="177840" cy="27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Skupina 245">
            <a:extLst>
              <a:ext uri="{FF2B5EF4-FFF2-40B4-BE49-F238E27FC236}">
                <a16:creationId xmlns:a16="http://schemas.microsoft.com/office/drawing/2014/main" id="{6C7AEDFC-4773-356E-4019-55BE51CC2923}"/>
              </a:ext>
            </a:extLst>
          </p:cNvPr>
          <p:cNvGrpSpPr/>
          <p:nvPr/>
        </p:nvGrpSpPr>
        <p:grpSpPr>
          <a:xfrm>
            <a:off x="6762020" y="2751967"/>
            <a:ext cx="1330200" cy="366840"/>
            <a:chOff x="6762020" y="2751967"/>
            <a:chExt cx="133020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32" name="Rukopis 231">
                  <a:extLst>
                    <a:ext uri="{FF2B5EF4-FFF2-40B4-BE49-F238E27FC236}">
                      <a16:creationId xmlns:a16="http://schemas.microsoft.com/office/drawing/2014/main" id="{293E7F21-CDCD-0467-58CD-2D54B509B527}"/>
                    </a:ext>
                  </a:extLst>
                </p14:cNvPr>
                <p14:cNvContentPartPr/>
                <p14:nvPr/>
              </p14:nvContentPartPr>
              <p14:xfrm>
                <a:off x="6762020" y="2833687"/>
                <a:ext cx="105840" cy="271800"/>
              </p14:xfrm>
            </p:contentPart>
          </mc:Choice>
          <mc:Fallback>
            <p:pic>
              <p:nvPicPr>
                <p:cNvPr id="232" name="Rukopis 231">
                  <a:extLst>
                    <a:ext uri="{FF2B5EF4-FFF2-40B4-BE49-F238E27FC236}">
                      <a16:creationId xmlns:a16="http://schemas.microsoft.com/office/drawing/2014/main" id="{293E7F21-CDCD-0467-58CD-2D54B509B52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53380" y="2825047"/>
                  <a:ext cx="1234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33" name="Rukopis 232">
                  <a:extLst>
                    <a:ext uri="{FF2B5EF4-FFF2-40B4-BE49-F238E27FC236}">
                      <a16:creationId xmlns:a16="http://schemas.microsoft.com/office/drawing/2014/main" id="{2B01071B-95C9-7718-946B-2B15FD865160}"/>
                    </a:ext>
                  </a:extLst>
                </p14:cNvPr>
                <p14:cNvContentPartPr/>
                <p14:nvPr/>
              </p14:nvContentPartPr>
              <p14:xfrm>
                <a:off x="6853100" y="2937007"/>
                <a:ext cx="174600" cy="144000"/>
              </p14:xfrm>
            </p:contentPart>
          </mc:Choice>
          <mc:Fallback>
            <p:pic>
              <p:nvPicPr>
                <p:cNvPr id="233" name="Rukopis 232">
                  <a:extLst>
                    <a:ext uri="{FF2B5EF4-FFF2-40B4-BE49-F238E27FC236}">
                      <a16:creationId xmlns:a16="http://schemas.microsoft.com/office/drawing/2014/main" id="{2B01071B-95C9-7718-946B-2B15FD86516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44460" y="2928007"/>
                  <a:ext cx="192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34" name="Rukopis 233">
                  <a:extLst>
                    <a:ext uri="{FF2B5EF4-FFF2-40B4-BE49-F238E27FC236}">
                      <a16:creationId xmlns:a16="http://schemas.microsoft.com/office/drawing/2014/main" id="{DB3AFA62-33A8-2DA8-EC1D-7BC20D32A1FB}"/>
                    </a:ext>
                  </a:extLst>
                </p14:cNvPr>
                <p14:cNvContentPartPr/>
                <p14:nvPr/>
              </p14:nvContentPartPr>
              <p14:xfrm>
                <a:off x="7118060" y="2956087"/>
                <a:ext cx="42120" cy="117360"/>
              </p14:xfrm>
            </p:contentPart>
          </mc:Choice>
          <mc:Fallback>
            <p:pic>
              <p:nvPicPr>
                <p:cNvPr id="234" name="Rukopis 233">
                  <a:extLst>
                    <a:ext uri="{FF2B5EF4-FFF2-40B4-BE49-F238E27FC236}">
                      <a16:creationId xmlns:a16="http://schemas.microsoft.com/office/drawing/2014/main" id="{DB3AFA62-33A8-2DA8-EC1D-7BC20D32A1F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109060" y="2947087"/>
                  <a:ext cx="59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35" name="Rukopis 234">
                  <a:extLst>
                    <a:ext uri="{FF2B5EF4-FFF2-40B4-BE49-F238E27FC236}">
                      <a16:creationId xmlns:a16="http://schemas.microsoft.com/office/drawing/2014/main" id="{1CE4EC61-EDBF-8BC7-DC31-D41ABF5A380B}"/>
                    </a:ext>
                  </a:extLst>
                </p14:cNvPr>
                <p14:cNvContentPartPr/>
                <p14:nvPr/>
              </p14:nvContentPartPr>
              <p14:xfrm>
                <a:off x="7126700" y="2997487"/>
                <a:ext cx="76680" cy="5400"/>
              </p14:xfrm>
            </p:contentPart>
          </mc:Choice>
          <mc:Fallback>
            <p:pic>
              <p:nvPicPr>
                <p:cNvPr id="235" name="Rukopis 234">
                  <a:extLst>
                    <a:ext uri="{FF2B5EF4-FFF2-40B4-BE49-F238E27FC236}">
                      <a16:creationId xmlns:a16="http://schemas.microsoft.com/office/drawing/2014/main" id="{1CE4EC61-EDBF-8BC7-DC31-D41ABF5A380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117700" y="2988487"/>
                  <a:ext cx="94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36" name="Rukopis 235">
                  <a:extLst>
                    <a:ext uri="{FF2B5EF4-FFF2-40B4-BE49-F238E27FC236}">
                      <a16:creationId xmlns:a16="http://schemas.microsoft.com/office/drawing/2014/main" id="{3953F86A-1578-DE88-5BA2-7A027B55EFF2}"/>
                    </a:ext>
                  </a:extLst>
                </p14:cNvPr>
                <p14:cNvContentPartPr/>
                <p14:nvPr/>
              </p14:nvContentPartPr>
              <p14:xfrm>
                <a:off x="7260260" y="2877247"/>
                <a:ext cx="91080" cy="165960"/>
              </p14:xfrm>
            </p:contentPart>
          </mc:Choice>
          <mc:Fallback>
            <p:pic>
              <p:nvPicPr>
                <p:cNvPr id="236" name="Rukopis 235">
                  <a:extLst>
                    <a:ext uri="{FF2B5EF4-FFF2-40B4-BE49-F238E27FC236}">
                      <a16:creationId xmlns:a16="http://schemas.microsoft.com/office/drawing/2014/main" id="{3953F86A-1578-DE88-5BA2-7A027B55EFF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251620" y="2868247"/>
                  <a:ext cx="108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37" name="Rukopis 236">
                  <a:extLst>
                    <a:ext uri="{FF2B5EF4-FFF2-40B4-BE49-F238E27FC236}">
                      <a16:creationId xmlns:a16="http://schemas.microsoft.com/office/drawing/2014/main" id="{1EEED4EF-9EF3-B1D1-BFB9-D10AB720E764}"/>
                    </a:ext>
                  </a:extLst>
                </p14:cNvPr>
                <p14:cNvContentPartPr/>
                <p14:nvPr/>
              </p14:nvContentPartPr>
              <p14:xfrm>
                <a:off x="7348100" y="2826487"/>
                <a:ext cx="90000" cy="281880"/>
              </p14:xfrm>
            </p:contentPart>
          </mc:Choice>
          <mc:Fallback>
            <p:pic>
              <p:nvPicPr>
                <p:cNvPr id="237" name="Rukopis 236">
                  <a:extLst>
                    <a:ext uri="{FF2B5EF4-FFF2-40B4-BE49-F238E27FC236}">
                      <a16:creationId xmlns:a16="http://schemas.microsoft.com/office/drawing/2014/main" id="{1EEED4EF-9EF3-B1D1-BFB9-D10AB720E76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339100" y="2817847"/>
                  <a:ext cx="107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38" name="Rukopis 237">
                  <a:extLst>
                    <a:ext uri="{FF2B5EF4-FFF2-40B4-BE49-F238E27FC236}">
                      <a16:creationId xmlns:a16="http://schemas.microsoft.com/office/drawing/2014/main" id="{288562D3-41D9-8B61-62A5-A35439DF9750}"/>
                    </a:ext>
                  </a:extLst>
                </p14:cNvPr>
                <p14:cNvContentPartPr/>
                <p14:nvPr/>
              </p14:nvContentPartPr>
              <p14:xfrm>
                <a:off x="7497860" y="2996767"/>
                <a:ext cx="59400" cy="2160"/>
              </p14:xfrm>
            </p:contentPart>
          </mc:Choice>
          <mc:Fallback>
            <p:pic>
              <p:nvPicPr>
                <p:cNvPr id="238" name="Rukopis 237">
                  <a:extLst>
                    <a:ext uri="{FF2B5EF4-FFF2-40B4-BE49-F238E27FC236}">
                      <a16:creationId xmlns:a16="http://schemas.microsoft.com/office/drawing/2014/main" id="{288562D3-41D9-8B61-62A5-A35439DF975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488860" y="2988127"/>
                  <a:ext cx="77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39" name="Rukopis 238">
                  <a:extLst>
                    <a:ext uri="{FF2B5EF4-FFF2-40B4-BE49-F238E27FC236}">
                      <a16:creationId xmlns:a16="http://schemas.microsoft.com/office/drawing/2014/main" id="{7EEFD862-D622-5AA4-7C3E-30EEBD44ED62}"/>
                    </a:ext>
                  </a:extLst>
                </p14:cNvPr>
                <p14:cNvContentPartPr/>
                <p14:nvPr/>
              </p14:nvContentPartPr>
              <p14:xfrm>
                <a:off x="7615580" y="2883727"/>
                <a:ext cx="97920" cy="178560"/>
              </p14:xfrm>
            </p:contentPart>
          </mc:Choice>
          <mc:Fallback>
            <p:pic>
              <p:nvPicPr>
                <p:cNvPr id="239" name="Rukopis 238">
                  <a:extLst>
                    <a:ext uri="{FF2B5EF4-FFF2-40B4-BE49-F238E27FC236}">
                      <a16:creationId xmlns:a16="http://schemas.microsoft.com/office/drawing/2014/main" id="{7EEFD862-D622-5AA4-7C3E-30EEBD44ED6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606940" y="2875087"/>
                  <a:ext cx="1155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40" name="Rukopis 239">
                  <a:extLst>
                    <a:ext uri="{FF2B5EF4-FFF2-40B4-BE49-F238E27FC236}">
                      <a16:creationId xmlns:a16="http://schemas.microsoft.com/office/drawing/2014/main" id="{7B653A62-AEEE-4EA8-8774-221CD137DB85}"/>
                    </a:ext>
                  </a:extLst>
                </p14:cNvPr>
                <p14:cNvContentPartPr/>
                <p14:nvPr/>
              </p14:nvContentPartPr>
              <p14:xfrm>
                <a:off x="7746620" y="2751967"/>
                <a:ext cx="78480" cy="366840"/>
              </p14:xfrm>
            </p:contentPart>
          </mc:Choice>
          <mc:Fallback>
            <p:pic>
              <p:nvPicPr>
                <p:cNvPr id="240" name="Rukopis 239">
                  <a:extLst>
                    <a:ext uri="{FF2B5EF4-FFF2-40B4-BE49-F238E27FC236}">
                      <a16:creationId xmlns:a16="http://schemas.microsoft.com/office/drawing/2014/main" id="{7B653A62-AEEE-4EA8-8774-221CD137DB8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737620" y="2743327"/>
                  <a:ext cx="961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44" name="Rukopis 243">
                  <a:extLst>
                    <a:ext uri="{FF2B5EF4-FFF2-40B4-BE49-F238E27FC236}">
                      <a16:creationId xmlns:a16="http://schemas.microsoft.com/office/drawing/2014/main" id="{14FA511F-6952-9B65-2D04-B3E81AF74109}"/>
                    </a:ext>
                  </a:extLst>
                </p14:cNvPr>
                <p14:cNvContentPartPr/>
                <p14:nvPr/>
              </p14:nvContentPartPr>
              <p14:xfrm>
                <a:off x="7930580" y="2936647"/>
                <a:ext cx="155880" cy="14040"/>
              </p14:xfrm>
            </p:contentPart>
          </mc:Choice>
          <mc:Fallback>
            <p:pic>
              <p:nvPicPr>
                <p:cNvPr id="244" name="Rukopis 243">
                  <a:extLst>
                    <a:ext uri="{FF2B5EF4-FFF2-40B4-BE49-F238E27FC236}">
                      <a16:creationId xmlns:a16="http://schemas.microsoft.com/office/drawing/2014/main" id="{14FA511F-6952-9B65-2D04-B3E81AF7410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921940" y="2927647"/>
                  <a:ext cx="1735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45" name="Rukopis 244">
                  <a:extLst>
                    <a:ext uri="{FF2B5EF4-FFF2-40B4-BE49-F238E27FC236}">
                      <a16:creationId xmlns:a16="http://schemas.microsoft.com/office/drawing/2014/main" id="{EC4849DF-10E6-4763-1D95-CF1686666DBB}"/>
                    </a:ext>
                  </a:extLst>
                </p14:cNvPr>
                <p14:cNvContentPartPr/>
                <p14:nvPr/>
              </p14:nvContentPartPr>
              <p14:xfrm>
                <a:off x="7960820" y="3009007"/>
                <a:ext cx="131400" cy="9360"/>
              </p14:xfrm>
            </p:contentPart>
          </mc:Choice>
          <mc:Fallback>
            <p:pic>
              <p:nvPicPr>
                <p:cNvPr id="245" name="Rukopis 244">
                  <a:extLst>
                    <a:ext uri="{FF2B5EF4-FFF2-40B4-BE49-F238E27FC236}">
                      <a16:creationId xmlns:a16="http://schemas.microsoft.com/office/drawing/2014/main" id="{EC4849DF-10E6-4763-1D95-CF1686666DB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52180" y="3000367"/>
                  <a:ext cx="1490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Skupina 253">
            <a:extLst>
              <a:ext uri="{FF2B5EF4-FFF2-40B4-BE49-F238E27FC236}">
                <a16:creationId xmlns:a16="http://schemas.microsoft.com/office/drawing/2014/main" id="{1188BBFE-0962-544C-8B59-4213C90A54AB}"/>
              </a:ext>
            </a:extLst>
          </p:cNvPr>
          <p:cNvGrpSpPr/>
          <p:nvPr/>
        </p:nvGrpSpPr>
        <p:grpSpPr>
          <a:xfrm>
            <a:off x="8243780" y="2593927"/>
            <a:ext cx="816480" cy="448560"/>
            <a:chOff x="8243780" y="2593927"/>
            <a:chExt cx="81648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47" name="Rukopis 246">
                  <a:extLst>
                    <a:ext uri="{FF2B5EF4-FFF2-40B4-BE49-F238E27FC236}">
                      <a16:creationId xmlns:a16="http://schemas.microsoft.com/office/drawing/2014/main" id="{C58FE9A9-3941-A094-5061-1915A45647C3}"/>
                    </a:ext>
                  </a:extLst>
                </p14:cNvPr>
                <p14:cNvContentPartPr/>
                <p14:nvPr/>
              </p14:nvContentPartPr>
              <p14:xfrm>
                <a:off x="8243780" y="2779687"/>
                <a:ext cx="96840" cy="262800"/>
              </p14:xfrm>
            </p:contentPart>
          </mc:Choice>
          <mc:Fallback>
            <p:pic>
              <p:nvPicPr>
                <p:cNvPr id="247" name="Rukopis 246">
                  <a:extLst>
                    <a:ext uri="{FF2B5EF4-FFF2-40B4-BE49-F238E27FC236}">
                      <a16:creationId xmlns:a16="http://schemas.microsoft.com/office/drawing/2014/main" id="{C58FE9A9-3941-A094-5061-1915A45647C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234780" y="2771047"/>
                  <a:ext cx="1144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48" name="Rukopis 247">
                  <a:extLst>
                    <a:ext uri="{FF2B5EF4-FFF2-40B4-BE49-F238E27FC236}">
                      <a16:creationId xmlns:a16="http://schemas.microsoft.com/office/drawing/2014/main" id="{B935FFF0-F8CD-4897-EFEF-B9D4D4299D58}"/>
                    </a:ext>
                  </a:extLst>
                </p14:cNvPr>
                <p14:cNvContentPartPr/>
                <p14:nvPr/>
              </p14:nvContentPartPr>
              <p14:xfrm>
                <a:off x="8333420" y="2897767"/>
                <a:ext cx="160200" cy="136440"/>
              </p14:xfrm>
            </p:contentPart>
          </mc:Choice>
          <mc:Fallback>
            <p:pic>
              <p:nvPicPr>
                <p:cNvPr id="248" name="Rukopis 247">
                  <a:extLst>
                    <a:ext uri="{FF2B5EF4-FFF2-40B4-BE49-F238E27FC236}">
                      <a16:creationId xmlns:a16="http://schemas.microsoft.com/office/drawing/2014/main" id="{B935FFF0-F8CD-4897-EFEF-B9D4D4299D5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324780" y="2889127"/>
                  <a:ext cx="1778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49" name="Rukopis 248">
                  <a:extLst>
                    <a:ext uri="{FF2B5EF4-FFF2-40B4-BE49-F238E27FC236}">
                      <a16:creationId xmlns:a16="http://schemas.microsoft.com/office/drawing/2014/main" id="{0A8A2046-A900-9E5D-2CA8-26C3BD713258}"/>
                    </a:ext>
                  </a:extLst>
                </p14:cNvPr>
                <p14:cNvContentPartPr/>
                <p14:nvPr/>
              </p14:nvContentPartPr>
              <p14:xfrm>
                <a:off x="8606660" y="2919727"/>
                <a:ext cx="39240" cy="103320"/>
              </p14:xfrm>
            </p:contentPart>
          </mc:Choice>
          <mc:Fallback>
            <p:pic>
              <p:nvPicPr>
                <p:cNvPr id="249" name="Rukopis 248">
                  <a:extLst>
                    <a:ext uri="{FF2B5EF4-FFF2-40B4-BE49-F238E27FC236}">
                      <a16:creationId xmlns:a16="http://schemas.microsoft.com/office/drawing/2014/main" id="{0A8A2046-A900-9E5D-2CA8-26C3BD71325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598020" y="2911087"/>
                  <a:ext cx="56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50" name="Rukopis 249">
                  <a:extLst>
                    <a:ext uri="{FF2B5EF4-FFF2-40B4-BE49-F238E27FC236}">
                      <a16:creationId xmlns:a16="http://schemas.microsoft.com/office/drawing/2014/main" id="{B5ECA98B-4A82-F5BB-8AAD-752B928D1448}"/>
                    </a:ext>
                  </a:extLst>
                </p14:cNvPr>
                <p14:cNvContentPartPr/>
                <p14:nvPr/>
              </p14:nvContentPartPr>
              <p14:xfrm>
                <a:off x="8603780" y="2945647"/>
                <a:ext cx="66600" cy="6120"/>
              </p14:xfrm>
            </p:contentPart>
          </mc:Choice>
          <mc:Fallback>
            <p:pic>
              <p:nvPicPr>
                <p:cNvPr id="250" name="Rukopis 249">
                  <a:extLst>
                    <a:ext uri="{FF2B5EF4-FFF2-40B4-BE49-F238E27FC236}">
                      <a16:creationId xmlns:a16="http://schemas.microsoft.com/office/drawing/2014/main" id="{B5ECA98B-4A82-F5BB-8AAD-752B928D144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95140" y="2937007"/>
                  <a:ext cx="84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51" name="Rukopis 250">
                  <a:extLst>
                    <a:ext uri="{FF2B5EF4-FFF2-40B4-BE49-F238E27FC236}">
                      <a16:creationId xmlns:a16="http://schemas.microsoft.com/office/drawing/2014/main" id="{BC95FF25-A108-FFA2-AB72-2B7E48D2D461}"/>
                    </a:ext>
                  </a:extLst>
                </p14:cNvPr>
                <p14:cNvContentPartPr/>
                <p14:nvPr/>
              </p14:nvContentPartPr>
              <p14:xfrm>
                <a:off x="8724740" y="2818927"/>
                <a:ext cx="115560" cy="181440"/>
              </p14:xfrm>
            </p:contentPart>
          </mc:Choice>
          <mc:Fallback>
            <p:pic>
              <p:nvPicPr>
                <p:cNvPr id="251" name="Rukopis 250">
                  <a:extLst>
                    <a:ext uri="{FF2B5EF4-FFF2-40B4-BE49-F238E27FC236}">
                      <a16:creationId xmlns:a16="http://schemas.microsoft.com/office/drawing/2014/main" id="{BC95FF25-A108-FFA2-AB72-2B7E48D2D46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16100" y="2809927"/>
                  <a:ext cx="133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52" name="Rukopis 251">
                  <a:extLst>
                    <a:ext uri="{FF2B5EF4-FFF2-40B4-BE49-F238E27FC236}">
                      <a16:creationId xmlns:a16="http://schemas.microsoft.com/office/drawing/2014/main" id="{113D5ED7-14FB-8296-E813-4B3B8C436FD5}"/>
                    </a:ext>
                  </a:extLst>
                </p14:cNvPr>
                <p14:cNvContentPartPr/>
                <p14:nvPr/>
              </p14:nvContentPartPr>
              <p14:xfrm>
                <a:off x="8851460" y="2751967"/>
                <a:ext cx="65160" cy="288360"/>
              </p14:xfrm>
            </p:contentPart>
          </mc:Choice>
          <mc:Fallback>
            <p:pic>
              <p:nvPicPr>
                <p:cNvPr id="252" name="Rukopis 251">
                  <a:extLst>
                    <a:ext uri="{FF2B5EF4-FFF2-40B4-BE49-F238E27FC236}">
                      <a16:creationId xmlns:a16="http://schemas.microsoft.com/office/drawing/2014/main" id="{113D5ED7-14FB-8296-E813-4B3B8C436FD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842460" y="2743327"/>
                  <a:ext cx="828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53" name="Rukopis 252">
                  <a:extLst>
                    <a:ext uri="{FF2B5EF4-FFF2-40B4-BE49-F238E27FC236}">
                      <a16:creationId xmlns:a16="http://schemas.microsoft.com/office/drawing/2014/main" id="{A6FC085C-C6A8-2EA0-23A8-6F40C2594927}"/>
                    </a:ext>
                  </a:extLst>
                </p14:cNvPr>
                <p14:cNvContentPartPr/>
                <p14:nvPr/>
              </p14:nvContentPartPr>
              <p14:xfrm>
                <a:off x="8936060" y="2593927"/>
                <a:ext cx="124200" cy="164520"/>
              </p14:xfrm>
            </p:contentPart>
          </mc:Choice>
          <mc:Fallback>
            <p:pic>
              <p:nvPicPr>
                <p:cNvPr id="253" name="Rukopis 252">
                  <a:extLst>
                    <a:ext uri="{FF2B5EF4-FFF2-40B4-BE49-F238E27FC236}">
                      <a16:creationId xmlns:a16="http://schemas.microsoft.com/office/drawing/2014/main" id="{A6FC085C-C6A8-2EA0-23A8-6F40C259492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27420" y="2584927"/>
                  <a:ext cx="14184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Skupina 300">
            <a:extLst>
              <a:ext uri="{FF2B5EF4-FFF2-40B4-BE49-F238E27FC236}">
                <a16:creationId xmlns:a16="http://schemas.microsoft.com/office/drawing/2014/main" id="{9EC7FDC3-9688-C492-43A1-B93B7339473E}"/>
              </a:ext>
            </a:extLst>
          </p:cNvPr>
          <p:cNvGrpSpPr/>
          <p:nvPr/>
        </p:nvGrpSpPr>
        <p:grpSpPr>
          <a:xfrm>
            <a:off x="3612020" y="3806767"/>
            <a:ext cx="1760760" cy="360360"/>
            <a:chOff x="3612020" y="3806767"/>
            <a:chExt cx="1760760" cy="36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89" name="Rukopis 288">
                  <a:extLst>
                    <a:ext uri="{FF2B5EF4-FFF2-40B4-BE49-F238E27FC236}">
                      <a16:creationId xmlns:a16="http://schemas.microsoft.com/office/drawing/2014/main" id="{197529C8-F901-D613-4665-7B06D4F7CCEE}"/>
                    </a:ext>
                  </a:extLst>
                </p14:cNvPr>
                <p14:cNvContentPartPr/>
                <p14:nvPr/>
              </p14:nvContentPartPr>
              <p14:xfrm>
                <a:off x="3612020" y="3893887"/>
                <a:ext cx="96840" cy="273240"/>
              </p14:xfrm>
            </p:contentPart>
          </mc:Choice>
          <mc:Fallback>
            <p:pic>
              <p:nvPicPr>
                <p:cNvPr id="289" name="Rukopis 288">
                  <a:extLst>
                    <a:ext uri="{FF2B5EF4-FFF2-40B4-BE49-F238E27FC236}">
                      <a16:creationId xmlns:a16="http://schemas.microsoft.com/office/drawing/2014/main" id="{197529C8-F901-D613-4665-7B06D4F7CCE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03380" y="3885247"/>
                  <a:ext cx="1144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90" name="Rukopis 289">
                  <a:extLst>
                    <a:ext uri="{FF2B5EF4-FFF2-40B4-BE49-F238E27FC236}">
                      <a16:creationId xmlns:a16="http://schemas.microsoft.com/office/drawing/2014/main" id="{9A4ABA98-8717-04C1-15E6-5F73803C08A1}"/>
                    </a:ext>
                  </a:extLst>
                </p14:cNvPr>
                <p14:cNvContentPartPr/>
                <p14:nvPr/>
              </p14:nvContentPartPr>
              <p14:xfrm>
                <a:off x="3743060" y="3861847"/>
                <a:ext cx="183240" cy="274320"/>
              </p14:xfrm>
            </p:contentPart>
          </mc:Choice>
          <mc:Fallback>
            <p:pic>
              <p:nvPicPr>
                <p:cNvPr id="290" name="Rukopis 289">
                  <a:extLst>
                    <a:ext uri="{FF2B5EF4-FFF2-40B4-BE49-F238E27FC236}">
                      <a16:creationId xmlns:a16="http://schemas.microsoft.com/office/drawing/2014/main" id="{9A4ABA98-8717-04C1-15E6-5F73803C08A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34420" y="3853207"/>
                  <a:ext cx="200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92" name="Rukopis 291">
                  <a:extLst>
                    <a:ext uri="{FF2B5EF4-FFF2-40B4-BE49-F238E27FC236}">
                      <a16:creationId xmlns:a16="http://schemas.microsoft.com/office/drawing/2014/main" id="{4D2647CA-A47F-1436-60F7-577B307DB01D}"/>
                    </a:ext>
                  </a:extLst>
                </p14:cNvPr>
                <p14:cNvContentPartPr/>
                <p14:nvPr/>
              </p14:nvContentPartPr>
              <p14:xfrm>
                <a:off x="4020620" y="3851407"/>
                <a:ext cx="72360" cy="253440"/>
              </p14:xfrm>
            </p:contentPart>
          </mc:Choice>
          <mc:Fallback>
            <p:pic>
              <p:nvPicPr>
                <p:cNvPr id="292" name="Rukopis 291">
                  <a:extLst>
                    <a:ext uri="{FF2B5EF4-FFF2-40B4-BE49-F238E27FC236}">
                      <a16:creationId xmlns:a16="http://schemas.microsoft.com/office/drawing/2014/main" id="{4D2647CA-A47F-1436-60F7-577B307DB01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011980" y="3842407"/>
                  <a:ext cx="90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93" name="Rukopis 292">
                  <a:extLst>
                    <a:ext uri="{FF2B5EF4-FFF2-40B4-BE49-F238E27FC236}">
                      <a16:creationId xmlns:a16="http://schemas.microsoft.com/office/drawing/2014/main" id="{7A8B2BA2-C950-0DE2-8087-08C00F8B3FE7}"/>
                    </a:ext>
                  </a:extLst>
                </p14:cNvPr>
                <p14:cNvContentPartPr/>
                <p14:nvPr/>
              </p14:nvContentPartPr>
              <p14:xfrm>
                <a:off x="4108460" y="3959767"/>
                <a:ext cx="192960" cy="155160"/>
              </p14:xfrm>
            </p:contentPart>
          </mc:Choice>
          <mc:Fallback>
            <p:pic>
              <p:nvPicPr>
                <p:cNvPr id="293" name="Rukopis 292">
                  <a:extLst>
                    <a:ext uri="{FF2B5EF4-FFF2-40B4-BE49-F238E27FC236}">
                      <a16:creationId xmlns:a16="http://schemas.microsoft.com/office/drawing/2014/main" id="{7A8B2BA2-C950-0DE2-8087-08C00F8B3FE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99820" y="3951127"/>
                  <a:ext cx="210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94" name="Rukopis 293">
                  <a:extLst>
                    <a:ext uri="{FF2B5EF4-FFF2-40B4-BE49-F238E27FC236}">
                      <a16:creationId xmlns:a16="http://schemas.microsoft.com/office/drawing/2014/main" id="{EE000777-7347-FDF8-989E-59DA11C6A24F}"/>
                    </a:ext>
                  </a:extLst>
                </p14:cNvPr>
                <p14:cNvContentPartPr/>
                <p14:nvPr/>
              </p14:nvContentPartPr>
              <p14:xfrm>
                <a:off x="4401860" y="3968407"/>
                <a:ext cx="50760" cy="116280"/>
              </p14:xfrm>
            </p:contentPart>
          </mc:Choice>
          <mc:Fallback>
            <p:pic>
              <p:nvPicPr>
                <p:cNvPr id="294" name="Rukopis 293">
                  <a:extLst>
                    <a:ext uri="{FF2B5EF4-FFF2-40B4-BE49-F238E27FC236}">
                      <a16:creationId xmlns:a16="http://schemas.microsoft.com/office/drawing/2014/main" id="{EE000777-7347-FDF8-989E-59DA11C6A24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393220" y="3959767"/>
                  <a:ext cx="68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95" name="Rukopis 294">
                  <a:extLst>
                    <a:ext uri="{FF2B5EF4-FFF2-40B4-BE49-F238E27FC236}">
                      <a16:creationId xmlns:a16="http://schemas.microsoft.com/office/drawing/2014/main" id="{14C14D12-52C5-460E-E145-963F80AA94C9}"/>
                    </a:ext>
                  </a:extLst>
                </p14:cNvPr>
                <p14:cNvContentPartPr/>
                <p14:nvPr/>
              </p14:nvContentPartPr>
              <p14:xfrm>
                <a:off x="4369100" y="4021687"/>
                <a:ext cx="111240" cy="17280"/>
              </p14:xfrm>
            </p:contentPart>
          </mc:Choice>
          <mc:Fallback>
            <p:pic>
              <p:nvPicPr>
                <p:cNvPr id="295" name="Rukopis 294">
                  <a:extLst>
                    <a:ext uri="{FF2B5EF4-FFF2-40B4-BE49-F238E27FC236}">
                      <a16:creationId xmlns:a16="http://schemas.microsoft.com/office/drawing/2014/main" id="{14C14D12-52C5-460E-E145-963F80AA94C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360100" y="4012687"/>
                  <a:ext cx="128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96" name="Rukopis 295">
                  <a:extLst>
                    <a:ext uri="{FF2B5EF4-FFF2-40B4-BE49-F238E27FC236}">
                      <a16:creationId xmlns:a16="http://schemas.microsoft.com/office/drawing/2014/main" id="{152E9F4A-C1DA-92A1-8DDF-6800B48734D6}"/>
                    </a:ext>
                  </a:extLst>
                </p14:cNvPr>
                <p14:cNvContentPartPr/>
                <p14:nvPr/>
              </p14:nvContentPartPr>
              <p14:xfrm>
                <a:off x="4544420" y="3884887"/>
                <a:ext cx="137160" cy="151200"/>
              </p14:xfrm>
            </p:contentPart>
          </mc:Choice>
          <mc:Fallback>
            <p:pic>
              <p:nvPicPr>
                <p:cNvPr id="296" name="Rukopis 295">
                  <a:extLst>
                    <a:ext uri="{FF2B5EF4-FFF2-40B4-BE49-F238E27FC236}">
                      <a16:creationId xmlns:a16="http://schemas.microsoft.com/office/drawing/2014/main" id="{152E9F4A-C1DA-92A1-8DDF-6800B48734D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535780" y="3876247"/>
                  <a:ext cx="154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97" name="Rukopis 296">
                  <a:extLst>
                    <a:ext uri="{FF2B5EF4-FFF2-40B4-BE49-F238E27FC236}">
                      <a16:creationId xmlns:a16="http://schemas.microsoft.com/office/drawing/2014/main" id="{0623CF31-9EEA-C91F-2562-653CFDBA2C51}"/>
                    </a:ext>
                  </a:extLst>
                </p14:cNvPr>
                <p14:cNvContentPartPr/>
                <p14:nvPr/>
              </p14:nvContentPartPr>
              <p14:xfrm>
                <a:off x="4731260" y="3841687"/>
                <a:ext cx="74160" cy="274320"/>
              </p14:xfrm>
            </p:contentPart>
          </mc:Choice>
          <mc:Fallback>
            <p:pic>
              <p:nvPicPr>
                <p:cNvPr id="297" name="Rukopis 296">
                  <a:extLst>
                    <a:ext uri="{FF2B5EF4-FFF2-40B4-BE49-F238E27FC236}">
                      <a16:creationId xmlns:a16="http://schemas.microsoft.com/office/drawing/2014/main" id="{0623CF31-9EEA-C91F-2562-653CFDBA2C5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722620" y="3832687"/>
                  <a:ext cx="918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98" name="Rukopis 297">
                  <a:extLst>
                    <a:ext uri="{FF2B5EF4-FFF2-40B4-BE49-F238E27FC236}">
                      <a16:creationId xmlns:a16="http://schemas.microsoft.com/office/drawing/2014/main" id="{B636D989-5CDB-67FF-08D4-0655A4FDFB90}"/>
                    </a:ext>
                  </a:extLst>
                </p14:cNvPr>
                <p14:cNvContentPartPr/>
                <p14:nvPr/>
              </p14:nvContentPartPr>
              <p14:xfrm>
                <a:off x="4904060" y="4015207"/>
                <a:ext cx="106920" cy="9360"/>
              </p14:xfrm>
            </p:contentPart>
          </mc:Choice>
          <mc:Fallback>
            <p:pic>
              <p:nvPicPr>
                <p:cNvPr id="298" name="Rukopis 297">
                  <a:extLst>
                    <a:ext uri="{FF2B5EF4-FFF2-40B4-BE49-F238E27FC236}">
                      <a16:creationId xmlns:a16="http://schemas.microsoft.com/office/drawing/2014/main" id="{B636D989-5CDB-67FF-08D4-0655A4FDFB9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895060" y="4006207"/>
                  <a:ext cx="124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99" name="Rukopis 298">
                  <a:extLst>
                    <a:ext uri="{FF2B5EF4-FFF2-40B4-BE49-F238E27FC236}">
                      <a16:creationId xmlns:a16="http://schemas.microsoft.com/office/drawing/2014/main" id="{5BF1D9DC-2F1E-7C9A-D491-635ECCA3CD60}"/>
                    </a:ext>
                  </a:extLst>
                </p14:cNvPr>
                <p14:cNvContentPartPr/>
                <p14:nvPr/>
              </p14:nvContentPartPr>
              <p14:xfrm>
                <a:off x="5100980" y="3855367"/>
                <a:ext cx="118440" cy="190440"/>
              </p14:xfrm>
            </p:contentPart>
          </mc:Choice>
          <mc:Fallback>
            <p:pic>
              <p:nvPicPr>
                <p:cNvPr id="299" name="Rukopis 298">
                  <a:extLst>
                    <a:ext uri="{FF2B5EF4-FFF2-40B4-BE49-F238E27FC236}">
                      <a16:creationId xmlns:a16="http://schemas.microsoft.com/office/drawing/2014/main" id="{5BF1D9DC-2F1E-7C9A-D491-635ECCA3CD6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092340" y="3846727"/>
                  <a:ext cx="136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300" name="Rukopis 299">
                  <a:extLst>
                    <a:ext uri="{FF2B5EF4-FFF2-40B4-BE49-F238E27FC236}">
                      <a16:creationId xmlns:a16="http://schemas.microsoft.com/office/drawing/2014/main" id="{D39E8D41-8EF8-B446-F4F2-27FCA6F56CF8}"/>
                    </a:ext>
                  </a:extLst>
                </p14:cNvPr>
                <p14:cNvContentPartPr/>
                <p14:nvPr/>
              </p14:nvContentPartPr>
              <p14:xfrm>
                <a:off x="5268020" y="3806767"/>
                <a:ext cx="104760" cy="344160"/>
              </p14:xfrm>
            </p:contentPart>
          </mc:Choice>
          <mc:Fallback>
            <p:pic>
              <p:nvPicPr>
                <p:cNvPr id="300" name="Rukopis 299">
                  <a:extLst>
                    <a:ext uri="{FF2B5EF4-FFF2-40B4-BE49-F238E27FC236}">
                      <a16:creationId xmlns:a16="http://schemas.microsoft.com/office/drawing/2014/main" id="{D39E8D41-8EF8-B446-F4F2-27FCA6F56CF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259020" y="3797767"/>
                  <a:ext cx="12240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Skupina 302">
            <a:extLst>
              <a:ext uri="{FF2B5EF4-FFF2-40B4-BE49-F238E27FC236}">
                <a16:creationId xmlns:a16="http://schemas.microsoft.com/office/drawing/2014/main" id="{275EB4C7-59A8-BA8B-B84A-5B6BB82BDEFC}"/>
              </a:ext>
            </a:extLst>
          </p:cNvPr>
          <p:cNvGrpSpPr/>
          <p:nvPr/>
        </p:nvGrpSpPr>
        <p:grpSpPr>
          <a:xfrm>
            <a:off x="582980" y="3454327"/>
            <a:ext cx="2910600" cy="804240"/>
            <a:chOff x="582980" y="3454327"/>
            <a:chExt cx="2910600" cy="80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55" name="Rukopis 254">
                  <a:extLst>
                    <a:ext uri="{FF2B5EF4-FFF2-40B4-BE49-F238E27FC236}">
                      <a16:creationId xmlns:a16="http://schemas.microsoft.com/office/drawing/2014/main" id="{C55C82DF-CC39-8B46-9C49-CD6342AEAA1E}"/>
                    </a:ext>
                  </a:extLst>
                </p14:cNvPr>
                <p14:cNvContentPartPr/>
                <p14:nvPr/>
              </p14:nvContentPartPr>
              <p14:xfrm>
                <a:off x="582980" y="3616327"/>
                <a:ext cx="89280" cy="127080"/>
              </p14:xfrm>
            </p:contentPart>
          </mc:Choice>
          <mc:Fallback>
            <p:pic>
              <p:nvPicPr>
                <p:cNvPr id="255" name="Rukopis 254">
                  <a:extLst>
                    <a:ext uri="{FF2B5EF4-FFF2-40B4-BE49-F238E27FC236}">
                      <a16:creationId xmlns:a16="http://schemas.microsoft.com/office/drawing/2014/main" id="{C55C82DF-CC39-8B46-9C49-CD6342AEAA1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73980" y="3607327"/>
                  <a:ext cx="106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56" name="Rukopis 255">
                  <a:extLst>
                    <a:ext uri="{FF2B5EF4-FFF2-40B4-BE49-F238E27FC236}">
                      <a16:creationId xmlns:a16="http://schemas.microsoft.com/office/drawing/2014/main" id="{7F72B93B-94F8-DA38-221D-4DC418EC72FE}"/>
                    </a:ext>
                  </a:extLst>
                </p14:cNvPr>
                <p14:cNvContentPartPr/>
                <p14:nvPr/>
              </p14:nvContentPartPr>
              <p14:xfrm>
                <a:off x="692780" y="3613087"/>
                <a:ext cx="82080" cy="252360"/>
              </p14:xfrm>
            </p:contentPart>
          </mc:Choice>
          <mc:Fallback>
            <p:pic>
              <p:nvPicPr>
                <p:cNvPr id="256" name="Rukopis 255">
                  <a:extLst>
                    <a:ext uri="{FF2B5EF4-FFF2-40B4-BE49-F238E27FC236}">
                      <a16:creationId xmlns:a16="http://schemas.microsoft.com/office/drawing/2014/main" id="{7F72B93B-94F8-DA38-221D-4DC418EC72F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83780" y="3604087"/>
                  <a:ext cx="99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57" name="Rukopis 256">
                  <a:extLst>
                    <a:ext uri="{FF2B5EF4-FFF2-40B4-BE49-F238E27FC236}">
                      <a16:creationId xmlns:a16="http://schemas.microsoft.com/office/drawing/2014/main" id="{3F58460C-9F26-3307-B1C6-30F3CD6DCCA5}"/>
                    </a:ext>
                  </a:extLst>
                </p14:cNvPr>
                <p14:cNvContentPartPr/>
                <p14:nvPr/>
              </p14:nvContentPartPr>
              <p14:xfrm>
                <a:off x="813020" y="3454327"/>
                <a:ext cx="9000" cy="119520"/>
              </p14:xfrm>
            </p:contentPart>
          </mc:Choice>
          <mc:Fallback>
            <p:pic>
              <p:nvPicPr>
                <p:cNvPr id="257" name="Rukopis 256">
                  <a:extLst>
                    <a:ext uri="{FF2B5EF4-FFF2-40B4-BE49-F238E27FC236}">
                      <a16:creationId xmlns:a16="http://schemas.microsoft.com/office/drawing/2014/main" id="{3F58460C-9F26-3307-B1C6-30F3CD6DCCA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4020" y="3445687"/>
                  <a:ext cx="26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58" name="Rukopis 257">
                  <a:extLst>
                    <a:ext uri="{FF2B5EF4-FFF2-40B4-BE49-F238E27FC236}">
                      <a16:creationId xmlns:a16="http://schemas.microsoft.com/office/drawing/2014/main" id="{6108005D-CC68-08BC-ECB1-F60B7123607F}"/>
                    </a:ext>
                  </a:extLst>
                </p14:cNvPr>
                <p14:cNvContentPartPr/>
                <p14:nvPr/>
              </p14:nvContentPartPr>
              <p14:xfrm>
                <a:off x="804380" y="3614887"/>
                <a:ext cx="114480" cy="254160"/>
              </p14:xfrm>
            </p:contentPart>
          </mc:Choice>
          <mc:Fallback>
            <p:pic>
              <p:nvPicPr>
                <p:cNvPr id="258" name="Rukopis 257">
                  <a:extLst>
                    <a:ext uri="{FF2B5EF4-FFF2-40B4-BE49-F238E27FC236}">
                      <a16:creationId xmlns:a16="http://schemas.microsoft.com/office/drawing/2014/main" id="{6108005D-CC68-08BC-ECB1-F60B7123607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5380" y="3606247"/>
                  <a:ext cx="1321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59" name="Rukopis 258">
                  <a:extLst>
                    <a:ext uri="{FF2B5EF4-FFF2-40B4-BE49-F238E27FC236}">
                      <a16:creationId xmlns:a16="http://schemas.microsoft.com/office/drawing/2014/main" id="{701D49F2-1D67-DC1E-CC79-C1E56A2A05B3}"/>
                    </a:ext>
                  </a:extLst>
                </p14:cNvPr>
                <p14:cNvContentPartPr/>
                <p14:nvPr/>
              </p14:nvContentPartPr>
              <p14:xfrm>
                <a:off x="965300" y="3619567"/>
                <a:ext cx="82440" cy="123120"/>
              </p14:xfrm>
            </p:contentPart>
          </mc:Choice>
          <mc:Fallback>
            <p:pic>
              <p:nvPicPr>
                <p:cNvPr id="259" name="Rukopis 258">
                  <a:extLst>
                    <a:ext uri="{FF2B5EF4-FFF2-40B4-BE49-F238E27FC236}">
                      <a16:creationId xmlns:a16="http://schemas.microsoft.com/office/drawing/2014/main" id="{701D49F2-1D67-DC1E-CC79-C1E56A2A05B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6660" y="3610927"/>
                  <a:ext cx="1000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60" name="Rukopis 259">
                  <a:extLst>
                    <a:ext uri="{FF2B5EF4-FFF2-40B4-BE49-F238E27FC236}">
                      <a16:creationId xmlns:a16="http://schemas.microsoft.com/office/drawing/2014/main" id="{7E648830-68D2-61B3-7B8C-D0F7E3A7A9F8}"/>
                    </a:ext>
                  </a:extLst>
                </p14:cNvPr>
                <p14:cNvContentPartPr/>
                <p14:nvPr/>
              </p14:nvContentPartPr>
              <p14:xfrm>
                <a:off x="1096340" y="3594367"/>
                <a:ext cx="173160" cy="119880"/>
              </p14:xfrm>
            </p:contentPart>
          </mc:Choice>
          <mc:Fallback>
            <p:pic>
              <p:nvPicPr>
                <p:cNvPr id="260" name="Rukopis 259">
                  <a:extLst>
                    <a:ext uri="{FF2B5EF4-FFF2-40B4-BE49-F238E27FC236}">
                      <a16:creationId xmlns:a16="http://schemas.microsoft.com/office/drawing/2014/main" id="{7E648830-68D2-61B3-7B8C-D0F7E3A7A9F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87340" y="3585727"/>
                  <a:ext cx="190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61" name="Rukopis 260">
                  <a:extLst>
                    <a:ext uri="{FF2B5EF4-FFF2-40B4-BE49-F238E27FC236}">
                      <a16:creationId xmlns:a16="http://schemas.microsoft.com/office/drawing/2014/main" id="{D42B3D6B-D1E3-50F6-AC45-04DC538564BC}"/>
                    </a:ext>
                  </a:extLst>
                </p14:cNvPr>
                <p14:cNvContentPartPr/>
                <p14:nvPr/>
              </p14:nvContentPartPr>
              <p14:xfrm>
                <a:off x="1060340" y="3516607"/>
                <a:ext cx="195840" cy="33480"/>
              </p14:xfrm>
            </p:contentPart>
          </mc:Choice>
          <mc:Fallback>
            <p:pic>
              <p:nvPicPr>
                <p:cNvPr id="261" name="Rukopis 260">
                  <a:extLst>
                    <a:ext uri="{FF2B5EF4-FFF2-40B4-BE49-F238E27FC236}">
                      <a16:creationId xmlns:a16="http://schemas.microsoft.com/office/drawing/2014/main" id="{D42B3D6B-D1E3-50F6-AC45-04DC538564B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51340" y="3507967"/>
                  <a:ext cx="2134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62" name="Rukopis 261">
                  <a:extLst>
                    <a:ext uri="{FF2B5EF4-FFF2-40B4-BE49-F238E27FC236}">
                      <a16:creationId xmlns:a16="http://schemas.microsoft.com/office/drawing/2014/main" id="{C097DDB2-510C-DD89-1ACA-FB117C9D7822}"/>
                    </a:ext>
                  </a:extLst>
                </p14:cNvPr>
                <p14:cNvContentPartPr/>
                <p14:nvPr/>
              </p14:nvContentPartPr>
              <p14:xfrm>
                <a:off x="1395500" y="3454327"/>
                <a:ext cx="4680" cy="244440"/>
              </p14:xfrm>
            </p:contentPart>
          </mc:Choice>
          <mc:Fallback>
            <p:pic>
              <p:nvPicPr>
                <p:cNvPr id="262" name="Rukopis 261">
                  <a:extLst>
                    <a:ext uri="{FF2B5EF4-FFF2-40B4-BE49-F238E27FC236}">
                      <a16:creationId xmlns:a16="http://schemas.microsoft.com/office/drawing/2014/main" id="{C097DDB2-510C-DD89-1ACA-FB117C9D782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386860" y="3445687"/>
                  <a:ext cx="223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63" name="Rukopis 262">
                  <a:extLst>
                    <a:ext uri="{FF2B5EF4-FFF2-40B4-BE49-F238E27FC236}">
                      <a16:creationId xmlns:a16="http://schemas.microsoft.com/office/drawing/2014/main" id="{829AD18E-550C-A2EC-85BD-571855847EB5}"/>
                    </a:ext>
                  </a:extLst>
                </p14:cNvPr>
                <p14:cNvContentPartPr/>
                <p14:nvPr/>
              </p14:nvContentPartPr>
              <p14:xfrm>
                <a:off x="1346540" y="3631087"/>
                <a:ext cx="140040" cy="9360"/>
              </p14:xfrm>
            </p:contentPart>
          </mc:Choice>
          <mc:Fallback>
            <p:pic>
              <p:nvPicPr>
                <p:cNvPr id="263" name="Rukopis 262">
                  <a:extLst>
                    <a:ext uri="{FF2B5EF4-FFF2-40B4-BE49-F238E27FC236}">
                      <a16:creationId xmlns:a16="http://schemas.microsoft.com/office/drawing/2014/main" id="{829AD18E-550C-A2EC-85BD-571855847EB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337900" y="3622447"/>
                  <a:ext cx="157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64" name="Rukopis 263">
                  <a:extLst>
                    <a:ext uri="{FF2B5EF4-FFF2-40B4-BE49-F238E27FC236}">
                      <a16:creationId xmlns:a16="http://schemas.microsoft.com/office/drawing/2014/main" id="{494CEC7E-F7EA-D8A9-9B8B-8D20500D4EC4}"/>
                    </a:ext>
                  </a:extLst>
                </p14:cNvPr>
                <p14:cNvContentPartPr/>
                <p14:nvPr/>
              </p14:nvContentPartPr>
              <p14:xfrm>
                <a:off x="1661540" y="3582127"/>
                <a:ext cx="7560" cy="70200"/>
              </p14:xfrm>
            </p:contentPart>
          </mc:Choice>
          <mc:Fallback>
            <p:pic>
              <p:nvPicPr>
                <p:cNvPr id="264" name="Rukopis 263">
                  <a:extLst>
                    <a:ext uri="{FF2B5EF4-FFF2-40B4-BE49-F238E27FC236}">
                      <a16:creationId xmlns:a16="http://schemas.microsoft.com/office/drawing/2014/main" id="{494CEC7E-F7EA-D8A9-9B8B-8D20500D4EC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652900" y="3573127"/>
                  <a:ext cx="252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66" name="Rukopis 265">
                  <a:extLst>
                    <a:ext uri="{FF2B5EF4-FFF2-40B4-BE49-F238E27FC236}">
                      <a16:creationId xmlns:a16="http://schemas.microsoft.com/office/drawing/2014/main" id="{C527737F-D9E3-6DF0-D274-406069F504D7}"/>
                    </a:ext>
                  </a:extLst>
                </p14:cNvPr>
                <p14:cNvContentPartPr/>
                <p14:nvPr/>
              </p14:nvContentPartPr>
              <p14:xfrm>
                <a:off x="681980" y="4028887"/>
                <a:ext cx="102240" cy="197640"/>
              </p14:xfrm>
            </p:contentPart>
          </mc:Choice>
          <mc:Fallback>
            <p:pic>
              <p:nvPicPr>
                <p:cNvPr id="266" name="Rukopis 265">
                  <a:extLst>
                    <a:ext uri="{FF2B5EF4-FFF2-40B4-BE49-F238E27FC236}">
                      <a16:creationId xmlns:a16="http://schemas.microsoft.com/office/drawing/2014/main" id="{C527737F-D9E3-6DF0-D274-406069F504D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73340" y="4020247"/>
                  <a:ext cx="119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67" name="Rukopis 266">
                  <a:extLst>
                    <a:ext uri="{FF2B5EF4-FFF2-40B4-BE49-F238E27FC236}">
                      <a16:creationId xmlns:a16="http://schemas.microsoft.com/office/drawing/2014/main" id="{F5CAA7CD-CCC6-0187-F750-3D6571C59BC2}"/>
                    </a:ext>
                  </a:extLst>
                </p14:cNvPr>
                <p14:cNvContentPartPr/>
                <p14:nvPr/>
              </p14:nvContentPartPr>
              <p14:xfrm>
                <a:off x="823100" y="4081087"/>
                <a:ext cx="40680" cy="120240"/>
              </p14:xfrm>
            </p:contentPart>
          </mc:Choice>
          <mc:Fallback>
            <p:pic>
              <p:nvPicPr>
                <p:cNvPr id="267" name="Rukopis 266">
                  <a:extLst>
                    <a:ext uri="{FF2B5EF4-FFF2-40B4-BE49-F238E27FC236}">
                      <a16:creationId xmlns:a16="http://schemas.microsoft.com/office/drawing/2014/main" id="{F5CAA7CD-CCC6-0187-F750-3D6571C59BC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4100" y="4072087"/>
                  <a:ext cx="58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68" name="Rukopis 267">
                  <a:extLst>
                    <a:ext uri="{FF2B5EF4-FFF2-40B4-BE49-F238E27FC236}">
                      <a16:creationId xmlns:a16="http://schemas.microsoft.com/office/drawing/2014/main" id="{4EDB09B4-6509-E374-13BB-73429D4FB6BE}"/>
                    </a:ext>
                  </a:extLst>
                </p14:cNvPr>
                <p14:cNvContentPartPr/>
                <p14:nvPr/>
              </p14:nvContentPartPr>
              <p14:xfrm>
                <a:off x="794300" y="4153447"/>
                <a:ext cx="91080" cy="19080"/>
              </p14:xfrm>
            </p:contentPart>
          </mc:Choice>
          <mc:Fallback>
            <p:pic>
              <p:nvPicPr>
                <p:cNvPr id="268" name="Rukopis 267">
                  <a:extLst>
                    <a:ext uri="{FF2B5EF4-FFF2-40B4-BE49-F238E27FC236}">
                      <a16:creationId xmlns:a16="http://schemas.microsoft.com/office/drawing/2014/main" id="{4EDB09B4-6509-E374-13BB-73429D4FB6B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5300" y="4144807"/>
                  <a:ext cx="108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69" name="Rukopis 268">
                  <a:extLst>
                    <a:ext uri="{FF2B5EF4-FFF2-40B4-BE49-F238E27FC236}">
                      <a16:creationId xmlns:a16="http://schemas.microsoft.com/office/drawing/2014/main" id="{2F8A857F-345E-A1D6-55D1-8D0D23B7A061}"/>
                    </a:ext>
                  </a:extLst>
                </p14:cNvPr>
                <p14:cNvContentPartPr/>
                <p14:nvPr/>
              </p14:nvContentPartPr>
              <p14:xfrm>
                <a:off x="982580" y="4051567"/>
                <a:ext cx="57240" cy="207000"/>
              </p14:xfrm>
            </p:contentPart>
          </mc:Choice>
          <mc:Fallback>
            <p:pic>
              <p:nvPicPr>
                <p:cNvPr id="269" name="Rukopis 268">
                  <a:extLst>
                    <a:ext uri="{FF2B5EF4-FFF2-40B4-BE49-F238E27FC236}">
                      <a16:creationId xmlns:a16="http://schemas.microsoft.com/office/drawing/2014/main" id="{2F8A857F-345E-A1D6-55D1-8D0D23B7A06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3940" y="4042927"/>
                  <a:ext cx="74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70" name="Rukopis 269">
                  <a:extLst>
                    <a:ext uri="{FF2B5EF4-FFF2-40B4-BE49-F238E27FC236}">
                      <a16:creationId xmlns:a16="http://schemas.microsoft.com/office/drawing/2014/main" id="{DF4BB928-DA84-F09B-0DDB-BF3350CD8D79}"/>
                    </a:ext>
                  </a:extLst>
                </p14:cNvPr>
                <p14:cNvContentPartPr/>
                <p14:nvPr/>
              </p14:nvContentPartPr>
              <p14:xfrm>
                <a:off x="1132340" y="4069927"/>
                <a:ext cx="43560" cy="140040"/>
              </p14:xfrm>
            </p:contentPart>
          </mc:Choice>
          <mc:Fallback>
            <p:pic>
              <p:nvPicPr>
                <p:cNvPr id="270" name="Rukopis 269">
                  <a:extLst>
                    <a:ext uri="{FF2B5EF4-FFF2-40B4-BE49-F238E27FC236}">
                      <a16:creationId xmlns:a16="http://schemas.microsoft.com/office/drawing/2014/main" id="{DF4BB928-DA84-F09B-0DDB-BF3350CD8D7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23340" y="4061287"/>
                  <a:ext cx="61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71" name="Rukopis 270">
                  <a:extLst>
                    <a:ext uri="{FF2B5EF4-FFF2-40B4-BE49-F238E27FC236}">
                      <a16:creationId xmlns:a16="http://schemas.microsoft.com/office/drawing/2014/main" id="{393CA662-072F-1B62-C532-E8B64DF4B2DB}"/>
                    </a:ext>
                  </a:extLst>
                </p14:cNvPr>
                <p14:cNvContentPartPr/>
                <p14:nvPr/>
              </p14:nvContentPartPr>
              <p14:xfrm>
                <a:off x="1104980" y="4123927"/>
                <a:ext cx="141480" cy="14760"/>
              </p14:xfrm>
            </p:contentPart>
          </mc:Choice>
          <mc:Fallback>
            <p:pic>
              <p:nvPicPr>
                <p:cNvPr id="271" name="Rukopis 270">
                  <a:extLst>
                    <a:ext uri="{FF2B5EF4-FFF2-40B4-BE49-F238E27FC236}">
                      <a16:creationId xmlns:a16="http://schemas.microsoft.com/office/drawing/2014/main" id="{393CA662-072F-1B62-C532-E8B64DF4B2D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5980" y="4114927"/>
                  <a:ext cx="159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72" name="Rukopis 271">
                  <a:extLst>
                    <a:ext uri="{FF2B5EF4-FFF2-40B4-BE49-F238E27FC236}">
                      <a16:creationId xmlns:a16="http://schemas.microsoft.com/office/drawing/2014/main" id="{EB1335FA-E78D-1E31-6C10-25DB6EF5532F}"/>
                    </a:ext>
                  </a:extLst>
                </p14:cNvPr>
                <p14:cNvContentPartPr/>
                <p14:nvPr/>
              </p14:nvContentPartPr>
              <p14:xfrm>
                <a:off x="1368140" y="4110967"/>
                <a:ext cx="360" cy="360"/>
              </p14:xfrm>
            </p:contentPart>
          </mc:Choice>
          <mc:Fallback>
            <p:pic>
              <p:nvPicPr>
                <p:cNvPr id="272" name="Rukopis 271">
                  <a:extLst>
                    <a:ext uri="{FF2B5EF4-FFF2-40B4-BE49-F238E27FC236}">
                      <a16:creationId xmlns:a16="http://schemas.microsoft.com/office/drawing/2014/main" id="{EB1335FA-E78D-1E31-6C10-25DB6EF5532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359500" y="410196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73" name="Rukopis 272">
                  <a:extLst>
                    <a:ext uri="{FF2B5EF4-FFF2-40B4-BE49-F238E27FC236}">
                      <a16:creationId xmlns:a16="http://schemas.microsoft.com/office/drawing/2014/main" id="{89DC8C47-5318-88FC-AE33-5B3468A9E85C}"/>
                    </a:ext>
                  </a:extLst>
                </p14:cNvPr>
                <p14:cNvContentPartPr/>
                <p14:nvPr/>
              </p14:nvContentPartPr>
              <p14:xfrm>
                <a:off x="1509260" y="4104847"/>
                <a:ext cx="3240" cy="1080"/>
              </p14:xfrm>
            </p:contentPart>
          </mc:Choice>
          <mc:Fallback>
            <p:pic>
              <p:nvPicPr>
                <p:cNvPr id="273" name="Rukopis 272">
                  <a:extLst>
                    <a:ext uri="{FF2B5EF4-FFF2-40B4-BE49-F238E27FC236}">
                      <a16:creationId xmlns:a16="http://schemas.microsoft.com/office/drawing/2014/main" id="{89DC8C47-5318-88FC-AE33-5B3468A9E85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00260" y="4096207"/>
                  <a:ext cx="208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74" name="Rukopis 273">
                  <a:extLst>
                    <a:ext uri="{FF2B5EF4-FFF2-40B4-BE49-F238E27FC236}">
                      <a16:creationId xmlns:a16="http://schemas.microsoft.com/office/drawing/2014/main" id="{61441E4E-F9B4-DB92-DBB0-CCAFD85C9085}"/>
                    </a:ext>
                  </a:extLst>
                </p14:cNvPr>
                <p14:cNvContentPartPr/>
                <p14:nvPr/>
              </p14:nvContentPartPr>
              <p14:xfrm>
                <a:off x="1625540" y="4092247"/>
                <a:ext cx="7560" cy="5040"/>
              </p14:xfrm>
            </p:contentPart>
          </mc:Choice>
          <mc:Fallback>
            <p:pic>
              <p:nvPicPr>
                <p:cNvPr id="274" name="Rukopis 273">
                  <a:extLst>
                    <a:ext uri="{FF2B5EF4-FFF2-40B4-BE49-F238E27FC236}">
                      <a16:creationId xmlns:a16="http://schemas.microsoft.com/office/drawing/2014/main" id="{61441E4E-F9B4-DB92-DBB0-CCAFD85C908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616900" y="4083247"/>
                  <a:ext cx="2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75" name="Rukopis 274">
                  <a:extLst>
                    <a:ext uri="{FF2B5EF4-FFF2-40B4-BE49-F238E27FC236}">
                      <a16:creationId xmlns:a16="http://schemas.microsoft.com/office/drawing/2014/main" id="{486E39D9-71A1-AE33-6804-5B12E81BB083}"/>
                    </a:ext>
                  </a:extLst>
                </p14:cNvPr>
                <p14:cNvContentPartPr/>
                <p14:nvPr/>
              </p14:nvContentPartPr>
              <p14:xfrm>
                <a:off x="1794020" y="4077127"/>
                <a:ext cx="360" cy="1080"/>
              </p14:xfrm>
            </p:contentPart>
          </mc:Choice>
          <mc:Fallback>
            <p:pic>
              <p:nvPicPr>
                <p:cNvPr id="275" name="Rukopis 274">
                  <a:extLst>
                    <a:ext uri="{FF2B5EF4-FFF2-40B4-BE49-F238E27FC236}">
                      <a16:creationId xmlns:a16="http://schemas.microsoft.com/office/drawing/2014/main" id="{486E39D9-71A1-AE33-6804-5B12E81BB08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785020" y="4068487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77" name="Rukopis 276">
                  <a:extLst>
                    <a:ext uri="{FF2B5EF4-FFF2-40B4-BE49-F238E27FC236}">
                      <a16:creationId xmlns:a16="http://schemas.microsoft.com/office/drawing/2014/main" id="{E662473B-EBEB-D68D-7698-B5AA72F189A2}"/>
                    </a:ext>
                  </a:extLst>
                </p14:cNvPr>
                <p14:cNvContentPartPr/>
                <p14:nvPr/>
              </p14:nvContentPartPr>
              <p14:xfrm>
                <a:off x="1986620" y="3992527"/>
                <a:ext cx="42120" cy="149400"/>
              </p14:xfrm>
            </p:contentPart>
          </mc:Choice>
          <mc:Fallback>
            <p:pic>
              <p:nvPicPr>
                <p:cNvPr id="277" name="Rukopis 276">
                  <a:extLst>
                    <a:ext uri="{FF2B5EF4-FFF2-40B4-BE49-F238E27FC236}">
                      <a16:creationId xmlns:a16="http://schemas.microsoft.com/office/drawing/2014/main" id="{E662473B-EBEB-D68D-7698-B5AA72F189A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977980" y="3983527"/>
                  <a:ext cx="597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78" name="Rukopis 277">
                  <a:extLst>
                    <a:ext uri="{FF2B5EF4-FFF2-40B4-BE49-F238E27FC236}">
                      <a16:creationId xmlns:a16="http://schemas.microsoft.com/office/drawing/2014/main" id="{0F27E459-CC4D-FE1C-A847-C1F29BC853FE}"/>
                    </a:ext>
                  </a:extLst>
                </p14:cNvPr>
                <p14:cNvContentPartPr/>
                <p14:nvPr/>
              </p14:nvContentPartPr>
              <p14:xfrm>
                <a:off x="1944860" y="4081807"/>
                <a:ext cx="119880" cy="5400"/>
              </p14:xfrm>
            </p:contentPart>
          </mc:Choice>
          <mc:Fallback>
            <p:pic>
              <p:nvPicPr>
                <p:cNvPr id="278" name="Rukopis 277">
                  <a:extLst>
                    <a:ext uri="{FF2B5EF4-FFF2-40B4-BE49-F238E27FC236}">
                      <a16:creationId xmlns:a16="http://schemas.microsoft.com/office/drawing/2014/main" id="{0F27E459-CC4D-FE1C-A847-C1F29BC853F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936220" y="4072807"/>
                  <a:ext cx="137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79" name="Rukopis 278">
                  <a:extLst>
                    <a:ext uri="{FF2B5EF4-FFF2-40B4-BE49-F238E27FC236}">
                      <a16:creationId xmlns:a16="http://schemas.microsoft.com/office/drawing/2014/main" id="{13E1BDB6-6628-4E45-DA9C-D7AAF7578220}"/>
                    </a:ext>
                  </a:extLst>
                </p14:cNvPr>
                <p14:cNvContentPartPr/>
                <p14:nvPr/>
              </p14:nvContentPartPr>
              <p14:xfrm>
                <a:off x="2245820" y="3935287"/>
                <a:ext cx="45000" cy="234720"/>
              </p14:xfrm>
            </p:contentPart>
          </mc:Choice>
          <mc:Fallback>
            <p:pic>
              <p:nvPicPr>
                <p:cNvPr id="279" name="Rukopis 278">
                  <a:extLst>
                    <a:ext uri="{FF2B5EF4-FFF2-40B4-BE49-F238E27FC236}">
                      <a16:creationId xmlns:a16="http://schemas.microsoft.com/office/drawing/2014/main" id="{13E1BDB6-6628-4E45-DA9C-D7AAF757822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236820" y="3926647"/>
                  <a:ext cx="626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80" name="Rukopis 279">
                  <a:extLst>
                    <a:ext uri="{FF2B5EF4-FFF2-40B4-BE49-F238E27FC236}">
                      <a16:creationId xmlns:a16="http://schemas.microsoft.com/office/drawing/2014/main" id="{C1F505EA-0E1D-E2CC-6190-A7E294CA1D45}"/>
                    </a:ext>
                  </a:extLst>
                </p14:cNvPr>
                <p14:cNvContentPartPr/>
                <p14:nvPr/>
              </p14:nvContentPartPr>
              <p14:xfrm>
                <a:off x="2343380" y="3933127"/>
                <a:ext cx="142920" cy="234720"/>
              </p14:xfrm>
            </p:contentPart>
          </mc:Choice>
          <mc:Fallback>
            <p:pic>
              <p:nvPicPr>
                <p:cNvPr id="280" name="Rukopis 279">
                  <a:extLst>
                    <a:ext uri="{FF2B5EF4-FFF2-40B4-BE49-F238E27FC236}">
                      <a16:creationId xmlns:a16="http://schemas.microsoft.com/office/drawing/2014/main" id="{C1F505EA-0E1D-E2CC-6190-A7E294CA1D4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334740" y="3924487"/>
                  <a:ext cx="1605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81" name="Rukopis 280">
                  <a:extLst>
                    <a:ext uri="{FF2B5EF4-FFF2-40B4-BE49-F238E27FC236}">
                      <a16:creationId xmlns:a16="http://schemas.microsoft.com/office/drawing/2014/main" id="{6A1D7A2A-96F8-86F8-C11D-AEA5E3907DFD}"/>
                    </a:ext>
                  </a:extLst>
                </p14:cNvPr>
                <p14:cNvContentPartPr/>
                <p14:nvPr/>
              </p14:nvContentPartPr>
              <p14:xfrm>
                <a:off x="2513300" y="4030687"/>
                <a:ext cx="200160" cy="120240"/>
              </p14:xfrm>
            </p:contentPart>
          </mc:Choice>
          <mc:Fallback>
            <p:pic>
              <p:nvPicPr>
                <p:cNvPr id="281" name="Rukopis 280">
                  <a:extLst>
                    <a:ext uri="{FF2B5EF4-FFF2-40B4-BE49-F238E27FC236}">
                      <a16:creationId xmlns:a16="http://schemas.microsoft.com/office/drawing/2014/main" id="{6A1D7A2A-96F8-86F8-C11D-AEA5E3907DF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504300" y="4021687"/>
                  <a:ext cx="2178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82" name="Rukopis 281">
                  <a:extLst>
                    <a:ext uri="{FF2B5EF4-FFF2-40B4-BE49-F238E27FC236}">
                      <a16:creationId xmlns:a16="http://schemas.microsoft.com/office/drawing/2014/main" id="{A4B2A3E4-D622-B46A-836A-8C0E058B85A7}"/>
                    </a:ext>
                  </a:extLst>
                </p14:cNvPr>
                <p14:cNvContentPartPr/>
                <p14:nvPr/>
              </p14:nvContentPartPr>
              <p14:xfrm>
                <a:off x="2826860" y="4064887"/>
                <a:ext cx="70920" cy="8280"/>
              </p14:xfrm>
            </p:contentPart>
          </mc:Choice>
          <mc:Fallback>
            <p:pic>
              <p:nvPicPr>
                <p:cNvPr id="282" name="Rukopis 281">
                  <a:extLst>
                    <a:ext uri="{FF2B5EF4-FFF2-40B4-BE49-F238E27FC236}">
                      <a16:creationId xmlns:a16="http://schemas.microsoft.com/office/drawing/2014/main" id="{A4B2A3E4-D622-B46A-836A-8C0E058B85A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817860" y="4056247"/>
                  <a:ext cx="88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83" name="Rukopis 282">
                  <a:extLst>
                    <a:ext uri="{FF2B5EF4-FFF2-40B4-BE49-F238E27FC236}">
                      <a16:creationId xmlns:a16="http://schemas.microsoft.com/office/drawing/2014/main" id="{C0D2F8C9-C3EB-F658-DBE0-03888B82F0F3}"/>
                    </a:ext>
                  </a:extLst>
                </p14:cNvPr>
                <p14:cNvContentPartPr/>
                <p14:nvPr/>
              </p14:nvContentPartPr>
              <p14:xfrm>
                <a:off x="2927660" y="3957967"/>
                <a:ext cx="125640" cy="146160"/>
              </p14:xfrm>
            </p:contentPart>
          </mc:Choice>
          <mc:Fallback>
            <p:pic>
              <p:nvPicPr>
                <p:cNvPr id="283" name="Rukopis 282">
                  <a:extLst>
                    <a:ext uri="{FF2B5EF4-FFF2-40B4-BE49-F238E27FC236}">
                      <a16:creationId xmlns:a16="http://schemas.microsoft.com/office/drawing/2014/main" id="{C0D2F8C9-C3EB-F658-DBE0-03888B82F0F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918660" y="3949327"/>
                  <a:ext cx="1432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84" name="Rukopis 283">
                  <a:extLst>
                    <a:ext uri="{FF2B5EF4-FFF2-40B4-BE49-F238E27FC236}">
                      <a16:creationId xmlns:a16="http://schemas.microsoft.com/office/drawing/2014/main" id="{8EB18B50-A5BA-E774-BBAD-79967359C8CE}"/>
                    </a:ext>
                  </a:extLst>
                </p14:cNvPr>
                <p14:cNvContentPartPr/>
                <p14:nvPr/>
              </p14:nvContentPartPr>
              <p14:xfrm>
                <a:off x="3091460" y="3888127"/>
                <a:ext cx="101160" cy="348120"/>
              </p14:xfrm>
            </p:contentPart>
          </mc:Choice>
          <mc:Fallback>
            <p:pic>
              <p:nvPicPr>
                <p:cNvPr id="284" name="Rukopis 283">
                  <a:extLst>
                    <a:ext uri="{FF2B5EF4-FFF2-40B4-BE49-F238E27FC236}">
                      <a16:creationId xmlns:a16="http://schemas.microsoft.com/office/drawing/2014/main" id="{8EB18B50-A5BA-E774-BBAD-79967359C8C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082820" y="3879487"/>
                  <a:ext cx="1188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86" name="Rukopis 285">
                  <a:extLst>
                    <a:ext uri="{FF2B5EF4-FFF2-40B4-BE49-F238E27FC236}">
                      <a16:creationId xmlns:a16="http://schemas.microsoft.com/office/drawing/2014/main" id="{746EA39A-B435-365C-1D19-723EAEE6075B}"/>
                    </a:ext>
                  </a:extLst>
                </p14:cNvPr>
                <p14:cNvContentPartPr/>
                <p14:nvPr/>
              </p14:nvContentPartPr>
              <p14:xfrm>
                <a:off x="3360380" y="3995407"/>
                <a:ext cx="133200" cy="20520"/>
              </p14:xfrm>
            </p:contentPart>
          </mc:Choice>
          <mc:Fallback>
            <p:pic>
              <p:nvPicPr>
                <p:cNvPr id="286" name="Rukopis 285">
                  <a:extLst>
                    <a:ext uri="{FF2B5EF4-FFF2-40B4-BE49-F238E27FC236}">
                      <a16:creationId xmlns:a16="http://schemas.microsoft.com/office/drawing/2014/main" id="{746EA39A-B435-365C-1D19-723EAEE6075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351740" y="3986767"/>
                  <a:ext cx="150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87" name="Rukopis 286">
                  <a:extLst>
                    <a:ext uri="{FF2B5EF4-FFF2-40B4-BE49-F238E27FC236}">
                      <a16:creationId xmlns:a16="http://schemas.microsoft.com/office/drawing/2014/main" id="{4375973F-F68C-7557-EC5C-565918AF8AA3}"/>
                    </a:ext>
                  </a:extLst>
                </p14:cNvPr>
                <p14:cNvContentPartPr/>
                <p14:nvPr/>
              </p14:nvContentPartPr>
              <p14:xfrm>
                <a:off x="3353180" y="3930247"/>
                <a:ext cx="42120" cy="185400"/>
              </p14:xfrm>
            </p:contentPart>
          </mc:Choice>
          <mc:Fallback>
            <p:pic>
              <p:nvPicPr>
                <p:cNvPr id="287" name="Rukopis 286">
                  <a:extLst>
                    <a:ext uri="{FF2B5EF4-FFF2-40B4-BE49-F238E27FC236}">
                      <a16:creationId xmlns:a16="http://schemas.microsoft.com/office/drawing/2014/main" id="{4375973F-F68C-7557-EC5C-565918AF8AA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344180" y="3921607"/>
                  <a:ext cx="59760" cy="20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304" name="Rukopis 303">
                <a:extLst>
                  <a:ext uri="{FF2B5EF4-FFF2-40B4-BE49-F238E27FC236}">
                    <a16:creationId xmlns:a16="http://schemas.microsoft.com/office/drawing/2014/main" id="{6A45C5ED-FDDB-1FC4-31BE-C929A454ABE9}"/>
                  </a:ext>
                </a:extLst>
              </p14:cNvPr>
              <p14:cNvContentPartPr/>
              <p14:nvPr/>
            </p14:nvContentPartPr>
            <p14:xfrm>
              <a:off x="745340" y="4246687"/>
              <a:ext cx="2205360" cy="226440"/>
            </p14:xfrm>
          </p:contentPart>
        </mc:Choice>
        <mc:Fallback>
          <p:pic>
            <p:nvPicPr>
              <p:cNvPr id="304" name="Rukopis 303">
                <a:extLst>
                  <a:ext uri="{FF2B5EF4-FFF2-40B4-BE49-F238E27FC236}">
                    <a16:creationId xmlns:a16="http://schemas.microsoft.com/office/drawing/2014/main" id="{6A45C5ED-FDDB-1FC4-31BE-C929A454ABE9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736340" y="4238047"/>
                <a:ext cx="222300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" name="Skupina 306">
            <a:extLst>
              <a:ext uri="{FF2B5EF4-FFF2-40B4-BE49-F238E27FC236}">
                <a16:creationId xmlns:a16="http://schemas.microsoft.com/office/drawing/2014/main" id="{7E501158-B392-5526-3ADC-C9FB943932CC}"/>
              </a:ext>
            </a:extLst>
          </p:cNvPr>
          <p:cNvGrpSpPr/>
          <p:nvPr/>
        </p:nvGrpSpPr>
        <p:grpSpPr>
          <a:xfrm>
            <a:off x="1711940" y="4468807"/>
            <a:ext cx="340200" cy="203040"/>
            <a:chOff x="1711940" y="4468807"/>
            <a:chExt cx="34020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05" name="Rukopis 304">
                  <a:extLst>
                    <a:ext uri="{FF2B5EF4-FFF2-40B4-BE49-F238E27FC236}">
                      <a16:creationId xmlns:a16="http://schemas.microsoft.com/office/drawing/2014/main" id="{9DBB404E-368D-DE21-7E57-0EE2D2746875}"/>
                    </a:ext>
                  </a:extLst>
                </p14:cNvPr>
                <p14:cNvContentPartPr/>
                <p14:nvPr/>
              </p14:nvContentPartPr>
              <p14:xfrm>
                <a:off x="1711940" y="4554847"/>
                <a:ext cx="173520" cy="117000"/>
              </p14:xfrm>
            </p:contentPart>
          </mc:Choice>
          <mc:Fallback>
            <p:pic>
              <p:nvPicPr>
                <p:cNvPr id="305" name="Rukopis 304">
                  <a:extLst>
                    <a:ext uri="{FF2B5EF4-FFF2-40B4-BE49-F238E27FC236}">
                      <a16:creationId xmlns:a16="http://schemas.microsoft.com/office/drawing/2014/main" id="{9DBB404E-368D-DE21-7E57-0EE2D274687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702940" y="4546207"/>
                  <a:ext cx="1911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306" name="Rukopis 305">
                  <a:extLst>
                    <a:ext uri="{FF2B5EF4-FFF2-40B4-BE49-F238E27FC236}">
                      <a16:creationId xmlns:a16="http://schemas.microsoft.com/office/drawing/2014/main" id="{A9AEBCEA-6B63-933F-8418-9CCE6C418E4D}"/>
                    </a:ext>
                  </a:extLst>
                </p14:cNvPr>
                <p14:cNvContentPartPr/>
                <p14:nvPr/>
              </p14:nvContentPartPr>
              <p14:xfrm>
                <a:off x="1932260" y="4468807"/>
                <a:ext cx="119880" cy="95400"/>
              </p14:xfrm>
            </p:contentPart>
          </mc:Choice>
          <mc:Fallback>
            <p:pic>
              <p:nvPicPr>
                <p:cNvPr id="306" name="Rukopis 305">
                  <a:extLst>
                    <a:ext uri="{FF2B5EF4-FFF2-40B4-BE49-F238E27FC236}">
                      <a16:creationId xmlns:a16="http://schemas.microsoft.com/office/drawing/2014/main" id="{A9AEBCEA-6B63-933F-8418-9CCE6C418E4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923260" y="4460167"/>
                  <a:ext cx="13752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Skupina 309">
            <a:extLst>
              <a:ext uri="{FF2B5EF4-FFF2-40B4-BE49-F238E27FC236}">
                <a16:creationId xmlns:a16="http://schemas.microsoft.com/office/drawing/2014/main" id="{B7D801EB-0121-3722-D333-999F979C6B87}"/>
              </a:ext>
            </a:extLst>
          </p:cNvPr>
          <p:cNvGrpSpPr/>
          <p:nvPr/>
        </p:nvGrpSpPr>
        <p:grpSpPr>
          <a:xfrm>
            <a:off x="5480780" y="3987127"/>
            <a:ext cx="122760" cy="72000"/>
            <a:chOff x="5480780" y="3987127"/>
            <a:chExt cx="122760" cy="7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08" name="Rukopis 307">
                  <a:extLst>
                    <a:ext uri="{FF2B5EF4-FFF2-40B4-BE49-F238E27FC236}">
                      <a16:creationId xmlns:a16="http://schemas.microsoft.com/office/drawing/2014/main" id="{37374ADA-559E-9A8A-2781-D49140A15A18}"/>
                    </a:ext>
                  </a:extLst>
                </p14:cNvPr>
                <p14:cNvContentPartPr/>
                <p14:nvPr/>
              </p14:nvContentPartPr>
              <p14:xfrm>
                <a:off x="5496620" y="3987127"/>
                <a:ext cx="106920" cy="360"/>
              </p14:xfrm>
            </p:contentPart>
          </mc:Choice>
          <mc:Fallback>
            <p:pic>
              <p:nvPicPr>
                <p:cNvPr id="308" name="Rukopis 307">
                  <a:extLst>
                    <a:ext uri="{FF2B5EF4-FFF2-40B4-BE49-F238E27FC236}">
                      <a16:creationId xmlns:a16="http://schemas.microsoft.com/office/drawing/2014/main" id="{37374ADA-559E-9A8A-2781-D49140A15A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487980" y="3978487"/>
                  <a:ext cx="124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09" name="Rukopis 308">
                  <a:extLst>
                    <a:ext uri="{FF2B5EF4-FFF2-40B4-BE49-F238E27FC236}">
                      <a16:creationId xmlns:a16="http://schemas.microsoft.com/office/drawing/2014/main" id="{A77DB7BE-A8ED-8CBE-F206-F5D080A29C08}"/>
                    </a:ext>
                  </a:extLst>
                </p14:cNvPr>
                <p14:cNvContentPartPr/>
                <p14:nvPr/>
              </p14:nvContentPartPr>
              <p14:xfrm>
                <a:off x="5480780" y="4051207"/>
                <a:ext cx="115560" cy="7920"/>
              </p14:xfrm>
            </p:contentPart>
          </mc:Choice>
          <mc:Fallback>
            <p:pic>
              <p:nvPicPr>
                <p:cNvPr id="309" name="Rukopis 308">
                  <a:extLst>
                    <a:ext uri="{FF2B5EF4-FFF2-40B4-BE49-F238E27FC236}">
                      <a16:creationId xmlns:a16="http://schemas.microsoft.com/office/drawing/2014/main" id="{A77DB7BE-A8ED-8CBE-F206-F5D080A29C0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472140" y="4042567"/>
                  <a:ext cx="13320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Skupina 315">
            <a:extLst>
              <a:ext uri="{FF2B5EF4-FFF2-40B4-BE49-F238E27FC236}">
                <a16:creationId xmlns:a16="http://schemas.microsoft.com/office/drawing/2014/main" id="{8E456DFA-17C2-E036-A3F0-8DA91348A0CD}"/>
              </a:ext>
            </a:extLst>
          </p:cNvPr>
          <p:cNvGrpSpPr/>
          <p:nvPr/>
        </p:nvGrpSpPr>
        <p:grpSpPr>
          <a:xfrm>
            <a:off x="5765900" y="3804967"/>
            <a:ext cx="321120" cy="320040"/>
            <a:chOff x="5765900" y="3804967"/>
            <a:chExt cx="32112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11" name="Rukopis 310">
                  <a:extLst>
                    <a:ext uri="{FF2B5EF4-FFF2-40B4-BE49-F238E27FC236}">
                      <a16:creationId xmlns:a16="http://schemas.microsoft.com/office/drawing/2014/main" id="{14CD63F8-00A8-A819-8AD5-A3C4AAEB6328}"/>
                    </a:ext>
                  </a:extLst>
                </p14:cNvPr>
                <p14:cNvContentPartPr/>
                <p14:nvPr/>
              </p14:nvContentPartPr>
              <p14:xfrm>
                <a:off x="5765900" y="3970567"/>
                <a:ext cx="170280" cy="154440"/>
              </p14:xfrm>
            </p:contentPart>
          </mc:Choice>
          <mc:Fallback>
            <p:pic>
              <p:nvPicPr>
                <p:cNvPr id="311" name="Rukopis 310">
                  <a:extLst>
                    <a:ext uri="{FF2B5EF4-FFF2-40B4-BE49-F238E27FC236}">
                      <a16:creationId xmlns:a16="http://schemas.microsoft.com/office/drawing/2014/main" id="{14CD63F8-00A8-A819-8AD5-A3C4AAEB632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56900" y="3961567"/>
                  <a:ext cx="187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12" name="Rukopis 311">
                  <a:extLst>
                    <a:ext uri="{FF2B5EF4-FFF2-40B4-BE49-F238E27FC236}">
                      <a16:creationId xmlns:a16="http://schemas.microsoft.com/office/drawing/2014/main" id="{6068F3ED-E83A-689D-7806-4C1C11C68EF8}"/>
                    </a:ext>
                  </a:extLst>
                </p14:cNvPr>
                <p14:cNvContentPartPr/>
                <p14:nvPr/>
              </p14:nvContentPartPr>
              <p14:xfrm>
                <a:off x="5968580" y="3804967"/>
                <a:ext cx="118440" cy="150120"/>
              </p14:xfrm>
            </p:contentPart>
          </mc:Choice>
          <mc:Fallback>
            <p:pic>
              <p:nvPicPr>
                <p:cNvPr id="312" name="Rukopis 311">
                  <a:extLst>
                    <a:ext uri="{FF2B5EF4-FFF2-40B4-BE49-F238E27FC236}">
                      <a16:creationId xmlns:a16="http://schemas.microsoft.com/office/drawing/2014/main" id="{6068F3ED-E83A-689D-7806-4C1C11C68EF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959580" y="3795967"/>
                  <a:ext cx="13608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Skupina 314">
            <a:extLst>
              <a:ext uri="{FF2B5EF4-FFF2-40B4-BE49-F238E27FC236}">
                <a16:creationId xmlns:a16="http://schemas.microsoft.com/office/drawing/2014/main" id="{5ABEAE0B-1018-A255-C314-2D11F2CCCC85}"/>
              </a:ext>
            </a:extLst>
          </p:cNvPr>
          <p:cNvGrpSpPr/>
          <p:nvPr/>
        </p:nvGrpSpPr>
        <p:grpSpPr>
          <a:xfrm>
            <a:off x="6233180" y="3921247"/>
            <a:ext cx="141120" cy="169920"/>
            <a:chOff x="6233180" y="3921247"/>
            <a:chExt cx="14112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13" name="Rukopis 312">
                  <a:extLst>
                    <a:ext uri="{FF2B5EF4-FFF2-40B4-BE49-F238E27FC236}">
                      <a16:creationId xmlns:a16="http://schemas.microsoft.com/office/drawing/2014/main" id="{3CEF6E14-06BB-07D9-8CBF-EEF0FDB18416}"/>
                    </a:ext>
                  </a:extLst>
                </p14:cNvPr>
                <p14:cNvContentPartPr/>
                <p14:nvPr/>
              </p14:nvContentPartPr>
              <p14:xfrm>
                <a:off x="6282140" y="3921247"/>
                <a:ext cx="25560" cy="169920"/>
              </p14:xfrm>
            </p:contentPart>
          </mc:Choice>
          <mc:Fallback>
            <p:pic>
              <p:nvPicPr>
                <p:cNvPr id="313" name="Rukopis 312">
                  <a:extLst>
                    <a:ext uri="{FF2B5EF4-FFF2-40B4-BE49-F238E27FC236}">
                      <a16:creationId xmlns:a16="http://schemas.microsoft.com/office/drawing/2014/main" id="{3CEF6E14-06BB-07D9-8CBF-EEF0FDB1841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273500" y="3912247"/>
                  <a:ext cx="432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14" name="Rukopis 313">
                  <a:extLst>
                    <a:ext uri="{FF2B5EF4-FFF2-40B4-BE49-F238E27FC236}">
                      <a16:creationId xmlns:a16="http://schemas.microsoft.com/office/drawing/2014/main" id="{28CA5799-6631-6320-BB8F-5FE39AFF2185}"/>
                    </a:ext>
                  </a:extLst>
                </p14:cNvPr>
                <p14:cNvContentPartPr/>
                <p14:nvPr/>
              </p14:nvContentPartPr>
              <p14:xfrm>
                <a:off x="6233180" y="4021687"/>
                <a:ext cx="141120" cy="9360"/>
              </p14:xfrm>
            </p:contentPart>
          </mc:Choice>
          <mc:Fallback>
            <p:pic>
              <p:nvPicPr>
                <p:cNvPr id="314" name="Rukopis 313">
                  <a:extLst>
                    <a:ext uri="{FF2B5EF4-FFF2-40B4-BE49-F238E27FC236}">
                      <a16:creationId xmlns:a16="http://schemas.microsoft.com/office/drawing/2014/main" id="{28CA5799-6631-6320-BB8F-5FE39AFF218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224540" y="4012687"/>
                  <a:ext cx="15876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Skupina 324">
            <a:extLst>
              <a:ext uri="{FF2B5EF4-FFF2-40B4-BE49-F238E27FC236}">
                <a16:creationId xmlns:a16="http://schemas.microsoft.com/office/drawing/2014/main" id="{90166117-6196-47B9-B02F-D7522FECA1BD}"/>
              </a:ext>
            </a:extLst>
          </p:cNvPr>
          <p:cNvGrpSpPr/>
          <p:nvPr/>
        </p:nvGrpSpPr>
        <p:grpSpPr>
          <a:xfrm>
            <a:off x="6543860" y="3830887"/>
            <a:ext cx="435240" cy="294120"/>
            <a:chOff x="6543860" y="3830887"/>
            <a:chExt cx="43524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17" name="Rukopis 316">
                  <a:extLst>
                    <a:ext uri="{FF2B5EF4-FFF2-40B4-BE49-F238E27FC236}">
                      <a16:creationId xmlns:a16="http://schemas.microsoft.com/office/drawing/2014/main" id="{9B540662-D3E3-01DB-B020-0BC20520A6DA}"/>
                    </a:ext>
                  </a:extLst>
                </p14:cNvPr>
                <p14:cNvContentPartPr/>
                <p14:nvPr/>
              </p14:nvContentPartPr>
              <p14:xfrm>
                <a:off x="6543860" y="3830887"/>
                <a:ext cx="163080" cy="294120"/>
              </p14:xfrm>
            </p:contentPart>
          </mc:Choice>
          <mc:Fallback>
            <p:pic>
              <p:nvPicPr>
                <p:cNvPr id="317" name="Rukopis 316">
                  <a:extLst>
                    <a:ext uri="{FF2B5EF4-FFF2-40B4-BE49-F238E27FC236}">
                      <a16:creationId xmlns:a16="http://schemas.microsoft.com/office/drawing/2014/main" id="{9B540662-D3E3-01DB-B020-0BC20520A6D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534860" y="3821887"/>
                  <a:ext cx="1807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318" name="Rukopis 317">
                  <a:extLst>
                    <a:ext uri="{FF2B5EF4-FFF2-40B4-BE49-F238E27FC236}">
                      <a16:creationId xmlns:a16="http://schemas.microsoft.com/office/drawing/2014/main" id="{DB3046C7-A131-6338-609B-967E6C3A8E29}"/>
                    </a:ext>
                  </a:extLst>
                </p14:cNvPr>
                <p14:cNvContentPartPr/>
                <p14:nvPr/>
              </p14:nvContentPartPr>
              <p14:xfrm>
                <a:off x="6754100" y="3939247"/>
                <a:ext cx="225000" cy="131760"/>
              </p14:xfrm>
            </p:contentPart>
          </mc:Choice>
          <mc:Fallback>
            <p:pic>
              <p:nvPicPr>
                <p:cNvPr id="318" name="Rukopis 317">
                  <a:extLst>
                    <a:ext uri="{FF2B5EF4-FFF2-40B4-BE49-F238E27FC236}">
                      <a16:creationId xmlns:a16="http://schemas.microsoft.com/office/drawing/2014/main" id="{DB3046C7-A131-6338-609B-967E6C3A8E2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745100" y="3930607"/>
                  <a:ext cx="24264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Skupina 323">
            <a:extLst>
              <a:ext uri="{FF2B5EF4-FFF2-40B4-BE49-F238E27FC236}">
                <a16:creationId xmlns:a16="http://schemas.microsoft.com/office/drawing/2014/main" id="{CBFCE4A5-9966-AE18-F494-1D553A0C7FFC}"/>
              </a:ext>
            </a:extLst>
          </p:cNvPr>
          <p:cNvGrpSpPr/>
          <p:nvPr/>
        </p:nvGrpSpPr>
        <p:grpSpPr>
          <a:xfrm>
            <a:off x="7172780" y="3824767"/>
            <a:ext cx="819000" cy="264600"/>
            <a:chOff x="7172780" y="3824767"/>
            <a:chExt cx="81900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19" name="Rukopis 318">
                  <a:extLst>
                    <a:ext uri="{FF2B5EF4-FFF2-40B4-BE49-F238E27FC236}">
                      <a16:creationId xmlns:a16="http://schemas.microsoft.com/office/drawing/2014/main" id="{F41794DC-4399-9309-5880-8CEA9EA5E373}"/>
                    </a:ext>
                  </a:extLst>
                </p14:cNvPr>
                <p14:cNvContentPartPr/>
                <p14:nvPr/>
              </p14:nvContentPartPr>
              <p14:xfrm>
                <a:off x="7185380" y="3904327"/>
                <a:ext cx="32040" cy="140040"/>
              </p14:xfrm>
            </p:contentPart>
          </mc:Choice>
          <mc:Fallback>
            <p:pic>
              <p:nvPicPr>
                <p:cNvPr id="319" name="Rukopis 318">
                  <a:extLst>
                    <a:ext uri="{FF2B5EF4-FFF2-40B4-BE49-F238E27FC236}">
                      <a16:creationId xmlns:a16="http://schemas.microsoft.com/office/drawing/2014/main" id="{F41794DC-4399-9309-5880-8CEA9EA5E37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176740" y="3895687"/>
                  <a:ext cx="49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20" name="Rukopis 319">
                  <a:extLst>
                    <a:ext uri="{FF2B5EF4-FFF2-40B4-BE49-F238E27FC236}">
                      <a16:creationId xmlns:a16="http://schemas.microsoft.com/office/drawing/2014/main" id="{F96197B4-54D8-14C0-355F-845419352528}"/>
                    </a:ext>
                  </a:extLst>
                </p14:cNvPr>
                <p14:cNvContentPartPr/>
                <p14:nvPr/>
              </p14:nvContentPartPr>
              <p14:xfrm>
                <a:off x="7172780" y="3975607"/>
                <a:ext cx="111240" cy="1800"/>
              </p14:xfrm>
            </p:contentPart>
          </mc:Choice>
          <mc:Fallback>
            <p:pic>
              <p:nvPicPr>
                <p:cNvPr id="320" name="Rukopis 319">
                  <a:extLst>
                    <a:ext uri="{FF2B5EF4-FFF2-40B4-BE49-F238E27FC236}">
                      <a16:creationId xmlns:a16="http://schemas.microsoft.com/office/drawing/2014/main" id="{F96197B4-54D8-14C0-355F-84541935252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163780" y="3966607"/>
                  <a:ext cx="1288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321" name="Rukopis 320">
                  <a:extLst>
                    <a:ext uri="{FF2B5EF4-FFF2-40B4-BE49-F238E27FC236}">
                      <a16:creationId xmlns:a16="http://schemas.microsoft.com/office/drawing/2014/main" id="{722FA739-D086-7893-E0A1-3B34CC16435D}"/>
                    </a:ext>
                  </a:extLst>
                </p14:cNvPr>
                <p14:cNvContentPartPr/>
                <p14:nvPr/>
              </p14:nvContentPartPr>
              <p14:xfrm>
                <a:off x="7412540" y="3824767"/>
                <a:ext cx="163080" cy="252720"/>
              </p14:xfrm>
            </p:contentPart>
          </mc:Choice>
          <mc:Fallback>
            <p:pic>
              <p:nvPicPr>
                <p:cNvPr id="321" name="Rukopis 320">
                  <a:extLst>
                    <a:ext uri="{FF2B5EF4-FFF2-40B4-BE49-F238E27FC236}">
                      <a16:creationId xmlns:a16="http://schemas.microsoft.com/office/drawing/2014/main" id="{722FA739-D086-7893-E0A1-3B34CC16435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403900" y="3816127"/>
                  <a:ext cx="1807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322" name="Rukopis 321">
                  <a:extLst>
                    <a:ext uri="{FF2B5EF4-FFF2-40B4-BE49-F238E27FC236}">
                      <a16:creationId xmlns:a16="http://schemas.microsoft.com/office/drawing/2014/main" id="{766E0400-1E77-50ED-FBDD-663735BB35D9}"/>
                    </a:ext>
                  </a:extLst>
                </p14:cNvPr>
                <p14:cNvContentPartPr/>
                <p14:nvPr/>
              </p14:nvContentPartPr>
              <p14:xfrm>
                <a:off x="7683260" y="3978847"/>
                <a:ext cx="81000" cy="22320"/>
              </p14:xfrm>
            </p:contentPart>
          </mc:Choice>
          <mc:Fallback>
            <p:pic>
              <p:nvPicPr>
                <p:cNvPr id="322" name="Rukopis 321">
                  <a:extLst>
                    <a:ext uri="{FF2B5EF4-FFF2-40B4-BE49-F238E27FC236}">
                      <a16:creationId xmlns:a16="http://schemas.microsoft.com/office/drawing/2014/main" id="{766E0400-1E77-50ED-FBDD-663735BB35D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674620" y="3969847"/>
                  <a:ext cx="98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323" name="Rukopis 322">
                  <a:extLst>
                    <a:ext uri="{FF2B5EF4-FFF2-40B4-BE49-F238E27FC236}">
                      <a16:creationId xmlns:a16="http://schemas.microsoft.com/office/drawing/2014/main" id="{E21C0DC0-8D3F-F585-C5BB-D5A4F7F76931}"/>
                    </a:ext>
                  </a:extLst>
                </p14:cNvPr>
                <p14:cNvContentPartPr/>
                <p14:nvPr/>
              </p14:nvContentPartPr>
              <p14:xfrm>
                <a:off x="7841660" y="3848887"/>
                <a:ext cx="150120" cy="240480"/>
              </p14:xfrm>
            </p:contentPart>
          </mc:Choice>
          <mc:Fallback>
            <p:pic>
              <p:nvPicPr>
                <p:cNvPr id="323" name="Rukopis 322">
                  <a:extLst>
                    <a:ext uri="{FF2B5EF4-FFF2-40B4-BE49-F238E27FC236}">
                      <a16:creationId xmlns:a16="http://schemas.microsoft.com/office/drawing/2014/main" id="{E21C0DC0-8D3F-F585-C5BB-D5A4F7F7693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832660" y="3839887"/>
                  <a:ext cx="16776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Skupina 327">
            <a:extLst>
              <a:ext uri="{FF2B5EF4-FFF2-40B4-BE49-F238E27FC236}">
                <a16:creationId xmlns:a16="http://schemas.microsoft.com/office/drawing/2014/main" id="{A2C7BA93-F043-BC7E-C2A0-28C30FAD74C4}"/>
              </a:ext>
            </a:extLst>
          </p:cNvPr>
          <p:cNvGrpSpPr/>
          <p:nvPr/>
        </p:nvGrpSpPr>
        <p:grpSpPr>
          <a:xfrm>
            <a:off x="8155220" y="3990367"/>
            <a:ext cx="163800" cy="55440"/>
            <a:chOff x="8155220" y="3990367"/>
            <a:chExt cx="163800" cy="5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326" name="Rukopis 325">
                  <a:extLst>
                    <a:ext uri="{FF2B5EF4-FFF2-40B4-BE49-F238E27FC236}">
                      <a16:creationId xmlns:a16="http://schemas.microsoft.com/office/drawing/2014/main" id="{965D09FC-78FB-CBA7-B191-DA30E800C5A8}"/>
                    </a:ext>
                  </a:extLst>
                </p14:cNvPr>
                <p14:cNvContentPartPr/>
                <p14:nvPr/>
              </p14:nvContentPartPr>
              <p14:xfrm>
                <a:off x="8155220" y="3990367"/>
                <a:ext cx="137160" cy="10800"/>
              </p14:xfrm>
            </p:contentPart>
          </mc:Choice>
          <mc:Fallback>
            <p:pic>
              <p:nvPicPr>
                <p:cNvPr id="326" name="Rukopis 325">
                  <a:extLst>
                    <a:ext uri="{FF2B5EF4-FFF2-40B4-BE49-F238E27FC236}">
                      <a16:creationId xmlns:a16="http://schemas.microsoft.com/office/drawing/2014/main" id="{965D09FC-78FB-CBA7-B191-DA30E800C5A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146220" y="3981727"/>
                  <a:ext cx="154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327" name="Rukopis 326">
                  <a:extLst>
                    <a:ext uri="{FF2B5EF4-FFF2-40B4-BE49-F238E27FC236}">
                      <a16:creationId xmlns:a16="http://schemas.microsoft.com/office/drawing/2014/main" id="{15410A61-A705-F894-75CA-C1FA43EE55F4}"/>
                    </a:ext>
                  </a:extLst>
                </p14:cNvPr>
                <p14:cNvContentPartPr/>
                <p14:nvPr/>
              </p14:nvContentPartPr>
              <p14:xfrm>
                <a:off x="8176820" y="4042927"/>
                <a:ext cx="142200" cy="2880"/>
              </p14:xfrm>
            </p:contentPart>
          </mc:Choice>
          <mc:Fallback>
            <p:pic>
              <p:nvPicPr>
                <p:cNvPr id="327" name="Rukopis 326">
                  <a:extLst>
                    <a:ext uri="{FF2B5EF4-FFF2-40B4-BE49-F238E27FC236}">
                      <a16:creationId xmlns:a16="http://schemas.microsoft.com/office/drawing/2014/main" id="{15410A61-A705-F894-75CA-C1FA43EE55F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167820" y="4033927"/>
                  <a:ext cx="15984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Skupina 330">
            <a:extLst>
              <a:ext uri="{FF2B5EF4-FFF2-40B4-BE49-F238E27FC236}">
                <a16:creationId xmlns:a16="http://schemas.microsoft.com/office/drawing/2014/main" id="{385AEAE0-4CD9-6C74-A896-AF3B3F206264}"/>
              </a:ext>
            </a:extLst>
          </p:cNvPr>
          <p:cNvGrpSpPr/>
          <p:nvPr/>
        </p:nvGrpSpPr>
        <p:grpSpPr>
          <a:xfrm>
            <a:off x="3520220" y="4758967"/>
            <a:ext cx="181440" cy="63000"/>
            <a:chOff x="3520220" y="4758967"/>
            <a:chExt cx="181440" cy="6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329" name="Rukopis 328">
                  <a:extLst>
                    <a:ext uri="{FF2B5EF4-FFF2-40B4-BE49-F238E27FC236}">
                      <a16:creationId xmlns:a16="http://schemas.microsoft.com/office/drawing/2014/main" id="{1BE856B0-9296-22D5-0500-A808D7E35890}"/>
                    </a:ext>
                  </a:extLst>
                </p14:cNvPr>
                <p14:cNvContentPartPr/>
                <p14:nvPr/>
              </p14:nvContentPartPr>
              <p14:xfrm>
                <a:off x="3520220" y="4758967"/>
                <a:ext cx="181440" cy="8280"/>
              </p14:xfrm>
            </p:contentPart>
          </mc:Choice>
          <mc:Fallback>
            <p:pic>
              <p:nvPicPr>
                <p:cNvPr id="329" name="Rukopis 328">
                  <a:extLst>
                    <a:ext uri="{FF2B5EF4-FFF2-40B4-BE49-F238E27FC236}">
                      <a16:creationId xmlns:a16="http://schemas.microsoft.com/office/drawing/2014/main" id="{1BE856B0-9296-22D5-0500-A808D7E3589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511220" y="4749967"/>
                  <a:ext cx="199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330" name="Rukopis 329">
                  <a:extLst>
                    <a:ext uri="{FF2B5EF4-FFF2-40B4-BE49-F238E27FC236}">
                      <a16:creationId xmlns:a16="http://schemas.microsoft.com/office/drawing/2014/main" id="{5CF0BCD7-2BC3-FD91-B9F6-A6BDE9BEC038}"/>
                    </a:ext>
                  </a:extLst>
                </p14:cNvPr>
                <p14:cNvContentPartPr/>
                <p14:nvPr/>
              </p14:nvContentPartPr>
              <p14:xfrm>
                <a:off x="3536060" y="4803607"/>
                <a:ext cx="161640" cy="18360"/>
              </p14:xfrm>
            </p:contentPart>
          </mc:Choice>
          <mc:Fallback>
            <p:pic>
              <p:nvPicPr>
                <p:cNvPr id="330" name="Rukopis 329">
                  <a:extLst>
                    <a:ext uri="{FF2B5EF4-FFF2-40B4-BE49-F238E27FC236}">
                      <a16:creationId xmlns:a16="http://schemas.microsoft.com/office/drawing/2014/main" id="{5CF0BCD7-2BC3-FD91-B9F6-A6BDE9BEC03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527060" y="4794607"/>
                  <a:ext cx="1792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Skupina 343">
            <a:extLst>
              <a:ext uri="{FF2B5EF4-FFF2-40B4-BE49-F238E27FC236}">
                <a16:creationId xmlns:a16="http://schemas.microsoft.com/office/drawing/2014/main" id="{853C69B0-566D-4448-319A-4E00F96836D3}"/>
              </a:ext>
            </a:extLst>
          </p:cNvPr>
          <p:cNvGrpSpPr/>
          <p:nvPr/>
        </p:nvGrpSpPr>
        <p:grpSpPr>
          <a:xfrm>
            <a:off x="3897500" y="4567087"/>
            <a:ext cx="2178000" cy="371520"/>
            <a:chOff x="3897500" y="4567087"/>
            <a:chExt cx="2178000" cy="3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332" name="Rukopis 331">
                  <a:extLst>
                    <a:ext uri="{FF2B5EF4-FFF2-40B4-BE49-F238E27FC236}">
                      <a16:creationId xmlns:a16="http://schemas.microsoft.com/office/drawing/2014/main" id="{9FED59E2-986D-5712-D4CE-6CFC6802C5E1}"/>
                    </a:ext>
                  </a:extLst>
                </p14:cNvPr>
                <p14:cNvContentPartPr/>
                <p14:nvPr/>
              </p14:nvContentPartPr>
              <p14:xfrm>
                <a:off x="3897500" y="4703887"/>
                <a:ext cx="234720" cy="173880"/>
              </p14:xfrm>
            </p:contentPart>
          </mc:Choice>
          <mc:Fallback>
            <p:pic>
              <p:nvPicPr>
                <p:cNvPr id="332" name="Rukopis 331">
                  <a:extLst>
                    <a:ext uri="{FF2B5EF4-FFF2-40B4-BE49-F238E27FC236}">
                      <a16:creationId xmlns:a16="http://schemas.microsoft.com/office/drawing/2014/main" id="{9FED59E2-986D-5712-D4CE-6CFC6802C5E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888500" y="4695247"/>
                  <a:ext cx="2523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333" name="Rukopis 332">
                  <a:extLst>
                    <a:ext uri="{FF2B5EF4-FFF2-40B4-BE49-F238E27FC236}">
                      <a16:creationId xmlns:a16="http://schemas.microsoft.com/office/drawing/2014/main" id="{0467B339-297B-6142-6AC5-39E2AB4BE542}"/>
                    </a:ext>
                  </a:extLst>
                </p14:cNvPr>
                <p14:cNvContentPartPr/>
                <p14:nvPr/>
              </p14:nvContentPartPr>
              <p14:xfrm>
                <a:off x="4176140" y="4567087"/>
                <a:ext cx="198720" cy="150480"/>
              </p14:xfrm>
            </p:contentPart>
          </mc:Choice>
          <mc:Fallback>
            <p:pic>
              <p:nvPicPr>
                <p:cNvPr id="333" name="Rukopis 332">
                  <a:extLst>
                    <a:ext uri="{FF2B5EF4-FFF2-40B4-BE49-F238E27FC236}">
                      <a16:creationId xmlns:a16="http://schemas.microsoft.com/office/drawing/2014/main" id="{0467B339-297B-6142-6AC5-39E2AB4BE54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167500" y="4558447"/>
                  <a:ext cx="216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334" name="Rukopis 333">
                  <a:extLst>
                    <a:ext uri="{FF2B5EF4-FFF2-40B4-BE49-F238E27FC236}">
                      <a16:creationId xmlns:a16="http://schemas.microsoft.com/office/drawing/2014/main" id="{99EC4FEA-082F-6A0F-DB27-E44A42A36290}"/>
                    </a:ext>
                  </a:extLst>
                </p14:cNvPr>
                <p14:cNvContentPartPr/>
                <p14:nvPr/>
              </p14:nvContentPartPr>
              <p14:xfrm>
                <a:off x="4489700" y="4784887"/>
                <a:ext cx="171000" cy="20520"/>
              </p14:xfrm>
            </p:contentPart>
          </mc:Choice>
          <mc:Fallback>
            <p:pic>
              <p:nvPicPr>
                <p:cNvPr id="334" name="Rukopis 333">
                  <a:extLst>
                    <a:ext uri="{FF2B5EF4-FFF2-40B4-BE49-F238E27FC236}">
                      <a16:creationId xmlns:a16="http://schemas.microsoft.com/office/drawing/2014/main" id="{99EC4FEA-082F-6A0F-DB27-E44A42A36290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481060" y="4775887"/>
                  <a:ext cx="188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335" name="Rukopis 334">
                  <a:extLst>
                    <a:ext uri="{FF2B5EF4-FFF2-40B4-BE49-F238E27FC236}">
                      <a16:creationId xmlns:a16="http://schemas.microsoft.com/office/drawing/2014/main" id="{F2A46375-7CD8-F1F6-8CEB-B93EC9462627}"/>
                    </a:ext>
                  </a:extLst>
                </p14:cNvPr>
                <p14:cNvContentPartPr/>
                <p14:nvPr/>
              </p14:nvContentPartPr>
              <p14:xfrm>
                <a:off x="4558820" y="4733047"/>
                <a:ext cx="37800" cy="118800"/>
              </p14:xfrm>
            </p:contentPart>
          </mc:Choice>
          <mc:Fallback>
            <p:pic>
              <p:nvPicPr>
                <p:cNvPr id="335" name="Rukopis 334">
                  <a:extLst>
                    <a:ext uri="{FF2B5EF4-FFF2-40B4-BE49-F238E27FC236}">
                      <a16:creationId xmlns:a16="http://schemas.microsoft.com/office/drawing/2014/main" id="{F2A46375-7CD8-F1F6-8CEB-B93EC9462627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549820" y="4724047"/>
                  <a:ext cx="55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336" name="Rukopis 335">
                  <a:extLst>
                    <a:ext uri="{FF2B5EF4-FFF2-40B4-BE49-F238E27FC236}">
                      <a16:creationId xmlns:a16="http://schemas.microsoft.com/office/drawing/2014/main" id="{E0A635B0-DBC8-C588-056A-10644EC809CB}"/>
                    </a:ext>
                  </a:extLst>
                </p14:cNvPr>
                <p14:cNvContentPartPr/>
                <p14:nvPr/>
              </p14:nvContentPartPr>
              <p14:xfrm>
                <a:off x="4806140" y="4631527"/>
                <a:ext cx="161640" cy="307080"/>
              </p14:xfrm>
            </p:contentPart>
          </mc:Choice>
          <mc:Fallback>
            <p:pic>
              <p:nvPicPr>
                <p:cNvPr id="336" name="Rukopis 335">
                  <a:extLst>
                    <a:ext uri="{FF2B5EF4-FFF2-40B4-BE49-F238E27FC236}">
                      <a16:creationId xmlns:a16="http://schemas.microsoft.com/office/drawing/2014/main" id="{E0A635B0-DBC8-C588-056A-10644EC809CB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797500" y="4622887"/>
                  <a:ext cx="1792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337" name="Rukopis 336">
                  <a:extLst>
                    <a:ext uri="{FF2B5EF4-FFF2-40B4-BE49-F238E27FC236}">
                      <a16:creationId xmlns:a16="http://schemas.microsoft.com/office/drawing/2014/main" id="{759A6239-96A8-F99F-3C75-E45812499EF2}"/>
                    </a:ext>
                  </a:extLst>
                </p14:cNvPr>
                <p14:cNvContentPartPr/>
                <p14:nvPr/>
              </p14:nvContentPartPr>
              <p14:xfrm>
                <a:off x="5037980" y="4740967"/>
                <a:ext cx="196200" cy="116640"/>
              </p14:xfrm>
            </p:contentPart>
          </mc:Choice>
          <mc:Fallback>
            <p:pic>
              <p:nvPicPr>
                <p:cNvPr id="337" name="Rukopis 336">
                  <a:extLst>
                    <a:ext uri="{FF2B5EF4-FFF2-40B4-BE49-F238E27FC236}">
                      <a16:creationId xmlns:a16="http://schemas.microsoft.com/office/drawing/2014/main" id="{759A6239-96A8-F99F-3C75-E45812499EF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028980" y="4731967"/>
                  <a:ext cx="213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338" name="Rukopis 337">
                  <a:extLst>
                    <a:ext uri="{FF2B5EF4-FFF2-40B4-BE49-F238E27FC236}">
                      <a16:creationId xmlns:a16="http://schemas.microsoft.com/office/drawing/2014/main" id="{99E966D3-8FC5-50EB-100D-B5994FBFA9AB}"/>
                    </a:ext>
                  </a:extLst>
                </p14:cNvPr>
                <p14:cNvContentPartPr/>
                <p14:nvPr/>
              </p14:nvContentPartPr>
              <p14:xfrm>
                <a:off x="5439020" y="4686247"/>
                <a:ext cx="19080" cy="145440"/>
              </p14:xfrm>
            </p:contentPart>
          </mc:Choice>
          <mc:Fallback>
            <p:pic>
              <p:nvPicPr>
                <p:cNvPr id="338" name="Rukopis 337">
                  <a:extLst>
                    <a:ext uri="{FF2B5EF4-FFF2-40B4-BE49-F238E27FC236}">
                      <a16:creationId xmlns:a16="http://schemas.microsoft.com/office/drawing/2014/main" id="{99E966D3-8FC5-50EB-100D-B5994FBFA9A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430380" y="4677607"/>
                  <a:ext cx="36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339" name="Rukopis 338">
                  <a:extLst>
                    <a:ext uri="{FF2B5EF4-FFF2-40B4-BE49-F238E27FC236}">
                      <a16:creationId xmlns:a16="http://schemas.microsoft.com/office/drawing/2014/main" id="{FBD7053B-5B31-6BF2-33E4-8AD328C75C76}"/>
                    </a:ext>
                  </a:extLst>
                </p14:cNvPr>
                <p14:cNvContentPartPr/>
                <p14:nvPr/>
              </p14:nvContentPartPr>
              <p14:xfrm>
                <a:off x="5404820" y="4760047"/>
                <a:ext cx="115560" cy="23040"/>
              </p14:xfrm>
            </p:contentPart>
          </mc:Choice>
          <mc:Fallback>
            <p:pic>
              <p:nvPicPr>
                <p:cNvPr id="339" name="Rukopis 338">
                  <a:extLst>
                    <a:ext uri="{FF2B5EF4-FFF2-40B4-BE49-F238E27FC236}">
                      <a16:creationId xmlns:a16="http://schemas.microsoft.com/office/drawing/2014/main" id="{FBD7053B-5B31-6BF2-33E4-8AD328C75C7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395820" y="4751407"/>
                  <a:ext cx="133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340" name="Rukopis 339">
                  <a:extLst>
                    <a:ext uri="{FF2B5EF4-FFF2-40B4-BE49-F238E27FC236}">
                      <a16:creationId xmlns:a16="http://schemas.microsoft.com/office/drawing/2014/main" id="{D9FAE497-F9ED-93F3-3EAD-5112A3DAB880}"/>
                    </a:ext>
                  </a:extLst>
                </p14:cNvPr>
                <p14:cNvContentPartPr/>
                <p14:nvPr/>
              </p14:nvContentPartPr>
              <p14:xfrm>
                <a:off x="5634860" y="4622527"/>
                <a:ext cx="130680" cy="213120"/>
              </p14:xfrm>
            </p:contentPart>
          </mc:Choice>
          <mc:Fallback>
            <p:pic>
              <p:nvPicPr>
                <p:cNvPr id="340" name="Rukopis 339">
                  <a:extLst>
                    <a:ext uri="{FF2B5EF4-FFF2-40B4-BE49-F238E27FC236}">
                      <a16:creationId xmlns:a16="http://schemas.microsoft.com/office/drawing/2014/main" id="{D9FAE497-F9ED-93F3-3EAD-5112A3DAB88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625860" y="4613887"/>
                  <a:ext cx="1483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341" name="Rukopis 340">
                  <a:extLst>
                    <a:ext uri="{FF2B5EF4-FFF2-40B4-BE49-F238E27FC236}">
                      <a16:creationId xmlns:a16="http://schemas.microsoft.com/office/drawing/2014/main" id="{F9BA4886-FB87-666D-4229-5567F0891567}"/>
                    </a:ext>
                  </a:extLst>
                </p14:cNvPr>
                <p14:cNvContentPartPr/>
                <p14:nvPr/>
              </p14:nvContentPartPr>
              <p14:xfrm>
                <a:off x="5893700" y="4733047"/>
                <a:ext cx="154440" cy="22320"/>
              </p14:xfrm>
            </p:contentPart>
          </mc:Choice>
          <mc:Fallback>
            <p:pic>
              <p:nvPicPr>
                <p:cNvPr id="341" name="Rukopis 340">
                  <a:extLst>
                    <a:ext uri="{FF2B5EF4-FFF2-40B4-BE49-F238E27FC236}">
                      <a16:creationId xmlns:a16="http://schemas.microsoft.com/office/drawing/2014/main" id="{F9BA4886-FB87-666D-4229-5567F089156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885060" y="4724047"/>
                  <a:ext cx="172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342" name="Rukopis 341">
                  <a:extLst>
                    <a:ext uri="{FF2B5EF4-FFF2-40B4-BE49-F238E27FC236}">
                      <a16:creationId xmlns:a16="http://schemas.microsoft.com/office/drawing/2014/main" id="{14FBEDD1-1251-3995-2924-BD35CB3E5FAE}"/>
                    </a:ext>
                  </a:extLst>
                </p14:cNvPr>
                <p14:cNvContentPartPr/>
                <p14:nvPr/>
              </p14:nvContentPartPr>
              <p14:xfrm>
                <a:off x="5916740" y="4789207"/>
                <a:ext cx="158760" cy="5400"/>
              </p14:xfrm>
            </p:contentPart>
          </mc:Choice>
          <mc:Fallback>
            <p:pic>
              <p:nvPicPr>
                <p:cNvPr id="342" name="Rukopis 341">
                  <a:extLst>
                    <a:ext uri="{FF2B5EF4-FFF2-40B4-BE49-F238E27FC236}">
                      <a16:creationId xmlns:a16="http://schemas.microsoft.com/office/drawing/2014/main" id="{14FBEDD1-1251-3995-2924-BD35CB3E5FA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908100" y="4780567"/>
                  <a:ext cx="17640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Skupina 351">
            <a:extLst>
              <a:ext uri="{FF2B5EF4-FFF2-40B4-BE49-F238E27FC236}">
                <a16:creationId xmlns:a16="http://schemas.microsoft.com/office/drawing/2014/main" id="{CA3F1E11-EAC2-1C15-FE2B-7419CD0A42FE}"/>
              </a:ext>
            </a:extLst>
          </p:cNvPr>
          <p:cNvGrpSpPr/>
          <p:nvPr/>
        </p:nvGrpSpPr>
        <p:grpSpPr>
          <a:xfrm>
            <a:off x="6299060" y="4448647"/>
            <a:ext cx="1264320" cy="398520"/>
            <a:chOff x="6299060" y="4448647"/>
            <a:chExt cx="126432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345" name="Rukopis 344">
                  <a:extLst>
                    <a:ext uri="{FF2B5EF4-FFF2-40B4-BE49-F238E27FC236}">
                      <a16:creationId xmlns:a16="http://schemas.microsoft.com/office/drawing/2014/main" id="{0806EF29-CEDF-110A-BD9C-5C9DF7856AC2}"/>
                    </a:ext>
                  </a:extLst>
                </p14:cNvPr>
                <p14:cNvContentPartPr/>
                <p14:nvPr/>
              </p14:nvContentPartPr>
              <p14:xfrm>
                <a:off x="6299060" y="4593727"/>
                <a:ext cx="106920" cy="252720"/>
              </p14:xfrm>
            </p:contentPart>
          </mc:Choice>
          <mc:Fallback>
            <p:pic>
              <p:nvPicPr>
                <p:cNvPr id="345" name="Rukopis 344">
                  <a:extLst>
                    <a:ext uri="{FF2B5EF4-FFF2-40B4-BE49-F238E27FC236}">
                      <a16:creationId xmlns:a16="http://schemas.microsoft.com/office/drawing/2014/main" id="{0806EF29-CEDF-110A-BD9C-5C9DF7856AC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290420" y="4585087"/>
                  <a:ext cx="1245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346" name="Rukopis 345">
                  <a:extLst>
                    <a:ext uri="{FF2B5EF4-FFF2-40B4-BE49-F238E27FC236}">
                      <a16:creationId xmlns:a16="http://schemas.microsoft.com/office/drawing/2014/main" id="{BAE65A34-1D2E-1DEF-48FE-FDD6BA82F648}"/>
                    </a:ext>
                  </a:extLst>
                </p14:cNvPr>
                <p14:cNvContentPartPr/>
                <p14:nvPr/>
              </p14:nvContentPartPr>
              <p14:xfrm>
                <a:off x="6481940" y="4675807"/>
                <a:ext cx="197640" cy="147240"/>
              </p14:xfrm>
            </p:contentPart>
          </mc:Choice>
          <mc:Fallback>
            <p:pic>
              <p:nvPicPr>
                <p:cNvPr id="346" name="Rukopis 345">
                  <a:extLst>
                    <a:ext uri="{FF2B5EF4-FFF2-40B4-BE49-F238E27FC236}">
                      <a16:creationId xmlns:a16="http://schemas.microsoft.com/office/drawing/2014/main" id="{BAE65A34-1D2E-1DEF-48FE-FDD6BA82F648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473300" y="4667167"/>
                  <a:ext cx="215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347" name="Rukopis 346">
                  <a:extLst>
                    <a:ext uri="{FF2B5EF4-FFF2-40B4-BE49-F238E27FC236}">
                      <a16:creationId xmlns:a16="http://schemas.microsoft.com/office/drawing/2014/main" id="{7C33D336-446F-7CD8-DDD4-1E3BE6B921AA}"/>
                    </a:ext>
                  </a:extLst>
                </p14:cNvPr>
                <p14:cNvContentPartPr/>
                <p14:nvPr/>
              </p14:nvContentPartPr>
              <p14:xfrm>
                <a:off x="6844460" y="4679767"/>
                <a:ext cx="14760" cy="105120"/>
              </p14:xfrm>
            </p:contentPart>
          </mc:Choice>
          <mc:Fallback>
            <p:pic>
              <p:nvPicPr>
                <p:cNvPr id="347" name="Rukopis 346">
                  <a:extLst>
                    <a:ext uri="{FF2B5EF4-FFF2-40B4-BE49-F238E27FC236}">
                      <a16:creationId xmlns:a16="http://schemas.microsoft.com/office/drawing/2014/main" id="{7C33D336-446F-7CD8-DDD4-1E3BE6B921A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835820" y="4671127"/>
                  <a:ext cx="32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48" name="Rukopis 347">
                  <a:extLst>
                    <a:ext uri="{FF2B5EF4-FFF2-40B4-BE49-F238E27FC236}">
                      <a16:creationId xmlns:a16="http://schemas.microsoft.com/office/drawing/2014/main" id="{C75EE26D-6A82-470D-5992-4CAF4BCCBF51}"/>
                    </a:ext>
                  </a:extLst>
                </p14:cNvPr>
                <p14:cNvContentPartPr/>
                <p14:nvPr/>
              </p14:nvContentPartPr>
              <p14:xfrm>
                <a:off x="6798740" y="4727647"/>
                <a:ext cx="114120" cy="21600"/>
              </p14:xfrm>
            </p:contentPart>
          </mc:Choice>
          <mc:Fallback>
            <p:pic>
              <p:nvPicPr>
                <p:cNvPr id="348" name="Rukopis 347">
                  <a:extLst>
                    <a:ext uri="{FF2B5EF4-FFF2-40B4-BE49-F238E27FC236}">
                      <a16:creationId xmlns:a16="http://schemas.microsoft.com/office/drawing/2014/main" id="{C75EE26D-6A82-470D-5992-4CAF4BCCBF5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789740" y="4719007"/>
                  <a:ext cx="131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349" name="Rukopis 348">
                  <a:extLst>
                    <a:ext uri="{FF2B5EF4-FFF2-40B4-BE49-F238E27FC236}">
                      <a16:creationId xmlns:a16="http://schemas.microsoft.com/office/drawing/2014/main" id="{583EF1C5-8984-5D20-AAB7-5E46DE92405D}"/>
                    </a:ext>
                  </a:extLst>
                </p14:cNvPr>
                <p14:cNvContentPartPr/>
                <p14:nvPr/>
              </p14:nvContentPartPr>
              <p14:xfrm>
                <a:off x="6988460" y="4628287"/>
                <a:ext cx="155520" cy="168120"/>
              </p14:xfrm>
            </p:contentPart>
          </mc:Choice>
          <mc:Fallback>
            <p:pic>
              <p:nvPicPr>
                <p:cNvPr id="349" name="Rukopis 348">
                  <a:extLst>
                    <a:ext uri="{FF2B5EF4-FFF2-40B4-BE49-F238E27FC236}">
                      <a16:creationId xmlns:a16="http://schemas.microsoft.com/office/drawing/2014/main" id="{583EF1C5-8984-5D20-AAB7-5E46DE92405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979820" y="4619287"/>
                  <a:ext cx="173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350" name="Rukopis 349">
                  <a:extLst>
                    <a:ext uri="{FF2B5EF4-FFF2-40B4-BE49-F238E27FC236}">
                      <a16:creationId xmlns:a16="http://schemas.microsoft.com/office/drawing/2014/main" id="{1D414863-144E-23D7-0652-E917D0C530B7}"/>
                    </a:ext>
                  </a:extLst>
                </p14:cNvPr>
                <p14:cNvContentPartPr/>
                <p14:nvPr/>
              </p14:nvContentPartPr>
              <p14:xfrm>
                <a:off x="7221020" y="4577527"/>
                <a:ext cx="70560" cy="269640"/>
              </p14:xfrm>
            </p:contentPart>
          </mc:Choice>
          <mc:Fallback>
            <p:pic>
              <p:nvPicPr>
                <p:cNvPr id="350" name="Rukopis 349">
                  <a:extLst>
                    <a:ext uri="{FF2B5EF4-FFF2-40B4-BE49-F238E27FC236}">
                      <a16:creationId xmlns:a16="http://schemas.microsoft.com/office/drawing/2014/main" id="{1D414863-144E-23D7-0652-E917D0C530B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212020" y="4568887"/>
                  <a:ext cx="882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351" name="Rukopis 350">
                  <a:extLst>
                    <a:ext uri="{FF2B5EF4-FFF2-40B4-BE49-F238E27FC236}">
                      <a16:creationId xmlns:a16="http://schemas.microsoft.com/office/drawing/2014/main" id="{0F177E9A-A6E0-18CA-6173-E23975D479DB}"/>
                    </a:ext>
                  </a:extLst>
                </p14:cNvPr>
                <p14:cNvContentPartPr/>
                <p14:nvPr/>
              </p14:nvContentPartPr>
              <p14:xfrm>
                <a:off x="7325060" y="4448647"/>
                <a:ext cx="238320" cy="126360"/>
              </p14:xfrm>
            </p:contentPart>
          </mc:Choice>
          <mc:Fallback>
            <p:pic>
              <p:nvPicPr>
                <p:cNvPr id="351" name="Rukopis 350">
                  <a:extLst>
                    <a:ext uri="{FF2B5EF4-FFF2-40B4-BE49-F238E27FC236}">
                      <a16:creationId xmlns:a16="http://schemas.microsoft.com/office/drawing/2014/main" id="{0F177E9A-A6E0-18CA-6173-E23975D479D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316420" y="4439647"/>
                  <a:ext cx="25596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353" name="Rukopis 352">
                <a:extLst>
                  <a:ext uri="{FF2B5EF4-FFF2-40B4-BE49-F238E27FC236}">
                    <a16:creationId xmlns:a16="http://schemas.microsoft.com/office/drawing/2014/main" id="{B1527EB9-EDCD-7C7B-8D8A-901332F1F7F3}"/>
                  </a:ext>
                </a:extLst>
              </p14:cNvPr>
              <p14:cNvContentPartPr/>
              <p14:nvPr/>
            </p14:nvContentPartPr>
            <p14:xfrm>
              <a:off x="6309500" y="4659247"/>
              <a:ext cx="1273320" cy="93600"/>
            </p14:xfrm>
          </p:contentPart>
        </mc:Choice>
        <mc:Fallback>
          <p:pic>
            <p:nvPicPr>
              <p:cNvPr id="353" name="Rukopis 352">
                <a:extLst>
                  <a:ext uri="{FF2B5EF4-FFF2-40B4-BE49-F238E27FC236}">
                    <a16:creationId xmlns:a16="http://schemas.microsoft.com/office/drawing/2014/main" id="{B1527EB9-EDCD-7C7B-8D8A-901332F1F7F3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6255500" y="4551247"/>
                <a:ext cx="138096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354" name="Rukopis 353">
                <a:extLst>
                  <a:ext uri="{FF2B5EF4-FFF2-40B4-BE49-F238E27FC236}">
                    <a16:creationId xmlns:a16="http://schemas.microsoft.com/office/drawing/2014/main" id="{84655E14-12DB-98B6-5153-16C06F180380}"/>
                  </a:ext>
                </a:extLst>
              </p14:cNvPr>
              <p14:cNvContentPartPr/>
              <p14:nvPr/>
            </p14:nvContentPartPr>
            <p14:xfrm>
              <a:off x="8330540" y="2866087"/>
              <a:ext cx="588960" cy="35280"/>
            </p14:xfrm>
          </p:contentPart>
        </mc:Choice>
        <mc:Fallback>
          <p:pic>
            <p:nvPicPr>
              <p:cNvPr id="354" name="Rukopis 353">
                <a:extLst>
                  <a:ext uri="{FF2B5EF4-FFF2-40B4-BE49-F238E27FC236}">
                    <a16:creationId xmlns:a16="http://schemas.microsoft.com/office/drawing/2014/main" id="{84655E14-12DB-98B6-5153-16C06F180380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8276900" y="2758087"/>
                <a:ext cx="696600" cy="25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6662202"/>
      </p:ext>
    </p:extLst>
  </p:cSld>
  <p:clrMapOvr>
    <a:masterClrMapping/>
  </p:clrMapOvr>
</p:sld>
</file>

<file path=ppt/theme/theme1.xml><?xml version="1.0" encoding="utf-8"?>
<a:theme xmlns:a="http://schemas.openxmlformats.org/drawingml/2006/main" name="Vrstvy">
  <a:themeElements>
    <a:clrScheme name="Vrstvy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Vrstvy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rstvy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2103</TotalTime>
  <Words>23</Words>
  <Application>Microsoft Office PowerPoint</Application>
  <PresentationFormat>Předvádění na obrazovce (4:3)</PresentationFormat>
  <Paragraphs>16</Paragraphs>
  <Slides>9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Vrstvy</vt:lpstr>
      <vt:lpstr>Diskrétní struktury</vt:lpstr>
      <vt:lpstr>Zobrazení</vt:lpstr>
      <vt:lpstr>Prezentace aplikace PowerPoint</vt:lpstr>
      <vt:lpstr>Zobrazení</vt:lpstr>
      <vt:lpstr>Prezentace aplikace PowerPoint</vt:lpstr>
      <vt:lpstr>Zobrazení</vt:lpstr>
      <vt:lpstr>Prezentace aplikace PowerPoint</vt:lpstr>
      <vt:lpstr>Matematická indukce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Databázové systémy</dc:title>
  <dc:creator>doc. Ing. Zbyněk Bureš, Ph.D.</dc:creator>
  <cp:lastModifiedBy>Lenka Kuklišová</cp:lastModifiedBy>
  <cp:revision>361</cp:revision>
  <dcterms:created xsi:type="dcterms:W3CDTF">2009-09-01T07:13:17Z</dcterms:created>
  <dcterms:modified xsi:type="dcterms:W3CDTF">2022-11-05T09:51:14Z</dcterms:modified>
</cp:coreProperties>
</file>