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2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notesSlides/notesSlide3.xml" ContentType="application/vnd.openxmlformats-officedocument.presentationml.notesSlide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notesSlides/notesSlide4.xml" ContentType="application/vnd.openxmlformats-officedocument.presentationml.notesSlide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7"/>
  </p:notesMasterIdLst>
  <p:handoutMasterIdLst>
    <p:handoutMasterId r:id="rId8"/>
  </p:handoutMasterIdLst>
  <p:sldIdLst>
    <p:sldId id="256" r:id="rId2"/>
    <p:sldId id="263" r:id="rId3"/>
    <p:sldId id="262" r:id="rId4"/>
    <p:sldId id="260" r:id="rId5"/>
    <p:sldId id="261" r:id="rId6"/>
  </p:sldIdLst>
  <p:sldSz cx="9144000" cy="6858000" type="screen4x3"/>
  <p:notesSz cx="6858000" cy="9144000"/>
  <p:defaultTextStyle>
    <a:defPPr>
      <a:defRPr lang="cs-CZ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54EB56-3B1A-4ADE-ABBF-3546E2DA644E}" v="21" dt="2022-11-30T20:46:27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25" d="100"/>
          <a:sy n="125" d="100"/>
        </p:scale>
        <p:origin x="111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23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nka Kuklišová" userId="0399e331-5c69-4ab0-8875-f968d945d391" providerId="ADAL" clId="{A954EB56-3B1A-4ADE-ABBF-3546E2DA644E}"/>
    <pc:docChg chg="undo custSel addSld delSld modSld sldOrd">
      <pc:chgData name="Lenka Kuklišová" userId="0399e331-5c69-4ab0-8875-f968d945d391" providerId="ADAL" clId="{A954EB56-3B1A-4ADE-ABBF-3546E2DA644E}" dt="2022-11-30T20:46:27.927" v="126"/>
      <pc:docMkLst>
        <pc:docMk/>
      </pc:docMkLst>
      <pc:sldChg chg="del">
        <pc:chgData name="Lenka Kuklišová" userId="0399e331-5c69-4ab0-8875-f968d945d391" providerId="ADAL" clId="{A954EB56-3B1A-4ADE-ABBF-3546E2DA644E}" dt="2022-11-30T20:34:32.438" v="1" actId="47"/>
        <pc:sldMkLst>
          <pc:docMk/>
          <pc:sldMk cId="0" sldId="259"/>
        </pc:sldMkLst>
      </pc:sldChg>
      <pc:sldChg chg="addSp delSp modSp mod">
        <pc:chgData name="Lenka Kuklišová" userId="0399e331-5c69-4ab0-8875-f968d945d391" providerId="ADAL" clId="{A954EB56-3B1A-4ADE-ABBF-3546E2DA644E}" dt="2022-11-30T20:44:40.867" v="109"/>
        <pc:sldMkLst>
          <pc:docMk/>
          <pc:sldMk cId="0" sldId="260"/>
        </pc:sldMkLst>
        <pc:spChg chg="del">
          <ac:chgData name="Lenka Kuklišová" userId="0399e331-5c69-4ab0-8875-f968d945d391" providerId="ADAL" clId="{A954EB56-3B1A-4ADE-ABBF-3546E2DA644E}" dt="2022-11-30T20:44:06.167" v="89" actId="478"/>
          <ac:spMkLst>
            <pc:docMk/>
            <pc:sldMk cId="0" sldId="260"/>
            <ac:spMk id="9" creationId="{E04978A8-019A-DA71-BEFD-1FE873248E98}"/>
          </ac:spMkLst>
        </pc:spChg>
        <pc:grpChg chg="del mod">
          <ac:chgData name="Lenka Kuklišová" userId="0399e331-5c69-4ab0-8875-f968d945d391" providerId="ADAL" clId="{A954EB56-3B1A-4ADE-ABBF-3546E2DA644E}" dt="2022-11-30T20:44:03.679" v="88" actId="478"/>
          <ac:grpSpMkLst>
            <pc:docMk/>
            <pc:sldMk cId="0" sldId="260"/>
            <ac:grpSpMk id="4" creationId="{97ED49F1-F902-5225-8DFA-40F62ABE5E5D}"/>
          </ac:grpSpMkLst>
        </pc:grpChg>
        <pc:grpChg chg="mod">
          <ac:chgData name="Lenka Kuklišová" userId="0399e331-5c69-4ab0-8875-f968d945d391" providerId="ADAL" clId="{A954EB56-3B1A-4ADE-ABBF-3546E2DA644E}" dt="2022-11-30T20:44:16.813" v="92"/>
          <ac:grpSpMkLst>
            <pc:docMk/>
            <pc:sldMk cId="0" sldId="260"/>
            <ac:grpSpMk id="10" creationId="{8DAE0AB7-0FF2-D9AC-A04C-E613AA6C1772}"/>
          </ac:grpSpMkLst>
        </pc:grpChg>
        <pc:grpChg chg="mod">
          <ac:chgData name="Lenka Kuklišová" userId="0399e331-5c69-4ab0-8875-f968d945d391" providerId="ADAL" clId="{A954EB56-3B1A-4ADE-ABBF-3546E2DA644E}" dt="2022-11-30T20:44:21.439" v="95"/>
          <ac:grpSpMkLst>
            <pc:docMk/>
            <pc:sldMk cId="0" sldId="260"/>
            <ac:grpSpMk id="13" creationId="{D7613C5F-3BB1-6BF4-8E22-E40858FAC0F0}"/>
          </ac:grpSpMkLst>
        </pc:grpChg>
        <pc:grpChg chg="mod">
          <ac:chgData name="Lenka Kuklišová" userId="0399e331-5c69-4ab0-8875-f968d945d391" providerId="ADAL" clId="{A954EB56-3B1A-4ADE-ABBF-3546E2DA644E}" dt="2022-11-30T20:44:29.997" v="98"/>
          <ac:grpSpMkLst>
            <pc:docMk/>
            <pc:sldMk cId="0" sldId="260"/>
            <ac:grpSpMk id="16" creationId="{43C02FE9-D9C7-3984-CD80-3D253DCE4717}"/>
          </ac:grpSpMkLst>
        </pc:grpChg>
        <pc:grpChg chg="mod">
          <ac:chgData name="Lenka Kuklišová" userId="0399e331-5c69-4ab0-8875-f968d945d391" providerId="ADAL" clId="{A954EB56-3B1A-4ADE-ABBF-3546E2DA644E}" dt="2022-11-30T20:44:40.867" v="109"/>
          <ac:grpSpMkLst>
            <pc:docMk/>
            <pc:sldMk cId="0" sldId="260"/>
            <ac:grpSpMk id="27" creationId="{5872BB6A-2CE7-DA2B-2C80-602C2FD8B31F}"/>
          </ac:grpSpMkLst>
        </pc:grpChg>
        <pc:picChg chg="add mod">
          <ac:chgData name="Lenka Kuklišová" userId="0399e331-5c69-4ab0-8875-f968d945d391" providerId="ADAL" clId="{A954EB56-3B1A-4ADE-ABBF-3546E2DA644E}" dt="2022-11-30T20:44:00.645" v="87" actId="1076"/>
          <ac:picMkLst>
            <pc:docMk/>
            <pc:sldMk cId="0" sldId="260"/>
            <ac:picMk id="6" creationId="{867A3D8B-8E74-B99F-0C39-9B6A466A92EE}"/>
          </ac:picMkLst>
        </pc:picChg>
        <pc:picChg chg="mod">
          <ac:chgData name="Lenka Kuklišová" userId="0399e331-5c69-4ab0-8875-f968d945d391" providerId="ADAL" clId="{A954EB56-3B1A-4ADE-ABBF-3546E2DA644E}" dt="2022-11-30T20:43:54.621" v="86" actId="1076"/>
          <ac:picMkLst>
            <pc:docMk/>
            <pc:sldMk cId="0" sldId="260"/>
            <ac:picMk id="5124" creationId="{20D3F33D-F014-0AEA-AAD8-3EFCD0AE6911}"/>
          </ac:picMkLst>
        </pc:picChg>
        <pc:inkChg chg="add mod">
          <ac:chgData name="Lenka Kuklišová" userId="0399e331-5c69-4ab0-8875-f968d945d391" providerId="ADAL" clId="{A954EB56-3B1A-4ADE-ABBF-3546E2DA644E}" dt="2022-11-30T20:40:10.347" v="44"/>
          <ac:inkMkLst>
            <pc:docMk/>
            <pc:sldMk cId="0" sldId="260"/>
            <ac:inkMk id="2" creationId="{DE4BC7A6-BCDE-2405-3D8C-99FA15056673}"/>
          </ac:inkMkLst>
        </pc:inkChg>
        <pc:inkChg chg="add mod">
          <ac:chgData name="Lenka Kuklišová" userId="0399e331-5c69-4ab0-8875-f968d945d391" providerId="ADAL" clId="{A954EB56-3B1A-4ADE-ABBF-3546E2DA644E}" dt="2022-11-30T20:40:10.347" v="44"/>
          <ac:inkMkLst>
            <pc:docMk/>
            <pc:sldMk cId="0" sldId="260"/>
            <ac:inkMk id="3" creationId="{125F9191-DC81-CE09-3C38-027DEECCBF66}"/>
          </ac:inkMkLst>
        </pc:inkChg>
        <pc:inkChg chg="add mod">
          <ac:chgData name="Lenka Kuklišová" userId="0399e331-5c69-4ab0-8875-f968d945d391" providerId="ADAL" clId="{A954EB56-3B1A-4ADE-ABBF-3546E2DA644E}" dt="2022-11-30T20:44:16.813" v="92"/>
          <ac:inkMkLst>
            <pc:docMk/>
            <pc:sldMk cId="0" sldId="260"/>
            <ac:inkMk id="7" creationId="{870E7576-D1D9-8918-40C7-6ED5A0C2B874}"/>
          </ac:inkMkLst>
        </pc:inkChg>
        <pc:inkChg chg="add mod">
          <ac:chgData name="Lenka Kuklišová" userId="0399e331-5c69-4ab0-8875-f968d945d391" providerId="ADAL" clId="{A954EB56-3B1A-4ADE-ABBF-3546E2DA644E}" dt="2022-11-30T20:44:16.813" v="92"/>
          <ac:inkMkLst>
            <pc:docMk/>
            <pc:sldMk cId="0" sldId="260"/>
            <ac:inkMk id="8" creationId="{BF993C56-20D4-9324-0580-269E9CC4B312}"/>
          </ac:inkMkLst>
        </pc:inkChg>
        <pc:inkChg chg="add mod">
          <ac:chgData name="Lenka Kuklišová" userId="0399e331-5c69-4ab0-8875-f968d945d391" providerId="ADAL" clId="{A954EB56-3B1A-4ADE-ABBF-3546E2DA644E}" dt="2022-11-30T20:44:21.439" v="95"/>
          <ac:inkMkLst>
            <pc:docMk/>
            <pc:sldMk cId="0" sldId="260"/>
            <ac:inkMk id="11" creationId="{489E43C1-C289-E738-0FAC-74F1454304F2}"/>
          </ac:inkMkLst>
        </pc:inkChg>
        <pc:inkChg chg="add mod">
          <ac:chgData name="Lenka Kuklišová" userId="0399e331-5c69-4ab0-8875-f968d945d391" providerId="ADAL" clId="{A954EB56-3B1A-4ADE-ABBF-3546E2DA644E}" dt="2022-11-30T20:44:21.439" v="95"/>
          <ac:inkMkLst>
            <pc:docMk/>
            <pc:sldMk cId="0" sldId="260"/>
            <ac:inkMk id="12" creationId="{3869CAF2-9427-45F3-A8A4-78104E4A8F4B}"/>
          </ac:inkMkLst>
        </pc:inkChg>
        <pc:inkChg chg="add mod">
          <ac:chgData name="Lenka Kuklišová" userId="0399e331-5c69-4ab0-8875-f968d945d391" providerId="ADAL" clId="{A954EB56-3B1A-4ADE-ABBF-3546E2DA644E}" dt="2022-11-30T20:44:29.997" v="98"/>
          <ac:inkMkLst>
            <pc:docMk/>
            <pc:sldMk cId="0" sldId="260"/>
            <ac:inkMk id="14" creationId="{110DB2A2-E2CE-64D3-7C6A-AFC7495B2293}"/>
          </ac:inkMkLst>
        </pc:inkChg>
        <pc:inkChg chg="add mod">
          <ac:chgData name="Lenka Kuklišová" userId="0399e331-5c69-4ab0-8875-f968d945d391" providerId="ADAL" clId="{A954EB56-3B1A-4ADE-ABBF-3546E2DA644E}" dt="2022-11-30T20:44:29.997" v="98"/>
          <ac:inkMkLst>
            <pc:docMk/>
            <pc:sldMk cId="0" sldId="260"/>
            <ac:inkMk id="15" creationId="{1035F9EC-038D-CDA3-8511-FF5E86940AA1}"/>
          </ac:inkMkLst>
        </pc:inkChg>
        <pc:inkChg chg="add mod">
          <ac:chgData name="Lenka Kuklišová" userId="0399e331-5c69-4ab0-8875-f968d945d391" providerId="ADAL" clId="{A954EB56-3B1A-4ADE-ABBF-3546E2DA644E}" dt="2022-11-30T20:44:40.867" v="109"/>
          <ac:inkMkLst>
            <pc:docMk/>
            <pc:sldMk cId="0" sldId="260"/>
            <ac:inkMk id="17" creationId="{6EB8F04F-C742-6BD8-FB54-86A1434E3C9C}"/>
          </ac:inkMkLst>
        </pc:inkChg>
        <pc:inkChg chg="add mod">
          <ac:chgData name="Lenka Kuklišová" userId="0399e331-5c69-4ab0-8875-f968d945d391" providerId="ADAL" clId="{A954EB56-3B1A-4ADE-ABBF-3546E2DA644E}" dt="2022-11-30T20:44:40.867" v="109"/>
          <ac:inkMkLst>
            <pc:docMk/>
            <pc:sldMk cId="0" sldId="260"/>
            <ac:inkMk id="18" creationId="{D3B72507-3E10-C9F1-402A-B60CF1BDA120}"/>
          </ac:inkMkLst>
        </pc:inkChg>
        <pc:inkChg chg="add mod">
          <ac:chgData name="Lenka Kuklišová" userId="0399e331-5c69-4ab0-8875-f968d945d391" providerId="ADAL" clId="{A954EB56-3B1A-4ADE-ABBF-3546E2DA644E}" dt="2022-11-30T20:44:40.867" v="109"/>
          <ac:inkMkLst>
            <pc:docMk/>
            <pc:sldMk cId="0" sldId="260"/>
            <ac:inkMk id="19" creationId="{F0F9469E-2D7E-5892-2C7F-FEE24E1F331E}"/>
          </ac:inkMkLst>
        </pc:inkChg>
        <pc:inkChg chg="add mod">
          <ac:chgData name="Lenka Kuklišová" userId="0399e331-5c69-4ab0-8875-f968d945d391" providerId="ADAL" clId="{A954EB56-3B1A-4ADE-ABBF-3546E2DA644E}" dt="2022-11-30T20:44:40.867" v="109"/>
          <ac:inkMkLst>
            <pc:docMk/>
            <pc:sldMk cId="0" sldId="260"/>
            <ac:inkMk id="20" creationId="{BDE75B28-08D3-DA84-CC74-4618F0AD3421}"/>
          </ac:inkMkLst>
        </pc:inkChg>
        <pc:inkChg chg="add mod">
          <ac:chgData name="Lenka Kuklišová" userId="0399e331-5c69-4ab0-8875-f968d945d391" providerId="ADAL" clId="{A954EB56-3B1A-4ADE-ABBF-3546E2DA644E}" dt="2022-11-30T20:44:40.867" v="109"/>
          <ac:inkMkLst>
            <pc:docMk/>
            <pc:sldMk cId="0" sldId="260"/>
            <ac:inkMk id="21" creationId="{1D881E0B-B015-B187-DB28-CA2C93021752}"/>
          </ac:inkMkLst>
        </pc:inkChg>
        <pc:inkChg chg="add mod">
          <ac:chgData name="Lenka Kuklišová" userId="0399e331-5c69-4ab0-8875-f968d945d391" providerId="ADAL" clId="{A954EB56-3B1A-4ADE-ABBF-3546E2DA644E}" dt="2022-11-30T20:44:40.867" v="109"/>
          <ac:inkMkLst>
            <pc:docMk/>
            <pc:sldMk cId="0" sldId="260"/>
            <ac:inkMk id="22" creationId="{F9013FCE-D7EB-5A38-0D66-0AD2841D1B85}"/>
          </ac:inkMkLst>
        </pc:inkChg>
        <pc:inkChg chg="add mod">
          <ac:chgData name="Lenka Kuklišová" userId="0399e331-5c69-4ab0-8875-f968d945d391" providerId="ADAL" clId="{A954EB56-3B1A-4ADE-ABBF-3546E2DA644E}" dt="2022-11-30T20:44:40.867" v="109"/>
          <ac:inkMkLst>
            <pc:docMk/>
            <pc:sldMk cId="0" sldId="260"/>
            <ac:inkMk id="23" creationId="{46A7A5CC-698D-2213-7785-0136FEA9E7C5}"/>
          </ac:inkMkLst>
        </pc:inkChg>
        <pc:inkChg chg="add mod">
          <ac:chgData name="Lenka Kuklišová" userId="0399e331-5c69-4ab0-8875-f968d945d391" providerId="ADAL" clId="{A954EB56-3B1A-4ADE-ABBF-3546E2DA644E}" dt="2022-11-30T20:44:40.867" v="109"/>
          <ac:inkMkLst>
            <pc:docMk/>
            <pc:sldMk cId="0" sldId="260"/>
            <ac:inkMk id="24" creationId="{3FA84B6F-D867-57BE-715F-7051A2C5A5A2}"/>
          </ac:inkMkLst>
        </pc:inkChg>
        <pc:inkChg chg="add mod">
          <ac:chgData name="Lenka Kuklišová" userId="0399e331-5c69-4ab0-8875-f968d945d391" providerId="ADAL" clId="{A954EB56-3B1A-4ADE-ABBF-3546E2DA644E}" dt="2022-11-30T20:44:40.867" v="109"/>
          <ac:inkMkLst>
            <pc:docMk/>
            <pc:sldMk cId="0" sldId="260"/>
            <ac:inkMk id="25" creationId="{28981D35-6CE8-8045-A716-F718304DB4BA}"/>
          </ac:inkMkLst>
        </pc:inkChg>
        <pc:inkChg chg="add mod">
          <ac:chgData name="Lenka Kuklišová" userId="0399e331-5c69-4ab0-8875-f968d945d391" providerId="ADAL" clId="{A954EB56-3B1A-4ADE-ABBF-3546E2DA644E}" dt="2022-11-30T20:44:40.867" v="109"/>
          <ac:inkMkLst>
            <pc:docMk/>
            <pc:sldMk cId="0" sldId="260"/>
            <ac:inkMk id="26" creationId="{3DA6F95D-8FEA-AD2F-2455-13D9F0FD8BF1}"/>
          </ac:inkMkLst>
        </pc:inkChg>
      </pc:sldChg>
      <pc:sldChg chg="addSp modSp mod">
        <pc:chgData name="Lenka Kuklišová" userId="0399e331-5c69-4ab0-8875-f968d945d391" providerId="ADAL" clId="{A954EB56-3B1A-4ADE-ABBF-3546E2DA644E}" dt="2022-11-30T20:46:27.927" v="126"/>
        <pc:sldMkLst>
          <pc:docMk/>
          <pc:sldMk cId="0" sldId="261"/>
        </pc:sldMkLst>
        <pc:grpChg chg="mod">
          <ac:chgData name="Lenka Kuklišová" userId="0399e331-5c69-4ab0-8875-f968d945d391" providerId="ADAL" clId="{A954EB56-3B1A-4ADE-ABBF-3546E2DA644E}" dt="2022-11-30T20:40:15.331" v="48"/>
          <ac:grpSpMkLst>
            <pc:docMk/>
            <pc:sldMk cId="0" sldId="261"/>
            <ac:grpSpMk id="5" creationId="{F5090507-EAC4-255E-9F60-54661A737061}"/>
          </ac:grpSpMkLst>
        </pc:grpChg>
        <pc:grpChg chg="mod">
          <ac:chgData name="Lenka Kuklišová" userId="0399e331-5c69-4ab0-8875-f968d945d391" providerId="ADAL" clId="{A954EB56-3B1A-4ADE-ABBF-3546E2DA644E}" dt="2022-11-30T20:46:10.085" v="115"/>
          <ac:grpSpMkLst>
            <pc:docMk/>
            <pc:sldMk cId="0" sldId="261"/>
            <ac:grpSpMk id="11" creationId="{E79C8B35-E7A9-4D79-6C70-FE420E3D73A0}"/>
          </ac:grpSpMkLst>
        </pc:grpChg>
        <pc:grpChg chg="mod">
          <ac:chgData name="Lenka Kuklišová" userId="0399e331-5c69-4ab0-8875-f968d945d391" providerId="ADAL" clId="{A954EB56-3B1A-4ADE-ABBF-3546E2DA644E}" dt="2022-11-30T20:46:27.927" v="126"/>
          <ac:grpSpMkLst>
            <pc:docMk/>
            <pc:sldMk cId="0" sldId="261"/>
            <ac:grpSpMk id="22" creationId="{6D347605-9000-B144-CEB0-D46E9A0CE51F}"/>
          </ac:grpSpMkLst>
        </pc:grpChg>
        <pc:picChg chg="add mod">
          <ac:chgData name="Lenka Kuklišová" userId="0399e331-5c69-4ab0-8875-f968d945d391" providerId="ADAL" clId="{A954EB56-3B1A-4ADE-ABBF-3546E2DA644E}" dt="2022-11-30T20:45:59.325" v="112" actId="14100"/>
          <ac:picMkLst>
            <pc:docMk/>
            <pc:sldMk cId="0" sldId="261"/>
            <ac:picMk id="7" creationId="{9ABB8670-102B-8F5C-0BC1-66ADDED89237}"/>
          </ac:picMkLst>
        </pc:picChg>
        <pc:inkChg chg="add mod">
          <ac:chgData name="Lenka Kuklišová" userId="0399e331-5c69-4ab0-8875-f968d945d391" providerId="ADAL" clId="{A954EB56-3B1A-4ADE-ABBF-3546E2DA644E}" dt="2022-11-30T20:40:15.331" v="48"/>
          <ac:inkMkLst>
            <pc:docMk/>
            <pc:sldMk cId="0" sldId="261"/>
            <ac:inkMk id="2" creationId="{2695E16E-610F-EAA3-8478-A22BDCE68E5D}"/>
          </ac:inkMkLst>
        </pc:inkChg>
        <pc:inkChg chg="add mod">
          <ac:chgData name="Lenka Kuklišová" userId="0399e331-5c69-4ab0-8875-f968d945d391" providerId="ADAL" clId="{A954EB56-3B1A-4ADE-ABBF-3546E2DA644E}" dt="2022-11-30T20:40:15.331" v="48"/>
          <ac:inkMkLst>
            <pc:docMk/>
            <pc:sldMk cId="0" sldId="261"/>
            <ac:inkMk id="3" creationId="{FC17D4CF-421A-8E03-896C-07CE1CE10ADF}"/>
          </ac:inkMkLst>
        </pc:inkChg>
        <pc:inkChg chg="add mod">
          <ac:chgData name="Lenka Kuklišová" userId="0399e331-5c69-4ab0-8875-f968d945d391" providerId="ADAL" clId="{A954EB56-3B1A-4ADE-ABBF-3546E2DA644E}" dt="2022-11-30T20:40:15.331" v="48"/>
          <ac:inkMkLst>
            <pc:docMk/>
            <pc:sldMk cId="0" sldId="261"/>
            <ac:inkMk id="4" creationId="{EB135C6F-28BB-A94B-DBA8-8B8C64C08BD3}"/>
          </ac:inkMkLst>
        </pc:inkChg>
        <pc:inkChg chg="add mod">
          <ac:chgData name="Lenka Kuklišová" userId="0399e331-5c69-4ab0-8875-f968d945d391" providerId="ADAL" clId="{A954EB56-3B1A-4ADE-ABBF-3546E2DA644E}" dt="2022-11-30T20:46:10.085" v="115"/>
          <ac:inkMkLst>
            <pc:docMk/>
            <pc:sldMk cId="0" sldId="261"/>
            <ac:inkMk id="8" creationId="{0C566760-D409-51BF-0612-8F09FD96D4F8}"/>
          </ac:inkMkLst>
        </pc:inkChg>
        <pc:inkChg chg="add mod">
          <ac:chgData name="Lenka Kuklišová" userId="0399e331-5c69-4ab0-8875-f968d945d391" providerId="ADAL" clId="{A954EB56-3B1A-4ADE-ABBF-3546E2DA644E}" dt="2022-11-30T20:46:10.085" v="115"/>
          <ac:inkMkLst>
            <pc:docMk/>
            <pc:sldMk cId="0" sldId="261"/>
            <ac:inkMk id="9" creationId="{65D3B64A-EF15-EE0F-9E4D-61B6A0FCD156}"/>
          </ac:inkMkLst>
        </pc:inkChg>
        <pc:inkChg chg="add mod">
          <ac:chgData name="Lenka Kuklišová" userId="0399e331-5c69-4ab0-8875-f968d945d391" providerId="ADAL" clId="{A954EB56-3B1A-4ADE-ABBF-3546E2DA644E}" dt="2022-11-30T20:46:27.927" v="126"/>
          <ac:inkMkLst>
            <pc:docMk/>
            <pc:sldMk cId="0" sldId="261"/>
            <ac:inkMk id="12" creationId="{2783525C-D537-76CC-B46B-44F2F3DAF3FE}"/>
          </ac:inkMkLst>
        </pc:inkChg>
        <pc:inkChg chg="add mod">
          <ac:chgData name="Lenka Kuklišová" userId="0399e331-5c69-4ab0-8875-f968d945d391" providerId="ADAL" clId="{A954EB56-3B1A-4ADE-ABBF-3546E2DA644E}" dt="2022-11-30T20:46:27.927" v="126"/>
          <ac:inkMkLst>
            <pc:docMk/>
            <pc:sldMk cId="0" sldId="261"/>
            <ac:inkMk id="13" creationId="{926B88EE-A37B-D4B2-362A-C963E508C3E2}"/>
          </ac:inkMkLst>
        </pc:inkChg>
        <pc:inkChg chg="add mod">
          <ac:chgData name="Lenka Kuklišová" userId="0399e331-5c69-4ab0-8875-f968d945d391" providerId="ADAL" clId="{A954EB56-3B1A-4ADE-ABBF-3546E2DA644E}" dt="2022-11-30T20:46:27.927" v="126"/>
          <ac:inkMkLst>
            <pc:docMk/>
            <pc:sldMk cId="0" sldId="261"/>
            <ac:inkMk id="14" creationId="{8B5FFC31-529E-8C92-D4B0-FFAEEB3A66ED}"/>
          </ac:inkMkLst>
        </pc:inkChg>
        <pc:inkChg chg="add mod">
          <ac:chgData name="Lenka Kuklišová" userId="0399e331-5c69-4ab0-8875-f968d945d391" providerId="ADAL" clId="{A954EB56-3B1A-4ADE-ABBF-3546E2DA644E}" dt="2022-11-30T20:46:27.927" v="126"/>
          <ac:inkMkLst>
            <pc:docMk/>
            <pc:sldMk cId="0" sldId="261"/>
            <ac:inkMk id="15" creationId="{E6DFDF70-5FF5-1AE1-AC21-6D2F80E7F1BF}"/>
          </ac:inkMkLst>
        </pc:inkChg>
        <pc:inkChg chg="add mod">
          <ac:chgData name="Lenka Kuklišová" userId="0399e331-5c69-4ab0-8875-f968d945d391" providerId="ADAL" clId="{A954EB56-3B1A-4ADE-ABBF-3546E2DA644E}" dt="2022-11-30T20:46:27.927" v="126"/>
          <ac:inkMkLst>
            <pc:docMk/>
            <pc:sldMk cId="0" sldId="261"/>
            <ac:inkMk id="16" creationId="{7141BB0D-59E1-40A9-3AD0-4B08B865F9B4}"/>
          </ac:inkMkLst>
        </pc:inkChg>
        <pc:inkChg chg="add mod">
          <ac:chgData name="Lenka Kuklišová" userId="0399e331-5c69-4ab0-8875-f968d945d391" providerId="ADAL" clId="{A954EB56-3B1A-4ADE-ABBF-3546E2DA644E}" dt="2022-11-30T20:46:27.927" v="126"/>
          <ac:inkMkLst>
            <pc:docMk/>
            <pc:sldMk cId="0" sldId="261"/>
            <ac:inkMk id="17" creationId="{0042FA18-5318-898E-6BE1-8AD5ADBEB83E}"/>
          </ac:inkMkLst>
        </pc:inkChg>
        <pc:inkChg chg="add mod">
          <ac:chgData name="Lenka Kuklišová" userId="0399e331-5c69-4ab0-8875-f968d945d391" providerId="ADAL" clId="{A954EB56-3B1A-4ADE-ABBF-3546E2DA644E}" dt="2022-11-30T20:46:27.927" v="126"/>
          <ac:inkMkLst>
            <pc:docMk/>
            <pc:sldMk cId="0" sldId="261"/>
            <ac:inkMk id="18" creationId="{7AE37FC2-6CCA-B981-5067-4F76D530586C}"/>
          </ac:inkMkLst>
        </pc:inkChg>
        <pc:inkChg chg="add mod">
          <ac:chgData name="Lenka Kuklišová" userId="0399e331-5c69-4ab0-8875-f968d945d391" providerId="ADAL" clId="{A954EB56-3B1A-4ADE-ABBF-3546E2DA644E}" dt="2022-11-30T20:46:27.927" v="126"/>
          <ac:inkMkLst>
            <pc:docMk/>
            <pc:sldMk cId="0" sldId="261"/>
            <ac:inkMk id="19" creationId="{2929D562-12DC-D90A-2298-B5BA3D8F7A1B}"/>
          </ac:inkMkLst>
        </pc:inkChg>
        <pc:inkChg chg="add mod">
          <ac:chgData name="Lenka Kuklišová" userId="0399e331-5c69-4ab0-8875-f968d945d391" providerId="ADAL" clId="{A954EB56-3B1A-4ADE-ABBF-3546E2DA644E}" dt="2022-11-30T20:46:27.927" v="126"/>
          <ac:inkMkLst>
            <pc:docMk/>
            <pc:sldMk cId="0" sldId="261"/>
            <ac:inkMk id="20" creationId="{69E911D5-0B60-57D4-8683-4D10EA79173F}"/>
          </ac:inkMkLst>
        </pc:inkChg>
        <pc:inkChg chg="add mod">
          <ac:chgData name="Lenka Kuklišová" userId="0399e331-5c69-4ab0-8875-f968d945d391" providerId="ADAL" clId="{A954EB56-3B1A-4ADE-ABBF-3546E2DA644E}" dt="2022-11-30T20:46:27.927" v="126"/>
          <ac:inkMkLst>
            <pc:docMk/>
            <pc:sldMk cId="0" sldId="261"/>
            <ac:inkMk id="21" creationId="{07D087CD-0C0A-2C6A-E39A-7CD5FD9882DF}"/>
          </ac:inkMkLst>
        </pc:inkChg>
      </pc:sldChg>
      <pc:sldChg chg="addSp delSp modSp add mod ord">
        <pc:chgData name="Lenka Kuklišová" userId="0399e331-5c69-4ab0-8875-f968d945d391" providerId="ADAL" clId="{A954EB56-3B1A-4ADE-ABBF-3546E2DA644E}" dt="2022-11-30T20:42:56.929" v="83"/>
        <pc:sldMkLst>
          <pc:docMk/>
          <pc:sldMk cId="3271491845" sldId="262"/>
        </pc:sldMkLst>
        <pc:grpChg chg="mod">
          <ac:chgData name="Lenka Kuklišová" userId="0399e331-5c69-4ab0-8875-f968d945d391" providerId="ADAL" clId="{A954EB56-3B1A-4ADE-ABBF-3546E2DA644E}" dt="2022-11-30T20:40:05.545" v="41"/>
          <ac:grpSpMkLst>
            <pc:docMk/>
            <pc:sldMk cId="3271491845" sldId="262"/>
            <ac:grpSpMk id="7" creationId="{FD0B8613-036E-436E-63FE-477F9750B5A3}"/>
          </ac:grpSpMkLst>
        </pc:grpChg>
        <pc:grpChg chg="mod">
          <ac:chgData name="Lenka Kuklišová" userId="0399e331-5c69-4ab0-8875-f968d945d391" providerId="ADAL" clId="{A954EB56-3B1A-4ADE-ABBF-3546E2DA644E}" dt="2022-11-30T20:42:45.668" v="72"/>
          <ac:grpSpMkLst>
            <pc:docMk/>
            <pc:sldMk cId="3271491845" sldId="262"/>
            <ac:grpSpMk id="16" creationId="{25D6517E-C76A-71A2-1AAE-A06A9DC65F21}"/>
          </ac:grpSpMkLst>
        </pc:grpChg>
        <pc:grpChg chg="del mod">
          <ac:chgData name="Lenka Kuklišová" userId="0399e331-5c69-4ab0-8875-f968d945d391" providerId="ADAL" clId="{A954EB56-3B1A-4ADE-ABBF-3546E2DA644E}" dt="2022-11-30T20:42:56.929" v="83"/>
          <ac:grpSpMkLst>
            <pc:docMk/>
            <pc:sldMk cId="3271491845" sldId="262"/>
            <ac:grpSpMk id="20" creationId="{46235AFB-F14D-60E5-43C8-563B3DCCF756}"/>
          </ac:grpSpMkLst>
        </pc:grpChg>
        <pc:grpChg chg="mod">
          <ac:chgData name="Lenka Kuklišová" userId="0399e331-5c69-4ab0-8875-f968d945d391" providerId="ADAL" clId="{A954EB56-3B1A-4ADE-ABBF-3546E2DA644E}" dt="2022-11-30T20:42:56.929" v="83"/>
          <ac:grpSpMkLst>
            <pc:docMk/>
            <pc:sldMk cId="3271491845" sldId="262"/>
            <ac:grpSpMk id="27" creationId="{30276C22-DA98-8139-8349-3DB6E24D3C34}"/>
          </ac:grpSpMkLst>
        </pc:grpChg>
        <pc:picChg chg="add mod">
          <ac:chgData name="Lenka Kuklišová" userId="0399e331-5c69-4ab0-8875-f968d945d391" providerId="ADAL" clId="{A954EB56-3B1A-4ADE-ABBF-3546E2DA644E}" dt="2022-11-30T20:36:11.127" v="11" actId="1076"/>
          <ac:picMkLst>
            <pc:docMk/>
            <pc:sldMk cId="3271491845" sldId="262"/>
            <ac:picMk id="3" creationId="{6567C141-01B4-7B7D-5CF3-0AEB9FB9F0A4}"/>
          </ac:picMkLst>
        </pc:picChg>
        <pc:picChg chg="add mod">
          <ac:chgData name="Lenka Kuklišová" userId="0399e331-5c69-4ab0-8875-f968d945d391" providerId="ADAL" clId="{A954EB56-3B1A-4ADE-ABBF-3546E2DA644E}" dt="2022-11-30T20:41:39.500" v="65" actId="1076"/>
          <ac:picMkLst>
            <pc:docMk/>
            <pc:sldMk cId="3271491845" sldId="262"/>
            <ac:picMk id="9" creationId="{B26C10D7-2342-9D2C-D7EB-88A7A580807A}"/>
          </ac:picMkLst>
        </pc:picChg>
        <pc:picChg chg="add mod">
          <ac:chgData name="Lenka Kuklišová" userId="0399e331-5c69-4ab0-8875-f968d945d391" providerId="ADAL" clId="{A954EB56-3B1A-4ADE-ABBF-3546E2DA644E}" dt="2022-11-30T20:42:00.093" v="67" actId="1076"/>
          <ac:picMkLst>
            <pc:docMk/>
            <pc:sldMk cId="3271491845" sldId="262"/>
            <ac:picMk id="11" creationId="{372B9D5D-D1A1-AE9A-EA5C-007AAD1F883C}"/>
          </ac:picMkLst>
        </pc:picChg>
        <pc:picChg chg="add mod">
          <ac:chgData name="Lenka Kuklišová" userId="0399e331-5c69-4ab0-8875-f968d945d391" providerId="ADAL" clId="{A954EB56-3B1A-4ADE-ABBF-3546E2DA644E}" dt="2022-11-30T20:42:31.701" v="69" actId="1076"/>
          <ac:picMkLst>
            <pc:docMk/>
            <pc:sldMk cId="3271491845" sldId="262"/>
            <ac:picMk id="13" creationId="{7DC1EEA4-0B16-10C7-2D61-6CB289519A64}"/>
          </ac:picMkLst>
        </pc:picChg>
        <pc:picChg chg="del">
          <ac:chgData name="Lenka Kuklišová" userId="0399e331-5c69-4ab0-8875-f968d945d391" providerId="ADAL" clId="{A954EB56-3B1A-4ADE-ABBF-3546E2DA644E}" dt="2022-11-30T20:34:34.800" v="2" actId="478"/>
          <ac:picMkLst>
            <pc:docMk/>
            <pc:sldMk cId="3271491845" sldId="262"/>
            <ac:picMk id="4100" creationId="{3DCE0F59-6E09-84F0-2AF3-C2E8A3BD71F6}"/>
          </ac:picMkLst>
        </pc:picChg>
        <pc:inkChg chg="add">
          <ac:chgData name="Lenka Kuklišová" userId="0399e331-5c69-4ab0-8875-f968d945d391" providerId="ADAL" clId="{A954EB56-3B1A-4ADE-ABBF-3546E2DA644E}" dt="2022-11-30T20:39:33.401" v="38" actId="9405"/>
          <ac:inkMkLst>
            <pc:docMk/>
            <pc:sldMk cId="3271491845" sldId="262"/>
            <ac:inkMk id="4" creationId="{CF62CCF3-6096-B3F9-F8A0-4C5892EE243B}"/>
          </ac:inkMkLst>
        </pc:inkChg>
        <pc:inkChg chg="add mod">
          <ac:chgData name="Lenka Kuklišová" userId="0399e331-5c69-4ab0-8875-f968d945d391" providerId="ADAL" clId="{A954EB56-3B1A-4ADE-ABBF-3546E2DA644E}" dt="2022-11-30T20:40:05.545" v="41"/>
          <ac:inkMkLst>
            <pc:docMk/>
            <pc:sldMk cId="3271491845" sldId="262"/>
            <ac:inkMk id="5" creationId="{8D0545A9-9834-FAF5-8E6A-7111C15F5885}"/>
          </ac:inkMkLst>
        </pc:inkChg>
        <pc:inkChg chg="add mod">
          <ac:chgData name="Lenka Kuklišová" userId="0399e331-5c69-4ab0-8875-f968d945d391" providerId="ADAL" clId="{A954EB56-3B1A-4ADE-ABBF-3546E2DA644E}" dt="2022-11-30T20:40:05.545" v="41"/>
          <ac:inkMkLst>
            <pc:docMk/>
            <pc:sldMk cId="3271491845" sldId="262"/>
            <ac:inkMk id="6" creationId="{288A1412-2A27-173E-CA32-36EACA1C5ABC}"/>
          </ac:inkMkLst>
        </pc:inkChg>
        <pc:inkChg chg="add mod">
          <ac:chgData name="Lenka Kuklišová" userId="0399e331-5c69-4ab0-8875-f968d945d391" providerId="ADAL" clId="{A954EB56-3B1A-4ADE-ABBF-3546E2DA644E}" dt="2022-11-30T20:42:45.668" v="72"/>
          <ac:inkMkLst>
            <pc:docMk/>
            <pc:sldMk cId="3271491845" sldId="262"/>
            <ac:inkMk id="14" creationId="{95D91C7A-0EF2-282F-B23F-C16621F74F5F}"/>
          </ac:inkMkLst>
        </pc:inkChg>
        <pc:inkChg chg="add mod">
          <ac:chgData name="Lenka Kuklišová" userId="0399e331-5c69-4ab0-8875-f968d945d391" providerId="ADAL" clId="{A954EB56-3B1A-4ADE-ABBF-3546E2DA644E}" dt="2022-11-30T20:42:45.668" v="72"/>
          <ac:inkMkLst>
            <pc:docMk/>
            <pc:sldMk cId="3271491845" sldId="262"/>
            <ac:inkMk id="15" creationId="{B948F0A3-0E1F-D8D7-2754-351ACB83AA80}"/>
          </ac:inkMkLst>
        </pc:inkChg>
        <pc:inkChg chg="add mod">
          <ac:chgData name="Lenka Kuklišová" userId="0399e331-5c69-4ab0-8875-f968d945d391" providerId="ADAL" clId="{A954EB56-3B1A-4ADE-ABBF-3546E2DA644E}" dt="2022-11-30T20:42:56.929" v="83"/>
          <ac:inkMkLst>
            <pc:docMk/>
            <pc:sldMk cId="3271491845" sldId="262"/>
            <ac:inkMk id="17" creationId="{A7177990-3054-FBE6-5942-455519CE1FD0}"/>
          </ac:inkMkLst>
        </pc:inkChg>
        <pc:inkChg chg="add mod">
          <ac:chgData name="Lenka Kuklišová" userId="0399e331-5c69-4ab0-8875-f968d945d391" providerId="ADAL" clId="{A954EB56-3B1A-4ADE-ABBF-3546E2DA644E}" dt="2022-11-30T20:42:56.929" v="83"/>
          <ac:inkMkLst>
            <pc:docMk/>
            <pc:sldMk cId="3271491845" sldId="262"/>
            <ac:inkMk id="18" creationId="{8C089A5B-94E4-8CCB-25A2-3790F129DA9E}"/>
          </ac:inkMkLst>
        </pc:inkChg>
        <pc:inkChg chg="add mod">
          <ac:chgData name="Lenka Kuklišová" userId="0399e331-5c69-4ab0-8875-f968d945d391" providerId="ADAL" clId="{A954EB56-3B1A-4ADE-ABBF-3546E2DA644E}" dt="2022-11-30T20:42:56.929" v="83"/>
          <ac:inkMkLst>
            <pc:docMk/>
            <pc:sldMk cId="3271491845" sldId="262"/>
            <ac:inkMk id="19" creationId="{EB51B8B5-7322-AFE1-9B1C-C2E99FC94B5C}"/>
          </ac:inkMkLst>
        </pc:inkChg>
        <pc:inkChg chg="add mod">
          <ac:chgData name="Lenka Kuklišová" userId="0399e331-5c69-4ab0-8875-f968d945d391" providerId="ADAL" clId="{A954EB56-3B1A-4ADE-ABBF-3546E2DA644E}" dt="2022-11-30T20:42:56.929" v="83"/>
          <ac:inkMkLst>
            <pc:docMk/>
            <pc:sldMk cId="3271491845" sldId="262"/>
            <ac:inkMk id="21" creationId="{46738C1A-1D01-B37D-D057-9EE5B8CA7157}"/>
          </ac:inkMkLst>
        </pc:inkChg>
        <pc:inkChg chg="add mod">
          <ac:chgData name="Lenka Kuklišová" userId="0399e331-5c69-4ab0-8875-f968d945d391" providerId="ADAL" clId="{A954EB56-3B1A-4ADE-ABBF-3546E2DA644E}" dt="2022-11-30T20:42:56.929" v="83"/>
          <ac:inkMkLst>
            <pc:docMk/>
            <pc:sldMk cId="3271491845" sldId="262"/>
            <ac:inkMk id="22" creationId="{5DD8DD05-B804-C4A7-1396-213E744BBDD2}"/>
          </ac:inkMkLst>
        </pc:inkChg>
        <pc:inkChg chg="add mod">
          <ac:chgData name="Lenka Kuklišová" userId="0399e331-5c69-4ab0-8875-f968d945d391" providerId="ADAL" clId="{A954EB56-3B1A-4ADE-ABBF-3546E2DA644E}" dt="2022-11-30T20:42:56.929" v="83"/>
          <ac:inkMkLst>
            <pc:docMk/>
            <pc:sldMk cId="3271491845" sldId="262"/>
            <ac:inkMk id="23" creationId="{7D5509AA-5961-7EC6-9E91-3B2D3C0D0A23}"/>
          </ac:inkMkLst>
        </pc:inkChg>
        <pc:inkChg chg="add mod">
          <ac:chgData name="Lenka Kuklišová" userId="0399e331-5c69-4ab0-8875-f968d945d391" providerId="ADAL" clId="{A954EB56-3B1A-4ADE-ABBF-3546E2DA644E}" dt="2022-11-30T20:42:56.929" v="83"/>
          <ac:inkMkLst>
            <pc:docMk/>
            <pc:sldMk cId="3271491845" sldId="262"/>
            <ac:inkMk id="24" creationId="{F2733845-3383-7B0F-B381-EB15F51A4DEE}"/>
          </ac:inkMkLst>
        </pc:inkChg>
        <pc:inkChg chg="add mod">
          <ac:chgData name="Lenka Kuklišová" userId="0399e331-5c69-4ab0-8875-f968d945d391" providerId="ADAL" clId="{A954EB56-3B1A-4ADE-ABBF-3546E2DA644E}" dt="2022-11-30T20:42:56.929" v="83"/>
          <ac:inkMkLst>
            <pc:docMk/>
            <pc:sldMk cId="3271491845" sldId="262"/>
            <ac:inkMk id="25" creationId="{FEF12587-6E2D-84AC-72EE-65D9A1EC1668}"/>
          </ac:inkMkLst>
        </pc:inkChg>
        <pc:inkChg chg="add mod">
          <ac:chgData name="Lenka Kuklišová" userId="0399e331-5c69-4ab0-8875-f968d945d391" providerId="ADAL" clId="{A954EB56-3B1A-4ADE-ABBF-3546E2DA644E}" dt="2022-11-30T20:42:56.929" v="83"/>
          <ac:inkMkLst>
            <pc:docMk/>
            <pc:sldMk cId="3271491845" sldId="262"/>
            <ac:inkMk id="26" creationId="{788C4288-BAD5-0DE4-EFB4-9A19C054589B}"/>
          </ac:inkMkLst>
        </pc:inkChg>
      </pc:sldChg>
      <pc:sldChg chg="addSp delSp modSp add mod ord">
        <pc:chgData name="Lenka Kuklišová" userId="0399e331-5c69-4ab0-8875-f968d945d391" providerId="ADAL" clId="{A954EB56-3B1A-4ADE-ABBF-3546E2DA644E}" dt="2022-11-30T20:40:50.956" v="62"/>
        <pc:sldMkLst>
          <pc:docMk/>
          <pc:sldMk cId="3225769258" sldId="263"/>
        </pc:sldMkLst>
        <pc:grpChg chg="add del mod">
          <ac:chgData name="Lenka Kuklišová" userId="0399e331-5c69-4ab0-8875-f968d945d391" providerId="ADAL" clId="{A954EB56-3B1A-4ADE-ABBF-3546E2DA644E}" dt="2022-11-30T20:37:37.445" v="28"/>
          <ac:grpSpMkLst>
            <pc:docMk/>
            <pc:sldMk cId="3225769258" sldId="263"/>
            <ac:grpSpMk id="9" creationId="{5A3082BB-52D8-391B-C5F2-C1CF02932E40}"/>
          </ac:grpSpMkLst>
        </pc:grpChg>
        <pc:grpChg chg="mod">
          <ac:chgData name="Lenka Kuklišová" userId="0399e331-5c69-4ab0-8875-f968d945d391" providerId="ADAL" clId="{A954EB56-3B1A-4ADE-ABBF-3546E2DA644E}" dt="2022-11-30T20:37:36.926" v="26"/>
          <ac:grpSpMkLst>
            <pc:docMk/>
            <pc:sldMk cId="3225769258" sldId="263"/>
            <ac:grpSpMk id="11" creationId="{02043643-EAC0-87DD-0138-7CCFE4A7ADEC}"/>
          </ac:grpSpMkLst>
        </pc:grpChg>
        <pc:grpChg chg="mod">
          <ac:chgData name="Lenka Kuklišová" userId="0399e331-5c69-4ab0-8875-f968d945d391" providerId="ADAL" clId="{A954EB56-3B1A-4ADE-ABBF-3546E2DA644E}" dt="2022-11-30T20:39:11.999" v="37"/>
          <ac:grpSpMkLst>
            <pc:docMk/>
            <pc:sldMk cId="3225769258" sldId="263"/>
            <ac:grpSpMk id="18" creationId="{41F1DC7F-D7CD-6E0E-ECF7-4EBDAEE157AF}"/>
          </ac:grpSpMkLst>
        </pc:grpChg>
        <pc:grpChg chg="del mod">
          <ac:chgData name="Lenka Kuklišová" userId="0399e331-5c69-4ab0-8875-f968d945d391" providerId="ADAL" clId="{A954EB56-3B1A-4ADE-ABBF-3546E2DA644E}" dt="2022-11-30T20:40:50.956" v="62"/>
          <ac:grpSpMkLst>
            <pc:docMk/>
            <pc:sldMk cId="3225769258" sldId="263"/>
            <ac:grpSpMk id="31" creationId="{F18D042C-22AD-063A-0CAD-2AE6F5B34F72}"/>
          </ac:grpSpMkLst>
        </pc:grpChg>
        <pc:grpChg chg="mod">
          <ac:chgData name="Lenka Kuklišová" userId="0399e331-5c69-4ab0-8875-f968d945d391" providerId="ADAL" clId="{A954EB56-3B1A-4ADE-ABBF-3546E2DA644E}" dt="2022-11-30T20:40:50.956" v="62"/>
          <ac:grpSpMkLst>
            <pc:docMk/>
            <pc:sldMk cId="3225769258" sldId="263"/>
            <ac:grpSpMk id="4100" creationId="{9184BD38-EDAA-A4B2-05F3-67667EDE9AC5}"/>
          </ac:grpSpMkLst>
        </pc:grpChg>
        <pc:picChg chg="add mod">
          <ac:chgData name="Lenka Kuklišová" userId="0399e331-5c69-4ab0-8875-f968d945d391" providerId="ADAL" clId="{A954EB56-3B1A-4ADE-ABBF-3546E2DA644E}" dt="2022-11-30T20:35:30.433" v="5" actId="1076"/>
          <ac:picMkLst>
            <pc:docMk/>
            <pc:sldMk cId="3225769258" sldId="263"/>
            <ac:picMk id="3" creationId="{3ED7941A-61D8-4567-6F92-5C0983972887}"/>
          </ac:picMkLst>
        </pc:picChg>
        <pc:picChg chg="add mod">
          <ac:chgData name="Lenka Kuklišová" userId="0399e331-5c69-4ab0-8875-f968d945d391" providerId="ADAL" clId="{A954EB56-3B1A-4ADE-ABBF-3546E2DA644E}" dt="2022-11-30T20:36:55.102" v="16" actId="14100"/>
          <ac:picMkLst>
            <pc:docMk/>
            <pc:sldMk cId="3225769258" sldId="263"/>
            <ac:picMk id="5" creationId="{06482AE6-C4F3-BE72-678A-1061B7CDA171}"/>
          </ac:picMkLst>
        </pc:picChg>
        <pc:inkChg chg="add del">
          <ac:chgData name="Lenka Kuklišová" userId="0399e331-5c69-4ab0-8875-f968d945d391" providerId="ADAL" clId="{A954EB56-3B1A-4ADE-ABBF-3546E2DA644E}" dt="2022-11-30T20:37:38.085" v="30" actId="9405"/>
          <ac:inkMkLst>
            <pc:docMk/>
            <pc:sldMk cId="3225769258" sldId="263"/>
            <ac:inkMk id="6" creationId="{5849428C-D448-5C18-82F7-F3728BA4A87A}"/>
          </ac:inkMkLst>
        </pc:inkChg>
        <pc:inkChg chg="add del mod">
          <ac:chgData name="Lenka Kuklišová" userId="0399e331-5c69-4ab0-8875-f968d945d391" providerId="ADAL" clId="{A954EB56-3B1A-4ADE-ABBF-3546E2DA644E}" dt="2022-11-30T20:37:37.805" v="29" actId="9405"/>
          <ac:inkMkLst>
            <pc:docMk/>
            <pc:sldMk cId="3225769258" sldId="263"/>
            <ac:inkMk id="7" creationId="{144211A0-8013-426A-0B78-F914D2CB2EF3}"/>
          </ac:inkMkLst>
        </pc:inkChg>
        <pc:inkChg chg="add del mod">
          <ac:chgData name="Lenka Kuklišová" userId="0399e331-5c69-4ab0-8875-f968d945d391" providerId="ADAL" clId="{A954EB56-3B1A-4ADE-ABBF-3546E2DA644E}" dt="2022-11-30T20:37:37.445" v="28"/>
          <ac:inkMkLst>
            <pc:docMk/>
            <pc:sldMk cId="3225769258" sldId="263"/>
            <ac:inkMk id="8" creationId="{89E9F6AA-64C9-1894-BBBE-A0EC19D3B1AB}"/>
          </ac:inkMkLst>
        </pc:inkChg>
        <pc:inkChg chg="add del mod">
          <ac:chgData name="Lenka Kuklišová" userId="0399e331-5c69-4ab0-8875-f968d945d391" providerId="ADAL" clId="{A954EB56-3B1A-4ADE-ABBF-3546E2DA644E}" dt="2022-11-30T20:37:36.926" v="26"/>
          <ac:inkMkLst>
            <pc:docMk/>
            <pc:sldMk cId="3225769258" sldId="263"/>
            <ac:inkMk id="10" creationId="{6EF9EFAD-1572-9EA8-104B-261002E5FBC0}"/>
          </ac:inkMkLst>
        </pc:inkChg>
        <pc:inkChg chg="add del">
          <ac:chgData name="Lenka Kuklišová" userId="0399e331-5c69-4ab0-8875-f968d945d391" providerId="ADAL" clId="{A954EB56-3B1A-4ADE-ABBF-3546E2DA644E}" dt="2022-11-30T20:37:36.303" v="24" actId="9405"/>
          <ac:inkMkLst>
            <pc:docMk/>
            <pc:sldMk cId="3225769258" sldId="263"/>
            <ac:inkMk id="12" creationId="{04C86587-1E38-E6CF-6B08-887EA832023D}"/>
          </ac:inkMkLst>
        </pc:inkChg>
        <pc:inkChg chg="add">
          <ac:chgData name="Lenka Kuklišová" userId="0399e331-5c69-4ab0-8875-f968d945d391" providerId="ADAL" clId="{A954EB56-3B1A-4ADE-ABBF-3546E2DA644E}" dt="2022-11-30T20:37:42.475" v="31" actId="9405"/>
          <ac:inkMkLst>
            <pc:docMk/>
            <pc:sldMk cId="3225769258" sldId="263"/>
            <ac:inkMk id="13" creationId="{93E99B0D-8CA6-6F75-D40F-A3FE49B6C12E}"/>
          </ac:inkMkLst>
        </pc:inkChg>
        <pc:inkChg chg="add">
          <ac:chgData name="Lenka Kuklišová" userId="0399e331-5c69-4ab0-8875-f968d945d391" providerId="ADAL" clId="{A954EB56-3B1A-4ADE-ABBF-3546E2DA644E}" dt="2022-11-30T20:38:41.726" v="32" actId="9405"/>
          <ac:inkMkLst>
            <pc:docMk/>
            <pc:sldMk cId="3225769258" sldId="263"/>
            <ac:inkMk id="14" creationId="{DB73B24A-B251-D96B-8477-2F2333207A05}"/>
          </ac:inkMkLst>
        </pc:inkChg>
        <pc:inkChg chg="add del">
          <ac:chgData name="Lenka Kuklišová" userId="0399e331-5c69-4ab0-8875-f968d945d391" providerId="ADAL" clId="{A954EB56-3B1A-4ADE-ABBF-3546E2DA644E}" dt="2022-11-30T20:38:56.181" v="34" actId="9405"/>
          <ac:inkMkLst>
            <pc:docMk/>
            <pc:sldMk cId="3225769258" sldId="263"/>
            <ac:inkMk id="15" creationId="{DFFCB28E-E420-94B3-F1F3-4ADEF269A862}"/>
          </ac:inkMkLst>
        </pc:inkChg>
        <pc:inkChg chg="add mod">
          <ac:chgData name="Lenka Kuklišová" userId="0399e331-5c69-4ab0-8875-f968d945d391" providerId="ADAL" clId="{A954EB56-3B1A-4ADE-ABBF-3546E2DA644E}" dt="2022-11-30T20:39:11.999" v="37"/>
          <ac:inkMkLst>
            <pc:docMk/>
            <pc:sldMk cId="3225769258" sldId="263"/>
            <ac:inkMk id="16" creationId="{15F8B37D-2BAF-57A8-75CC-DC6397BE25ED}"/>
          </ac:inkMkLst>
        </pc:inkChg>
        <pc:inkChg chg="add mod">
          <ac:chgData name="Lenka Kuklišová" userId="0399e331-5c69-4ab0-8875-f968d945d391" providerId="ADAL" clId="{A954EB56-3B1A-4ADE-ABBF-3546E2DA644E}" dt="2022-11-30T20:39:11.999" v="37"/>
          <ac:inkMkLst>
            <pc:docMk/>
            <pc:sldMk cId="3225769258" sldId="263"/>
            <ac:inkMk id="17" creationId="{6ED0A04B-DA33-2707-A6BF-B132D0224BBC}"/>
          </ac:inkMkLst>
        </pc:inkChg>
        <pc:inkChg chg="add">
          <ac:chgData name="Lenka Kuklišová" userId="0399e331-5c69-4ab0-8875-f968d945d391" providerId="ADAL" clId="{A954EB56-3B1A-4ADE-ABBF-3546E2DA644E}" dt="2022-11-30T20:40:28.679" v="49" actId="9405"/>
          <ac:inkMkLst>
            <pc:docMk/>
            <pc:sldMk cId="3225769258" sldId="263"/>
            <ac:inkMk id="19" creationId="{D6140E6F-3C78-D1AD-873B-CAE1BD7A16DF}"/>
          </ac:inkMkLst>
        </pc:inkChg>
        <pc:inkChg chg="add">
          <ac:chgData name="Lenka Kuklišová" userId="0399e331-5c69-4ab0-8875-f968d945d391" providerId="ADAL" clId="{A954EB56-3B1A-4ADE-ABBF-3546E2DA644E}" dt="2022-11-30T20:40:32.496" v="50" actId="9405"/>
          <ac:inkMkLst>
            <pc:docMk/>
            <pc:sldMk cId="3225769258" sldId="263"/>
            <ac:inkMk id="20" creationId="{93A5A950-D83F-8A7D-E4BE-7A91FA7B2CAC}"/>
          </ac:inkMkLst>
        </pc:inkChg>
        <pc:inkChg chg="add">
          <ac:chgData name="Lenka Kuklišová" userId="0399e331-5c69-4ab0-8875-f968d945d391" providerId="ADAL" clId="{A954EB56-3B1A-4ADE-ABBF-3546E2DA644E}" dt="2022-11-30T20:40:37.219" v="51" actId="9405"/>
          <ac:inkMkLst>
            <pc:docMk/>
            <pc:sldMk cId="3225769258" sldId="263"/>
            <ac:inkMk id="21" creationId="{7918971A-E9E9-801E-7A84-8560F337F1B8}"/>
          </ac:inkMkLst>
        </pc:inkChg>
        <pc:inkChg chg="add mod">
          <ac:chgData name="Lenka Kuklišová" userId="0399e331-5c69-4ab0-8875-f968d945d391" providerId="ADAL" clId="{A954EB56-3B1A-4ADE-ABBF-3546E2DA644E}" dt="2022-11-30T20:40:50.956" v="62"/>
          <ac:inkMkLst>
            <pc:docMk/>
            <pc:sldMk cId="3225769258" sldId="263"/>
            <ac:inkMk id="22" creationId="{424214DA-A83C-E5F5-BF89-3642F96837A3}"/>
          </ac:inkMkLst>
        </pc:inkChg>
        <pc:inkChg chg="add mod">
          <ac:chgData name="Lenka Kuklišová" userId="0399e331-5c69-4ab0-8875-f968d945d391" providerId="ADAL" clId="{A954EB56-3B1A-4ADE-ABBF-3546E2DA644E}" dt="2022-11-30T20:40:50.956" v="62"/>
          <ac:inkMkLst>
            <pc:docMk/>
            <pc:sldMk cId="3225769258" sldId="263"/>
            <ac:inkMk id="23" creationId="{D783EE60-B213-732B-B0F7-46548805AC9D}"/>
          </ac:inkMkLst>
        </pc:inkChg>
        <pc:inkChg chg="add mod">
          <ac:chgData name="Lenka Kuklišová" userId="0399e331-5c69-4ab0-8875-f968d945d391" providerId="ADAL" clId="{A954EB56-3B1A-4ADE-ABBF-3546E2DA644E}" dt="2022-11-30T20:40:50.956" v="62"/>
          <ac:inkMkLst>
            <pc:docMk/>
            <pc:sldMk cId="3225769258" sldId="263"/>
            <ac:inkMk id="24" creationId="{77408246-3075-1A7D-6F59-C9ABB92E38EB}"/>
          </ac:inkMkLst>
        </pc:inkChg>
        <pc:inkChg chg="add mod">
          <ac:chgData name="Lenka Kuklišová" userId="0399e331-5c69-4ab0-8875-f968d945d391" providerId="ADAL" clId="{A954EB56-3B1A-4ADE-ABBF-3546E2DA644E}" dt="2022-11-30T20:40:50.956" v="62"/>
          <ac:inkMkLst>
            <pc:docMk/>
            <pc:sldMk cId="3225769258" sldId="263"/>
            <ac:inkMk id="25" creationId="{6B0E8932-E579-FA87-E5CD-8ABB33672DC7}"/>
          </ac:inkMkLst>
        </pc:inkChg>
        <pc:inkChg chg="add mod">
          <ac:chgData name="Lenka Kuklišová" userId="0399e331-5c69-4ab0-8875-f968d945d391" providerId="ADAL" clId="{A954EB56-3B1A-4ADE-ABBF-3546E2DA644E}" dt="2022-11-30T20:40:50.956" v="62"/>
          <ac:inkMkLst>
            <pc:docMk/>
            <pc:sldMk cId="3225769258" sldId="263"/>
            <ac:inkMk id="26" creationId="{1741EB14-722C-FFF2-F989-921D84996C61}"/>
          </ac:inkMkLst>
        </pc:inkChg>
        <pc:inkChg chg="add mod">
          <ac:chgData name="Lenka Kuklišová" userId="0399e331-5c69-4ab0-8875-f968d945d391" providerId="ADAL" clId="{A954EB56-3B1A-4ADE-ABBF-3546E2DA644E}" dt="2022-11-30T20:40:50.956" v="62"/>
          <ac:inkMkLst>
            <pc:docMk/>
            <pc:sldMk cId="3225769258" sldId="263"/>
            <ac:inkMk id="27" creationId="{04457232-4E9D-3771-BBFB-15BA06C66519}"/>
          </ac:inkMkLst>
        </pc:inkChg>
        <pc:inkChg chg="add mod">
          <ac:chgData name="Lenka Kuklišová" userId="0399e331-5c69-4ab0-8875-f968d945d391" providerId="ADAL" clId="{A954EB56-3B1A-4ADE-ABBF-3546E2DA644E}" dt="2022-11-30T20:40:50.956" v="62"/>
          <ac:inkMkLst>
            <pc:docMk/>
            <pc:sldMk cId="3225769258" sldId="263"/>
            <ac:inkMk id="28" creationId="{1F4DDF67-3871-2777-4CE7-4BA8EC824BE4}"/>
          </ac:inkMkLst>
        </pc:inkChg>
        <pc:inkChg chg="add mod">
          <ac:chgData name="Lenka Kuklišová" userId="0399e331-5c69-4ab0-8875-f968d945d391" providerId="ADAL" clId="{A954EB56-3B1A-4ADE-ABBF-3546E2DA644E}" dt="2022-11-30T20:40:50.956" v="62"/>
          <ac:inkMkLst>
            <pc:docMk/>
            <pc:sldMk cId="3225769258" sldId="263"/>
            <ac:inkMk id="4096" creationId="{A05D8FDE-4A72-46C2-1E55-E5C928F07D5A}"/>
          </ac:inkMkLst>
        </pc:inkChg>
        <pc:inkChg chg="add mod">
          <ac:chgData name="Lenka Kuklišová" userId="0399e331-5c69-4ab0-8875-f968d945d391" providerId="ADAL" clId="{A954EB56-3B1A-4ADE-ABBF-3546E2DA644E}" dt="2022-11-30T20:40:50.956" v="62"/>
          <ac:inkMkLst>
            <pc:docMk/>
            <pc:sldMk cId="3225769258" sldId="263"/>
            <ac:inkMk id="4097" creationId="{92FB4D92-D0BA-731D-5BB5-67A2BAB82C3B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1837719-6D71-A1D6-CDC0-408536E966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264F72D-FBD8-F7A0-FC62-5B3B3E77C34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936D5AD3-0240-868C-74E6-4FD8EFB0AEE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ED5D020B-C962-FD41-F594-BE0D7379A9E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FA8F4A3-82DE-40BE-A6D8-FE72AA6B5F33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37:42.47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36 22746,'0'0'7438,"42"-3"-7448,-14-4 14,-1 2-1,1 0 1,0 2 0,29 1-1,80-8 27,104 10 402,-200 1 235,-41 1-725,0-1 1,-1 0-1,1 0 0,0 1 1,-1-1-1,1 0 0,-1 0 1,1 0-1,-1 0 0,1 0 1,-1 0-1,0 1 0,0-1 1,1-1-1,-1 1 0,0 0 1,0 0-1,0 0 0,0 0 1,0-1-1,0 1 0,0 0 1,0-1-1,-1 1 0,0 0 1,-20 9-2184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38:41.72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0 549 27773,'0'0'1774,"38"-41"-462,66-96-1003,-64 87-310,60-98 0,-82 96 3,-16 45 1,0 0 1,0 0-1,0 0 1,1 1-1,0-1 1,0 1-1,6-8 1,-5-4-2,-4 17-2,0 0 0,0 0 0,0 0 0,0 0 0,0 0-1,0 0 1,0 0 0,1 0 0,-1 0 0,0 0 0,1 0 0,-1 0-1,0 0 1,1 0 0,-1 0 0,1 0 0,0 0 0,0-1 0,13-20-1526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39:09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0 477 22474,'0'0'8447,"5"-5"-8327,152-252 147,-143 232-267,4-8 5,1 1 0,27-36 1,-20 16-4,-22 48 22,-7 19-13,1 17-2,-1 0 0,-2-1-1,-2 1 1,0-1 0,-3 0 0,-15 36-1,-16 55-5,-12 56 0,51-160-122,2-13-346,2-12-253,2-8-891,2-6-2001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39:10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0 23691,'0'0'4821,"4"74"-3218,1-11-1445,-4 0-1,-6 70 0,2-103-152,-2 0 0,0-1 0,-3 1 0,0-2 0,-1 1 0,-23 45 0,16-41-2,9-17 0,-1 0 1,-1 0-1,-15 21 0,-2-26-1193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0:28.67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1059 44 24575,'-125'-11'0,"84"6"0,-45 0 0,-25 7 0,-120-4 0,169-9 0,43 7 0,0 1 0,-28-1 0,-271 5-1365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0:32.49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1168 43 24575,'-173'3'0,"-184"-6"0,221-18 0,97 13 0,0 2 0,-65-2 0,-215 9-1365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0:37.21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645 76 24575,'-31'-1'0,"-46"-9"0,-28 0 0,78 8 0,-1-1 0,1-1 0,-27-9 0,28 7 0,-1 0 0,0 2 0,-31-1 0,35 5-120,1 1-129,0-2 0,0 0 0,0-1 0,-24-6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0:44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33 26748,'0'0'2983,"1"-6"-2682,2-15-50,-3 15 507,-2 33-707,-78 224 7,14 17-42,64-252 41,-1-2-410,2-27-429,1-24-2022,0 16-917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0:44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88 25644,'0'0'2628,"16"-14"-2388,52-40-40,-65 52-183,-1 0 1,1 0-1,0 0 1,-1 1-1,1-1 1,0 1-1,0-1 1,0 1-1,0 0 0,0 0 1,0 0-1,0 1 1,0-1-1,0 1 1,1 0-1,-1 0 1,0 0-1,0 0 1,0 0-1,0 1 1,1-1-1,-1 1 1,0 0-1,0 0 0,0 0 1,0 0-1,-1 1 1,1-1-1,0 1 1,0 0-1,-1 0 1,1 0-1,-1 0 1,0 0-1,1 0 1,-1 1-1,0-1 1,0 1-1,-1-1 0,1 1 1,0 0-1,-1 0 1,0 0-1,0 0 1,0 0-1,0 0 1,0 0-1,0 0 1,-1 0-1,1 0 1,-1 0-1,0 5 1,-1 5 6,0-1 1,-1 0 0,0 0 0,0 0 0,-2 0 0,1 0 0,-2-1 0,1 1 0,-1-1 0,-1 0-1,0-1 1,-1 1 0,-8 9 0,-9 9-6,-2-1 0,-57 48 0,78-71-15,-1 0 0,0 0 0,0-1 0,0 0 0,-1 0-1,1 0 1,-1-1 0,0 0 0,0 0 0,0-1 0,0 0 0,-14 2 0,20-8 1,0 0 1,0 0-1,0 0 1,1 0 0,0-1-1,-1 1 1,1 0-1,1-7 1,-1 8-8,1 0 2,0 0-1,-1 0 1,1 0 0,0 0 0,0 0-1,1 1 1,-1-1 0,1 0-1,-1 1 1,1-1 0,0 1 0,0 0-1,0-1 1,0 1 0,0 0 0,0 0-1,1 0 1,4-2 0,-5 2-1,-1 1-1,1 0 1,-1 0 0,1 0 0,0 1-1,0-1 1,-1 0 0,1 1 0,0-1-1,0 1 1,0-1 0,0 1-1,0 0 1,0 0 0,0 0 0,0 0-1,-1 0 1,1 0 0,0 0 0,0 1-1,0-1 1,0 1 0,0 0 0,-1-1-1,1 1 1,0 0 0,0 0-1,-1 0 1,1 0 0,-1 0 0,4 3-1,3 8 12,0-1 0,0 2 0,-1-1 0,-1 1 0,0 0 0,7 27 0,-8-24-11,1 0 0,1-1 0,0 1 0,17 26-1,-23-40 8,1-1-1,0 1 0,0 0 0,0-1 0,0 1 0,0-1 0,0 1 0,0-1 0,0 0 0,0 0 0,1 0 0,-1 0 0,0-1 0,1 1 0,-1 0 0,0-1 0,1 0 0,-1 0 0,1 1 1,-1-1-1,1-1 0,-1 1 0,1 0 0,-1-1 0,0 1 0,1-1 0,-1 0 0,0 1 0,1-1 0,-1 0 0,4-3 0,3-1-99,-1 0-1,1 0 1,-1-1 0,0 0-1,-1 0 1,12-13 0,-16 14-867,-2-3-832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0:45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23259,'0'0'4532,"-3"1"-4267,2-1-250,0 0 0,0 0 0,0 0 1,0 0-1,0 1 0,0-1 0,1 0 1,-1 1-1,0-1 0,0 0 1,0 1-1,1-1 0,-1 1 0,0-1 1,1 1-1,-1 0 0,0-1 1,1 1-1,-1 0 0,1-1 0,-1 1 1,1 0-1,-1 0 0,1 0 1,-1-1-1,1 3 0,-1-1 23,0 1 1,1 0-1,0-1 1,0 1-1,0-1 0,0 1 1,0 0-1,0-1 0,0 1 1,2 2-1,-2-1-3,1 0-1,0 0 1,1-1 0,-1 1 0,1-1-1,0 1 1,-1-1 0,1 1-1,1-1 1,-1 0 0,0 0 0,1 0-1,0 0 1,0-1 0,0 1-1,3 2 1,-2-3-18,0 0-1,0 0 1,0-1-1,1 1 1,-1-1-1,0 0 0,1 0 1,-1-1-1,0 1 1,1-1-1,-1 0 1,1 0-1,-1 0 1,0-1-1,1 0 1,-1 1-1,0-2 1,6-1-1,1-2 63,0-1-1,-1 0 1,0-1-1,0 0 1,9-9-1,30-20 67,-49 36-165,0-1 0,1 1 0,-1 0 0,0-1 0,1 1 0,-1 0 0,0 0 0,1-1 0,-1 1 0,1 0 0,-1 0 0,0 0 0,1-1 0,-1 1 0,1 0 0,-1 0 0,1 0 0,-1 0 0,0 0 0,1 0 0,-1 0 0,1 0 0,-1 0 0,1 0 0,-1 0 0,1 0 0,-1 0 0,0 0 0,1 1 0,-1-1 0,1 0 0,-1 0 0,0 0 0,1 1 0,-1-1 0,1 0 0,-1 0 0,0 1 0,1-1 0,-1 0 0,0 1 0,0-1 0,1 1 0,-1-1 0,0 0 0,1 1 0,0 23-1869,-1-17 905,0 17-4867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0:46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3 254 23307,'0'0'4290,"-3"0"-2927,7-1-998,4-4-319,0 0-1,0 0 1,-1-1 0,0 0-1,0 0 1,0-1-1,-1 0 1,0 0-1,6-9 1,18-20 40,-12 17-60,-1-2 0,-1 0 0,-1 0 1,14-26-1,-26 31 129,-15 15 18,-16 14-98,13 3-73,0 0 1,1 1 0,1 1-1,1 0 1,0 1 0,1 0-1,1 1 1,1 0 0,1 0-1,-7 28 1,14-46-2,0 0 1,0 0-1,1 1 0,-1-1 1,0 0-1,1 0 1,0 1-1,0-1 0,-1 0 1,1 1-1,1-1 1,-1 0-1,0 0 0,1 1 1,-1-1-1,1 0 0,-1 0 1,1 1-1,0-1 1,0 0-1,0 0 0,0 0 1,0 0-1,1 0 1,-1 0-1,1-1 0,-1 1 1,1 0-1,0-1 0,-1 1 1,1-1-1,0 0 1,0 1-1,0-1 0,2 1 1,6 1 19,0-1 1,0 0-1,0-1 0,0 0 1,0-1-1,17-1 1,-6 1-14,-6-2-163,-1-2 0,0 1 0,0-2 1,0 0-1,-1 0 0,0-1 0,0-1 0,13-9 0,-23 14-62,12-8-1971,0-1-2993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0:47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32 21690,'0'0'6067,"0"-4"-5720,0 3-299,0 0 1,0 0-1,0 0 1,0-1-1,0 1 1,0 0-1,-1 0 1,1 0-1,0 0 1,-1 0-1,1 0 1,-1 0-1,1 0 1,-1 0-1,0 0 1,1 0-1,-1 0 1,0 0-1,1 1 1,-1-1-1,0 0 1,0 0-1,0 1 1,0-1-1,-1 0 1,0 1-14,0-1-1,0 1 1,0-1 0,0 1-1,1 0 1,-1 0 0,0 0 0,0 0-1,0 0 1,0 0 0,0 1-1,0-1 1,0 1 0,0-1 0,0 1-1,1 0 1,-1-1 0,-2 3-1,-3 1-17,1 0 0,0 0 0,1 1 0,-1 0 0,1 0 0,0 1 0,0 0 0,0 0 0,1 0 0,0 0 0,0 0 0,1 1 0,0 0 0,0 0 0,0 0 0,1 0 0,0 0 0,0 0 0,1 0 0,0 1 0,0 11 0,2-18-17,-1 0 0,1 1 0,0-1 0,-1 0 0,1 0 0,0 0 0,0 0 0,0 0 0,0 0 0,0 0 0,1 0 0,-1 0 0,0 0-1,0-1 1,0 1 0,1 0 0,-1-1 0,0 1 0,1-1 0,1 1 0,37 11 2,-35-11 0,2 1 2,1 0 1,-1 0-1,0 1 1,0 0-1,0 0 1,-1 1 0,1-1-1,6 7 1,-10-8-3,-1 1 0,1 0 0,-1-1 0,0 1 0,0 1 0,0-1 0,0 0 0,0 0 0,-1 1 0,1-1 0,-1 1 0,0-1 0,0 1 0,-1-1 0,1 1 0,-1 0 1,1 0-1,-2 6 0,2-8 6,-1 1 0,0-1 0,0 1 0,-1 0 0,1-1 0,0 1 1,-1-1-1,0 1 0,1-1 0,-1 1 0,0-1 0,0 1 0,-1-1 1,1 0-1,0 0 0,-1 1 0,0-1 0,1 0 0,-1 0 0,0-1 0,0 1 1,0 0-1,0 0 0,0-1 0,0 0 0,-1 1 0,1-1 0,0 0 1,-1 0-1,1 0 0,-1 0 0,1-1 0,-1 1 0,1-1 0,-1 1 1,0-1-1,1 0 0,-1 0 0,-3 0 0,-11 1-434,-34 0 1379,31-11-2852,19 9 1522,0 0 1,1 0-1,-1 0 1,0 0 0,0 0-1,0 0 1,1 0-1,-1-1 1,1 1-1,-1 0 1,1-1 0,-1 1-1,1 0 1,0-1-1,0 0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0:47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25612,'0'0'2966,"-1"4"-2659,0-2-273,1 0 0,-1 0 0,0-1 0,1 1 1,0 0-1,-1 0 0,1 0 0,0 0 0,0 0 0,0 0 0,0 0 0,0-1 0,1 1 0,-1 0 0,1 0 0,-1 0 0,1 0 0,-1 0 0,3 3 0,-1-4-12,0 1 0,-1 0-1,1-1 1,0 0-1,1 1 1,-1-1-1,0 0 1,0 0 0,0 0-1,1 0 1,-1-1-1,0 1 1,1-1-1,-1 1 1,1-1 0,-1 0-1,1 0 1,2 0-1,10 1 5,0-1 0,0 0 0,0-1 0,0 0 0,0-1 0,-1-1 0,1 0-1,-1-1 1,19-8 0,-11 6-310,-21 6 213,-1-1 1,1 1 0,-1 0 0,1 0 0,-1 0-1,1 0 1,-1 0 0,1 1 0,-1-1-1,1 0 1,-1 0 0,1 0 0,-1 0 0,1 0-1,-1 1 1,1-1 0,-1 0 0,1 0 0,-1 1-1,0-1 1,1 0 0,-1 1 0,0-1-1,1 0 1,-1 1 0,0-1 0,1 1 0,-1-1-1,0 0 1,0 1 0,1-1 0,-1 1 0,0-1-1,0 1 1,0-1 0,0 1 0,0-1 0,1 1-1,-1-1 1,0 1 0,0 0 0,0 15-2889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0:48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0 241 20778,'0'0'6608,"30"-3"-5482,-20-2-993,-1-2 0,0 1 0,0-1 0,-1-1 1,1 1-1,11-16 0,41-59 145,-46 60-205,-12 18-51,0 1 1,-1-1-1,0 0 1,0 0-1,0 0 0,0 0 1,0 0-1,-1 0 1,0 0-1,0 0 0,0-1 1,0 1-1,-1 0 1,1-7-1,-6 10-8,1 0 0,0 0 1,0 1-1,0-1 0,-1 1 0,1 0 0,0 0 0,0 1 0,-7 1 1,4 1-15,0 0 0,1 1 1,0 0-1,0 1 1,0-1-1,0 1 0,1 0 1,0 1-1,0-1 1,0 1-1,0 0 0,1 0 1,0 1-1,-3 7 1,0 0-1,1 1 0,0-1 1,1 1-1,1 0 0,-4 28 1,7-40-1,1 0 1,0 0 0,0 0 0,0 0 0,0-1 0,0 1 0,1 0 0,-1 0 0,1 0 0,0 0 0,0 0 0,0-1 0,0 1 0,0 0 0,1-1 0,-1 1 0,1-1 0,-1 1 0,1-1 0,0 0-1,0 0 1,0 0 0,0 0 0,1 0 0,-1 0 0,0 0 0,1-1 0,0 1 0,-1-1 0,1 0 0,0 0 0,-1 0 0,1 0 0,0 0 0,5 0 0,11 2 8,0 0 1,0-2-1,1 0 0,26-2 1,-15 0-6,-21-1-212,1 0 0,-1 0 0,0-1 0,0 0-1,0-1 1,-1 0 0,0-1 0,1 0 0,-1 0 0,-1-1 0,13-10 0,-4-2-3074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0:50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 24139,'0'0'3610,"-19"17"-2642,3 16-648,2 2 0,1-1 1,-15 68-1,21-49-264,6-49-55,1-1 0,0 1 0,0 0 0,0-1 0,0 1-1,0 0 1,1 0 0,0-1 0,0 1 0,0 0 0,2 4-1,-2-8-2,-1 1 0,1 0 0,0-1 0,0 1 0,0-1 0,0 1 0,1-1 0,-1 0 0,0 1 0,0-1 0,0 0 0,0 0 0,0 0 0,0 0 0,0 0 0,1 0 0,-1 0 0,0 0 0,0 0 0,0-1 0,0 1 0,0 0 0,0-1 0,0 1 0,0-1 0,0 1 0,0-1 0,1 0 0,27-18 55,12-17-20,-29 27-35,0-1 0,0-1-1,-1 0 1,-1 0-1,18-26 1,12-15-84,-32 44 71,-1 0 0,0-1 0,0 0-1,-1 0 1,0 0 0,5-13 0,-10 18 20,-1 4 86,-1 3-87,1 1-1,-1-1 1,0 1 0,0 0 0,0-1 0,0 0 0,-1 1 0,-2 3-1,-1 6 3,0 0 0,1 1 0,0-1-1,1 1 1,1 0 0,0 0-1,1 0 1,0 0 0,2 20-1,-1-25 0,0-8-5,0 1 0,0 0 0,0 0 0,0 0 1,0-1-1,0 1 0,0 0 0,1 0 0,-1-1 1,1 1-1,0 0 0,-1-1 0,1 1 0,0 0 0,0-1 1,0 1-1,0-1 0,0 1 0,0-1 0,0 0 1,1 1-1,-1-1 0,0 0 0,1 0 0,-1 0 0,1 0 1,-1 0-1,1 0 0,-1-1 0,1 1 0,0 0 0,0-1 1,-1 1-1,1-1 0,0 0 0,0 0 0,-1 1 1,1-1-1,2 0 0,1-1 2,0 1-1,1-1 1,-1 0 0,0 0-1,0-1 1,0 1 0,0-1 0,-1 0-1,1 0 1,0-1 0,-1 1-1,6-5 1,14-16 10,0-1-1,38-50 1,-52 61-10,1 2 17,-6 11 34,-4 24 55,-3-4-114,2-8 24,0 1-1,1 0 1,0-1 0,1 1-1,1-1 1,0 1 0,9 22-1,-10-31-12,0 0 0,0 0 0,1 0 0,-1 0 0,1-1 0,0 1 0,0-1 0,0 0 0,1 0 0,-1 0-1,1 0 1,0-1 0,0 1 0,0-1 0,0 0 0,0 0 0,0 0 0,1-1 0,-1 1 0,0-1 0,1 0 0,-1-1 0,1 1 0,0-1-1,8 0 1,-3 0-5,0-1-1,-1 0 1,1-1-1,0 0 0,0-1 1,-1 0-1,1 0 0,-1-1 1,0 0-1,0-1 1,0 0-1,-1 0 0,0-1 1,0 0-1,0 0 1,-1-1-1,0 0 0,12-16 1,-11 13-569,0-1 1,-1-1-1,0 1 0,9-25 1,-8 11-1809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0:50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0 27276,'0'0'2530,"-41"144"-2466,26-75-48,-8 8-16,4 7-144,-7 3-913,7-3-2689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39:33.40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0 155 24575,'0'0'0,"1"-1"0,-1 0 0,0 0 0,1 0 0,-1 1 0,1-1 0,-1 0 0,1 0 0,0 1 0,-1-1 0,1 1 0,0-1 0,-1 0 0,1 1 0,0-1 0,0 1 0,-1 0 0,1-1 0,0 1 0,0-1 0,0 1 0,-1 0 0,1 0 0,0 0 0,0-1 0,1 1 0,29-4 0,-26 4 0,39-4 0,0 2 0,1 2 0,-1 2 0,68 12 0,-86-10 0,1-2 0,0 0 0,0-2 0,0-1 0,49-9 0,-14 3 0,-23 7 0,-32 1 0,0-1 0,0 0 0,-1 0 0,1 0 0,0-1 0,0 0 0,0 0 0,12-4 0,-17 4 0,-1 0 0,1 0 0,-1 0 0,0-1 0,0 1 0,0 0 0,0 0 0,0-1 0,0 1 0,0-1 0,0 1 0,0-1 0,-1 1 0,1-1 0,0 1 0,-1-1 0,1 0 0,-1 1 0,0-1 0,0 0 0,0 1 0,0-1 0,0 0 0,0 1 0,0-1 0,0 0 0,0 1 0,-1-1 0,1 0 0,-1 1 0,1-1 0,-1 1 0,0-1 0,-1-2 0,0 1 0,1 0 0,-1-1 0,0 1 0,0 0 0,0 0 0,0 1 0,-1-1 0,1 0 0,-1 1 0,0-1 0,0 1 0,0 0 0,0 0 0,0 0 0,-5-2 0,-8 1 0,-1 0 0,0 1 0,-1 0 0,1 2 0,-22 1 0,20 0 0,0 0 0,-1-2 0,1 0 0,-21-5 0,0-1 0,-1 3 0,0 1 0,0 2 0,-49 5 0,-9-1 0,58-4-1365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0:03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91 110 22074,'0'0'8996,"5"-34"-8916,-2 28-82,1-1-1,0 2 0,1-1 1,0 0-1,0 1 0,0 0 1,0 0-1,1 1 0,-1-1 1,1 1-1,0 0 0,13-5 1,-16 8 0,-1 0 0,1 0 0,0 1 0,-1-1 1,1 1-1,0 0 0,0 0 0,-1 0 0,1 0 0,0 0 1,0 0-1,-1 1 0,1 0 0,0-1 0,-1 1 1,1 0-1,0 0 0,-1 0 0,1 1 0,-1-1 0,0 1 1,1-1-1,-1 1 0,0 0 0,0 0 0,0 0 1,0 0-1,-1 0 0,1 0 0,0 0 0,-1 1 0,0-1 1,1 1-1,-1-1 0,0 1 0,0-1 0,0 1 1,-1 0-1,2 4 0,0 8-10,-1 0 1,0 0 0,0 0-1,-2 0 1,-3 25-1,2-30 9,0 0-1,-1 0 1,-1 0-1,1-1 1,-1 1-1,-1-1 1,0 0-1,-6 8 0,-54 70-40,45-63 40,-99 123-233,116-144 237,2-2-2,-1 0 0,1 1 0,0-1 0,0 0 0,0 1-1,0-1 1,0 0 0,0 1 0,1-1 0,-1 1 0,0-1 0,1 1-1,-1 2 1,1-3 3,1 0-1,0 0 1,0 0 0,0 0-1,0 0 1,0 0-1,0 0 1,0 0-1,0 0 1,0 0-1,1-1 1,-1 1 0,0-1-1,0 1 1,1-1-1,-1 1 1,0-1-1,3 1 1,35 10 24,1-1 0,1-3 0,0-1 1,0-1-1,0-3 0,50-3 0,-90 1-73,-1 0 0,0-1 0,1 1 0,-1 0 0,0 0 0,1-1 0,-1 1 0,0 0 0,1-1 0,-1 1 0,0 0 0,0-1 0,0 1 0,1-1 0,-1 1 0,0 0 0,0-1 0,0 1 0,0-1 0,0 1 0,0 0 0,0-1 0,0 1 0,0-1 0,0 1 0,0 0 0,0-1-1,0 1 1,0-1 0,0 1 0,0-1 0,0 1 0,0 0 0,-1-1 0,1 1 0,0 0 0,0-1 0,0 1 0,-1 0 0,1-1 0,0 1 0,-1 0 0,1-1 0,0 1 0,-1 0 0,1 0 0,0-1 0,-1 1 0,-6-8-2945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0:04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0 25852,'0'0'3068,"-4"55"-2305,-11 172-95,7-133-573,4-70-91,-1 0 1,-1 0-1,-1-1 1,-1 1-1,-12 24 1,-9 24 0,-15 25 8,41-89-18,3-11 69,10-16-486,-3 10-671,1-1-1146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2:42.20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94 24827,'0'0'5779,"26"-7"-5696,1-1-72,0 2 0,1 0 0,0 2 0,0 1 0,37 1 0,2-1 0,96-9 2,-28 1-20,-56 3 1,77 1-79,68-6-54,-195 11 130,-15 1-174,-23 1-356,-8 0-662,-7 0-1461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2:44.77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50 21978,'0'0'6955,"41"0"-6517,318-13-179,-56 6 93,-201 11-311,-48-1-1,1-2-1,55-6 1,-70 1-29,44-9 45,-81 12-43,1 1 3,-4 1-15,0-1 0,1 0 0,-1 0-1,0 1 1,0-1 0,1 0 0,-1 0 0,1 0-1,-1 0 1,0 0 0,1 0 0,-1 1 0,0-1-1,1 0 1,-1 0 0,0 0 0,1 0 0,-1 0 0,1 0-1,-1-1 1,0 1 0,1 0 0,-1 0 0,0 0-1,1 0 1,-1 0 0,0 0 0,1-1 0,-1 1-1,0 0 1,1 0 0,-1-1 0,0 1 0,1 0-1,-1-1 1,1 1-3,-1 0 1,0 1-1,1-1 0,-1 0 0,1 0 1,-1 0-1,0-1 0,1 1 0,-1 0 1,1 0-1,-1 0 0,0 0 0,1 0 1,-1 0-1,0 0 0,1-1 0,-1 1 1,0 0-1,1 0 0,-1-1 0,0 1 1,1 0-1,-1 0 0,0-1 0,0 1 1,1 0-1,-1-1 0,0 1 0,0 0 1,1-1-1,-1 1 0,0 0 0,0-1 1,0 1-1,0-1 0,0 1 0,0 0 1,0-1-1,0 1 0,0-1 0,0 1 1,0 0-1,0-1 0,0 1 0,0-1 1,0 1-1,0 0 0,0-1 0,0 1 1,0-1-1,-1 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2:49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27164,'0'0'1809,"0"15"-1681,1 1-118,0 9 146,-2 0 0,0 1 0,-1-1 0,-7 29 0,-33 138 156,30-136-190,5-36-322,4-31-1072,4 3 991,-1-1 0,1 0 0,1 0 1,4-14-1,1-4-5761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2:50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24219,'0'0'2812,"0"-4"-2308,0 1-476,1 0-1,0 0 0,0 1 0,0-1 1,0 0-1,0 1 0,0-1 0,1 1 1,-1-1-1,1 1 0,0 0 1,0-1-1,-1 1 0,2 0 0,-1 0 1,0 1-1,0-1 0,0 0 1,1 1-1,-1-1 0,1 1 0,-1 0 1,1 0-1,0 0 0,-1 0 0,1 0 1,0 0-1,0 1 0,0 0 1,0-1-1,-1 1 0,1 0 0,0 0 1,0 1-1,0-1 0,0 1 1,-1-1-1,1 1 0,0 0 0,0 0 1,-1 0-1,1 0 0,-1 0 0,1 1 1,-1-1-1,1 1 0,-1 0 1,0 0-1,0 0 0,0 0 0,0 0 1,0 0-1,0 0 0,-1 0 0,1 1 1,-1-1-1,2 4 0,0 3-11,-1 1-1,0 0 1,0 0-1,-1 0 0,0 0 1,-1 0-1,0 0 0,-1 0 1,0 0-1,0 0 1,-1-1-1,-1 1 0,1 0 1,-2-1-1,1 1 1,-1-1-1,-1 0 0,1 0 1,-1-1-1,-1 1 1,0-1-1,0 0 0,-1-1 1,0 0-1,-13 12 1,19-18-12,1 0-2,0 0-1,-1-1 1,1 1-1,0-1 1,-1 1-1,1 0 1,-1-1-1,1 1 1,-1-1-1,1 1 1,-1-1-1,1 0 1,-1 1-1,0-1 1,1 0-1,-1 1 1,0-1-1,1 0 1,-1 1-1,0-1 1,1 0-1,-1 0 1,0 0-1,1 0 1,-1 0-1,0 0 1,1 0-1,-1 0 1,0 0-1,0 0 1,1 0 0,-1 0-1,0-1 1,-1 1 102,2-51-136,8 50 34,-7 2-1,1 0 1,-1 0-1,0 0 0,1 0 0,-1 0 1,0 1-1,0-1 0,0 0 0,0 1 1,0-1-1,0 1 0,0-1 0,0 1 1,-1 0-1,2 3 0,14 36 22,-13-31-20,2 5-2,-1-2 6,1 0 0,1 0 0,-1 0 0,2-1 0,14 21 0,-20-31-6,1 0 0,0 0 0,-1-1 0,1 1 0,0 0 0,0-1 1,0 1-1,1-1 0,-1 0 0,0 0 0,0 0 0,1 0 0,-1 0 0,1 0 0,-1-1 0,1 1 0,-1-1 0,1 1 0,-1-1 1,1 0-1,-1 0 0,1 0 0,-1-1 0,1 1 0,-1 0 0,1-1 0,-1 0 0,1 1 0,-1-1 0,0 0 0,1 0 0,-1-1 1,0 1-1,0 0 0,0-1 0,0 1 0,0-1 0,3-3 0,10-9 22,-1 0 1,-1-1-1,16-23 0,-29 33-951,-3 0-1300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2:50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24907,'0'0'3173,"0"10"-2856,-1 8-200,0-7 31,1 0 0,-1 1 0,2-1 0,1 15 0,-1-24-133,-1 0-1,0 0 0,1 0 0,-1 0 0,1 0 0,0 0 0,0 0 0,-1 0 0,1 0 0,0 0 0,1 0 0,-1-1 0,0 1 1,0 0-1,1-1 0,-1 1 0,1-1 0,0 0 0,-1 1 0,1-1 0,0 0 0,0 0 0,-1 0 0,1 0 0,0 0 1,0-1-1,0 1 0,0-1 0,0 1 0,4 0 0,-1-1 6,-1 0-1,1 0 1,0 0-1,0-1 1,-1 0 0,1 1-1,0-2 1,-1 1 0,1 0-1,-1-1 1,1 0-1,6-4 1,-1-1 43,-1 0 0,0-1 0,14-15 1,9-9-22,-31 34-177,0 0 1,0 1 0,0-1 0,-1 0 0,1 0 0,-1 0 0,0 1 0,0-1 0,0 0 0,0 0 0,0 3 0,0 18-1606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2:51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0 170 18921,'0'0'8030,"31"7"-6531,-27-8-1474,0-1-1,-1 1 1,1-1-1,0-1 1,-1 1-1,0 0 1,1-1-1,-1 1 1,0-1-1,0 0 1,-1 0-1,1-1 1,3-5-1,30-48 220,-35 55-244,2-4 26,0 0 0,-1 0-1,1 0 1,-1 0 0,-1-1 0,1 1-1,-1-1 1,0 1 0,0-1-1,-1-8 1,-3 15-10,1 0-1,0 0 1,-1 1-1,1-1 1,0 1-1,0-1 1,-1 1-1,1 0 1,0 0-1,0-1 1,0 2-1,0-1 1,0 0-1,0 0 1,-3 3-1,-14 23-6,12-19-1,1 0 0,1 0 0,-1 1 0,2-1 0,-1 1-1,1 1 1,0-1 0,-4 19 0,4 2 32,1 61 0,3-89-38,0-1 0,1 0 0,-1 0 0,1 1 0,-1-1 0,1 0 0,-1 0 0,1 0-1,0 0 1,0 0 0,-1 0 0,1 0 0,0 0 0,0 0 0,0 0 0,0 0 0,0 0 0,0-1 0,0 1 0,1 0-1,-1-1 1,0 1 0,0-1 0,0 1 0,1-1 0,-1 0 0,0 1 0,1-1 0,-1 0 0,0 0 0,3 0-1,51 1 109,-40-1-73,-7 0-8,0-1 1,1 0-1,-1 0 0,0-1 0,0 0 0,15-5 0,-19 5-120,0 1 0,0-1 0,0 0 0,-1-1 0,1 1 1,-1-1-1,1 1 0,-1-1 0,0 0 0,0 0 0,0 0 0,-1-1 0,1 1 0,-1-1 0,3-5 0,-4 1-1862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2:52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2 23835,'0'0'4242,"-7"-1"-3949,3 1-245,-1 0-1,0 0 0,1 0 1,-1 1-1,0-1 0,1 1 0,-1 0 1,1 0-1,-1 1 0,1-1 1,0 1-1,-1 0 0,1 0 1,0 1-1,0-1 0,0 1 0,1 0 1,-1 0-1,1 0 0,-1 0 1,1 1-1,0-1 0,0 1 1,1 0-1,-4 5 0,5-7-46,0 0 0,-1 1 0,1-1 0,0 0 0,0 1 0,1-1 0,-1 1 0,0 0 0,1-1-1,0 1 1,-1-1 0,1 1 0,0 0 0,1-1 0,-1 1 0,0 0 0,1 2 0,1-3-1,-1 0-1,1 0 1,0-1 0,0 1 0,0 0 0,0-1 0,0 1-1,0-1 1,0 0 0,1 0 0,-1 0 0,0 0-1,1 0 1,-1 0 0,1-1 0,3 1 0,0 1 2,-1 0 0,0 0 0,0 0 0,0 0 1,0 1-1,0-1 0,-1 1 0,1 1 0,-1-1 1,0 1-1,0-1 0,4 6 0,-6-7 0,0 1-1,0-1 0,-1 1 1,1-1-1,-1 1 0,0 0 1,0 0-1,0-1 0,0 1 1,0 0-1,0 0 1,-1 0-1,0 0 0,1 0 1,-1 0-1,0 0 0,-1 0 1,1 0-1,0 0 0,-1 0 1,0 0-1,1 0 1,-3 3-1,1-2 20,0-1 0,0 0 0,0 0 0,-1 0 0,1 0 0,-1-1 0,0 1 1,0-1-1,0 1 0,0-1 0,0 0 0,0 0 0,-4 1 0,5-2-56,0 1 0,-1-1 0,1 0 0,0 0 1,-1-1-1,1 1 0,0 0 0,-1-1 0,1 0 0,-1 1 0,1-1 0,-1 0 1,1 0-1,-1 0 0,1-1 0,-1 1 0,1-1 0,-1 1 0,1-1 0,0 0 1,-3-1-1,-2-7-1598,2-6-2214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2:53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25340,'0'0'2825,"2"29"-1907,0-25-900,-1 0 1,1 0-1,0 0 0,0-1 1,0 1-1,1 0 1,-1-1-1,1 0 1,0 0-1,0 1 0,0-1 1,0-1-1,0 1 1,1 0-1,-1-1 1,1 0-1,0 0 0,0 0 1,0 0-1,0-1 1,0 1-1,0-1 1,0 0-1,0 0 0,0-1 1,1 1-1,-1-1 1,0 0-1,1 0 1,-1 0-1,0-1 1,0 0-1,0 1 0,1-1 1,-1-1-1,0 1 1,0-1-1,0 1 1,0-1-1,-1 0 0,1-1 1,-1 1-1,5-4 1,1-3-251,29-25 562,-36 33-600,0 0-1,-1 0 1,1 0 0,0 0-1,0 0 1,0 0 0,0 0 0,0 1-1,0-1 1,1 1 0,1-1-1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2:54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1 194 22138,'0'0'5926,"60"-10"-4424,-51 7-1502,1-1 1,-1-1 0,0 1 0,-1-1-1,1-1 1,-1 1 0,0-1 0,0-1 0,-1 0-1,0 0 1,0 0 0,-1-1 0,0 0 0,0 0-1,0 0 1,4-13 0,-6 15-3,-2 2 12,1 0-1,-1-1 0,0 1 0,0-1 0,-1 0 0,0 0 0,1 1 0,-1-1 0,-1 0 0,1-7 1,-1 12 24,-7 0-24,0 0 0,0 1 0,0 0 0,0 0 0,0 1 0,0 0 0,0 0 0,1 0 0,-1 1 0,1 0 0,-1 1 0,1-1 0,0 1 0,0 0-1,1 1 1,-1-1 0,1 1 0,0 0 0,1 0 0,-1 1 0,-4 7 0,1-3-11,1 0 1,1 1-1,0 0 0,0 1 0,1-1 0,0 1 1,1 0-1,1 1 0,0-1 0,0 0 1,1 1-1,1 0 0,0 22 0,1-34 0,0 1 0,0-1-1,0 1 1,0-1 0,1 0 0,-1 1-1,1-1 1,-1 0 0,1 1-1,-1-1 1,1 0 0,0 0 0,-1 0-1,1 1 1,0-1 0,0 0-1,0 0 1,0 0 0,0 0-1,0 0 1,0-1 0,3 3 0,0-1 4,0-1 0,0 1 0,1 0 0,-1-1 1,0 0-1,1 0 0,6 0 0,5 1 29,0-2 0,0 0-1,21-4 1,-30 3-52,0 0 1,0-1-1,0-1 0,0 1 0,-1-1 0,1 0 1,-1 0-1,1-1 0,-1 0 0,0 0 1,0-1-1,5-5 0,20-22-4453,-17 17-7042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2:55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23163,'0'0'4183,"4"41"-2919,-4-19-1127,-1-1 0,-1 1-1,-1-1 1,-9 35-1,8-39-123,0-1 0,1 1 0,1-1 0,-1 21-1,3-28-30,0-12-23,5-18 42,3 3 6,0 1 1,2-1-1,0 1 1,1 1-1,1 0 1,0 1-1,1 0 1,1 1-1,18-16 0,-31 29-8,0 1 1,0-1-1,0 0 0,1 0 0,-1 1 0,0-1 0,0 0 0,0 1 0,1-1 0,-1 1 0,0 0 0,1-1 0,-1 1 0,0 0 0,1 0 0,-1 0 0,0 0 0,1 0 0,2 0 0,-4 1 1,1-1-1,0 0 0,-1 1 1,1-1-1,0 1 1,-1-1-1,1 1 1,0 0-1,-1-1 1,1 1-1,-1 0 1,1-1-1,-1 1 0,0 0 1,1-1-1,-1 1 1,0 0-1,1 0 1,-1 0-1,0-1 1,0 1-1,0 0 1,1 0-1,-1 0 0,0-1 1,0 1-1,-1 1 1,1 187 179,4-187-172,0-1 1,0-1-1,0 1 1,0 0-1,0-1 1,0 0-1,0 0 1,7-1-1,-9 1 11,2-1-14,-1 1-1,1-1 1,0 0 0,-1 0-1,1-1 1,-1 1 0,1-1-1,-1 1 1,0-1 0,0 0-1,0-1 1,0 1 0,0 0-1,0-1 1,0 0 0,-1 1 0,3-5-1,41-60 34,-35 48-20,4-8-55,-6 14 307,-6 42-100,-5 0-145,1-20-13,1 0-1,0 0 1,0 0 0,0 0-1,4 12 1,-4-19-9,1 0-1,-1 0 1,1 0-1,0 0 1,0 0-1,0-1 1,0 1 0,0 0-1,0-1 1,1 1-1,-1 0 1,0-1-1,1 0 1,-1 1 0,1-1-1,-1 0 1,1 0-1,0 0 1,0 0-1,-1 0 1,1 0 0,0-1-1,0 1 1,0 0-1,0-1 1,0 0-1,0 1 1,3-1 0,3 0 6,0 1 1,0-2 0,0 1 0,0-1 0,0 0 0,0-1 0,-1 0 0,1 0 0,0-1 0,-1 0 0,0 0 0,11-7 0,-13 7-34,0 0-1,0-1 1,-1 0 0,1 0-1,-1 0 1,0 0-1,0-1 1,0 1 0,-1-1-1,0 0 1,0 0 0,0 0-1,0-1 1,-1 1-1,0-1 1,0 1 0,-1-1-1,2-6 1,-2-15-1893,-1 10-683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2:56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 27949,'0'0'1969,"-15"81"-1937,4-40-32,0 3-96,3 1-801,-3-1-928,-4 2-16647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4:14.36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68 12262,'0'0'14662,"16"-10"-12834,38-1-1743,0 2 0,1 3 0,55 1 0,60-6 34,-7-2 68,176 10 1,-180 5-107,-151-2-80,-1 1 0,0 0 0,0 1 0,1-1 0,-1 2 0,7 2 0,-8-3 0,0 0 0,0 0 0,0-1 0,0 1 0,12 0 0,-18-2 10,0 1-8,0 1-1,-1-1-79,-1 1-1,0-1 1,1 0-1,-1 0 0,0 0 1,0 0-1,0 0 1,0 0-1,0 0 0,0-1 1,0 1-1,0-1 1,0 0-1,0 1 0,0-1 1,0 0-1,-3 0 1,2 0-143,-32 2-1752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4:16.28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8 6179,'0'0'19246,"45"2"-16501,1061-2-1926,-888-7-787,-201 6 23,-34-1-1545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4:18.97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30 19465,'0'0'8036,"4"-1"-7810,18-5 87,1 2-1,-1 0 1,1 1-1,-1 2 1,41 2 0,-43-1-230,160-7 183,-95 3-195,147 9 0,-157 0-58,82-6 0,-57-1 9,-18 2 46,-48 0-139,-27 0-107,-11 0-140,-16 0-1456,-12 0-2484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4:20.90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24 22442,'0'0'5339,"38"0"-3221,296-7-1747,159 6-366,-232-4 134,-232 5 448,-38-10-2575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4:28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181 368 24139,'0'0'3901,"4"-31"-2984,2 13-740,6-15 46,0 2-1,2-1 1,28-44-1,-21 42-184,-17 24-22,2 1 1,-1-1-1,2 1 0,-1 0 0,1 0 1,0 1-1,1 0 0,0 0 0,0 1 0,19-13 1,-25 19-16,-1 0 1,1 1 0,0-1 0,1 0-1,-1 1 1,0 0 0,0-1 0,0 1-1,0 0 1,0 0 0,0 0 0,0 0-1,0 0 1,1 1 0,-1-1 0,0 1-1,0-1 1,0 1 0,0 0 0,0-1-1,0 1 1,-1 0 0,1 1 0,0-1 0,0 0-1,-1 0 1,1 1 0,-1-1 0,1 1-1,-1-1 1,1 1 0,-1 0 0,0 0-1,0-1 1,0 1 0,0 0 0,0 0-1,0 0 1,-1 0 0,1 0 0,-1 0-1,1 0 1,-1 0 0,0 0 0,1 1-1,-1 1 1,7 99 41,-8-92-38,-1 1 1,0-1-1,0 0 0,-1 0 1,0 0-1,-1 0 0,-1-1 1,0 1-1,0-1 0,-1 0 1,0-1-1,0 1 0,-1-1 1,-11 10-1,18-19-3,-1 1-1,0 0 1,0-1 0,1 1-1,-1-1 1,1 1 0,-1 0-1,0 0 1,1-1 0,-1 1-1,1 0 1,0 0 0,-1 0-1,1 0 1,0-1 0,-1 1 0,1 0-1,0 0 1,0 0 0,0 0-1,0 1 1,16-4 51,14-2-47,-26 4-8,-1-1 0,0 2 1,1-1-1,-1 0 0,0 1 0,1-1 1,-1 1-1,0 0 0,0 0 0,0 0 0,0 1 1,0-1-1,0 1 0,0-1 0,0 1 1,0 0-1,-1 0 0,1 0 0,-1 1 0,1-1 1,-1 1-1,0-1 0,0 1 0,0 0 1,-1 0-1,1 0 0,0 0 0,-1 0 0,0 0 1,0 0-1,0 0 0,0 0 0,0 1 0,-1-1 1,1 6-1,2 21 2,-2 56 0,-2-44 0,0-34 1,0 0-1,-1-1 1,0 1-1,0 0 1,-1-1-1,0 0 1,0 1-1,0-1 1,-1-1 0,0 1-1,-1 0 1,-7 8-1,0-1 3,0 0-1,-1-1 0,-1 0 0,-19 13 1,18-16 2,-1 0 1,0-1 0,-1-1 0,0-1 0,0 0 0,0-1-1,-1-1 1,0-1 0,0 0 0,-1-2 0,1 0 0,-1-1-1,1 0 1,-1-2 0,-26-3 0,-2-15 14,45 18-12,1 0 0,-1 0 0,0 0 0,0-1 0,0 1 0,1 0-1,-1-1 1,0 1 0,1-1 0,-1 1 0,1-1 0,0 0 0,0 0 0,-1 0 0,1 1 0,0-1 0,1 0 0,-1 0 0,-1-3 0,2 4 16,27 5-5597,-9-3-6905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4:29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26076,'0'0'2580,"2"6"-2490,8 15 169,-1 0-1,-1 1 0,9 40 0,-3 11-10,-8-46-181,-1 0 1,3 53 0,-8-54-60,1-11 0,-1 0 0,0 1 0,-1-1 0,0 0 0,-2 1 0,0-1 0,0 0 0,-1-1 0,-7 17 0,-4-2 5,0 0-1,-2-1 1,-1-1 0,-26 31 0,42-55-515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4:31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0 26252,'0'0'2639,"0"8"-2570,-5 48 244,-1 0 0,-3-1-1,-18 59 1,6-24-246,-25 100-30,44-186-616,1-9 231,1-17-379,0 15 183,0-22-1913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4:32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36 22042,'0'0'4954,"30"-17"-3865,-25 14-1046,0 0 0,1 1 0,0 0 0,-1 0 0,1 0 0,0 1 0,0-1 0,0 2 0,0-1 1,0 1-1,0 0 0,1 0 0,10 2 0,-16-1-34,0-1 0,0 1 0,0 0 0,-1 0 0,1 1 0,0-1 0,-1 0 0,1 0 1,0 0-1,-1 0 0,0 0 0,1 1 0,-1-1 0,0 0 0,1 0 0,-1 1 0,0-1 0,0 0 0,0 3 1,-1 33 167,0-24-117,1 3 4,1-8-40,-1-1 0,1 0 1,-2 0-1,1 0 0,-1 0 0,0 0 0,-1 0 0,1 0 1,-1 0-1,-1 0 0,1-1 0,-1 1 0,-5 7 1,-13 21 37,15-25-57,0 0 0,0-1 0,0 0 1,-12 12-1,-5 2 9,12-11-2,-1 0 0,-26 19 0,37-31-6,1 0 1,0 0-1,-1 0 0,1 0 0,-1 0 1,1 0-1,0 0 0,-1 0 0,1 0 1,0 0-1,-1 0 0,1-1 0,-1 1 1,1 0-1,0 0 0,-1 0 0,1 0 1,0-1-1,-1 1 0,1 0 0,0 0 1,-1-1-1,1 1 0,0 0 0,0-1 1,-1 1-1,1 0 0,0-1 0,0 1 1,0 0-1,-1-1 0,1 1 0,0 0 1,0-1-1,0 1 0,0-1 0,0 1 1,0 0-1,0-1 0,0 1 0,0-1 0,0 1 1,0 0-1,0-1 0,0 1 0,0 0 1,0-1-1,0 1 0,0-1 0,0-29-64,0 26 74,0 3-18,0 1-1,0-1 1,0 1 0,1 0 0,-1-1 0,0 1-1,1 0 1,-1-1 0,0 1 0,1 0 0,-1 0-1,0-1 1,1 1 0,-1 0 0,0 0 0,1 0-1,-1 0 1,1-1 0,-1 1 0,0 0 0,1 0-1,-1 0 1,1 0 0,-1 0 0,1 0 0,-1 0-1,0 0 1,1 0 0,-1 0 0,1 0 0,-1 0-1,1 0 1,-1 1 0,0-1 0,1 0 0,-1 0-1,1 0 1,-1 1 0,0-1 0,1 1 0,17 11 14,-12 2 45,-1 1 0,-1 1 0,4 29 0,8 26 14,-15-68-70,0 1-1,0-1 1,0 0 0,0 0-1,0 0 1,1 0-1,0-1 1,-1 1 0,1 0-1,0 0 1,0-1-1,0 0 1,1 1 0,-1-1-1,1 0 1,-1 0-1,1 0 1,0 0 0,-1-1-1,1 1 1,0-1 0,0 1-1,0-1 1,0 0-1,0 0 1,1-1 0,-1 1-1,0-1 1,0 1-1,1-1 1,-1 0 0,0 0-1,0-1 1,6 0-1,-1-5 7,0 0 0,-1-1 0,0 0-1,0 0 1,0 0 0,-1-1-1,8-14 1,-7 13-2,10-11 89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4:33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16 22474,'0'0'4674,"-4"28"-3390,4-24-1253,0-1 0,1 0 0,0 1 0,0-1 0,0 0 1,0 0-1,0 0 0,0 0 0,1 0 0,0 0 0,-1 0 0,1 0 0,0 0 1,0-1-1,1 1 0,-1-1 0,0 0 0,1 1 0,0-1 0,-1 0 1,1-1-1,0 1 0,0 0 0,0-1 0,0 0 0,0 0 0,0 1 1,1-2-1,4 2 0,-4-1-12,1 0 0,-1 0 0,0-1 0,0 1 0,1-1 0,-1 0 0,1 0 0,-1 0 0,0-1 0,0 0 0,1 0 0,-1 0 0,0 0 0,0 0 0,0-1 0,0 0 0,0 0 0,0 0 0,0 0 0,-1-1 0,1 0 0,3-3 0,63-85 288,-70 91-431,0 0 0,1 0 0,-1 0 0,0 1 1,0-1-1,1 0 0,-1 0 0,0 1 0,0-1 0,1 0 0,-1 1 1,0-1-1,0 0 0,0 1 0,0-1 0,1 0 0,-1 1 0,0-1 1,0 0-1,0 1 0,0-1 0,0 0 0,0 1 0,0-1 0,0 0 1,0 1-1,0-1 0,0 0 0,0 1 0,0-1 0,0 0 0,-1 1 1,1-1-1,0 1 0,0 16-10524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4:34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0 278 15447,'0'0'11066,"3"0"-10845,0 0 0,0 0 0,-1 0 0,1 0 0,0 0 0,0-1 0,-1 1 0,1-1 0,4-1-1,3-8-184,1 0 0,-2 0 0,1-1 0,-1 0-1,-1 0 1,0-1 0,-1 0 0,0-1 0,-1 0-1,0 0 1,4-16 0,-1-2-15,-5 19 22,-1 1 0,0-2 1,0 1-1,-2 0 0,1-16 0,-43 29 240,35 4-278,0 0-1,0 1 1,0 0 0,1 0-1,0 0 1,0 0-1,0 1 1,1-1 0,0 1-1,1 0 1,-1 1 0,-3 11-1,-6 10 11,9-20-9,1 0 1,0 1-1,0-1 1,1 1-1,-2 17 1,-6 24 18,9-44-9,0 0 0,0 0 0,1-1 0,-1 1 0,3 13 0,-1 2 29,0-21-43,-1 1 1,1-1-1,0 0 0,0 0 1,0 1-1,0-1 1,0 0-1,0 0 0,0 0 1,1 0-1,-1 0 0,0-1 1,0 1-1,1 0 0,-1-1 1,0 1-1,1 0 0,-1-1 1,1 0-1,-1 1 0,4-1 1,34 8 44,58-4 3,-93-7-121,-1 1-1,0-1 0,0 0 0,0 1 0,0-1 0,-1-1 0,1 1 0,-1 0 0,1-1 0,-1 1 0,-1-1 0,1 0 1,2-6-1,-1 3-906,2-3-1090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4:35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20 22074,'0'0'4640,"-6"-19"-2263,1 19-2345,-1 1 0,1-1 0,0 1 1,0 1-1,0-1 0,0 0 0,1 1 1,-1 0-1,0 1 0,1-1 0,-1 1 1,1-1-1,0 1 0,0 1 0,0-1 0,0 0 1,1 1-1,-1 0 0,1 0 0,0 0 1,0 0-1,0 1 0,-2 5 0,2-5-23,0 0-1,0 0 0,0 1 0,1-1 0,0 1 1,0-1-1,1 1 0,-1 0 0,1 0 0,1 0 0,-1 0 1,1 0-1,0 7 0,2-10-6,0-1 1,0 1-1,0-1 0,0 0 0,1 0 1,-1 0-1,0 0 0,1 0 0,0 0 1,-1-1-1,1 1 0,0-1 0,0 0 1,6 2-1,20 12 15,-25-11-10,1 1 0,-1-1 1,0 0-1,0 1 0,0 0 0,-1 0 1,0 0-1,0 0 0,0 1 0,0-1 1,-1 1-1,0 0 0,0-1 0,-1 1 1,1 0-1,-1 0 0,0 7 0,-1-9-1,0 0-1,0 0 1,0-1-1,-1 1 1,1 0-1,-1-1 0,0 1 1,0 0-1,0-1 1,-1 1-1,1-1 1,-1 0-1,0 1 0,0-1 1,0 0-1,0 0 1,-1 0-1,1-1 1,-1 1-1,0 0 0,0-1 1,0 0-1,0 1 1,0-1-1,0-1 1,0 1-1,-1 0 0,1-1 1,-6 2-1,8-2-41,-1 0 1,0-1-1,0 1 0,0-1 0,0 1 0,0-1 1,1 0-1,-1 1 0,0-1 0,0 0 0,0 0 1,0-1-1,0 1 0,0 0 0,0-1 1,0 1-1,0-1 0,0 1 0,1-1 0,-1 0 1,0 0-1,0 0 0,1 0 0,-1 0 0,1 0 1,-1-1-1,1 1 0,-1 0 0,1-1 0,0 1 1,0-1-1,0 1 0,-1-1 0,1 0 0,1 1 1,-1-1-1,0 0 0,0 0 0,1 0 0,-1 0 1,1 1-1,0-1 0,-1 0 0,1 0 0,0 0 1,0 0-1,0-3 0,0-13-2173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4:36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24475,'0'0'3290,"-4"3"-3104,1 1-113,0 1 0,0-1 0,1 0 0,-1 1-1,1 0 1,0 0 0,0-1 0,1 1 0,0 0-1,0 0 1,0 0 0,0 1 0,1-1-1,0 9 1,0-11-64,0-1 0,0 0 0,0 1 0,0-1 0,0 0 0,1 1 0,-1-1 0,1 0 0,0 1 0,0-1 0,0 0 0,0 0 0,0 0 0,0 0 0,0 0 0,1 0 0,-1 0 0,1 0 0,-1-1 0,1 1 0,0 0 0,0-1 0,0 1 0,0-1 0,0 0 0,0 0 0,0 0 0,0 0 0,0 0 0,0 0 0,1 0 0,-1-1 0,0 1 0,1-1 0,-1 0 0,4 0 0,0 1 4,0-2 0,-1 1 0,1-1 0,-1 1 0,1-2 0,-1 1 0,1 0 0,-1-1 0,0 0 0,0-1 0,0 1 0,0-1 0,0 0 0,0 0 0,-1 0 0,1-1 0,-1 1 0,0-1 0,0 0 0,-1-1 0,1 1 0,3-6 0,0-1 69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4:37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1 230 2033,'0'0'24843,"27"0"-23514,-20-1-1291,0 0 0,0-1-1,0 0 1,0 0 0,0 0 0,0-1-1,-1 0 1,1 0 0,-1-1 0,0 0 0,0 0-1,9-8 1,-3 1-26,0 0 0,0-1-1,-1 0 1,15-22 0,-22 27 2,0 0 1,0 0 0,-1 0-1,0 0 1,0-1 0,-1 1-1,0-1 1,0 0 0,-1 0-1,0 1 1,0-14 0,-6 20 62,-1 0 0,1 0 1,-1 0-1,0 1 0,0 0 1,-9 1-1,11 0-70,0 0 1,0 1-1,0-1 0,0 1 0,0 0 0,1 0 1,-1 1-1,1-1 0,-1 1 0,1-1 1,0 1-1,0 0 0,0 0 0,0 0 0,1 1 1,0-1-1,-4 6 0,-2 5 0,-1 1 0,2 0 0,-6 17 0,7-16 10,1 0 0,1 1 0,0 0 0,1-1 0,1 1 0,1 0 0,0 1 0,1-1 0,3 18 0,-2-32-13,0 0 0,0-1 0,0 1 0,1 0 0,-1-1 0,1 0 0,-1 1 0,1-1 0,0 0-1,0 0 1,0 0 0,0 0 0,0 0 0,1 0 0,-1-1 0,0 1 0,1-1 0,0 1 0,-1-1 0,1 0-1,0 0 1,-1 0 0,1-1 0,0 1 0,0-1 0,0 1 0,-1-1 0,6 0 0,0 0 6,1 1 0,-1-1 0,0-1 0,0 1 0,0-1 0,0-1 0,0 1 0,-1-1 0,12-5 0,-11 3-12,-1 0 0,0-1 0,0 0 1,0-1-1,-1 1 0,0-1 0,8-9 1,6-13-3355,-16 20-3007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4:38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14967,'0'0'13174,"0"31"-12438,-1-4-654,-2 0 0,0-1-1,-2 1 1,-1-1 0,-1 0-1,-1 0 1,-22 45 0,24-59-80,3-6-2,0 0 0,0 1 0,1-1 0,0 1 0,-3 11 1,3-3-8,16-37 8,23-26 26,66-79-22,-21 38-144,-71 76 137,-8 12-12,-2 1 23,1 0 0,-1 1 0,0-1-1,0 0 1,0 0 0,0 1 0,0-1-1,1 1 1,-1-1 0,0 1 0,0-1 0,0 1-1,0 0 1,0-1 0,-1 1 0,1 0-1,0 0 1,0 0 0,0 0 0,-1 0-1,1 0 1,0 0 0,-1 0 0,1 0-1,-1 0 1,1 0 0,-1 0 0,1 0-1,-1 0 1,0 1 0,0-1 0,0 0-1,0 0 1,1 0 0,-1 0 0,-1 1-1,1-1 1,0 0 0,0 0 0,-1 2-1,-12 57 77,9-45-24,-3 19-52,1 1 0,1 0 1,1 52-1,4-87-10,0 1-1,0 0 1,0-1-1,0 1 1,0 0 0,0 0-1,1-1 1,-1 1-1,0 0 1,0-1 0,1 1-1,-1-1 1,1 1-1,-1 0 1,0-1 0,1 1-1,-1-1 1,1 1-1,-1-1 1,1 1 0,0-1-1,-1 1 1,1-1-1,-1 0 1,1 1 0,0-1-1,-1 0 1,2 1-1,27 1 21,-22-3-12,1 0 0,-1 0 1,0-1-1,1 0 0,9-5 0,-10 3-10,0 0 0,0 0 0,-1-1 0,0 0 0,0-1 0,0 0 0,0 1 0,-1-2 0,5-6 0,10-22-2605,-13 21-407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4:39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23419,'0'0'4762,"0"8"-4474,-3 35 175,-9 49 0,9-77-429,1 0 0,1 0-1,1 0 1,0 1 0,1-1 0,2 17 0,-2-27-38,0-1 1,0 0 0,0 0-1,0 0 1,0 1-1,1-1 1,0 0-1,0-1 1,0 1-1,0 0 1,0 0-1,1-1 1,0 0-1,0 1 1,0-1-1,0 0 1,0 0-1,0-1 1,1 1-1,0-1 1,-1 1-1,1-1 1,0 0-1,0-1 1,7 3 0,-7-3-9,0-1 1,-1 1-1,1-1 1,0 0-1,0-1 1,0 1 0,-1 0-1,1-1 1,0 0-1,0 0 1,-1 0-1,1 0 1,-1-1 0,1 0-1,-1 1 1,0-1-1,1 0 1,-1-1-1,0 1 1,0 0 0,4-6-1,-3 4-268,-1 1-1,0-1 0,0 0 1,-1-1-1,1 1 1,-1 0-1,0-1 1,0 1-1,0-1 1,1-4-1,3-8-2232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4:39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21450,'0'0'7619,"-15"39"-7395,8-13 17,-1 1-145,4 0-48,1 0-32,3 0-16,0 2-112,0-2-337,-4-2-911,0-1-2722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0:13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2 16696,'0'0'12456,"0"0"-12426,0-1 0,0 1 0,1 0 0,-1 0 0,0 0 0,0 0-1,0 0 1,1 0 0,-1 0 0,0 0 0,0 0 0,1 0 0,-1 0 0,0 0 0,0 0 0,0 0 0,1 0 0,-1 0-1,0 0 1,0 0 0,0 0 0,1 0 0,-1 0 0,0 0 0,0 1 0,0-1 0,1 0 0,-1 0 0,0 0 0,0 0 0,0 0-1,0 1 1,1-1 0,-1 0 0,0 0 0,0 0 0,0 0 0,0 1 0,0-1 0,0 0 0,0 0 0,-2 27 25,-2 0 0,0 0 0,-2-1 0,-1 0 0,-1 0 0,-2-1 0,-16 33 1,-8 26-44,13-34-12,11-26 3,-13 45-1,17-17-39,46-52 66,268-10-151,-310 9-179,0 1 0,0 0 0,-1-1 0,1 1 0,0-1 0,0 0 0,0 0 0,0 0 0,0 0 0,0 0 0,0 0 0,0-1 0,0 1 0,0-1 0,-2-2 0,-8-12-10333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0:13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 26092,'0'0'2745,"0"15"-2422,0-15-322,0 43 251,-2 0 0,-1 0 0,-10 47-1,-58 153-2,71-238-243,0-4-7,0-1 1,0 1 0,0 0 0,0 0 0,0 0-1,0-1 1,0 1 0,0 0 0,0 0 0,0 0-1,0-1 1,0 1 0,-1 0 0,1 0-1,0 0 1,0-1 0,-1 1 0,1 0 0,-1-1-1,1 1 1,0 0 0,-1-1 0,0 1-1,1 0 1,-1-1 0,1 1 0,-2 0 0,1-1-88,8-40-4627,1 16-4059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0:14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0 18376,'0'0'10008,"13"12"-9584,3 28-192,-2 0-1,-1 1 1,-2 0 0,-2 1-1,-2 1 1,4 80 0,-9-83-216,-1 0 1,-2 0-1,-2 0 0,-1 0 1,-3 0-1,-1-1 0,-13 39 1,8-39-1,-3-2 0,0 0 0,-36 57 0,39-80-96,6-16 492,4-23-1753,3 22-598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6:07.12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0 143 26028,'0'0'3735,"54"2"-2655,15-6-1030,124-22 0,22-2-35,45-6-1,-195 22-12,97-13-2,-112 22 9,21-6 14,-69 8-23,-2-1 280,-10 2-536,-42 0-1689,12 0-1464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6:09.38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51 23275,'0'0'3999,"49"1"-2012,403 31-1042,-409-34-937,67-11 0,-108 12-8,116-6 18,-70 5 37,51-7 0,108-15 156,-182 20-165,38 0 401,-65-13-1474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6:17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26 27645,'0'0'624,"3"-5"-501,-1 3-76,-2 1-29,1-1 0,-1 1 0,1 0 0,0 0 0,0 0 1,0 0-1,-1 0 0,1 0 0,0 0 0,0 0 0,0 0 1,1 0-1,-1 0 0,0 0 0,0 1 0,0-1 0,1 0 1,2 0 1506,-7 36-1446,-1 0 1,-2 0-1,-1-1 0,-19 53 0,-6 27-19,-5 40-41,36-139-14,1-15-4,0 1 0,0 0 0,0 0 0,0 0 0,0 0 0,0 0 0,0 0 0,0 0 0,0 0 0,-1-1 0,1 1 0,0 0 0,0 0 0,-1 0 0,1 0 0,-1-1 0,1 1 0,-1 0 0,1 0 0,-1-1 0,-1 2 0,1-13-9536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6:18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43 23163,'0'0'3094,"8"-6"-2888,26-18 50,-33 22-214,0 1 1,1 0-1,-1 0 1,1 0 0,-1 0-1,1 0 1,-1 0-1,1 1 1,0-1-1,-1 0 1,1 1-1,0-1 1,0 1-1,0 0 1,-1 0-1,1 0 1,0-1-1,0 2 1,0-1 0,-1 0-1,1 0 1,0 0-1,0 1 1,-1-1-1,1 1 1,0 0-1,0-1 1,2 3-1,-2-1-17,-1-1-1,1 1 0,-1 0 0,0 0 1,1 0-1,-1 0 0,0 0 0,0 0 1,0 1-1,-1-1 0,1 0 0,0 0 1,-1 1-1,0-1 0,1 0 0,-1 1 1,0 2-1,0 2-2,1 9 0,-1 0 1,0-1-1,-1 1 0,-1 0 1,-1 0-1,0-1 0,0 0 1,-2 1-1,-10 23 0,-11 14-19,18-35-3,-1 0 0,0 0 0,-1-1 0,-1-1 0,-25 29 0,32-40 7,-2 0 0,1-1 0,-1 1 0,1-1 0,-1 0 0,-1-1 0,1 1 0,0-1 0,-1-1 0,1 1 0,-1-1 0,0 0 0,0 0 0,0-1 0,0 0 0,0 0 0,-9-1 0,14 0 299,2-1-304,0 1 1,-1-1-1,1 0 0,0 1 0,-1-1 0,1 0 0,0 1 1,0-1-1,0 0 0,0 1 0,0-1 0,0 0 0,0 1 0,0-1 1,0 0-1,0 1 0,0-1 0,0 0 0,0 0 0,1 1 0,-1-1 1,0 0-1,0 1 0,1-1 0,-1 1 0,0-1 0,1 0 1,-1 1-1,1-1 0,-1 1 0,1-1 0,-1 1 0,1-1 0,-1 1 1,1 0-1,-1-1 0,1 1 0,0 0 0,-1-1 0,1 1 0,0 0 1,-1 0-1,1-1 0,0 1 0,-1 0 0,1 0 0,0 0 1,-1 0-1,1 0 0,0 0 0,0 0 0,-1 0 0,1 0 0,0 0 1,0 1-1,2-1 1,-1 0-1,1 0 1,-1 0 0,0 1 0,1-1-1,-1 1 1,0-1 0,0 1 0,1 0 0,-1 0-1,0 0 1,0 0 0,0 0 0,0 1 0,0-1-1,0 1 1,2 1 0,1 9 15,1-1 1,-1 1-1,-1 0 0,0 1 1,-1-1-1,0 1 0,2 22 0,-4-22 3,1 1 0,0-1 0,2-1 0,-1 1 0,1 0 1,8 15-1,-10-26-16,0 1 1,1-1 0,-1 0-1,1 1 1,-1-1 0,1 0 0,0-1-1,0 1 1,0 0 0,0-1 0,0 0-1,0 0 1,0 0 0,1 0 0,-1 0-1,0-1 1,1 1 0,-1-1-1,0 0 1,1 0 0,-1 0 0,0 0-1,1-1 1,-1 1 0,0-1 0,6-2-1,-7 2-89,1-1 0,-1 1 0,0-1 0,0 0-1,0 0 1,0 0 0,-1 0 0,1 0 0,0 0 0,-1 0-1,0-1 1,1 1 0,-1 0 0,0-1 0,0 1-1,0-1 1,-1 0 0,1 1 0,0-5 0,-1-4-2085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6:19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24043,'0'0'3850,"0"44"-2506,-1-28-1315,3 39 160,-2-52-180,1 0 0,0 1 0,-1-1 0,1 0 0,0 0 0,0 0 0,1 0 0,-1 0 0,0-1 0,1 1 0,0 0 0,0-1 1,4 5-1,-5-6-6,1 0 0,-1 0-1,1 0 1,-1 0 0,1-1 0,0 1 0,0 0 0,-1-1 0,1 0 0,0 1 0,0-1 0,-1 0 0,1 0 0,0 0 0,0 0 0,0 0 0,0 0 0,-1-1 0,1 1 0,0-1 0,0 1 0,-1-1 0,1 1 0,0-1 0,-1 0 0,1 0 0,-1 0 0,1 0 0,-1 0 0,3-2 0,45-44 126,-39 35-116,-5 7-264,2-2-1062,-4 13-684,-3 8-1624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6:20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0 277 24619,'0'0'3861,"13"0"-3680,-10 0-177,4 0 47,0-1 0,1 1-1,-1-1 1,1-1 0,-1 1 0,0-1 0,0 0-1,0-1 1,0 0 0,0 0 0,0-1 0,-1 1-1,7-6 1,7-7-19,-2-1 0,0 0-1,0-1 1,-2-2 0,0 1-1,-2-2 1,0 0 0,16-34 0,-29 54-31,0 0 1,0-1 0,-1 1 0,1-1 0,0 1-1,-1-1 1,0 1 0,1-1 0,-1 1 0,0-1 0,0 1-1,1-1 1,-1 1 0,0-1 0,-1 1 0,1-1-1,0 1 1,-1-4 0,0 5 1,1-1 1,-1 0-1,1 1 0,-1-1 0,0 1 0,1-1 1,-1 1-1,0-1 0,0 1 0,1-1 1,-1 1-1,0 0 0,0-1 0,0 1 1,0 0-1,1 0 0,-1-1 0,0 1 0,0 0 1,0 0-1,0 0 0,0 0 0,-1 0 1,-2 1 6,-1 0 1,1 0 0,-1 0-1,1 0 1,0 1 0,-1-1-1,1 1 1,0 0 0,0 1-1,0-1 1,-5 5 0,-15 14 36,15-14-32,0 0 0,1 0-1,0 1 1,0 0-1,1 1 1,0 0-1,1 0 1,-9 16-1,6-6 6,2 1 0,0 0 0,1 1 0,1 0 0,1-1 0,1 2 1,0-1-1,2 0 0,0 0 0,2 1 0,3 24 0,-3-44-15,0 1 1,0-1 0,0 1 0,1-1 0,-1 1 0,1-1 0,-1 0 0,1 1 0,0-1 0,0 0 0,0 0 0,0 0-1,0-1 1,0 1 0,1 0 0,-1-1 0,1 0 0,-1 1 0,1-1 0,-1 0 0,1 0 0,0 0 0,-1-1-1,1 1 1,0-1 0,4 1 0,2 0 19,1 1 0,0-2 0,-1 1 0,1-1-1,0-1 1,15-2 0,-22 1-16,1 0 1,0 1-1,-1-2 1,1 1-1,-1 0 1,0-1-1,0 1 1,0-1-1,0 0 0,0 0 1,0 0-1,-1 0 1,5-7-1,-3 3-200,0 1-1,-1 0 0,0-1 1,0 0-1,0 1 1,-1-1-1,2-8 0,-2 1-2724,4-1-6933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6:22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0 23611,'0'0'4236,"-7"1"-4033,0-1-123,0 1-1,0 0 0,0 1 1,0 0-1,1 0 1,-1 0-1,0 1 0,1 0 1,0 0-1,0 1 1,0 0-1,0 0 0,0 0 1,1 0-1,0 1 1,-7 8-1,-2 4-27,12-15-37,-1 0-1,1 0 1,0 0 0,0 1-1,0-1 1,0 1 0,1 0-1,-1-1 1,1 1 0,-1 0 0,1 0-1,-1 6 1,-6 50 374,8-58-387,1 1 0,-1-1 1,0 0-1,1 0 0,-1 0 0,1 1 0,-1-1 0,1 0 0,-1 0 0,1 0 0,0 0 0,0 0 0,-1 0 0,1 0 0,0 0 0,0 0 0,0-1 0,0 1 0,0 0 0,2 1 0,32 15 68,6 6-12,-37-19-56,0 1-1,0 0 0,0 0 1,0 0-1,-1 1 0,0-1 1,0 1-1,0 0 0,-1 0 1,0 0-1,0 0 0,0 0 1,-1 0-1,0 0 0,0 1 1,-1-1-1,1 0 0,-1 1 1,-1-1-1,1 1 0,-1-1 1,0 0-1,-4 11 0,2-11 12,-1 0 0,0 0 0,-1 0 0,1 0 0,-1-1 0,0 1 0,0-1 0,-1-1 0,1 1 0,-1-1 0,0 0 0,0 0 0,-1 0 0,1-1 0,-11 3 0,14-5-60,0 0-1,0-1 0,0 0 0,-1 0 0,1 0 1,0 0-1,0-1 0,0 1 0,0-1 1,0 1-1,0-1 0,0 0 0,0 0 1,0-1-1,0 1 0,1-1 0,-1 1 1,0-1-1,1 0 0,-1 0 0,1 0 0,0 0 1,0 0-1,0-1 0,0 1 0,0-1 1,0 1-1,0-1 0,1 0 0,-3-5 1,0-2-1880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6:22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21418,'0'0'5947,"0"13"-5654,0 87 694,1-98-975,-1 0 0,0 0 0,0 0 0,1-1 0,0 1-1,-1 0 1,1 0 0,0-1 0,-1 1 0,1-1 0,0 1 0,0-1 0,0 1 0,1-1-1,-1 1 1,0-1 0,1 0 0,-1 0 0,0 0 0,1 1 0,-1-1 0,1-1 0,0 1-1,-1 0 1,1 0 0,0-1 0,-1 1 0,1-1 0,0 1 0,0-1 0,0 0 0,-1 1-1,1-1 1,3-1 0,-1 2 4,-1-1-1,1 0 0,0 0 1,-1 0-1,1-1 1,0 0-1,-1 1 0,1-1 1,-1 0-1,1-1 0,-1 1 1,1-1-1,-1 1 1,0-1-1,0 0 0,5-4 1,62-78 451,-69 83-497,-1 0-191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6:24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35 267 24779,'0'0'3711,"4"-3"-3409,11-6-190,-1-1 0,-1 0 1,0-1-1,0-1 0,-1 0 1,0 0-1,-1-1 0,-1-1 0,0 0 1,13-25-1,-16 26-117,13-30-20,-20 41 25,1 0-1,0 0 0,-1-1 0,1 1 0,-1 0 0,0-1 0,1 1 0,-1 0 0,0-1 0,-1 1 0,1 0 0,0-1 0,-1 1 1,1 0-1,-1-1 0,-1-2 0,1 4 0,0 0 0,0 0 0,0 0 0,0 0 0,0 1 1,0-1-1,0 0 0,0 1 0,-1-1 0,1 1 0,0 0 0,0-1 0,-1 1 1,1 0-1,0 0 0,0-1 0,-1 1 0,1 0 0,0 0 0,0 0 0,-1 1 1,1-1-1,0 0 0,-1 0 0,1 1 0,0-1 0,0 1 0,0-1 1,0 1-1,-1-1 0,1 1 0,-1 1 0,-36 21-16,27-13 36,0 1 0,1 0-1,0 1 1,1 0-1,0 0 1,1 1 0,0 0-1,1 1 1,1-1 0,-9 26-1,8-14 14,1 1 0,0 0 1,2 0-1,1 0 0,1 35 0,2-59-29,0 0 0,1 0-1,-1 1 1,1-1 0,0 0 0,-1 0 0,1 0-1,0-1 1,0 1 0,1 0 0,-1 0 0,0 0-1,0-1 1,1 1 0,-1-1 0,1 1 0,-1-1 0,1 1-1,0-1 1,0 0 0,0 0 0,-1 0 0,1 0-1,0 0 1,0 0 0,0-1 0,0 1 0,1-1-1,-1 1 1,4-1 0,8 3 26,1-2-1,0 0 1,18 0-1,-23-1-21,-5-1-87,0 0 0,0 0 0,0 0 0,0 0 0,0-1 0,0 0 1,-1 0-1,1 0 0,-1 0 0,1-1 0,-1 0 0,0 0 0,0 0 0,0 0 0,0-1 0,-1 1 0,1-1 0,-1 0 0,0 0 0,0 0 1,-1-1-1,1 1 0,1-6 0,1 0-2708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6:26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 22138,'0'0'5635,"11"5"-4963,-11 27-83,1-10-472,-1 0-1,-1 0 0,-1-1 1,-7 29-1,-30 101-52,13-66-50,89-207-138,-24 50 56,-25 48 15,1 0 1,1 1 0,33-36 0,-47 57 54,1 0-1,-1 0 1,0 0 0,1 0-1,-1 0 1,1 1-1,-1-1 1,1 1-1,0 0 1,0-1-1,0 1 1,2 0-1,56-5 27,-60 6-9,0 0-17,-1 0 0,1 0-1,-1 1 1,1-1 0,0 0 0,-1 0-1,1 1 1,-1-1 0,1 0 0,-1 1-1,1-1 1,-1 0 0,1 1 0,-1-1 0,1 1-1,-1-1 1,0 1 0,1-1 0,-1 1-1,0-1 1,1 1 0,-1-1 0,0 1-1,0-1 1,0 1 0,1 0 0,-1-1-1,0 1 1,0-1 0,0 1 0,0 0-1,0-1 1,0 1 0,0 0 0,0-1-1,-1 2 1,2 29 80,-2-26-45,1 13-31,-1 0 0,-2 0 0,1 0 0,-2-1 0,0 1 0,-2-1 0,1 0 0,-2 0 0,0-1 0,-2 0 0,-10 17 0,-18 28 2,37-60-6,0-1 0,0 0 0,0 1 0,0-1 0,0 0 0,0 1-1,0-1 1,0 0 0,0 0 0,0 1 0,0-1 0,0 0 0,0 1 0,0-1-1,0 0 1,0 1 0,-1-1 0,1 0 0,0 0 0,0 1 0,0-1 0,0 0-1,-1 0 1,1 0 0,0 1 0,0-1 0,-1 0 0,1 0 0,0 0 0,0 1-1,-1-1 1,1 0 0,0 0 0,-1 0 0,1 0 0,0 0 0,0 0 0,-1 0 0,1 0-1,0 0 1,-1 0 0,1 0 0,-1 0 0,0 0 1,1-11 12,0 8-15,0 1-1,0-1 0,0 1 0,0-1 1,0 1-1,0-1 0,1 1 0,-1-1 1,1 1-1,2-5 0,-2 6 4,0 0-1,0 0 1,0 0 0,0 1-1,1-1 1,-1 0-1,0 1 1,1-1-1,-1 1 1,0-1 0,1 1-1,-1-1 1,1 1-1,-1 0 1,1 0-1,-1 0 1,0 0-1,1 0 1,-1 0 0,1 0-1,-1 1 1,3 0-1,-1-1 23,-1 1 0,0-1-1,1 1 1,-1 0 0,0 0 0,0 0-1,0 1 1,0-1 0,0 0-1,0 1 1,0-1 0,0 1 0,0 0-1,1 2 1,-1-3-100,-1 1 0,1 0 0,0-1 1,-1 1-1,1-1 0,0 1 0,0-1 0,0 0 0,0 0 1,0 0-1,0 0 0,0 0 0,0 0 0,1-1 0,-1 1 1,0-1-1,4 1 0,-2-1-602,5 0-1262,-4-1-2635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6:26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21450,'0'0'5837,"-1"66"-3108,-36 43-2523,32-79-190,2 0 0,0 56 0,3-85-15,0 0-1,0 1 1,0-1-1,0 0 1,1 0 0,-1 1-1,0-1 1,1 0 0,-1 0-1,1 0 1,-1 0 0,1 1-1,0-1 1,-1 0 0,1 0-1,0 0 1,0 0 0,0-1-1,-1 1 1,1 0 0,0 0-1,0 0 1,0-1 0,2 2-1,1-1 4,-1 1 0,1-1 0,0 0 0,-1 0 0,1-1 0,0 1 0,0-1 1,5 0-1,-1 0 3,0 0 0,0-1 0,0 0 0,-1 0 0,1-1 0,0 0 0,13-6 0,53-33 140,-62 19-168,-3-30-2559,-6 35 235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20:46:27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26764,'0'0'3586,"4"35"-3442,-4 1-80,-8 4-64,-7 3 0,0 2-224,-4 3-496,-7 3-977,-1 3-14359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D8DD0653-4CFB-CB61-5980-0936311816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836A592-0590-CF0F-59C6-3C7782A88F3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235205A-7608-4B72-B604-553012549C70}" type="datetimeFigureOut">
              <a:rPr lang="cs-CZ"/>
              <a:pPr>
                <a:defRPr/>
              </a:pPr>
              <a:t>30.11.2022</a:t>
            </a:fld>
            <a:endParaRPr lang="cs-CZ"/>
          </a:p>
        </p:txBody>
      </p:sp>
      <p:sp>
        <p:nvSpPr>
          <p:cNvPr id="4" name="Zástupný symbol pro obrázek snímku 3">
            <a:extLst>
              <a:ext uri="{FF2B5EF4-FFF2-40B4-BE49-F238E27FC236}">
                <a16:creationId xmlns:a16="http://schemas.microsoft.com/office/drawing/2014/main" id="{ED1B4511-A964-ADC4-C85E-71F182C7FD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cs-CZ" noProof="0"/>
          </a:p>
        </p:txBody>
      </p:sp>
      <p:sp>
        <p:nvSpPr>
          <p:cNvPr id="5" name="Zástupný symbol pro poznámky 4">
            <a:extLst>
              <a:ext uri="{FF2B5EF4-FFF2-40B4-BE49-F238E27FC236}">
                <a16:creationId xmlns:a16="http://schemas.microsoft.com/office/drawing/2014/main" id="{BBE81F46-C881-8F40-5F30-DDB8488746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noProof="0"/>
              <a:t>Kliknutím lze upravit styly předlohy textu.</a:t>
            </a:r>
          </a:p>
          <a:p>
            <a:pPr lvl="1"/>
            <a:r>
              <a:rPr lang="cs-CZ" noProof="0"/>
              <a:t>Druhá úroveň</a:t>
            </a:r>
          </a:p>
          <a:p>
            <a:pPr lvl="2"/>
            <a:r>
              <a:rPr lang="cs-CZ" noProof="0"/>
              <a:t>Třetí úroveň</a:t>
            </a:r>
          </a:p>
          <a:p>
            <a:pPr lvl="3"/>
            <a:r>
              <a:rPr lang="cs-CZ" noProof="0"/>
              <a:t>Čtvrtá úroveň</a:t>
            </a:r>
          </a:p>
          <a:p>
            <a:pPr lvl="4"/>
            <a:r>
              <a:rPr lang="cs-CZ" noProof="0"/>
              <a:t>Pátá úroveň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F597D89-E875-167E-F678-FEE46EB0D14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E6B53FD-A23A-07F7-22AF-16A337949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5BE147D-8AA9-4C68-B90C-F96DC56A6433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Zástupný symbol pro obrázek snímku 1">
            <a:extLst>
              <a:ext uri="{FF2B5EF4-FFF2-40B4-BE49-F238E27FC236}">
                <a16:creationId xmlns:a16="http://schemas.microsoft.com/office/drawing/2014/main" id="{2CB5642A-D4E0-54C6-FA20-3685887A582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Zástupný symbol pro poznámky 2">
            <a:extLst>
              <a:ext uri="{FF2B5EF4-FFF2-40B4-BE49-F238E27FC236}">
                <a16:creationId xmlns:a16="http://schemas.microsoft.com/office/drawing/2014/main" id="{373CBDD9-7FC7-14DD-4ED8-D5C2719CD7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8196" name="Zástupný symbol pro číslo snímku 3">
            <a:extLst>
              <a:ext uri="{FF2B5EF4-FFF2-40B4-BE49-F238E27FC236}">
                <a16:creationId xmlns:a16="http://schemas.microsoft.com/office/drawing/2014/main" id="{EA2807CF-361C-A65D-C711-D034009A2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01AEAAB-D306-4C5F-8885-320D55D05864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356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Zástupný symbol pro obrázek snímku 1">
            <a:extLst>
              <a:ext uri="{FF2B5EF4-FFF2-40B4-BE49-F238E27FC236}">
                <a16:creationId xmlns:a16="http://schemas.microsoft.com/office/drawing/2014/main" id="{2CB5642A-D4E0-54C6-FA20-3685887A582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Zástupný symbol pro poznámky 2">
            <a:extLst>
              <a:ext uri="{FF2B5EF4-FFF2-40B4-BE49-F238E27FC236}">
                <a16:creationId xmlns:a16="http://schemas.microsoft.com/office/drawing/2014/main" id="{373CBDD9-7FC7-14DD-4ED8-D5C2719CD7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8196" name="Zástupný symbol pro číslo snímku 3">
            <a:extLst>
              <a:ext uri="{FF2B5EF4-FFF2-40B4-BE49-F238E27FC236}">
                <a16:creationId xmlns:a16="http://schemas.microsoft.com/office/drawing/2014/main" id="{EA2807CF-361C-A65D-C711-D034009A2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01AEAAB-D306-4C5F-8885-320D55D05864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935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Zástupný symbol pro obrázek snímku 1">
            <a:extLst>
              <a:ext uri="{FF2B5EF4-FFF2-40B4-BE49-F238E27FC236}">
                <a16:creationId xmlns:a16="http://schemas.microsoft.com/office/drawing/2014/main" id="{12A22CCA-F17D-4370-6064-BE3AEB75B52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Zástupný symbol pro poznámky 2">
            <a:extLst>
              <a:ext uri="{FF2B5EF4-FFF2-40B4-BE49-F238E27FC236}">
                <a16:creationId xmlns:a16="http://schemas.microsoft.com/office/drawing/2014/main" id="{81617C5D-2E4A-5227-9204-3D69C0C8D1F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9220" name="Zástupný symbol pro číslo snímku 3">
            <a:extLst>
              <a:ext uri="{FF2B5EF4-FFF2-40B4-BE49-F238E27FC236}">
                <a16:creationId xmlns:a16="http://schemas.microsoft.com/office/drawing/2014/main" id="{F98D7EED-7190-74E7-BCA8-4C80673D5B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4B77220-7323-4CD9-B634-051B01FD3D3F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Zástupný symbol pro obrázek snímku 1">
            <a:extLst>
              <a:ext uri="{FF2B5EF4-FFF2-40B4-BE49-F238E27FC236}">
                <a16:creationId xmlns:a16="http://schemas.microsoft.com/office/drawing/2014/main" id="{70510935-1F49-9018-3421-172A7F35C6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Zástupný symbol pro poznámky 2">
            <a:extLst>
              <a:ext uri="{FF2B5EF4-FFF2-40B4-BE49-F238E27FC236}">
                <a16:creationId xmlns:a16="http://schemas.microsoft.com/office/drawing/2014/main" id="{3E4F5985-5EE6-2BD1-142C-A52D9EB615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10244" name="Zástupný symbol pro číslo snímku 3">
            <a:extLst>
              <a:ext uri="{FF2B5EF4-FFF2-40B4-BE49-F238E27FC236}">
                <a16:creationId xmlns:a16="http://schemas.microsoft.com/office/drawing/2014/main" id="{C801B248-BC75-A75B-9940-4AC408843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6F9B839-F31F-47E8-B885-59CD059B030F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5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D16A841-B69F-04F4-A1B5-2E585204B92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44CC8E5D-3D02-96FD-9964-5C7DDA050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cs-CZ" altLang="cs-CZ" sz="2400">
                <a:latin typeface="Times New Roman" charset="0"/>
              </a:endParaRPr>
            </a:p>
          </p:txBody>
        </p: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AE16284E-F5E4-C088-0822-8081A397AA8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8" name="Rectangle 5">
                <a:extLst>
                  <a:ext uri="{FF2B5EF4-FFF2-40B4-BE49-F238E27FC236}">
                    <a16:creationId xmlns:a16="http://schemas.microsoft.com/office/drawing/2014/main" id="{91282AB7-5D59-BA46-8E7C-69EDE425B1CD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9" name="Rectangle 6">
                <a:extLst>
                  <a:ext uri="{FF2B5EF4-FFF2-40B4-BE49-F238E27FC236}">
                    <a16:creationId xmlns:a16="http://schemas.microsoft.com/office/drawing/2014/main" id="{D386AA3B-09F3-83F3-880D-B337E9C1C2BE}"/>
                  </a:ext>
                </a:extLst>
              </p:cNvPr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10" name="Line 7">
                <a:extLst>
                  <a:ext uri="{FF2B5EF4-FFF2-40B4-BE49-F238E27FC236}">
                    <a16:creationId xmlns:a16="http://schemas.microsoft.com/office/drawing/2014/main" id="{0E4C2F38-24A9-2A9F-04B4-581695CCE8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</p:grpSp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D7979170-5E14-93E7-D26C-1F1F228E0C6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6" name="Rectangle 9">
                <a:extLst>
                  <a:ext uri="{FF2B5EF4-FFF2-40B4-BE49-F238E27FC236}">
                    <a16:creationId xmlns:a16="http://schemas.microsoft.com/office/drawing/2014/main" id="{2A2B16E1-FF4F-1BC3-FFE6-EF3F7F6473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7" name="Line 10">
                <a:extLst>
                  <a:ext uri="{FF2B5EF4-FFF2-40B4-BE49-F238E27FC236}">
                    <a16:creationId xmlns:a16="http://schemas.microsoft.com/office/drawing/2014/main" id="{CA4D17AB-F464-505C-7FB5-AE05C6814F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</p:grpSp>
      </p:grpSp>
      <p:sp>
        <p:nvSpPr>
          <p:cNvPr id="5131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AC8AEE3D-EBB1-509C-DFC4-E44A3ACC05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12813" y="6251575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2EFD898C-29B7-6568-BD5B-BF630AAEC8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54388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54F69A9F-A7E1-3AC9-2768-C32ABC1821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4F5C4064-01E4-40E9-A46E-0FDB15E78F4B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4134649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144869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341012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611188" y="1052513"/>
            <a:ext cx="4189412" cy="5805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953000" y="1052513"/>
            <a:ext cx="4191000" cy="5805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3721153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31775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</p:spTree>
    <p:extLst>
      <p:ext uri="{BB962C8B-B14F-4D97-AF65-F5344CB8AC3E}">
        <p14:creationId xmlns:p14="http://schemas.microsoft.com/office/powerpoint/2010/main" val="2300190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469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3322633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cs-CZ" noProof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3758114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975280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7011988" y="0"/>
            <a:ext cx="2132012" cy="68580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611188" y="0"/>
            <a:ext cx="6248400" cy="68580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3311232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11188" y="0"/>
            <a:ext cx="8532812" cy="836613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611188" y="1052513"/>
            <a:ext cx="4189412" cy="5805487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953000" y="1052513"/>
            <a:ext cx="4191000" cy="5805487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370596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A21F777F-83D4-56CD-B347-08F48C184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09600" cy="48768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lang="cs-CZ" altLang="cs-CZ" sz="2400">
              <a:latin typeface="Times New Roman" charset="0"/>
            </a:endParaRPr>
          </a:p>
        </p:txBody>
      </p:sp>
      <p:grpSp>
        <p:nvGrpSpPr>
          <p:cNvPr id="1027" name="Group 4">
            <a:extLst>
              <a:ext uri="{FF2B5EF4-FFF2-40B4-BE49-F238E27FC236}">
                <a16:creationId xmlns:a16="http://schemas.microsoft.com/office/drawing/2014/main" id="{33F1A5AB-A143-28EC-BEF8-84D22EC41A2A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836613"/>
            <a:ext cx="8305800" cy="182562"/>
            <a:chOff x="240" y="893"/>
            <a:chExt cx="5232" cy="115"/>
          </a:xfrm>
        </p:grpSpPr>
        <p:sp>
          <p:nvSpPr>
            <p:cNvPr id="1031" name="Rectangle 5">
              <a:extLst>
                <a:ext uri="{FF2B5EF4-FFF2-40B4-BE49-F238E27FC236}">
                  <a16:creationId xmlns:a16="http://schemas.microsoft.com/office/drawing/2014/main" id="{30D5B980-4955-0559-1CF1-D8503A813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893"/>
              <a:ext cx="1152" cy="115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cs-CZ" altLang="cs-CZ" sz="2400">
                <a:latin typeface="Times New Roman" charset="0"/>
              </a:endParaRPr>
            </a:p>
          </p:txBody>
        </p:sp>
        <p:sp>
          <p:nvSpPr>
            <p:cNvPr id="1032" name="Line 6">
              <a:extLst>
                <a:ext uri="{FF2B5EF4-FFF2-40B4-BE49-F238E27FC236}">
                  <a16:creationId xmlns:a16="http://schemas.microsoft.com/office/drawing/2014/main" id="{380975BE-2DA2-19FF-4139-F169A41F25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941"/>
              <a:ext cx="5232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1028" name="Rectangle 7">
            <a:extLst>
              <a:ext uri="{FF2B5EF4-FFF2-40B4-BE49-F238E27FC236}">
                <a16:creationId xmlns:a16="http://schemas.microsoft.com/office/drawing/2014/main" id="{861AF378-31EE-F103-E07D-D172810556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0"/>
            <a:ext cx="8532812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 předlohy nadpisů.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00FA4BBE-A7B8-08DF-7CE6-5F24231CCD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052513"/>
            <a:ext cx="8532812" cy="580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styly předlohy textu.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</a:p>
        </p:txBody>
      </p:sp>
      <p:sp>
        <p:nvSpPr>
          <p:cNvPr id="1030" name="Line 12">
            <a:extLst>
              <a:ext uri="{FF2B5EF4-FFF2-40B4-BE49-F238E27FC236}">
                <a16:creationId xmlns:a16="http://schemas.microsoft.com/office/drawing/2014/main" id="{8C2386B3-C8D1-BCF3-5103-A0220B9B7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2" r:id="rId1"/>
    <p:sldLayoutId id="2147484001" r:id="rId2"/>
    <p:sldLayoutId id="2147484002" r:id="rId3"/>
    <p:sldLayoutId id="2147484003" r:id="rId4"/>
    <p:sldLayoutId id="2147484004" r:id="rId5"/>
    <p:sldLayoutId id="2147484005" r:id="rId6"/>
    <p:sldLayoutId id="2147484006" r:id="rId7"/>
    <p:sldLayoutId id="2147484007" r:id="rId8"/>
    <p:sldLayoutId id="2147484008" r:id="rId9"/>
    <p:sldLayoutId id="2147484009" r:id="rId10"/>
    <p:sldLayoutId id="2147484010" r:id="rId11"/>
    <p:sldLayoutId id="2147484011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5.xml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" Type="http://schemas.openxmlformats.org/officeDocument/2006/relationships/image" Target="../media/image2.png"/><Relationship Id="rId21" Type="http://schemas.openxmlformats.org/officeDocument/2006/relationships/customXml" Target="../ink/ink9.xml"/><Relationship Id="rId34" Type="http://schemas.openxmlformats.org/officeDocument/2006/relationships/image" Target="../media/image18.png"/><Relationship Id="rId7" Type="http://schemas.openxmlformats.org/officeDocument/2006/relationships/customXml" Target="../ink/ink2.xml"/><Relationship Id="rId12" Type="http://schemas.openxmlformats.org/officeDocument/2006/relationships/image" Target="../media/image7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29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4.xml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10" Type="http://schemas.openxmlformats.org/officeDocument/2006/relationships/image" Target="../media/image6.png"/><Relationship Id="rId19" Type="http://schemas.openxmlformats.org/officeDocument/2006/relationships/customXml" Target="../ink/ink8.xml"/><Relationship Id="rId31" Type="http://schemas.openxmlformats.org/officeDocument/2006/relationships/customXml" Target="../ink/ink14.xml"/><Relationship Id="rId4" Type="http://schemas.openxmlformats.org/officeDocument/2006/relationships/image" Target="../media/image3.png"/><Relationship Id="rId9" Type="http://schemas.openxmlformats.org/officeDocument/2006/relationships/customXml" Target="../ink/ink3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2.xml"/><Relationship Id="rId30" Type="http://schemas.openxmlformats.org/officeDocument/2006/relationships/image" Target="../media/image16.png"/><Relationship Id="rId35" Type="http://schemas.openxmlformats.org/officeDocument/2006/relationships/customXml" Target="../ink/ink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13" Type="http://schemas.openxmlformats.org/officeDocument/2006/relationships/customXml" Target="../ink/ink20.xml"/><Relationship Id="rId18" Type="http://schemas.openxmlformats.org/officeDocument/2006/relationships/image" Target="../media/image29.png"/><Relationship Id="rId26" Type="http://schemas.openxmlformats.org/officeDocument/2006/relationships/image" Target="../media/image33.png"/><Relationship Id="rId3" Type="http://schemas.openxmlformats.org/officeDocument/2006/relationships/image" Target="../media/image20.png"/><Relationship Id="rId21" Type="http://schemas.openxmlformats.org/officeDocument/2006/relationships/customXml" Target="../ink/ink24.xml"/><Relationship Id="rId34" Type="http://schemas.openxmlformats.org/officeDocument/2006/relationships/image" Target="../media/image37.png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17" Type="http://schemas.openxmlformats.org/officeDocument/2006/relationships/customXml" Target="../ink/ink22.xml"/><Relationship Id="rId25" Type="http://schemas.openxmlformats.org/officeDocument/2006/relationships/customXml" Target="../ink/ink26.xml"/><Relationship Id="rId33" Type="http://schemas.openxmlformats.org/officeDocument/2006/relationships/customXml" Target="../ink/ink30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8.png"/><Relationship Id="rId20" Type="http://schemas.openxmlformats.org/officeDocument/2006/relationships/image" Target="../media/image30.png"/><Relationship Id="rId29" Type="http://schemas.openxmlformats.org/officeDocument/2006/relationships/customXml" Target="../ink/ink2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Relationship Id="rId11" Type="http://schemas.openxmlformats.org/officeDocument/2006/relationships/image" Target="../media/image25.png"/><Relationship Id="rId24" Type="http://schemas.openxmlformats.org/officeDocument/2006/relationships/image" Target="../media/image32.png"/><Relationship Id="rId32" Type="http://schemas.openxmlformats.org/officeDocument/2006/relationships/image" Target="../media/image36.png"/><Relationship Id="rId5" Type="http://schemas.openxmlformats.org/officeDocument/2006/relationships/image" Target="../media/image21.png"/><Relationship Id="rId15" Type="http://schemas.openxmlformats.org/officeDocument/2006/relationships/customXml" Target="../ink/ink21.xml"/><Relationship Id="rId23" Type="http://schemas.openxmlformats.org/officeDocument/2006/relationships/customXml" Target="../ink/ink25.xml"/><Relationship Id="rId28" Type="http://schemas.openxmlformats.org/officeDocument/2006/relationships/image" Target="../media/image34.png"/><Relationship Id="rId10" Type="http://schemas.openxmlformats.org/officeDocument/2006/relationships/image" Target="../media/image24.png"/><Relationship Id="rId19" Type="http://schemas.openxmlformats.org/officeDocument/2006/relationships/customXml" Target="../ink/ink23.xml"/><Relationship Id="rId31" Type="http://schemas.openxmlformats.org/officeDocument/2006/relationships/customXml" Target="../ink/ink29.xml"/><Relationship Id="rId4" Type="http://schemas.openxmlformats.org/officeDocument/2006/relationships/customXml" Target="../ink/ink17.xml"/><Relationship Id="rId9" Type="http://schemas.openxmlformats.org/officeDocument/2006/relationships/image" Target="../media/image23.png"/><Relationship Id="rId14" Type="http://schemas.openxmlformats.org/officeDocument/2006/relationships/image" Target="../media/image27.png"/><Relationship Id="rId22" Type="http://schemas.openxmlformats.org/officeDocument/2006/relationships/image" Target="../media/image31.png"/><Relationship Id="rId27" Type="http://schemas.openxmlformats.org/officeDocument/2006/relationships/customXml" Target="../ink/ink27.xml"/><Relationship Id="rId30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customXml" Target="../ink/ink35.xml"/><Relationship Id="rId18" Type="http://schemas.openxmlformats.org/officeDocument/2006/relationships/image" Target="../media/image46.png"/><Relationship Id="rId26" Type="http://schemas.openxmlformats.org/officeDocument/2006/relationships/image" Target="../media/image50.png"/><Relationship Id="rId3" Type="http://schemas.openxmlformats.org/officeDocument/2006/relationships/image" Target="../media/image38.png"/><Relationship Id="rId21" Type="http://schemas.openxmlformats.org/officeDocument/2006/relationships/customXml" Target="../ink/ink39.xml"/><Relationship Id="rId34" Type="http://schemas.openxmlformats.org/officeDocument/2006/relationships/image" Target="../media/image54.png"/><Relationship Id="rId7" Type="http://schemas.openxmlformats.org/officeDocument/2006/relationships/customXml" Target="../ink/ink32.xml"/><Relationship Id="rId12" Type="http://schemas.openxmlformats.org/officeDocument/2006/relationships/image" Target="../media/image43.png"/><Relationship Id="rId17" Type="http://schemas.openxmlformats.org/officeDocument/2006/relationships/customXml" Target="../ink/ink37.xml"/><Relationship Id="rId25" Type="http://schemas.openxmlformats.org/officeDocument/2006/relationships/customXml" Target="../ink/ink41.xml"/><Relationship Id="rId33" Type="http://schemas.openxmlformats.org/officeDocument/2006/relationships/customXml" Target="../ink/ink45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5.png"/><Relationship Id="rId20" Type="http://schemas.openxmlformats.org/officeDocument/2006/relationships/image" Target="../media/image47.png"/><Relationship Id="rId29" Type="http://schemas.openxmlformats.org/officeDocument/2006/relationships/customXml" Target="../ink/ink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customXml" Target="../ink/ink34.xml"/><Relationship Id="rId24" Type="http://schemas.openxmlformats.org/officeDocument/2006/relationships/image" Target="../media/image49.png"/><Relationship Id="rId32" Type="http://schemas.openxmlformats.org/officeDocument/2006/relationships/image" Target="../media/image53.png"/><Relationship Id="rId5" Type="http://schemas.openxmlformats.org/officeDocument/2006/relationships/customXml" Target="../ink/ink31.xml"/><Relationship Id="rId15" Type="http://schemas.openxmlformats.org/officeDocument/2006/relationships/customXml" Target="../ink/ink36.xml"/><Relationship Id="rId23" Type="http://schemas.openxmlformats.org/officeDocument/2006/relationships/customXml" Target="../ink/ink40.xml"/><Relationship Id="rId28" Type="http://schemas.openxmlformats.org/officeDocument/2006/relationships/image" Target="../media/image51.png"/><Relationship Id="rId36" Type="http://schemas.openxmlformats.org/officeDocument/2006/relationships/image" Target="../media/image55.png"/><Relationship Id="rId10" Type="http://schemas.openxmlformats.org/officeDocument/2006/relationships/image" Target="../media/image42.png"/><Relationship Id="rId19" Type="http://schemas.openxmlformats.org/officeDocument/2006/relationships/customXml" Target="../ink/ink38.xml"/><Relationship Id="rId31" Type="http://schemas.openxmlformats.org/officeDocument/2006/relationships/customXml" Target="../ink/ink44.xml"/><Relationship Id="rId4" Type="http://schemas.openxmlformats.org/officeDocument/2006/relationships/image" Target="../media/image39.png"/><Relationship Id="rId9" Type="http://schemas.openxmlformats.org/officeDocument/2006/relationships/customXml" Target="../ink/ink33.xml"/><Relationship Id="rId14" Type="http://schemas.openxmlformats.org/officeDocument/2006/relationships/image" Target="../media/image44.png"/><Relationship Id="rId22" Type="http://schemas.openxmlformats.org/officeDocument/2006/relationships/image" Target="../media/image48.png"/><Relationship Id="rId27" Type="http://schemas.openxmlformats.org/officeDocument/2006/relationships/customXml" Target="../ink/ink42.xml"/><Relationship Id="rId30" Type="http://schemas.openxmlformats.org/officeDocument/2006/relationships/image" Target="../media/image52.png"/><Relationship Id="rId35" Type="http://schemas.openxmlformats.org/officeDocument/2006/relationships/customXml" Target="../ink/ink4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9.xml"/><Relationship Id="rId13" Type="http://schemas.openxmlformats.org/officeDocument/2006/relationships/customXml" Target="../ink/ink51.xml"/><Relationship Id="rId18" Type="http://schemas.openxmlformats.org/officeDocument/2006/relationships/image" Target="../media/image64.png"/><Relationship Id="rId26" Type="http://schemas.openxmlformats.org/officeDocument/2006/relationships/image" Target="../media/image68.png"/><Relationship Id="rId3" Type="http://schemas.openxmlformats.org/officeDocument/2006/relationships/image" Target="../media/image56.png"/><Relationship Id="rId21" Type="http://schemas.openxmlformats.org/officeDocument/2006/relationships/customXml" Target="../ink/ink55.xml"/><Relationship Id="rId34" Type="http://schemas.openxmlformats.org/officeDocument/2006/relationships/image" Target="../media/image72.png"/><Relationship Id="rId7" Type="http://schemas.openxmlformats.org/officeDocument/2006/relationships/image" Target="../media/image58.png"/><Relationship Id="rId12" Type="http://schemas.openxmlformats.org/officeDocument/2006/relationships/image" Target="../media/image61.png"/><Relationship Id="rId17" Type="http://schemas.openxmlformats.org/officeDocument/2006/relationships/customXml" Target="../ink/ink53.xml"/><Relationship Id="rId25" Type="http://schemas.openxmlformats.org/officeDocument/2006/relationships/customXml" Target="../ink/ink57.xml"/><Relationship Id="rId33" Type="http://schemas.openxmlformats.org/officeDocument/2006/relationships/customXml" Target="../ink/ink61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3.png"/><Relationship Id="rId20" Type="http://schemas.openxmlformats.org/officeDocument/2006/relationships/image" Target="../media/image65.png"/><Relationship Id="rId29" Type="http://schemas.openxmlformats.org/officeDocument/2006/relationships/customXml" Target="../ink/ink5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8.xml"/><Relationship Id="rId11" Type="http://schemas.openxmlformats.org/officeDocument/2006/relationships/customXml" Target="../ink/ink50.xml"/><Relationship Id="rId24" Type="http://schemas.openxmlformats.org/officeDocument/2006/relationships/image" Target="../media/image67.png"/><Relationship Id="rId32" Type="http://schemas.openxmlformats.org/officeDocument/2006/relationships/image" Target="../media/image71.png"/><Relationship Id="rId5" Type="http://schemas.openxmlformats.org/officeDocument/2006/relationships/image" Target="../media/image57.png"/><Relationship Id="rId15" Type="http://schemas.openxmlformats.org/officeDocument/2006/relationships/customXml" Target="../ink/ink52.xml"/><Relationship Id="rId23" Type="http://schemas.openxmlformats.org/officeDocument/2006/relationships/customXml" Target="../ink/ink56.xml"/><Relationship Id="rId28" Type="http://schemas.openxmlformats.org/officeDocument/2006/relationships/image" Target="../media/image69.png"/><Relationship Id="rId10" Type="http://schemas.openxmlformats.org/officeDocument/2006/relationships/image" Target="../media/image60.png"/><Relationship Id="rId19" Type="http://schemas.openxmlformats.org/officeDocument/2006/relationships/customXml" Target="../ink/ink54.xml"/><Relationship Id="rId31" Type="http://schemas.openxmlformats.org/officeDocument/2006/relationships/customXml" Target="../ink/ink60.xml"/><Relationship Id="rId4" Type="http://schemas.openxmlformats.org/officeDocument/2006/relationships/customXml" Target="../ink/ink47.xml"/><Relationship Id="rId9" Type="http://schemas.openxmlformats.org/officeDocument/2006/relationships/image" Target="../media/image59.png"/><Relationship Id="rId14" Type="http://schemas.openxmlformats.org/officeDocument/2006/relationships/image" Target="../media/image62.png"/><Relationship Id="rId22" Type="http://schemas.openxmlformats.org/officeDocument/2006/relationships/image" Target="../media/image66.png"/><Relationship Id="rId27" Type="http://schemas.openxmlformats.org/officeDocument/2006/relationships/customXml" Target="../ink/ink58.xml"/><Relationship Id="rId30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1F41628-0F8B-88DD-62CD-4744B578826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cs-CZ" altLang="cs-CZ" b="1">
                <a:latin typeface="Calibri" panose="020F0502020204030204" pitchFamily="34" charset="0"/>
              </a:rPr>
              <a:t>Diskrétní struktury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6244F26-CEDC-1BC0-0F87-E8BF0B479C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cs-CZ" altLang="cs-CZ">
                <a:latin typeface="Calibri" panose="020F0502020204030204" pitchFamily="34" charset="0"/>
              </a:rPr>
              <a:t>Cvičení 8</a:t>
            </a:r>
          </a:p>
          <a:p>
            <a:pPr eaLnBrk="1" hangingPunct="1"/>
            <a:r>
              <a:rPr lang="cs-CZ" altLang="cs-CZ" b="1">
                <a:latin typeface="Calibri" panose="020F0502020204030204" pitchFamily="34" charset="0"/>
              </a:rPr>
              <a:t>Predikátová logika</a:t>
            </a:r>
          </a:p>
        </p:txBody>
      </p:sp>
      <p:pic>
        <p:nvPicPr>
          <p:cNvPr id="3076" name="Obrázek 1">
            <a:extLst>
              <a:ext uri="{FF2B5EF4-FFF2-40B4-BE49-F238E27FC236}">
                <a16:creationId xmlns:a16="http://schemas.microsoft.com/office/drawing/2014/main" id="{7424BC90-AB0E-CF9A-269E-7CC26143F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3789363"/>
            <a:ext cx="152400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D89E3B2-698D-7F3A-A337-3CAB419FEB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Predikátová logika</a:t>
            </a:r>
          </a:p>
        </p:txBody>
      </p:sp>
      <p:sp>
        <p:nvSpPr>
          <p:cNvPr id="4099" name="TextovéPole 1">
            <a:extLst>
              <a:ext uri="{FF2B5EF4-FFF2-40B4-BE49-F238E27FC236}">
                <a16:creationId xmlns:a16="http://schemas.microsoft.com/office/drawing/2014/main" id="{D5850A5A-6A26-03A2-FA8D-2A471E963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B49F577-6B2F-4354-9433-39E0B43BBB5B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cs-CZ" altLang="cs-CZ" sz="1100"/>
          </a:p>
        </p:txBody>
      </p:sp>
      <p:sp>
        <p:nvSpPr>
          <p:cNvPr id="29" name="Obdélník 28">
            <a:extLst>
              <a:ext uri="{FF2B5EF4-FFF2-40B4-BE49-F238E27FC236}">
                <a16:creationId xmlns:a16="http://schemas.microsoft.com/office/drawing/2014/main" id="{EDE7C6DC-79CB-92AB-BA4A-5B2165B7E5A9}"/>
              </a:ext>
            </a:extLst>
          </p:cNvPr>
          <p:cNvSpPr/>
          <p:nvPr/>
        </p:nvSpPr>
        <p:spPr>
          <a:xfrm>
            <a:off x="1476375" y="3598863"/>
            <a:ext cx="527050" cy="246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cs-CZ"/>
          </a:p>
        </p:txBody>
      </p:sp>
      <p:sp>
        <p:nvSpPr>
          <p:cNvPr id="30" name="Obdélník 29">
            <a:extLst>
              <a:ext uri="{FF2B5EF4-FFF2-40B4-BE49-F238E27FC236}">
                <a16:creationId xmlns:a16="http://schemas.microsoft.com/office/drawing/2014/main" id="{0692073C-352E-ACB1-82C9-D3D10EACE424}"/>
              </a:ext>
            </a:extLst>
          </p:cNvPr>
          <p:cNvSpPr/>
          <p:nvPr/>
        </p:nvSpPr>
        <p:spPr>
          <a:xfrm>
            <a:off x="1463675" y="692150"/>
            <a:ext cx="527050" cy="246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cs-CZ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3ED7941A-61D8-4567-6F92-5C0983972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861001"/>
            <a:ext cx="5249008" cy="1905266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06482AE6-C4F3-BE72-678A-1061B7CDA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1" y="3501008"/>
            <a:ext cx="2839560" cy="14401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Rukopis 12">
                <a:extLst>
                  <a:ext uri="{FF2B5EF4-FFF2-40B4-BE49-F238E27FC236}">
                    <a16:creationId xmlns:a16="http://schemas.microsoft.com/office/drawing/2014/main" id="{93E99B0D-8CA6-6F75-D40F-A3FE49B6C12E}"/>
                  </a:ext>
                </a:extLst>
              </p14:cNvPr>
              <p14:cNvContentPartPr/>
              <p14:nvPr/>
            </p14:nvContentPartPr>
            <p14:xfrm>
              <a:off x="1273320" y="952740"/>
              <a:ext cx="226440" cy="13680"/>
            </p14:xfrm>
          </p:contentPart>
        </mc:Choice>
        <mc:Fallback>
          <p:pic>
            <p:nvPicPr>
              <p:cNvPr id="13" name="Rukopis 12">
                <a:extLst>
                  <a:ext uri="{FF2B5EF4-FFF2-40B4-BE49-F238E27FC236}">
                    <a16:creationId xmlns:a16="http://schemas.microsoft.com/office/drawing/2014/main" id="{93E99B0D-8CA6-6F75-D40F-A3FE49B6C12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37320" y="917100"/>
                <a:ext cx="29808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Rukopis 13">
                <a:extLst>
                  <a:ext uri="{FF2B5EF4-FFF2-40B4-BE49-F238E27FC236}">
                    <a16:creationId xmlns:a16="http://schemas.microsoft.com/office/drawing/2014/main" id="{DB73B24A-B251-D96B-8477-2F2333207A05}"/>
                  </a:ext>
                </a:extLst>
              </p14:cNvPr>
              <p14:cNvContentPartPr/>
              <p14:nvPr/>
            </p14:nvContentPartPr>
            <p14:xfrm>
              <a:off x="1310040" y="770580"/>
              <a:ext cx="126360" cy="198000"/>
            </p14:xfrm>
          </p:contentPart>
        </mc:Choice>
        <mc:Fallback>
          <p:pic>
            <p:nvPicPr>
              <p:cNvPr id="14" name="Rukopis 13">
                <a:extLst>
                  <a:ext uri="{FF2B5EF4-FFF2-40B4-BE49-F238E27FC236}">
                    <a16:creationId xmlns:a16="http://schemas.microsoft.com/office/drawing/2014/main" id="{DB73B24A-B251-D96B-8477-2F2333207A0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74040" y="734580"/>
                <a:ext cx="198000" cy="26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Skupina 17">
            <a:extLst>
              <a:ext uri="{FF2B5EF4-FFF2-40B4-BE49-F238E27FC236}">
                <a16:creationId xmlns:a16="http://schemas.microsoft.com/office/drawing/2014/main" id="{41F1DC7F-D7CD-6E0E-ECF7-4EBDAEE157AF}"/>
              </a:ext>
            </a:extLst>
          </p:cNvPr>
          <p:cNvGrpSpPr/>
          <p:nvPr/>
        </p:nvGrpSpPr>
        <p:grpSpPr>
          <a:xfrm>
            <a:off x="1324800" y="732420"/>
            <a:ext cx="180360" cy="264600"/>
            <a:chOff x="1324800" y="732420"/>
            <a:chExt cx="180360" cy="26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6" name="Rukopis 15">
                  <a:extLst>
                    <a:ext uri="{FF2B5EF4-FFF2-40B4-BE49-F238E27FC236}">
                      <a16:creationId xmlns:a16="http://schemas.microsoft.com/office/drawing/2014/main" id="{15F8B37D-2BAF-57A8-75CC-DC6397BE25ED}"/>
                    </a:ext>
                  </a:extLst>
                </p14:cNvPr>
                <p14:cNvContentPartPr/>
                <p14:nvPr/>
              </p14:nvContentPartPr>
              <p14:xfrm>
                <a:off x="1324800" y="732420"/>
                <a:ext cx="104040" cy="214200"/>
              </p14:xfrm>
            </p:contentPart>
          </mc:Choice>
          <mc:Fallback>
            <p:pic>
              <p:nvPicPr>
                <p:cNvPr id="16" name="Rukopis 15">
                  <a:extLst>
                    <a:ext uri="{FF2B5EF4-FFF2-40B4-BE49-F238E27FC236}">
                      <a16:creationId xmlns:a16="http://schemas.microsoft.com/office/drawing/2014/main" id="{15F8B37D-2BAF-57A8-75CC-DC6397BE25E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15800" y="723780"/>
                  <a:ext cx="1216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7" name="Rukopis 16">
                  <a:extLst>
                    <a:ext uri="{FF2B5EF4-FFF2-40B4-BE49-F238E27FC236}">
                      <a16:creationId xmlns:a16="http://schemas.microsoft.com/office/drawing/2014/main" id="{6ED0A04B-DA33-2707-A6BF-B132D0224BBC}"/>
                    </a:ext>
                  </a:extLst>
                </p14:cNvPr>
                <p14:cNvContentPartPr/>
                <p14:nvPr/>
              </p14:nvContentPartPr>
              <p14:xfrm>
                <a:off x="1445400" y="740700"/>
                <a:ext cx="59760" cy="256320"/>
              </p14:xfrm>
            </p:contentPart>
          </mc:Choice>
          <mc:Fallback>
            <p:pic>
              <p:nvPicPr>
                <p:cNvPr id="17" name="Rukopis 16">
                  <a:extLst>
                    <a:ext uri="{FF2B5EF4-FFF2-40B4-BE49-F238E27FC236}">
                      <a16:creationId xmlns:a16="http://schemas.microsoft.com/office/drawing/2014/main" id="{6ED0A04B-DA33-2707-A6BF-B132D0224BB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436400" y="731700"/>
                  <a:ext cx="77400" cy="27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9" name="Rukopis 18">
                <a:extLst>
                  <a:ext uri="{FF2B5EF4-FFF2-40B4-BE49-F238E27FC236}">
                    <a16:creationId xmlns:a16="http://schemas.microsoft.com/office/drawing/2014/main" id="{D6140E6F-3C78-D1AD-873B-CAE1BD7A16DF}"/>
                  </a:ext>
                </a:extLst>
              </p14:cNvPr>
              <p14:cNvContentPartPr/>
              <p14:nvPr/>
            </p14:nvContentPartPr>
            <p14:xfrm>
              <a:off x="1508400" y="3702420"/>
              <a:ext cx="381600" cy="15840"/>
            </p14:xfrm>
          </p:contentPart>
        </mc:Choice>
        <mc:Fallback>
          <p:pic>
            <p:nvPicPr>
              <p:cNvPr id="19" name="Rukopis 18">
                <a:extLst>
                  <a:ext uri="{FF2B5EF4-FFF2-40B4-BE49-F238E27FC236}">
                    <a16:creationId xmlns:a16="http://schemas.microsoft.com/office/drawing/2014/main" id="{D6140E6F-3C78-D1AD-873B-CAE1BD7A16D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72400" y="3666780"/>
                <a:ext cx="45324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0" name="Rukopis 19">
                <a:extLst>
                  <a:ext uri="{FF2B5EF4-FFF2-40B4-BE49-F238E27FC236}">
                    <a16:creationId xmlns:a16="http://schemas.microsoft.com/office/drawing/2014/main" id="{93A5A950-D83F-8A7D-E4BE-7A91FA7B2CAC}"/>
                  </a:ext>
                </a:extLst>
              </p14:cNvPr>
              <p14:cNvContentPartPr/>
              <p14:nvPr/>
            </p14:nvContentPartPr>
            <p14:xfrm>
              <a:off x="1484640" y="3725820"/>
              <a:ext cx="420480" cy="16920"/>
            </p14:xfrm>
          </p:contentPart>
        </mc:Choice>
        <mc:Fallback>
          <p:pic>
            <p:nvPicPr>
              <p:cNvPr id="20" name="Rukopis 19">
                <a:extLst>
                  <a:ext uri="{FF2B5EF4-FFF2-40B4-BE49-F238E27FC236}">
                    <a16:creationId xmlns:a16="http://schemas.microsoft.com/office/drawing/2014/main" id="{93A5A950-D83F-8A7D-E4BE-7A91FA7B2CA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449000" y="3689820"/>
                <a:ext cx="4921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1" name="Rukopis 20">
                <a:extLst>
                  <a:ext uri="{FF2B5EF4-FFF2-40B4-BE49-F238E27FC236}">
                    <a16:creationId xmlns:a16="http://schemas.microsoft.com/office/drawing/2014/main" id="{7918971A-E9E9-801E-7A84-8560F337F1B8}"/>
                  </a:ext>
                </a:extLst>
              </p14:cNvPr>
              <p14:cNvContentPartPr/>
              <p14:nvPr/>
            </p14:nvContentPartPr>
            <p14:xfrm>
              <a:off x="1512720" y="3744180"/>
              <a:ext cx="232200" cy="27720"/>
            </p14:xfrm>
          </p:contentPart>
        </mc:Choice>
        <mc:Fallback>
          <p:pic>
            <p:nvPicPr>
              <p:cNvPr id="21" name="Rukopis 20">
                <a:extLst>
                  <a:ext uri="{FF2B5EF4-FFF2-40B4-BE49-F238E27FC236}">
                    <a16:creationId xmlns:a16="http://schemas.microsoft.com/office/drawing/2014/main" id="{7918971A-E9E9-801E-7A84-8560F337F1B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477080" y="3708540"/>
                <a:ext cx="303840" cy="9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00" name="Skupina 4099">
            <a:extLst>
              <a:ext uri="{FF2B5EF4-FFF2-40B4-BE49-F238E27FC236}">
                <a16:creationId xmlns:a16="http://schemas.microsoft.com/office/drawing/2014/main" id="{9184BD38-EDAA-A4B2-05F3-67667EDE9AC5}"/>
              </a:ext>
            </a:extLst>
          </p:cNvPr>
          <p:cNvGrpSpPr/>
          <p:nvPr/>
        </p:nvGrpSpPr>
        <p:grpSpPr>
          <a:xfrm>
            <a:off x="984600" y="3352140"/>
            <a:ext cx="925560" cy="381960"/>
            <a:chOff x="984600" y="3352140"/>
            <a:chExt cx="925560" cy="38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2" name="Rukopis 21">
                  <a:extLst>
                    <a:ext uri="{FF2B5EF4-FFF2-40B4-BE49-F238E27FC236}">
                      <a16:creationId xmlns:a16="http://schemas.microsoft.com/office/drawing/2014/main" id="{424214DA-A83C-E5F5-BF89-3642F96837A3}"/>
                    </a:ext>
                  </a:extLst>
                </p14:cNvPr>
                <p14:cNvContentPartPr/>
                <p14:nvPr/>
              </p14:nvContentPartPr>
              <p14:xfrm>
                <a:off x="984600" y="3526380"/>
                <a:ext cx="55800" cy="207720"/>
              </p14:xfrm>
            </p:contentPart>
          </mc:Choice>
          <mc:Fallback>
            <p:pic>
              <p:nvPicPr>
                <p:cNvPr id="22" name="Rukopis 21">
                  <a:extLst>
                    <a:ext uri="{FF2B5EF4-FFF2-40B4-BE49-F238E27FC236}">
                      <a16:creationId xmlns:a16="http://schemas.microsoft.com/office/drawing/2014/main" id="{424214DA-A83C-E5F5-BF89-3642F96837A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75960" y="3517380"/>
                  <a:ext cx="734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3" name="Rukopis 22">
                  <a:extLst>
                    <a:ext uri="{FF2B5EF4-FFF2-40B4-BE49-F238E27FC236}">
                      <a16:creationId xmlns:a16="http://schemas.microsoft.com/office/drawing/2014/main" id="{D783EE60-B213-732B-B0F7-46548805AC9D}"/>
                    </a:ext>
                  </a:extLst>
                </p14:cNvPr>
                <p14:cNvContentPartPr/>
                <p14:nvPr/>
              </p14:nvContentPartPr>
              <p14:xfrm>
                <a:off x="1010160" y="3507660"/>
                <a:ext cx="125280" cy="207360"/>
              </p14:xfrm>
            </p:contentPart>
          </mc:Choice>
          <mc:Fallback>
            <p:pic>
              <p:nvPicPr>
                <p:cNvPr id="23" name="Rukopis 22">
                  <a:extLst>
                    <a:ext uri="{FF2B5EF4-FFF2-40B4-BE49-F238E27FC236}">
                      <a16:creationId xmlns:a16="http://schemas.microsoft.com/office/drawing/2014/main" id="{D783EE60-B213-732B-B0F7-46548805AC9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01160" y="3499020"/>
                  <a:ext cx="1429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4" name="Rukopis 23">
                  <a:extLst>
                    <a:ext uri="{FF2B5EF4-FFF2-40B4-BE49-F238E27FC236}">
                      <a16:creationId xmlns:a16="http://schemas.microsoft.com/office/drawing/2014/main" id="{77408246-3075-1A7D-6F59-C9ABB92E38EB}"/>
                    </a:ext>
                  </a:extLst>
                </p14:cNvPr>
                <p14:cNvContentPartPr/>
                <p14:nvPr/>
              </p14:nvContentPartPr>
              <p14:xfrm>
                <a:off x="1093680" y="3389220"/>
                <a:ext cx="96120" cy="42840"/>
              </p14:xfrm>
            </p:contentPart>
          </mc:Choice>
          <mc:Fallback>
            <p:pic>
              <p:nvPicPr>
                <p:cNvPr id="24" name="Rukopis 23">
                  <a:extLst>
                    <a:ext uri="{FF2B5EF4-FFF2-40B4-BE49-F238E27FC236}">
                      <a16:creationId xmlns:a16="http://schemas.microsoft.com/office/drawing/2014/main" id="{77408246-3075-1A7D-6F59-C9ABB92E38E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85040" y="3380220"/>
                  <a:ext cx="1137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5" name="Rukopis 24">
                  <a:extLst>
                    <a:ext uri="{FF2B5EF4-FFF2-40B4-BE49-F238E27FC236}">
                      <a16:creationId xmlns:a16="http://schemas.microsoft.com/office/drawing/2014/main" id="{6B0E8932-E579-FA87-E5CD-8ABB33672DC7}"/>
                    </a:ext>
                  </a:extLst>
                </p14:cNvPr>
                <p14:cNvContentPartPr/>
                <p14:nvPr/>
              </p14:nvContentPartPr>
              <p14:xfrm>
                <a:off x="1152000" y="3578940"/>
                <a:ext cx="121680" cy="117720"/>
              </p14:xfrm>
            </p:contentPart>
          </mc:Choice>
          <mc:Fallback>
            <p:pic>
              <p:nvPicPr>
                <p:cNvPr id="25" name="Rukopis 24">
                  <a:extLst>
                    <a:ext uri="{FF2B5EF4-FFF2-40B4-BE49-F238E27FC236}">
                      <a16:creationId xmlns:a16="http://schemas.microsoft.com/office/drawing/2014/main" id="{6B0E8932-E579-FA87-E5CD-8ABB33672DC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43000" y="3570300"/>
                  <a:ext cx="1393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6" name="Rukopis 25">
                  <a:extLst>
                    <a:ext uri="{FF2B5EF4-FFF2-40B4-BE49-F238E27FC236}">
                      <a16:creationId xmlns:a16="http://schemas.microsoft.com/office/drawing/2014/main" id="{1741EB14-722C-FFF2-F989-921D84996C61}"/>
                    </a:ext>
                  </a:extLst>
                </p14:cNvPr>
                <p14:cNvContentPartPr/>
                <p14:nvPr/>
              </p14:nvContentPartPr>
              <p14:xfrm>
                <a:off x="1321920" y="3572820"/>
                <a:ext cx="60120" cy="127800"/>
              </p14:xfrm>
            </p:contentPart>
          </mc:Choice>
          <mc:Fallback>
            <p:pic>
              <p:nvPicPr>
                <p:cNvPr id="26" name="Rukopis 25">
                  <a:extLst>
                    <a:ext uri="{FF2B5EF4-FFF2-40B4-BE49-F238E27FC236}">
                      <a16:creationId xmlns:a16="http://schemas.microsoft.com/office/drawing/2014/main" id="{1741EB14-722C-FFF2-F989-921D84996C6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313280" y="3564180"/>
                  <a:ext cx="777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7" name="Rukopis 26">
                  <a:extLst>
                    <a:ext uri="{FF2B5EF4-FFF2-40B4-BE49-F238E27FC236}">
                      <a16:creationId xmlns:a16="http://schemas.microsoft.com/office/drawing/2014/main" id="{04457232-4E9D-3771-BBFB-15BA06C66519}"/>
                    </a:ext>
                  </a:extLst>
                </p14:cNvPr>
                <p14:cNvContentPartPr/>
                <p14:nvPr/>
              </p14:nvContentPartPr>
              <p14:xfrm>
                <a:off x="1352520" y="3499020"/>
                <a:ext cx="91800" cy="22680"/>
              </p14:xfrm>
            </p:contentPart>
          </mc:Choice>
          <mc:Fallback>
            <p:pic>
              <p:nvPicPr>
                <p:cNvPr id="27" name="Rukopis 26">
                  <a:extLst>
                    <a:ext uri="{FF2B5EF4-FFF2-40B4-BE49-F238E27FC236}">
                      <a16:creationId xmlns:a16="http://schemas.microsoft.com/office/drawing/2014/main" id="{04457232-4E9D-3771-BBFB-15BA06C6651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343880" y="3490020"/>
                  <a:ext cx="109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8" name="Rukopis 27">
                  <a:extLst>
                    <a:ext uri="{FF2B5EF4-FFF2-40B4-BE49-F238E27FC236}">
                      <a16:creationId xmlns:a16="http://schemas.microsoft.com/office/drawing/2014/main" id="{1F4DDF67-3871-2777-4CE7-4BA8EC824BE4}"/>
                    </a:ext>
                  </a:extLst>
                </p14:cNvPr>
                <p14:cNvContentPartPr/>
                <p14:nvPr/>
              </p14:nvContentPartPr>
              <p14:xfrm>
                <a:off x="1422360" y="3579300"/>
                <a:ext cx="141120" cy="104400"/>
              </p14:xfrm>
            </p:contentPart>
          </mc:Choice>
          <mc:Fallback>
            <p:pic>
              <p:nvPicPr>
                <p:cNvPr id="28" name="Rukopis 27">
                  <a:extLst>
                    <a:ext uri="{FF2B5EF4-FFF2-40B4-BE49-F238E27FC236}">
                      <a16:creationId xmlns:a16="http://schemas.microsoft.com/office/drawing/2014/main" id="{1F4DDF67-3871-2777-4CE7-4BA8EC824BE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413360" y="3570300"/>
                  <a:ext cx="1587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096" name="Rukopis 4095">
                  <a:extLst>
                    <a:ext uri="{FF2B5EF4-FFF2-40B4-BE49-F238E27FC236}">
                      <a16:creationId xmlns:a16="http://schemas.microsoft.com/office/drawing/2014/main" id="{A05D8FDE-4A72-46C2-1E55-E5C928F07D5A}"/>
                    </a:ext>
                  </a:extLst>
                </p14:cNvPr>
                <p14:cNvContentPartPr/>
                <p14:nvPr/>
              </p14:nvContentPartPr>
              <p14:xfrm>
                <a:off x="1591560" y="3561660"/>
                <a:ext cx="307800" cy="128520"/>
              </p14:xfrm>
            </p:contentPart>
          </mc:Choice>
          <mc:Fallback>
            <p:pic>
              <p:nvPicPr>
                <p:cNvPr id="4096" name="Rukopis 4095">
                  <a:extLst>
                    <a:ext uri="{FF2B5EF4-FFF2-40B4-BE49-F238E27FC236}">
                      <a16:creationId xmlns:a16="http://schemas.microsoft.com/office/drawing/2014/main" id="{A05D8FDE-4A72-46C2-1E55-E5C928F07D5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582920" y="3553020"/>
                  <a:ext cx="3254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097" name="Rukopis 4096">
                  <a:extLst>
                    <a:ext uri="{FF2B5EF4-FFF2-40B4-BE49-F238E27FC236}">
                      <a16:creationId xmlns:a16="http://schemas.microsoft.com/office/drawing/2014/main" id="{92FB4D92-D0BA-731D-5BB5-67A2BAB82C3B}"/>
                    </a:ext>
                  </a:extLst>
                </p14:cNvPr>
                <p14:cNvContentPartPr/>
                <p14:nvPr/>
              </p14:nvContentPartPr>
              <p14:xfrm>
                <a:off x="1858320" y="3352140"/>
                <a:ext cx="51840" cy="196560"/>
              </p14:xfrm>
            </p:contentPart>
          </mc:Choice>
          <mc:Fallback>
            <p:pic>
              <p:nvPicPr>
                <p:cNvPr id="4097" name="Rukopis 4096">
                  <a:extLst>
                    <a:ext uri="{FF2B5EF4-FFF2-40B4-BE49-F238E27FC236}">
                      <a16:creationId xmlns:a16="http://schemas.microsoft.com/office/drawing/2014/main" id="{92FB4D92-D0BA-731D-5BB5-67A2BAB82C3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849680" y="3343140"/>
                  <a:ext cx="69480" cy="214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25769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D89E3B2-698D-7F3A-A337-3CAB419FEB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Predikátová logika</a:t>
            </a:r>
          </a:p>
        </p:txBody>
      </p:sp>
      <p:sp>
        <p:nvSpPr>
          <p:cNvPr id="4099" name="TextovéPole 1">
            <a:extLst>
              <a:ext uri="{FF2B5EF4-FFF2-40B4-BE49-F238E27FC236}">
                <a16:creationId xmlns:a16="http://schemas.microsoft.com/office/drawing/2014/main" id="{D5850A5A-6A26-03A2-FA8D-2A471E963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B49F577-6B2F-4354-9433-39E0B43BBB5B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cs-CZ" altLang="cs-CZ" sz="1100"/>
          </a:p>
        </p:txBody>
      </p:sp>
      <p:sp>
        <p:nvSpPr>
          <p:cNvPr id="29" name="Obdélník 28">
            <a:extLst>
              <a:ext uri="{FF2B5EF4-FFF2-40B4-BE49-F238E27FC236}">
                <a16:creationId xmlns:a16="http://schemas.microsoft.com/office/drawing/2014/main" id="{EDE7C6DC-79CB-92AB-BA4A-5B2165B7E5A9}"/>
              </a:ext>
            </a:extLst>
          </p:cNvPr>
          <p:cNvSpPr/>
          <p:nvPr/>
        </p:nvSpPr>
        <p:spPr>
          <a:xfrm>
            <a:off x="1476375" y="3598863"/>
            <a:ext cx="527050" cy="246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cs-CZ"/>
          </a:p>
        </p:txBody>
      </p:sp>
      <p:sp>
        <p:nvSpPr>
          <p:cNvPr id="30" name="Obdélník 29">
            <a:extLst>
              <a:ext uri="{FF2B5EF4-FFF2-40B4-BE49-F238E27FC236}">
                <a16:creationId xmlns:a16="http://schemas.microsoft.com/office/drawing/2014/main" id="{0692073C-352E-ACB1-82C9-D3D10EACE424}"/>
              </a:ext>
            </a:extLst>
          </p:cNvPr>
          <p:cNvSpPr/>
          <p:nvPr/>
        </p:nvSpPr>
        <p:spPr>
          <a:xfrm>
            <a:off x="1463675" y="692150"/>
            <a:ext cx="527050" cy="246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cs-CZ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6567C141-01B4-7B7D-5CF3-0AEB9FB9F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707390"/>
            <a:ext cx="5277587" cy="21148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Rukopis 3">
                <a:extLst>
                  <a:ext uri="{FF2B5EF4-FFF2-40B4-BE49-F238E27FC236}">
                    <a16:creationId xmlns:a16="http://schemas.microsoft.com/office/drawing/2014/main" id="{CF62CCF3-6096-B3F9-F8A0-4C5892EE243B}"/>
                  </a:ext>
                </a:extLst>
              </p14:cNvPr>
              <p14:cNvContentPartPr/>
              <p14:nvPr/>
            </p14:nvContentPartPr>
            <p14:xfrm>
              <a:off x="1348560" y="782100"/>
              <a:ext cx="269280" cy="56160"/>
            </p14:xfrm>
          </p:contentPart>
        </mc:Choice>
        <mc:Fallback>
          <p:pic>
            <p:nvPicPr>
              <p:cNvPr id="4" name="Rukopis 3">
                <a:extLst>
                  <a:ext uri="{FF2B5EF4-FFF2-40B4-BE49-F238E27FC236}">
                    <a16:creationId xmlns:a16="http://schemas.microsoft.com/office/drawing/2014/main" id="{CF62CCF3-6096-B3F9-F8A0-4C5892EE24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2560" y="746460"/>
                <a:ext cx="340920" cy="12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Skupina 6">
            <a:extLst>
              <a:ext uri="{FF2B5EF4-FFF2-40B4-BE49-F238E27FC236}">
                <a16:creationId xmlns:a16="http://schemas.microsoft.com/office/drawing/2014/main" id="{FD0B8613-036E-436E-63FE-477F9750B5A3}"/>
              </a:ext>
            </a:extLst>
          </p:cNvPr>
          <p:cNvGrpSpPr/>
          <p:nvPr/>
        </p:nvGrpSpPr>
        <p:grpSpPr>
          <a:xfrm>
            <a:off x="1407240" y="625500"/>
            <a:ext cx="213120" cy="259560"/>
            <a:chOff x="1407240" y="625500"/>
            <a:chExt cx="213120" cy="25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Rukopis 4">
                  <a:extLst>
                    <a:ext uri="{FF2B5EF4-FFF2-40B4-BE49-F238E27FC236}">
                      <a16:creationId xmlns:a16="http://schemas.microsoft.com/office/drawing/2014/main" id="{8D0545A9-9834-FAF5-8E6A-7111C15F5885}"/>
                    </a:ext>
                  </a:extLst>
                </p14:cNvPr>
                <p14:cNvContentPartPr/>
                <p14:nvPr/>
              </p14:nvContentPartPr>
              <p14:xfrm>
                <a:off x="1407240" y="629460"/>
                <a:ext cx="131040" cy="217800"/>
              </p14:xfrm>
            </p:contentPart>
          </mc:Choice>
          <mc:Fallback>
            <p:pic>
              <p:nvPicPr>
                <p:cNvPr id="5" name="Rukopis 4">
                  <a:extLst>
                    <a:ext uri="{FF2B5EF4-FFF2-40B4-BE49-F238E27FC236}">
                      <a16:creationId xmlns:a16="http://schemas.microsoft.com/office/drawing/2014/main" id="{8D0545A9-9834-FAF5-8E6A-7111C15F588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98600" y="620820"/>
                  <a:ext cx="1486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Rukopis 5">
                  <a:extLst>
                    <a:ext uri="{FF2B5EF4-FFF2-40B4-BE49-F238E27FC236}">
                      <a16:creationId xmlns:a16="http://schemas.microsoft.com/office/drawing/2014/main" id="{288A1412-2A27-173E-CA32-36EACA1C5ABC}"/>
                    </a:ext>
                  </a:extLst>
                </p14:cNvPr>
                <p14:cNvContentPartPr/>
                <p14:nvPr/>
              </p14:nvContentPartPr>
              <p14:xfrm>
                <a:off x="1564920" y="625500"/>
                <a:ext cx="55440" cy="259560"/>
              </p14:xfrm>
            </p:contentPart>
          </mc:Choice>
          <mc:Fallback>
            <p:pic>
              <p:nvPicPr>
                <p:cNvPr id="6" name="Rukopis 5">
                  <a:extLst>
                    <a:ext uri="{FF2B5EF4-FFF2-40B4-BE49-F238E27FC236}">
                      <a16:creationId xmlns:a16="http://schemas.microsoft.com/office/drawing/2014/main" id="{288A1412-2A27-173E-CA32-36EACA1C5AB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56280" y="616500"/>
                  <a:ext cx="73080" cy="2772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9" name="Obrázek 8">
            <a:extLst>
              <a:ext uri="{FF2B5EF4-FFF2-40B4-BE49-F238E27FC236}">
                <a16:creationId xmlns:a16="http://schemas.microsoft.com/office/drawing/2014/main" id="{B26C10D7-2342-9D2C-D7EB-88A7A580807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968" y="3060625"/>
            <a:ext cx="7144747" cy="1076475"/>
          </a:xfrm>
          <a:prstGeom prst="rect">
            <a:avLst/>
          </a:prstGeom>
        </p:spPr>
      </p:pic>
      <p:pic>
        <p:nvPicPr>
          <p:cNvPr id="11" name="Obrázek 10">
            <a:extLst>
              <a:ext uri="{FF2B5EF4-FFF2-40B4-BE49-F238E27FC236}">
                <a16:creationId xmlns:a16="http://schemas.microsoft.com/office/drawing/2014/main" id="{372B9D5D-D1A1-AE9A-EA5C-007AAD1F883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576" y="4260942"/>
            <a:ext cx="7306695" cy="828791"/>
          </a:xfrm>
          <a:prstGeom prst="rect">
            <a:avLst/>
          </a:prstGeom>
        </p:spPr>
      </p:pic>
      <p:pic>
        <p:nvPicPr>
          <p:cNvPr id="13" name="Obrázek 12">
            <a:extLst>
              <a:ext uri="{FF2B5EF4-FFF2-40B4-BE49-F238E27FC236}">
                <a16:creationId xmlns:a16="http://schemas.microsoft.com/office/drawing/2014/main" id="{7DC1EEA4-0B16-10C7-2D61-6CB289519A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1472" y="4948008"/>
            <a:ext cx="4620270" cy="1648055"/>
          </a:xfrm>
          <a:prstGeom prst="rect">
            <a:avLst/>
          </a:prstGeom>
        </p:spPr>
      </p:pic>
      <p:grpSp>
        <p:nvGrpSpPr>
          <p:cNvPr id="16" name="Skupina 15">
            <a:extLst>
              <a:ext uri="{FF2B5EF4-FFF2-40B4-BE49-F238E27FC236}">
                <a16:creationId xmlns:a16="http://schemas.microsoft.com/office/drawing/2014/main" id="{25D6517E-C76A-71A2-1AAE-A06A9DC65F21}"/>
              </a:ext>
            </a:extLst>
          </p:cNvPr>
          <p:cNvGrpSpPr/>
          <p:nvPr/>
        </p:nvGrpSpPr>
        <p:grpSpPr>
          <a:xfrm>
            <a:off x="830520" y="3164220"/>
            <a:ext cx="424440" cy="58680"/>
            <a:chOff x="830520" y="3164220"/>
            <a:chExt cx="424440" cy="5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4" name="Rukopis 13">
                  <a:extLst>
                    <a:ext uri="{FF2B5EF4-FFF2-40B4-BE49-F238E27FC236}">
                      <a16:creationId xmlns:a16="http://schemas.microsoft.com/office/drawing/2014/main" id="{95D91C7A-0EF2-282F-B23F-C16621F74F5F}"/>
                    </a:ext>
                  </a:extLst>
                </p14:cNvPr>
                <p14:cNvContentPartPr/>
                <p14:nvPr/>
              </p14:nvContentPartPr>
              <p14:xfrm>
                <a:off x="849240" y="3164220"/>
                <a:ext cx="394920" cy="33840"/>
              </p14:xfrm>
            </p:contentPart>
          </mc:Choice>
          <mc:Fallback>
            <p:pic>
              <p:nvPicPr>
                <p:cNvPr id="14" name="Rukopis 13">
                  <a:extLst>
                    <a:ext uri="{FF2B5EF4-FFF2-40B4-BE49-F238E27FC236}">
                      <a16:creationId xmlns:a16="http://schemas.microsoft.com/office/drawing/2014/main" id="{95D91C7A-0EF2-282F-B23F-C16621F74F5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13600" y="3128580"/>
                  <a:ext cx="4665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5" name="Rukopis 14">
                  <a:extLst>
                    <a:ext uri="{FF2B5EF4-FFF2-40B4-BE49-F238E27FC236}">
                      <a16:creationId xmlns:a16="http://schemas.microsoft.com/office/drawing/2014/main" id="{B948F0A3-0E1F-D8D7-2754-351ACB83AA80}"/>
                    </a:ext>
                  </a:extLst>
                </p14:cNvPr>
                <p14:cNvContentPartPr/>
                <p14:nvPr/>
              </p14:nvContentPartPr>
              <p14:xfrm>
                <a:off x="830520" y="3204900"/>
                <a:ext cx="424440" cy="18000"/>
              </p14:xfrm>
            </p:contentPart>
          </mc:Choice>
          <mc:Fallback>
            <p:pic>
              <p:nvPicPr>
                <p:cNvPr id="15" name="Rukopis 14">
                  <a:extLst>
                    <a:ext uri="{FF2B5EF4-FFF2-40B4-BE49-F238E27FC236}">
                      <a16:creationId xmlns:a16="http://schemas.microsoft.com/office/drawing/2014/main" id="{B948F0A3-0E1F-D8D7-2754-351ACB83AA8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94520" y="3169260"/>
                  <a:ext cx="49608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Skupina 26">
            <a:extLst>
              <a:ext uri="{FF2B5EF4-FFF2-40B4-BE49-F238E27FC236}">
                <a16:creationId xmlns:a16="http://schemas.microsoft.com/office/drawing/2014/main" id="{30276C22-DA98-8139-8349-3DB6E24D3C34}"/>
              </a:ext>
            </a:extLst>
          </p:cNvPr>
          <p:cNvGrpSpPr/>
          <p:nvPr/>
        </p:nvGrpSpPr>
        <p:grpSpPr>
          <a:xfrm>
            <a:off x="743760" y="2895300"/>
            <a:ext cx="677520" cy="301680"/>
            <a:chOff x="743760" y="2895300"/>
            <a:chExt cx="677520" cy="30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Rukopis 16">
                  <a:extLst>
                    <a:ext uri="{FF2B5EF4-FFF2-40B4-BE49-F238E27FC236}">
                      <a16:creationId xmlns:a16="http://schemas.microsoft.com/office/drawing/2014/main" id="{A7177990-3054-FBE6-5942-455519CE1FD0}"/>
                    </a:ext>
                  </a:extLst>
                </p14:cNvPr>
                <p14:cNvContentPartPr/>
                <p14:nvPr/>
              </p14:nvContentPartPr>
              <p14:xfrm>
                <a:off x="743760" y="3033180"/>
                <a:ext cx="27720" cy="163800"/>
              </p14:xfrm>
            </p:contentPart>
          </mc:Choice>
          <mc:Fallback>
            <p:pic>
              <p:nvPicPr>
                <p:cNvPr id="17" name="Rukopis 16">
                  <a:extLst>
                    <a:ext uri="{FF2B5EF4-FFF2-40B4-BE49-F238E27FC236}">
                      <a16:creationId xmlns:a16="http://schemas.microsoft.com/office/drawing/2014/main" id="{A7177990-3054-FBE6-5942-455519CE1FD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34760" y="3024540"/>
                  <a:ext cx="453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Rukopis 17">
                  <a:extLst>
                    <a:ext uri="{FF2B5EF4-FFF2-40B4-BE49-F238E27FC236}">
                      <a16:creationId xmlns:a16="http://schemas.microsoft.com/office/drawing/2014/main" id="{8C089A5B-94E4-8CCB-25A2-3790F129DA9E}"/>
                    </a:ext>
                  </a:extLst>
                </p14:cNvPr>
                <p14:cNvContentPartPr/>
                <p14:nvPr/>
              </p14:nvContentPartPr>
              <p14:xfrm>
                <a:off x="773280" y="3017340"/>
                <a:ext cx="102960" cy="165600"/>
              </p14:xfrm>
            </p:contentPart>
          </mc:Choice>
          <mc:Fallback>
            <p:pic>
              <p:nvPicPr>
                <p:cNvPr id="18" name="Rukopis 17">
                  <a:extLst>
                    <a:ext uri="{FF2B5EF4-FFF2-40B4-BE49-F238E27FC236}">
                      <a16:creationId xmlns:a16="http://schemas.microsoft.com/office/drawing/2014/main" id="{8C089A5B-94E4-8CCB-25A2-3790F129DA9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64640" y="3008340"/>
                  <a:ext cx="1206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9" name="Rukopis 18">
                  <a:extLst>
                    <a:ext uri="{FF2B5EF4-FFF2-40B4-BE49-F238E27FC236}">
                      <a16:creationId xmlns:a16="http://schemas.microsoft.com/office/drawing/2014/main" id="{EB51B8B5-7322-AFE1-9B1C-C2E99FC94B5C}"/>
                    </a:ext>
                  </a:extLst>
                </p14:cNvPr>
                <p14:cNvContentPartPr/>
                <p14:nvPr/>
              </p14:nvContentPartPr>
              <p14:xfrm>
                <a:off x="821160" y="2895300"/>
                <a:ext cx="73440" cy="52200"/>
              </p14:xfrm>
            </p:contentPart>
          </mc:Choice>
          <mc:Fallback>
            <p:pic>
              <p:nvPicPr>
                <p:cNvPr id="19" name="Rukopis 18">
                  <a:extLst>
                    <a:ext uri="{FF2B5EF4-FFF2-40B4-BE49-F238E27FC236}">
                      <a16:creationId xmlns:a16="http://schemas.microsoft.com/office/drawing/2014/main" id="{EB51B8B5-7322-AFE1-9B1C-C2E99FC94B5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12160" y="2886660"/>
                  <a:ext cx="910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1" name="Rukopis 20">
                  <a:extLst>
                    <a:ext uri="{FF2B5EF4-FFF2-40B4-BE49-F238E27FC236}">
                      <a16:creationId xmlns:a16="http://schemas.microsoft.com/office/drawing/2014/main" id="{46738C1A-1D01-B37D-D057-9EE5B8CA7157}"/>
                    </a:ext>
                  </a:extLst>
                </p14:cNvPr>
                <p14:cNvContentPartPr/>
                <p14:nvPr/>
              </p14:nvContentPartPr>
              <p14:xfrm>
                <a:off x="891360" y="3071700"/>
                <a:ext cx="91080" cy="102960"/>
              </p14:xfrm>
            </p:contentPart>
          </mc:Choice>
          <mc:Fallback>
            <p:pic>
              <p:nvPicPr>
                <p:cNvPr id="21" name="Rukopis 20">
                  <a:extLst>
                    <a:ext uri="{FF2B5EF4-FFF2-40B4-BE49-F238E27FC236}">
                      <a16:creationId xmlns:a16="http://schemas.microsoft.com/office/drawing/2014/main" id="{46738C1A-1D01-B37D-D057-9EE5B8CA715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82360" y="3062700"/>
                  <a:ext cx="1087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2" name="Rukopis 21">
                  <a:extLst>
                    <a:ext uri="{FF2B5EF4-FFF2-40B4-BE49-F238E27FC236}">
                      <a16:creationId xmlns:a16="http://schemas.microsoft.com/office/drawing/2014/main" id="{5DD8DD05-B804-C4A7-1396-213E744BBDD2}"/>
                    </a:ext>
                  </a:extLst>
                </p14:cNvPr>
                <p14:cNvContentPartPr/>
                <p14:nvPr/>
              </p14:nvContentPartPr>
              <p14:xfrm>
                <a:off x="1019160" y="3060180"/>
                <a:ext cx="44640" cy="103320"/>
              </p14:xfrm>
            </p:contentPart>
          </mc:Choice>
          <mc:Fallback>
            <p:pic>
              <p:nvPicPr>
                <p:cNvPr id="22" name="Rukopis 21">
                  <a:extLst>
                    <a:ext uri="{FF2B5EF4-FFF2-40B4-BE49-F238E27FC236}">
                      <a16:creationId xmlns:a16="http://schemas.microsoft.com/office/drawing/2014/main" id="{5DD8DD05-B804-C4A7-1396-213E744BBDD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10160" y="3051540"/>
                  <a:ext cx="622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3" name="Rukopis 22">
                  <a:extLst>
                    <a:ext uri="{FF2B5EF4-FFF2-40B4-BE49-F238E27FC236}">
                      <a16:creationId xmlns:a16="http://schemas.microsoft.com/office/drawing/2014/main" id="{7D5509AA-5961-7EC6-9E91-3B2D3C0D0A23}"/>
                    </a:ext>
                  </a:extLst>
                </p14:cNvPr>
                <p14:cNvContentPartPr/>
                <p14:nvPr/>
              </p14:nvContentPartPr>
              <p14:xfrm>
                <a:off x="1010520" y="2975220"/>
                <a:ext cx="84240" cy="35280"/>
              </p14:xfrm>
            </p:contentPart>
          </mc:Choice>
          <mc:Fallback>
            <p:pic>
              <p:nvPicPr>
                <p:cNvPr id="23" name="Rukopis 22">
                  <a:extLst>
                    <a:ext uri="{FF2B5EF4-FFF2-40B4-BE49-F238E27FC236}">
                      <a16:creationId xmlns:a16="http://schemas.microsoft.com/office/drawing/2014/main" id="{7D5509AA-5961-7EC6-9E91-3B2D3C0D0A2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01520" y="2966580"/>
                  <a:ext cx="1018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4" name="Rukopis 23">
                  <a:extLst>
                    <a:ext uri="{FF2B5EF4-FFF2-40B4-BE49-F238E27FC236}">
                      <a16:creationId xmlns:a16="http://schemas.microsoft.com/office/drawing/2014/main" id="{F2733845-3383-7B0F-B381-EB15F51A4DEE}"/>
                    </a:ext>
                  </a:extLst>
                </p14:cNvPr>
                <p14:cNvContentPartPr/>
                <p14:nvPr/>
              </p14:nvContentPartPr>
              <p14:xfrm>
                <a:off x="1083600" y="3062340"/>
                <a:ext cx="105840" cy="109800"/>
              </p14:xfrm>
            </p:contentPart>
          </mc:Choice>
          <mc:Fallback>
            <p:pic>
              <p:nvPicPr>
                <p:cNvPr id="24" name="Rukopis 23">
                  <a:extLst>
                    <a:ext uri="{FF2B5EF4-FFF2-40B4-BE49-F238E27FC236}">
                      <a16:creationId xmlns:a16="http://schemas.microsoft.com/office/drawing/2014/main" id="{F2733845-3383-7B0F-B381-EB15F51A4DE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74960" y="3053700"/>
                  <a:ext cx="123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5" name="Rukopis 24">
                  <a:extLst>
                    <a:ext uri="{FF2B5EF4-FFF2-40B4-BE49-F238E27FC236}">
                      <a16:creationId xmlns:a16="http://schemas.microsoft.com/office/drawing/2014/main" id="{FEF12587-6E2D-84AC-72EE-65D9A1EC1668}"/>
                    </a:ext>
                  </a:extLst>
                </p14:cNvPr>
                <p14:cNvContentPartPr/>
                <p14:nvPr/>
              </p14:nvContentPartPr>
              <p14:xfrm>
                <a:off x="1210680" y="3057660"/>
                <a:ext cx="210600" cy="108720"/>
              </p14:xfrm>
            </p:contentPart>
          </mc:Choice>
          <mc:Fallback>
            <p:pic>
              <p:nvPicPr>
                <p:cNvPr id="25" name="Rukopis 24">
                  <a:extLst>
                    <a:ext uri="{FF2B5EF4-FFF2-40B4-BE49-F238E27FC236}">
                      <a16:creationId xmlns:a16="http://schemas.microsoft.com/office/drawing/2014/main" id="{FEF12587-6E2D-84AC-72EE-65D9A1EC166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202040" y="3048660"/>
                  <a:ext cx="2282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6" name="Rukopis 25">
                  <a:extLst>
                    <a:ext uri="{FF2B5EF4-FFF2-40B4-BE49-F238E27FC236}">
                      <a16:creationId xmlns:a16="http://schemas.microsoft.com/office/drawing/2014/main" id="{788C4288-BAD5-0DE4-EFB4-9A19C054589B}"/>
                    </a:ext>
                  </a:extLst>
                </p14:cNvPr>
                <p14:cNvContentPartPr/>
                <p14:nvPr/>
              </p14:nvContentPartPr>
              <p14:xfrm>
                <a:off x="1385640" y="2937420"/>
                <a:ext cx="25920" cy="108720"/>
              </p14:xfrm>
            </p:contentPart>
          </mc:Choice>
          <mc:Fallback>
            <p:pic>
              <p:nvPicPr>
                <p:cNvPr id="26" name="Rukopis 25">
                  <a:extLst>
                    <a:ext uri="{FF2B5EF4-FFF2-40B4-BE49-F238E27FC236}">
                      <a16:creationId xmlns:a16="http://schemas.microsoft.com/office/drawing/2014/main" id="{788C4288-BAD5-0DE4-EFB4-9A19C054589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377000" y="2928780"/>
                  <a:ext cx="43560" cy="126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71491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87C5BB5-72ED-5E16-B1CC-44FD8DAC6D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Predikátová logika</a:t>
            </a:r>
          </a:p>
        </p:txBody>
      </p:sp>
      <p:sp>
        <p:nvSpPr>
          <p:cNvPr id="5123" name="TextovéPole 1">
            <a:extLst>
              <a:ext uri="{FF2B5EF4-FFF2-40B4-BE49-F238E27FC236}">
                <a16:creationId xmlns:a16="http://schemas.microsoft.com/office/drawing/2014/main" id="{FD7DAF22-B19F-7B0E-5152-BE18A2408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CE670CB-A2DA-4ED1-84E3-140D96F37E7B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cs-CZ" altLang="cs-CZ" sz="1100"/>
          </a:p>
        </p:txBody>
      </p:sp>
      <p:pic>
        <p:nvPicPr>
          <p:cNvPr id="5124" name="Picture 3">
            <a:extLst>
              <a:ext uri="{FF2B5EF4-FFF2-40B4-BE49-F238E27FC236}">
                <a16:creationId xmlns:a16="http://schemas.microsoft.com/office/drawing/2014/main" id="{20D3F33D-F014-0AEA-AAD8-3EFCD0AE6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836613"/>
            <a:ext cx="7920038" cy="310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867A3D8B-8E74-B99F-0C39-9B6A466A9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4070687"/>
            <a:ext cx="7268589" cy="2667372"/>
          </a:xfrm>
          <a:prstGeom prst="rect">
            <a:avLst/>
          </a:prstGeom>
        </p:spPr>
      </p:pic>
      <p:grpSp>
        <p:nvGrpSpPr>
          <p:cNvPr id="10" name="Skupina 9">
            <a:extLst>
              <a:ext uri="{FF2B5EF4-FFF2-40B4-BE49-F238E27FC236}">
                <a16:creationId xmlns:a16="http://schemas.microsoft.com/office/drawing/2014/main" id="{8DAE0AB7-0FF2-D9AC-A04C-E613AA6C1772}"/>
              </a:ext>
            </a:extLst>
          </p:cNvPr>
          <p:cNvGrpSpPr/>
          <p:nvPr/>
        </p:nvGrpSpPr>
        <p:grpSpPr>
          <a:xfrm>
            <a:off x="1632240" y="951660"/>
            <a:ext cx="499680" cy="82080"/>
            <a:chOff x="1632240" y="951660"/>
            <a:chExt cx="499680" cy="8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Rukopis 6">
                  <a:extLst>
                    <a:ext uri="{FF2B5EF4-FFF2-40B4-BE49-F238E27FC236}">
                      <a16:creationId xmlns:a16="http://schemas.microsoft.com/office/drawing/2014/main" id="{870E7576-D1D9-8918-40C7-6ED5A0C2B874}"/>
                    </a:ext>
                  </a:extLst>
                </p14:cNvPr>
                <p14:cNvContentPartPr/>
                <p14:nvPr/>
              </p14:nvContentPartPr>
              <p14:xfrm>
                <a:off x="1655280" y="951660"/>
                <a:ext cx="442080" cy="24840"/>
              </p14:xfrm>
            </p:contentPart>
          </mc:Choice>
          <mc:Fallback>
            <p:pic>
              <p:nvPicPr>
                <p:cNvPr id="7" name="Rukopis 6">
                  <a:extLst>
                    <a:ext uri="{FF2B5EF4-FFF2-40B4-BE49-F238E27FC236}">
                      <a16:creationId xmlns:a16="http://schemas.microsoft.com/office/drawing/2014/main" id="{870E7576-D1D9-8918-40C7-6ED5A0C2B87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19640" y="915660"/>
                  <a:ext cx="5137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Rukopis 7">
                  <a:extLst>
                    <a:ext uri="{FF2B5EF4-FFF2-40B4-BE49-F238E27FC236}">
                      <a16:creationId xmlns:a16="http://schemas.microsoft.com/office/drawing/2014/main" id="{BF993C56-20D4-9324-0580-269E9CC4B312}"/>
                    </a:ext>
                  </a:extLst>
                </p14:cNvPr>
                <p14:cNvContentPartPr/>
                <p14:nvPr/>
              </p14:nvContentPartPr>
              <p14:xfrm>
                <a:off x="1632240" y="1029780"/>
                <a:ext cx="499680" cy="3960"/>
              </p14:xfrm>
            </p:contentPart>
          </mc:Choice>
          <mc:Fallback>
            <p:pic>
              <p:nvPicPr>
                <p:cNvPr id="8" name="Rukopis 7">
                  <a:extLst>
                    <a:ext uri="{FF2B5EF4-FFF2-40B4-BE49-F238E27FC236}">
                      <a16:creationId xmlns:a16="http://schemas.microsoft.com/office/drawing/2014/main" id="{BF993C56-20D4-9324-0580-269E9CC4B31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596600" y="993780"/>
                  <a:ext cx="57132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Skupina 12">
            <a:extLst>
              <a:ext uri="{FF2B5EF4-FFF2-40B4-BE49-F238E27FC236}">
                <a16:creationId xmlns:a16="http://schemas.microsoft.com/office/drawing/2014/main" id="{D7613C5F-3BB1-6BF4-8E22-E40858FAC0F0}"/>
              </a:ext>
            </a:extLst>
          </p:cNvPr>
          <p:cNvGrpSpPr/>
          <p:nvPr/>
        </p:nvGrpSpPr>
        <p:grpSpPr>
          <a:xfrm>
            <a:off x="891360" y="4165380"/>
            <a:ext cx="452520" cy="51120"/>
            <a:chOff x="891360" y="4165380"/>
            <a:chExt cx="452520" cy="5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Rukopis 10">
                  <a:extLst>
                    <a:ext uri="{FF2B5EF4-FFF2-40B4-BE49-F238E27FC236}">
                      <a16:creationId xmlns:a16="http://schemas.microsoft.com/office/drawing/2014/main" id="{489E43C1-C289-E738-0FAC-74F1454304F2}"/>
                    </a:ext>
                  </a:extLst>
                </p14:cNvPr>
                <p14:cNvContentPartPr/>
                <p14:nvPr/>
              </p14:nvContentPartPr>
              <p14:xfrm>
                <a:off x="891360" y="4165380"/>
                <a:ext cx="414360" cy="11160"/>
              </p14:xfrm>
            </p:contentPart>
          </mc:Choice>
          <mc:Fallback>
            <p:pic>
              <p:nvPicPr>
                <p:cNvPr id="11" name="Rukopis 10">
                  <a:extLst>
                    <a:ext uri="{FF2B5EF4-FFF2-40B4-BE49-F238E27FC236}">
                      <a16:creationId xmlns:a16="http://schemas.microsoft.com/office/drawing/2014/main" id="{489E43C1-C289-E738-0FAC-74F1454304F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5360" y="4129740"/>
                  <a:ext cx="4860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Rukopis 11">
                  <a:extLst>
                    <a:ext uri="{FF2B5EF4-FFF2-40B4-BE49-F238E27FC236}">
                      <a16:creationId xmlns:a16="http://schemas.microsoft.com/office/drawing/2014/main" id="{3869CAF2-9427-45F3-A8A4-78104E4A8F4B}"/>
                    </a:ext>
                  </a:extLst>
                </p14:cNvPr>
                <p14:cNvContentPartPr/>
                <p14:nvPr/>
              </p14:nvContentPartPr>
              <p14:xfrm>
                <a:off x="927720" y="4207860"/>
                <a:ext cx="416160" cy="8640"/>
              </p14:xfrm>
            </p:contentPart>
          </mc:Choice>
          <mc:Fallback>
            <p:pic>
              <p:nvPicPr>
                <p:cNvPr id="12" name="Rukopis 11">
                  <a:extLst>
                    <a:ext uri="{FF2B5EF4-FFF2-40B4-BE49-F238E27FC236}">
                      <a16:creationId xmlns:a16="http://schemas.microsoft.com/office/drawing/2014/main" id="{3869CAF2-9427-45F3-A8A4-78104E4A8F4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92080" y="4172220"/>
                  <a:ext cx="48780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Skupina 15">
            <a:extLst>
              <a:ext uri="{FF2B5EF4-FFF2-40B4-BE49-F238E27FC236}">
                <a16:creationId xmlns:a16="http://schemas.microsoft.com/office/drawing/2014/main" id="{43C02FE9-D9C7-3984-CD80-3D253DCE4717}"/>
              </a:ext>
            </a:extLst>
          </p:cNvPr>
          <p:cNvGrpSpPr/>
          <p:nvPr/>
        </p:nvGrpSpPr>
        <p:grpSpPr>
          <a:xfrm>
            <a:off x="1777320" y="797220"/>
            <a:ext cx="300240" cy="297000"/>
            <a:chOff x="1777320" y="797220"/>
            <a:chExt cx="300240" cy="29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4" name="Rukopis 13">
                  <a:extLst>
                    <a:ext uri="{FF2B5EF4-FFF2-40B4-BE49-F238E27FC236}">
                      <a16:creationId xmlns:a16="http://schemas.microsoft.com/office/drawing/2014/main" id="{110DB2A2-E2CE-64D3-7C6A-AFC7495B2293}"/>
                    </a:ext>
                  </a:extLst>
                </p14:cNvPr>
                <p14:cNvContentPartPr/>
                <p14:nvPr/>
              </p14:nvContentPartPr>
              <p14:xfrm>
                <a:off x="1777320" y="797220"/>
                <a:ext cx="184680" cy="297000"/>
              </p14:xfrm>
            </p:contentPart>
          </mc:Choice>
          <mc:Fallback>
            <p:pic>
              <p:nvPicPr>
                <p:cNvPr id="14" name="Rukopis 13">
                  <a:extLst>
                    <a:ext uri="{FF2B5EF4-FFF2-40B4-BE49-F238E27FC236}">
                      <a16:creationId xmlns:a16="http://schemas.microsoft.com/office/drawing/2014/main" id="{110DB2A2-E2CE-64D3-7C6A-AFC7495B229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768320" y="788580"/>
                  <a:ext cx="2023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5" name="Rukopis 14">
                  <a:extLst>
                    <a:ext uri="{FF2B5EF4-FFF2-40B4-BE49-F238E27FC236}">
                      <a16:creationId xmlns:a16="http://schemas.microsoft.com/office/drawing/2014/main" id="{1035F9EC-038D-CDA3-8511-FF5E86940AA1}"/>
                    </a:ext>
                  </a:extLst>
                </p14:cNvPr>
                <p14:cNvContentPartPr/>
                <p14:nvPr/>
              </p14:nvContentPartPr>
              <p14:xfrm>
                <a:off x="2027880" y="800460"/>
                <a:ext cx="49680" cy="254520"/>
              </p14:xfrm>
            </p:contentPart>
          </mc:Choice>
          <mc:Fallback>
            <p:pic>
              <p:nvPicPr>
                <p:cNvPr id="15" name="Rukopis 14">
                  <a:extLst>
                    <a:ext uri="{FF2B5EF4-FFF2-40B4-BE49-F238E27FC236}">
                      <a16:creationId xmlns:a16="http://schemas.microsoft.com/office/drawing/2014/main" id="{1035F9EC-038D-CDA3-8511-FF5E86940AA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018880" y="791460"/>
                  <a:ext cx="67320" cy="27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Skupina 26">
            <a:extLst>
              <a:ext uri="{FF2B5EF4-FFF2-40B4-BE49-F238E27FC236}">
                <a16:creationId xmlns:a16="http://schemas.microsoft.com/office/drawing/2014/main" id="{5872BB6A-2CE7-DA2B-2C80-602C2FD8B31F}"/>
              </a:ext>
            </a:extLst>
          </p:cNvPr>
          <p:cNvGrpSpPr/>
          <p:nvPr/>
        </p:nvGrpSpPr>
        <p:grpSpPr>
          <a:xfrm>
            <a:off x="641880" y="3947580"/>
            <a:ext cx="752400" cy="314640"/>
            <a:chOff x="641880" y="3947580"/>
            <a:chExt cx="752400" cy="31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Rukopis 16">
                  <a:extLst>
                    <a:ext uri="{FF2B5EF4-FFF2-40B4-BE49-F238E27FC236}">
                      <a16:creationId xmlns:a16="http://schemas.microsoft.com/office/drawing/2014/main" id="{6EB8F04F-C742-6BD8-FB54-86A1434E3C9C}"/>
                    </a:ext>
                  </a:extLst>
                </p14:cNvPr>
                <p14:cNvContentPartPr/>
                <p14:nvPr/>
              </p14:nvContentPartPr>
              <p14:xfrm>
                <a:off x="641880" y="4055580"/>
                <a:ext cx="42480" cy="206640"/>
              </p14:xfrm>
            </p:contentPart>
          </mc:Choice>
          <mc:Fallback>
            <p:pic>
              <p:nvPicPr>
                <p:cNvPr id="17" name="Rukopis 16">
                  <a:extLst>
                    <a:ext uri="{FF2B5EF4-FFF2-40B4-BE49-F238E27FC236}">
                      <a16:creationId xmlns:a16="http://schemas.microsoft.com/office/drawing/2014/main" id="{6EB8F04F-C742-6BD8-FB54-86A1434E3C9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33240" y="4046580"/>
                  <a:ext cx="601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Rukopis 17">
                  <a:extLst>
                    <a:ext uri="{FF2B5EF4-FFF2-40B4-BE49-F238E27FC236}">
                      <a16:creationId xmlns:a16="http://schemas.microsoft.com/office/drawing/2014/main" id="{D3B72507-3E10-C9F1-402A-B60CF1BDA120}"/>
                    </a:ext>
                  </a:extLst>
                </p14:cNvPr>
                <p14:cNvContentPartPr/>
                <p14:nvPr/>
              </p14:nvContentPartPr>
              <p14:xfrm>
                <a:off x="678600" y="4033620"/>
                <a:ext cx="90360" cy="199800"/>
              </p14:xfrm>
            </p:contentPart>
          </mc:Choice>
          <mc:Fallback>
            <p:pic>
              <p:nvPicPr>
                <p:cNvPr id="18" name="Rukopis 17">
                  <a:extLst>
                    <a:ext uri="{FF2B5EF4-FFF2-40B4-BE49-F238E27FC236}">
                      <a16:creationId xmlns:a16="http://schemas.microsoft.com/office/drawing/2014/main" id="{D3B72507-3E10-C9F1-402A-B60CF1BDA12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9960" y="4024980"/>
                  <a:ext cx="1080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9" name="Rukopis 18">
                  <a:extLst>
                    <a:ext uri="{FF2B5EF4-FFF2-40B4-BE49-F238E27FC236}">
                      <a16:creationId xmlns:a16="http://schemas.microsoft.com/office/drawing/2014/main" id="{F0F9469E-2D7E-5892-2C7F-FEE24E1F331E}"/>
                    </a:ext>
                  </a:extLst>
                </p14:cNvPr>
                <p14:cNvContentPartPr/>
                <p14:nvPr/>
              </p14:nvContentPartPr>
              <p14:xfrm>
                <a:off x="723240" y="3947580"/>
                <a:ext cx="86040" cy="43200"/>
              </p14:xfrm>
            </p:contentPart>
          </mc:Choice>
          <mc:Fallback>
            <p:pic>
              <p:nvPicPr>
                <p:cNvPr id="19" name="Rukopis 18">
                  <a:extLst>
                    <a:ext uri="{FF2B5EF4-FFF2-40B4-BE49-F238E27FC236}">
                      <a16:creationId xmlns:a16="http://schemas.microsoft.com/office/drawing/2014/main" id="{F0F9469E-2D7E-5892-2C7F-FEE24E1F331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14600" y="3938940"/>
                  <a:ext cx="1036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" name="Rukopis 19">
                  <a:extLst>
                    <a:ext uri="{FF2B5EF4-FFF2-40B4-BE49-F238E27FC236}">
                      <a16:creationId xmlns:a16="http://schemas.microsoft.com/office/drawing/2014/main" id="{BDE75B28-08D3-DA84-CC74-4618F0AD3421}"/>
                    </a:ext>
                  </a:extLst>
                </p14:cNvPr>
                <p14:cNvContentPartPr/>
                <p14:nvPr/>
              </p14:nvContentPartPr>
              <p14:xfrm>
                <a:off x="783000" y="4081140"/>
                <a:ext cx="78840" cy="128160"/>
              </p14:xfrm>
            </p:contentPart>
          </mc:Choice>
          <mc:Fallback>
            <p:pic>
              <p:nvPicPr>
                <p:cNvPr id="20" name="Rukopis 19">
                  <a:extLst>
                    <a:ext uri="{FF2B5EF4-FFF2-40B4-BE49-F238E27FC236}">
                      <a16:creationId xmlns:a16="http://schemas.microsoft.com/office/drawing/2014/main" id="{BDE75B28-08D3-DA84-CC74-4618F0AD342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74000" y="4072140"/>
                  <a:ext cx="964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1" name="Rukopis 20">
                  <a:extLst>
                    <a:ext uri="{FF2B5EF4-FFF2-40B4-BE49-F238E27FC236}">
                      <a16:creationId xmlns:a16="http://schemas.microsoft.com/office/drawing/2014/main" id="{1D881E0B-B015-B187-DB28-CA2C93021752}"/>
                    </a:ext>
                  </a:extLst>
                </p14:cNvPr>
                <p14:cNvContentPartPr/>
                <p14:nvPr/>
              </p14:nvContentPartPr>
              <p14:xfrm>
                <a:off x="902160" y="4089420"/>
                <a:ext cx="49320" cy="142200"/>
              </p14:xfrm>
            </p:contentPart>
          </mc:Choice>
          <mc:Fallback>
            <p:pic>
              <p:nvPicPr>
                <p:cNvPr id="21" name="Rukopis 20">
                  <a:extLst>
                    <a:ext uri="{FF2B5EF4-FFF2-40B4-BE49-F238E27FC236}">
                      <a16:creationId xmlns:a16="http://schemas.microsoft.com/office/drawing/2014/main" id="{1D881E0B-B015-B187-DB28-CA2C9302175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93160" y="4080780"/>
                  <a:ext cx="669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2" name="Rukopis 21">
                  <a:extLst>
                    <a:ext uri="{FF2B5EF4-FFF2-40B4-BE49-F238E27FC236}">
                      <a16:creationId xmlns:a16="http://schemas.microsoft.com/office/drawing/2014/main" id="{F9013FCE-D7EB-5A38-0D66-0AD2841D1B85}"/>
                    </a:ext>
                  </a:extLst>
                </p14:cNvPr>
                <p14:cNvContentPartPr/>
                <p14:nvPr/>
              </p14:nvContentPartPr>
              <p14:xfrm>
                <a:off x="925560" y="4004820"/>
                <a:ext cx="64440" cy="52200"/>
              </p14:xfrm>
            </p:contentPart>
          </mc:Choice>
          <mc:Fallback>
            <p:pic>
              <p:nvPicPr>
                <p:cNvPr id="22" name="Rukopis 21">
                  <a:extLst>
                    <a:ext uri="{FF2B5EF4-FFF2-40B4-BE49-F238E27FC236}">
                      <a16:creationId xmlns:a16="http://schemas.microsoft.com/office/drawing/2014/main" id="{F9013FCE-D7EB-5A38-0D66-0AD2841D1B8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16920" y="3996180"/>
                  <a:ext cx="820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3" name="Rukopis 22">
                  <a:extLst>
                    <a:ext uri="{FF2B5EF4-FFF2-40B4-BE49-F238E27FC236}">
                      <a16:creationId xmlns:a16="http://schemas.microsoft.com/office/drawing/2014/main" id="{46A7A5CC-698D-2213-7785-0136FEA9E7C5}"/>
                    </a:ext>
                  </a:extLst>
                </p14:cNvPr>
                <p14:cNvContentPartPr/>
                <p14:nvPr/>
              </p14:nvContentPartPr>
              <p14:xfrm>
                <a:off x="980640" y="4081860"/>
                <a:ext cx="107280" cy="129960"/>
              </p14:xfrm>
            </p:contentPart>
          </mc:Choice>
          <mc:Fallback>
            <p:pic>
              <p:nvPicPr>
                <p:cNvPr id="23" name="Rukopis 22">
                  <a:extLst>
                    <a:ext uri="{FF2B5EF4-FFF2-40B4-BE49-F238E27FC236}">
                      <a16:creationId xmlns:a16="http://schemas.microsoft.com/office/drawing/2014/main" id="{46A7A5CC-698D-2213-7785-0136FEA9E7C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72000" y="4073220"/>
                  <a:ext cx="1249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Rukopis 23">
                  <a:extLst>
                    <a:ext uri="{FF2B5EF4-FFF2-40B4-BE49-F238E27FC236}">
                      <a16:creationId xmlns:a16="http://schemas.microsoft.com/office/drawing/2014/main" id="{3FA84B6F-D867-57BE-715F-7051A2C5A5A2}"/>
                    </a:ext>
                  </a:extLst>
                </p14:cNvPr>
                <p14:cNvContentPartPr/>
                <p14:nvPr/>
              </p14:nvContentPartPr>
              <p14:xfrm>
                <a:off x="1112760" y="4079700"/>
                <a:ext cx="153000" cy="138600"/>
              </p14:xfrm>
            </p:contentPart>
          </mc:Choice>
          <mc:Fallback>
            <p:pic>
              <p:nvPicPr>
                <p:cNvPr id="24" name="Rukopis 23">
                  <a:extLst>
                    <a:ext uri="{FF2B5EF4-FFF2-40B4-BE49-F238E27FC236}">
                      <a16:creationId xmlns:a16="http://schemas.microsoft.com/office/drawing/2014/main" id="{3FA84B6F-D867-57BE-715F-7051A2C5A5A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03760" y="4071060"/>
                  <a:ext cx="1706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5" name="Rukopis 24">
                  <a:extLst>
                    <a:ext uri="{FF2B5EF4-FFF2-40B4-BE49-F238E27FC236}">
                      <a16:creationId xmlns:a16="http://schemas.microsoft.com/office/drawing/2014/main" id="{28981D35-6CE8-8045-A716-F718304DB4BA}"/>
                    </a:ext>
                  </a:extLst>
                </p14:cNvPr>
                <p14:cNvContentPartPr/>
                <p14:nvPr/>
              </p14:nvContentPartPr>
              <p14:xfrm>
                <a:off x="1321200" y="4079700"/>
                <a:ext cx="70200" cy="128160"/>
              </p14:xfrm>
            </p:contentPart>
          </mc:Choice>
          <mc:Fallback>
            <p:pic>
              <p:nvPicPr>
                <p:cNvPr id="25" name="Rukopis 24">
                  <a:extLst>
                    <a:ext uri="{FF2B5EF4-FFF2-40B4-BE49-F238E27FC236}">
                      <a16:creationId xmlns:a16="http://schemas.microsoft.com/office/drawing/2014/main" id="{28981D35-6CE8-8045-A716-F718304DB4B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312560" y="4071060"/>
                  <a:ext cx="87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Rukopis 25">
                  <a:extLst>
                    <a:ext uri="{FF2B5EF4-FFF2-40B4-BE49-F238E27FC236}">
                      <a16:creationId xmlns:a16="http://schemas.microsoft.com/office/drawing/2014/main" id="{3DA6F95D-8FEA-AD2F-2455-13D9F0FD8BF1}"/>
                    </a:ext>
                  </a:extLst>
                </p14:cNvPr>
                <p14:cNvContentPartPr/>
                <p14:nvPr/>
              </p14:nvContentPartPr>
              <p14:xfrm>
                <a:off x="1377720" y="3981780"/>
                <a:ext cx="16560" cy="100440"/>
              </p14:xfrm>
            </p:contentPart>
          </mc:Choice>
          <mc:Fallback>
            <p:pic>
              <p:nvPicPr>
                <p:cNvPr id="26" name="Rukopis 25">
                  <a:extLst>
                    <a:ext uri="{FF2B5EF4-FFF2-40B4-BE49-F238E27FC236}">
                      <a16:creationId xmlns:a16="http://schemas.microsoft.com/office/drawing/2014/main" id="{3DA6F95D-8FEA-AD2F-2455-13D9F0FD8BF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368720" y="3972780"/>
                  <a:ext cx="34200" cy="1180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A123F28-7389-5334-6AD8-18AEE11529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Predikátová logika</a:t>
            </a:r>
          </a:p>
        </p:txBody>
      </p:sp>
      <p:sp>
        <p:nvSpPr>
          <p:cNvPr id="6147" name="TextovéPole 1">
            <a:extLst>
              <a:ext uri="{FF2B5EF4-FFF2-40B4-BE49-F238E27FC236}">
                <a16:creationId xmlns:a16="http://schemas.microsoft.com/office/drawing/2014/main" id="{B2012580-25B9-278F-FED1-B747BF721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5EF5907-3392-4687-9F58-A52C638379A0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cs-CZ" altLang="cs-CZ" sz="1100"/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4CF060C3-6347-D27E-7FB7-C5D1E6EE9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52513"/>
            <a:ext cx="8532812" cy="580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itchFamily="2" charset="2"/>
              <a:buNone/>
              <a:defRPr/>
            </a:pPr>
            <a:endParaRPr lang="cs-CZ" sz="2400" kern="0" dirty="0">
              <a:latin typeface="Calibri" pitchFamily="34" charset="0"/>
            </a:endParaRPr>
          </a:p>
        </p:txBody>
      </p:sp>
      <p:pic>
        <p:nvPicPr>
          <p:cNvPr id="6149" name="Picture 3">
            <a:extLst>
              <a:ext uri="{FF2B5EF4-FFF2-40B4-BE49-F238E27FC236}">
                <a16:creationId xmlns:a16="http://schemas.microsoft.com/office/drawing/2014/main" id="{9137DE97-E6A1-383E-5FF5-4B6031ECA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1052513"/>
            <a:ext cx="8015287" cy="300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Obdélník 9">
            <a:extLst>
              <a:ext uri="{FF2B5EF4-FFF2-40B4-BE49-F238E27FC236}">
                <a16:creationId xmlns:a16="http://schemas.microsoft.com/office/drawing/2014/main" id="{F57FF072-6E44-F194-EE6C-923F5592886D}"/>
              </a:ext>
            </a:extLst>
          </p:cNvPr>
          <p:cNvSpPr/>
          <p:nvPr/>
        </p:nvSpPr>
        <p:spPr>
          <a:xfrm>
            <a:off x="1622425" y="1039813"/>
            <a:ext cx="527050" cy="246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cs-CZ"/>
          </a:p>
        </p:txBody>
      </p:sp>
      <p:grpSp>
        <p:nvGrpSpPr>
          <p:cNvPr id="5" name="Skupina 4">
            <a:extLst>
              <a:ext uri="{FF2B5EF4-FFF2-40B4-BE49-F238E27FC236}">
                <a16:creationId xmlns:a16="http://schemas.microsoft.com/office/drawing/2014/main" id="{F5090507-EAC4-255E-9F60-54661A737061}"/>
              </a:ext>
            </a:extLst>
          </p:cNvPr>
          <p:cNvGrpSpPr/>
          <p:nvPr/>
        </p:nvGrpSpPr>
        <p:grpSpPr>
          <a:xfrm>
            <a:off x="1820520" y="928620"/>
            <a:ext cx="236880" cy="363600"/>
            <a:chOff x="1820520" y="928620"/>
            <a:chExt cx="236880" cy="36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Rukopis 1">
                  <a:extLst>
                    <a:ext uri="{FF2B5EF4-FFF2-40B4-BE49-F238E27FC236}">
                      <a16:creationId xmlns:a16="http://schemas.microsoft.com/office/drawing/2014/main" id="{2695E16E-610F-EAA3-8478-A22BDCE68E5D}"/>
                    </a:ext>
                  </a:extLst>
                </p14:cNvPr>
                <p14:cNvContentPartPr/>
                <p14:nvPr/>
              </p14:nvContentPartPr>
              <p14:xfrm>
                <a:off x="1820520" y="928620"/>
                <a:ext cx="126000" cy="189000"/>
              </p14:xfrm>
            </p:contentPart>
          </mc:Choice>
          <mc:Fallback>
            <p:pic>
              <p:nvPicPr>
                <p:cNvPr id="2" name="Rukopis 1">
                  <a:extLst>
                    <a:ext uri="{FF2B5EF4-FFF2-40B4-BE49-F238E27FC236}">
                      <a16:creationId xmlns:a16="http://schemas.microsoft.com/office/drawing/2014/main" id="{2695E16E-610F-EAA3-8478-A22BDCE68E5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11880" y="919980"/>
                  <a:ext cx="1436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Rukopis 2">
                  <a:extLst>
                    <a:ext uri="{FF2B5EF4-FFF2-40B4-BE49-F238E27FC236}">
                      <a16:creationId xmlns:a16="http://schemas.microsoft.com/office/drawing/2014/main" id="{FC17D4CF-421A-8E03-896C-07CE1CE10ADF}"/>
                    </a:ext>
                  </a:extLst>
                </p14:cNvPr>
                <p14:cNvContentPartPr/>
                <p14:nvPr/>
              </p14:nvContentPartPr>
              <p14:xfrm>
                <a:off x="1904400" y="1013580"/>
                <a:ext cx="35640" cy="181440"/>
              </p14:xfrm>
            </p:contentPart>
          </mc:Choice>
          <mc:Fallback>
            <p:pic>
              <p:nvPicPr>
                <p:cNvPr id="3" name="Rukopis 2">
                  <a:extLst>
                    <a:ext uri="{FF2B5EF4-FFF2-40B4-BE49-F238E27FC236}">
                      <a16:creationId xmlns:a16="http://schemas.microsoft.com/office/drawing/2014/main" id="{FC17D4CF-421A-8E03-896C-07CE1CE10AD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95760" y="1004940"/>
                  <a:ext cx="532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Rukopis 3">
                  <a:extLst>
                    <a:ext uri="{FF2B5EF4-FFF2-40B4-BE49-F238E27FC236}">
                      <a16:creationId xmlns:a16="http://schemas.microsoft.com/office/drawing/2014/main" id="{EB135C6F-28BB-A94B-DBA8-8B8C64C08BD3}"/>
                    </a:ext>
                  </a:extLst>
                </p14:cNvPr>
                <p14:cNvContentPartPr/>
                <p14:nvPr/>
              </p14:nvContentPartPr>
              <p14:xfrm>
                <a:off x="1998000" y="946260"/>
                <a:ext cx="59400" cy="345960"/>
              </p14:xfrm>
            </p:contentPart>
          </mc:Choice>
          <mc:Fallback>
            <p:pic>
              <p:nvPicPr>
                <p:cNvPr id="4" name="Rukopis 3">
                  <a:extLst>
                    <a:ext uri="{FF2B5EF4-FFF2-40B4-BE49-F238E27FC236}">
                      <a16:creationId xmlns:a16="http://schemas.microsoft.com/office/drawing/2014/main" id="{EB135C6F-28BB-A94B-DBA8-8B8C64C08BD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89360" y="937260"/>
                  <a:ext cx="77040" cy="3636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7" name="Obrázek 6">
            <a:extLst>
              <a:ext uri="{FF2B5EF4-FFF2-40B4-BE49-F238E27FC236}">
                <a16:creationId xmlns:a16="http://schemas.microsoft.com/office/drawing/2014/main" id="{9ABB8670-102B-8F5C-0BC1-66ADDED892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3889" y="4797152"/>
            <a:ext cx="7541201" cy="864096"/>
          </a:xfrm>
          <a:prstGeom prst="rect">
            <a:avLst/>
          </a:prstGeom>
        </p:spPr>
      </p:pic>
      <p:grpSp>
        <p:nvGrpSpPr>
          <p:cNvPr id="11" name="Skupina 10">
            <a:extLst>
              <a:ext uri="{FF2B5EF4-FFF2-40B4-BE49-F238E27FC236}">
                <a16:creationId xmlns:a16="http://schemas.microsoft.com/office/drawing/2014/main" id="{E79C8B35-E7A9-4D79-6C70-FE420E3D73A0}"/>
              </a:ext>
            </a:extLst>
          </p:cNvPr>
          <p:cNvGrpSpPr/>
          <p:nvPr/>
        </p:nvGrpSpPr>
        <p:grpSpPr>
          <a:xfrm>
            <a:off x="1029600" y="4884300"/>
            <a:ext cx="437760" cy="86400"/>
            <a:chOff x="1029600" y="4884300"/>
            <a:chExt cx="437760" cy="8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Rukopis 7">
                  <a:extLst>
                    <a:ext uri="{FF2B5EF4-FFF2-40B4-BE49-F238E27FC236}">
                      <a16:creationId xmlns:a16="http://schemas.microsoft.com/office/drawing/2014/main" id="{0C566760-D409-51BF-0612-8F09FD96D4F8}"/>
                    </a:ext>
                  </a:extLst>
                </p14:cNvPr>
                <p14:cNvContentPartPr/>
                <p14:nvPr/>
              </p14:nvContentPartPr>
              <p14:xfrm>
                <a:off x="1056600" y="4884300"/>
                <a:ext cx="410760" cy="52200"/>
              </p14:xfrm>
            </p:contentPart>
          </mc:Choice>
          <mc:Fallback>
            <p:pic>
              <p:nvPicPr>
                <p:cNvPr id="8" name="Rukopis 7">
                  <a:extLst>
                    <a:ext uri="{FF2B5EF4-FFF2-40B4-BE49-F238E27FC236}">
                      <a16:creationId xmlns:a16="http://schemas.microsoft.com/office/drawing/2014/main" id="{0C566760-D409-51BF-0612-8F09FD96D4F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20600" y="4848660"/>
                  <a:ext cx="4824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Rukopis 8">
                  <a:extLst>
                    <a:ext uri="{FF2B5EF4-FFF2-40B4-BE49-F238E27FC236}">
                      <a16:creationId xmlns:a16="http://schemas.microsoft.com/office/drawing/2014/main" id="{65D3B64A-EF15-EE0F-9E4D-61B6A0FCD156}"/>
                    </a:ext>
                  </a:extLst>
                </p14:cNvPr>
                <p14:cNvContentPartPr/>
                <p14:nvPr/>
              </p14:nvContentPartPr>
              <p14:xfrm>
                <a:off x="1029600" y="4940460"/>
                <a:ext cx="437760" cy="30240"/>
              </p14:xfrm>
            </p:contentPart>
          </mc:Choice>
          <mc:Fallback>
            <p:pic>
              <p:nvPicPr>
                <p:cNvPr id="9" name="Rukopis 8">
                  <a:extLst>
                    <a:ext uri="{FF2B5EF4-FFF2-40B4-BE49-F238E27FC236}">
                      <a16:creationId xmlns:a16="http://schemas.microsoft.com/office/drawing/2014/main" id="{65D3B64A-EF15-EE0F-9E4D-61B6A0FCD15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93600" y="4904820"/>
                  <a:ext cx="50940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Skupina 21">
            <a:extLst>
              <a:ext uri="{FF2B5EF4-FFF2-40B4-BE49-F238E27FC236}">
                <a16:creationId xmlns:a16="http://schemas.microsoft.com/office/drawing/2014/main" id="{6D347605-9000-B144-CEB0-D46E9A0CE51F}"/>
              </a:ext>
            </a:extLst>
          </p:cNvPr>
          <p:cNvGrpSpPr/>
          <p:nvPr/>
        </p:nvGrpSpPr>
        <p:grpSpPr>
          <a:xfrm>
            <a:off x="743760" y="4588740"/>
            <a:ext cx="831960" cy="386640"/>
            <a:chOff x="743760" y="4588740"/>
            <a:chExt cx="831960" cy="38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Rukopis 11">
                  <a:extLst>
                    <a:ext uri="{FF2B5EF4-FFF2-40B4-BE49-F238E27FC236}">
                      <a16:creationId xmlns:a16="http://schemas.microsoft.com/office/drawing/2014/main" id="{2783525C-D537-76CC-B46B-44F2F3DAF3FE}"/>
                    </a:ext>
                  </a:extLst>
                </p14:cNvPr>
                <p14:cNvContentPartPr/>
                <p14:nvPr/>
              </p14:nvContentPartPr>
              <p14:xfrm>
                <a:off x="743760" y="4776660"/>
                <a:ext cx="45000" cy="190440"/>
              </p14:xfrm>
            </p:contentPart>
          </mc:Choice>
          <mc:Fallback>
            <p:pic>
              <p:nvPicPr>
                <p:cNvPr id="12" name="Rukopis 11">
                  <a:extLst>
                    <a:ext uri="{FF2B5EF4-FFF2-40B4-BE49-F238E27FC236}">
                      <a16:creationId xmlns:a16="http://schemas.microsoft.com/office/drawing/2014/main" id="{2783525C-D537-76CC-B46B-44F2F3DAF3F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34760" y="4767660"/>
                  <a:ext cx="626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Rukopis 12">
                  <a:extLst>
                    <a:ext uri="{FF2B5EF4-FFF2-40B4-BE49-F238E27FC236}">
                      <a16:creationId xmlns:a16="http://schemas.microsoft.com/office/drawing/2014/main" id="{926B88EE-A37B-D4B2-362A-C963E508C3E2}"/>
                    </a:ext>
                  </a:extLst>
                </p14:cNvPr>
                <p14:cNvContentPartPr/>
                <p14:nvPr/>
              </p14:nvContentPartPr>
              <p14:xfrm>
                <a:off x="753480" y="4716900"/>
                <a:ext cx="96480" cy="258480"/>
              </p14:xfrm>
            </p:contentPart>
          </mc:Choice>
          <mc:Fallback>
            <p:pic>
              <p:nvPicPr>
                <p:cNvPr id="13" name="Rukopis 12">
                  <a:extLst>
                    <a:ext uri="{FF2B5EF4-FFF2-40B4-BE49-F238E27FC236}">
                      <a16:creationId xmlns:a16="http://schemas.microsoft.com/office/drawing/2014/main" id="{926B88EE-A37B-D4B2-362A-C963E508C3E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44840" y="4707900"/>
                  <a:ext cx="1141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Rukopis 13">
                  <a:extLst>
                    <a:ext uri="{FF2B5EF4-FFF2-40B4-BE49-F238E27FC236}">
                      <a16:creationId xmlns:a16="http://schemas.microsoft.com/office/drawing/2014/main" id="{8B5FFC31-529E-8C92-D4B0-FFAEEB3A66ED}"/>
                    </a:ext>
                  </a:extLst>
                </p14:cNvPr>
                <p14:cNvContentPartPr/>
                <p14:nvPr/>
              </p14:nvContentPartPr>
              <p14:xfrm>
                <a:off x="843840" y="4611780"/>
                <a:ext cx="54720" cy="60840"/>
              </p14:xfrm>
            </p:contentPart>
          </mc:Choice>
          <mc:Fallback>
            <p:pic>
              <p:nvPicPr>
                <p:cNvPr id="14" name="Rukopis 13">
                  <a:extLst>
                    <a:ext uri="{FF2B5EF4-FFF2-40B4-BE49-F238E27FC236}">
                      <a16:creationId xmlns:a16="http://schemas.microsoft.com/office/drawing/2014/main" id="{8B5FFC31-529E-8C92-D4B0-FFAEEB3A66E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34840" y="4603140"/>
                  <a:ext cx="723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Rukopis 14">
                  <a:extLst>
                    <a:ext uri="{FF2B5EF4-FFF2-40B4-BE49-F238E27FC236}">
                      <a16:creationId xmlns:a16="http://schemas.microsoft.com/office/drawing/2014/main" id="{E6DFDF70-5FF5-1AE1-AC21-6D2F80E7F1BF}"/>
                    </a:ext>
                  </a:extLst>
                </p14:cNvPr>
                <p14:cNvContentPartPr/>
                <p14:nvPr/>
              </p14:nvContentPartPr>
              <p14:xfrm>
                <a:off x="858960" y="4797540"/>
                <a:ext cx="107280" cy="164880"/>
              </p14:xfrm>
            </p:contentPart>
          </mc:Choice>
          <mc:Fallback>
            <p:pic>
              <p:nvPicPr>
                <p:cNvPr id="15" name="Rukopis 14">
                  <a:extLst>
                    <a:ext uri="{FF2B5EF4-FFF2-40B4-BE49-F238E27FC236}">
                      <a16:creationId xmlns:a16="http://schemas.microsoft.com/office/drawing/2014/main" id="{E6DFDF70-5FF5-1AE1-AC21-6D2F80E7F1B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49960" y="4788540"/>
                  <a:ext cx="1249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Rukopis 15">
                  <a:extLst>
                    <a:ext uri="{FF2B5EF4-FFF2-40B4-BE49-F238E27FC236}">
                      <a16:creationId xmlns:a16="http://schemas.microsoft.com/office/drawing/2014/main" id="{7141BB0D-59E1-40A9-3AD0-4B08B865F9B4}"/>
                    </a:ext>
                  </a:extLst>
                </p14:cNvPr>
                <p14:cNvContentPartPr/>
                <p14:nvPr/>
              </p14:nvContentPartPr>
              <p14:xfrm>
                <a:off x="1010520" y="4789980"/>
                <a:ext cx="78840" cy="169200"/>
              </p14:xfrm>
            </p:contentPart>
          </mc:Choice>
          <mc:Fallback>
            <p:pic>
              <p:nvPicPr>
                <p:cNvPr id="16" name="Rukopis 15">
                  <a:extLst>
                    <a:ext uri="{FF2B5EF4-FFF2-40B4-BE49-F238E27FC236}">
                      <a16:creationId xmlns:a16="http://schemas.microsoft.com/office/drawing/2014/main" id="{7141BB0D-59E1-40A9-3AD0-4B08B865F9B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01520" y="4780980"/>
                  <a:ext cx="964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Rukopis 16">
                  <a:extLst>
                    <a:ext uri="{FF2B5EF4-FFF2-40B4-BE49-F238E27FC236}">
                      <a16:creationId xmlns:a16="http://schemas.microsoft.com/office/drawing/2014/main" id="{0042FA18-5318-898E-6BE1-8AD5ADBEB83E}"/>
                    </a:ext>
                  </a:extLst>
                </p14:cNvPr>
                <p14:cNvContentPartPr/>
                <p14:nvPr/>
              </p14:nvContentPartPr>
              <p14:xfrm>
                <a:off x="1056600" y="4679460"/>
                <a:ext cx="65520" cy="55440"/>
              </p14:xfrm>
            </p:contentPart>
          </mc:Choice>
          <mc:Fallback>
            <p:pic>
              <p:nvPicPr>
                <p:cNvPr id="17" name="Rukopis 16">
                  <a:extLst>
                    <a:ext uri="{FF2B5EF4-FFF2-40B4-BE49-F238E27FC236}">
                      <a16:creationId xmlns:a16="http://schemas.microsoft.com/office/drawing/2014/main" id="{0042FA18-5318-898E-6BE1-8AD5ADBEB83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47600" y="4670820"/>
                  <a:ext cx="831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Rukopis 17">
                  <a:extLst>
                    <a:ext uri="{FF2B5EF4-FFF2-40B4-BE49-F238E27FC236}">
                      <a16:creationId xmlns:a16="http://schemas.microsoft.com/office/drawing/2014/main" id="{7AE37FC2-6CCA-B981-5067-4F76D530586C}"/>
                    </a:ext>
                  </a:extLst>
                </p14:cNvPr>
                <p14:cNvContentPartPr/>
                <p14:nvPr/>
              </p14:nvContentPartPr>
              <p14:xfrm>
                <a:off x="1122840" y="4806180"/>
                <a:ext cx="85680" cy="154800"/>
              </p14:xfrm>
            </p:contentPart>
          </mc:Choice>
          <mc:Fallback>
            <p:pic>
              <p:nvPicPr>
                <p:cNvPr id="18" name="Rukopis 17">
                  <a:extLst>
                    <a:ext uri="{FF2B5EF4-FFF2-40B4-BE49-F238E27FC236}">
                      <a16:creationId xmlns:a16="http://schemas.microsoft.com/office/drawing/2014/main" id="{7AE37FC2-6CCA-B981-5067-4F76D530586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14200" y="4797180"/>
                  <a:ext cx="1033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Rukopis 18">
                  <a:extLst>
                    <a:ext uri="{FF2B5EF4-FFF2-40B4-BE49-F238E27FC236}">
                      <a16:creationId xmlns:a16="http://schemas.microsoft.com/office/drawing/2014/main" id="{2929D562-12DC-D90A-2298-B5BA3D8F7A1B}"/>
                    </a:ext>
                  </a:extLst>
                </p14:cNvPr>
                <p14:cNvContentPartPr/>
                <p14:nvPr/>
              </p14:nvContentPartPr>
              <p14:xfrm>
                <a:off x="1260720" y="4791060"/>
                <a:ext cx="115560" cy="147960"/>
              </p14:xfrm>
            </p:contentPart>
          </mc:Choice>
          <mc:Fallback>
            <p:pic>
              <p:nvPicPr>
                <p:cNvPr id="19" name="Rukopis 18">
                  <a:extLst>
                    <a:ext uri="{FF2B5EF4-FFF2-40B4-BE49-F238E27FC236}">
                      <a16:creationId xmlns:a16="http://schemas.microsoft.com/office/drawing/2014/main" id="{2929D562-12DC-D90A-2298-B5BA3D8F7A1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252080" y="4782420"/>
                  <a:ext cx="1332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Rukopis 19">
                  <a:extLst>
                    <a:ext uri="{FF2B5EF4-FFF2-40B4-BE49-F238E27FC236}">
                      <a16:creationId xmlns:a16="http://schemas.microsoft.com/office/drawing/2014/main" id="{69E911D5-0B60-57D4-8683-4D10EA79173F}"/>
                    </a:ext>
                  </a:extLst>
                </p14:cNvPr>
                <p14:cNvContentPartPr/>
                <p14:nvPr/>
              </p14:nvContentPartPr>
              <p14:xfrm>
                <a:off x="1437120" y="4823460"/>
                <a:ext cx="83160" cy="128520"/>
              </p14:xfrm>
            </p:contentPart>
          </mc:Choice>
          <mc:Fallback>
            <p:pic>
              <p:nvPicPr>
                <p:cNvPr id="20" name="Rukopis 19">
                  <a:extLst>
                    <a:ext uri="{FF2B5EF4-FFF2-40B4-BE49-F238E27FC236}">
                      <a16:creationId xmlns:a16="http://schemas.microsoft.com/office/drawing/2014/main" id="{69E911D5-0B60-57D4-8683-4D10EA79173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428480" y="4814820"/>
                  <a:ext cx="1008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Rukopis 20">
                  <a:extLst>
                    <a:ext uri="{FF2B5EF4-FFF2-40B4-BE49-F238E27FC236}">
                      <a16:creationId xmlns:a16="http://schemas.microsoft.com/office/drawing/2014/main" id="{07D087CD-0C0A-2C6A-E39A-7CD5FD9882DF}"/>
                    </a:ext>
                  </a:extLst>
                </p14:cNvPr>
                <p14:cNvContentPartPr/>
                <p14:nvPr/>
              </p14:nvContentPartPr>
              <p14:xfrm>
                <a:off x="1536120" y="4588740"/>
                <a:ext cx="39600" cy="127080"/>
              </p14:xfrm>
            </p:contentPart>
          </mc:Choice>
          <mc:Fallback>
            <p:pic>
              <p:nvPicPr>
                <p:cNvPr id="21" name="Rukopis 20">
                  <a:extLst>
                    <a:ext uri="{FF2B5EF4-FFF2-40B4-BE49-F238E27FC236}">
                      <a16:creationId xmlns:a16="http://schemas.microsoft.com/office/drawing/2014/main" id="{07D087CD-0C0A-2C6A-E39A-7CD5FD9882D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527120" y="4580100"/>
                  <a:ext cx="57240" cy="144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theme/theme1.xml><?xml version="1.0" encoding="utf-8"?>
<a:theme xmlns:a="http://schemas.openxmlformats.org/drawingml/2006/main" name="Vrstvy">
  <a:themeElements>
    <a:clrScheme name="Vrstvy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Vrstvy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rstvy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2053</TotalTime>
  <Words>22</Words>
  <Application>Microsoft Office PowerPoint</Application>
  <PresentationFormat>Předvádění na obrazovce (4:3)</PresentationFormat>
  <Paragraphs>15</Paragraphs>
  <Slides>5</Slides>
  <Notes>4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</vt:i4>
      </vt:variant>
    </vt:vector>
  </HeadingPairs>
  <TitlesOfParts>
    <vt:vector size="10" baseType="lpstr">
      <vt:lpstr>Arial</vt:lpstr>
      <vt:lpstr>Calibri</vt:lpstr>
      <vt:lpstr>Times New Roman</vt:lpstr>
      <vt:lpstr>Wingdings</vt:lpstr>
      <vt:lpstr>Vrstvy</vt:lpstr>
      <vt:lpstr>Diskrétní struktury</vt:lpstr>
      <vt:lpstr>Predikátová logika</vt:lpstr>
      <vt:lpstr>Predikátová logika</vt:lpstr>
      <vt:lpstr>Predikátová logika</vt:lpstr>
      <vt:lpstr>Predikátová logika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Databázové systémy</dc:title>
  <dc:creator>doc. Ing. Zbyněk Bureš, Ph.D.</dc:creator>
  <cp:lastModifiedBy>Lenka Kuklišová</cp:lastModifiedBy>
  <cp:revision>374</cp:revision>
  <dcterms:created xsi:type="dcterms:W3CDTF">2009-09-01T07:13:17Z</dcterms:created>
  <dcterms:modified xsi:type="dcterms:W3CDTF">2022-11-30T20:46:29Z</dcterms:modified>
</cp:coreProperties>
</file>