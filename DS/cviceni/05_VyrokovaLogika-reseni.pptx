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notesSlides/notesSlide2.xml" ContentType="application/vnd.openxmlformats-officedocument.presentationml.notesSlide+xml"/>
  <Override PartName="/ppt/ink/ink159.xml" ContentType="application/inkml+xml"/>
  <Override PartName="/ppt/ink/ink160.xml" ContentType="application/inkml+xml"/>
  <Override PartName="/ppt/notesSlides/notesSlide3.xml" ContentType="application/vnd.openxmlformats-officedocument.presentationml.notesSlide+xml"/>
  <Override PartName="/ppt/ink/ink161.xml" ContentType="application/inkml+xml"/>
  <Override PartName="/ppt/ink/ink162.xml" ContentType="application/inkml+xml"/>
  <Override PartName="/ppt/ink/ink163.xml" ContentType="application/inkml+xml"/>
  <Override PartName="/ppt/notesSlides/notesSlide4.xml" ContentType="application/vnd.openxmlformats-officedocument.presentationml.notesSlide+xml"/>
  <Override PartName="/ppt/ink/ink164.xml" ContentType="application/inkml+xml"/>
  <Override PartName="/ppt/ink/ink165.xml" ContentType="application/inkml+xml"/>
  <Override PartName="/ppt/notesSlides/notesSlide5.xml" ContentType="application/vnd.openxmlformats-officedocument.presentationml.notesSlide+xml"/>
  <Override PartName="/ppt/ink/ink166.xml" ContentType="application/inkml+xml"/>
  <Override PartName="/ppt/ink/ink167.xml" ContentType="application/inkml+xml"/>
  <Override PartName="/ppt/ink/ink168.xml" ContentType="application/inkml+xml"/>
  <Override PartName="/ppt/notesSlides/notesSlide6.xml" ContentType="application/vnd.openxmlformats-officedocument.presentationml.notesSlide+xml"/>
  <Override PartName="/ppt/ink/ink169.xml" ContentType="application/inkml+xml"/>
  <Override PartName="/ppt/ink/ink170.xml" ContentType="application/inkml+xml"/>
  <Override PartName="/ppt/notesSlides/notesSlide7.xml" ContentType="application/vnd.openxmlformats-officedocument.presentationml.notesSlide+xml"/>
  <Override PartName="/ppt/ink/ink171.xml" ContentType="application/inkml+xml"/>
  <Override PartName="/ppt/ink/ink172.xml" ContentType="application/inkml+xml"/>
  <Override PartName="/ppt/notesSlides/notesSlide8.xml" ContentType="application/vnd.openxmlformats-officedocument.presentationml.notesSlide+xml"/>
  <Override PartName="/ppt/ink/ink173.xml" ContentType="application/inkml+xml"/>
  <Override PartName="/ppt/ink/ink174.xml" ContentType="application/inkml+xml"/>
  <Override PartName="/ppt/ink/ink17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0" r:id="rId3"/>
    <p:sldId id="268" r:id="rId4"/>
    <p:sldId id="261" r:id="rId5"/>
    <p:sldId id="259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56B07C-E4C6-4E4F-32AF-D42364D5CB9C}" v="30" dt="2022-10-27T05:35:15.389"/>
    <p1510:client id="{63CC30E0-EFD2-6ED5-BDD9-2007EE567C98}" v="14" dt="2022-10-20T08:05:42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132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. Lenka Kuklišová Pavelková, Ph.D." userId="S::pavelk11@vspj.cz::bce5352d-ad04-4d08-8f56-3fa1666bb289" providerId="AD" clId="Web-{3856B07C-E4C6-4E4F-32AF-D42364D5CB9C}"/>
    <pc:docChg chg="modSld">
      <pc:chgData name="Ing. Lenka Kuklišová Pavelková, Ph.D." userId="S::pavelk11@vspj.cz::bce5352d-ad04-4d08-8f56-3fa1666bb289" providerId="AD" clId="Web-{3856B07C-E4C6-4E4F-32AF-D42364D5CB9C}" dt="2022-10-27T05:35:15.389" v="29"/>
      <pc:docMkLst>
        <pc:docMk/>
      </pc:docMkLst>
      <pc:sldChg chg="addSp">
        <pc:chgData name="Ing. Lenka Kuklišová Pavelková, Ph.D." userId="S::pavelk11@vspj.cz::bce5352d-ad04-4d08-8f56-3fa1666bb289" providerId="AD" clId="Web-{3856B07C-E4C6-4E4F-32AF-D42364D5CB9C}" dt="2022-10-27T05:12:34.831" v="10"/>
        <pc:sldMkLst>
          <pc:docMk/>
          <pc:sldMk cId="0" sldId="259"/>
        </pc:sldMkLst>
        <pc:inkChg chg="add">
          <ac:chgData name="Ing. Lenka Kuklišová Pavelková, Ph.D." userId="S::pavelk11@vspj.cz::bce5352d-ad04-4d08-8f56-3fa1666bb289" providerId="AD" clId="Web-{3856B07C-E4C6-4E4F-32AF-D42364D5CB9C}" dt="2022-10-27T05:12:32.784" v="8"/>
          <ac:inkMkLst>
            <pc:docMk/>
            <pc:sldMk cId="0" sldId="259"/>
            <ac:inkMk id="2" creationId="{33ADA065-C6A7-8D28-7DB5-F9F6F8376F98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2:33.894" v="9"/>
          <ac:inkMkLst>
            <pc:docMk/>
            <pc:sldMk cId="0" sldId="259"/>
            <ac:inkMk id="3" creationId="{FDA541BD-2207-9937-5BEC-E7C513A2AFDF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2:34.831" v="10"/>
          <ac:inkMkLst>
            <pc:docMk/>
            <pc:sldMk cId="0" sldId="259"/>
            <ac:inkMk id="4" creationId="{6D55B201-1FE8-E413-B92B-886D614B71A8}"/>
          </ac:inkMkLst>
        </pc:inkChg>
      </pc:sldChg>
      <pc:sldChg chg="addSp">
        <pc:chgData name="Ing. Lenka Kuklišová Pavelková, Ph.D." userId="S::pavelk11@vspj.cz::bce5352d-ad04-4d08-8f56-3fa1666bb289" providerId="AD" clId="Web-{3856B07C-E4C6-4E4F-32AF-D42364D5CB9C}" dt="2022-10-27T05:11:59.174" v="5"/>
        <pc:sldMkLst>
          <pc:docMk/>
          <pc:sldMk cId="0" sldId="260"/>
        </pc:sldMkLst>
        <pc:inkChg chg="add">
          <ac:chgData name="Ing. Lenka Kuklišová Pavelková, Ph.D." userId="S::pavelk11@vspj.cz::bce5352d-ad04-4d08-8f56-3fa1666bb289" providerId="AD" clId="Web-{3856B07C-E4C6-4E4F-32AF-D42364D5CB9C}" dt="2022-10-27T05:11:50.533" v="0"/>
          <ac:inkMkLst>
            <pc:docMk/>
            <pc:sldMk cId="0" sldId="260"/>
            <ac:inkMk id="2" creationId="{AB0B155B-7750-41A2-653D-5CCBE6526D84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1:51.705" v="1"/>
          <ac:inkMkLst>
            <pc:docMk/>
            <pc:sldMk cId="0" sldId="260"/>
            <ac:inkMk id="3" creationId="{C9B8CFDC-10C9-6FDF-49FA-A5EC21722CC2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1:53.846" v="2"/>
          <ac:inkMkLst>
            <pc:docMk/>
            <pc:sldMk cId="0" sldId="260"/>
            <ac:inkMk id="4" creationId="{C18F33D5-F0C1-DEC5-2549-281A6E5CBAA3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1:54.877" v="3"/>
          <ac:inkMkLst>
            <pc:docMk/>
            <pc:sldMk cId="0" sldId="260"/>
            <ac:inkMk id="5" creationId="{9AE60802-9F1C-C4C9-1FA9-EC71D71A18B5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1:58.018" v="4"/>
          <ac:inkMkLst>
            <pc:docMk/>
            <pc:sldMk cId="0" sldId="260"/>
            <ac:inkMk id="6" creationId="{9537116F-565C-1F1A-95F5-703E0C7E68E6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1:59.174" v="5"/>
          <ac:inkMkLst>
            <pc:docMk/>
            <pc:sldMk cId="0" sldId="260"/>
            <ac:inkMk id="10" creationId="{5E51560F-239C-EEDD-DBC2-52A440F1A511}"/>
          </ac:inkMkLst>
        </pc:inkChg>
      </pc:sldChg>
      <pc:sldChg chg="addSp">
        <pc:chgData name="Ing. Lenka Kuklišová Pavelková, Ph.D." userId="S::pavelk11@vspj.cz::bce5352d-ad04-4d08-8f56-3fa1666bb289" providerId="AD" clId="Web-{3856B07C-E4C6-4E4F-32AF-D42364D5CB9C}" dt="2022-10-27T05:12:04.971" v="7"/>
        <pc:sldMkLst>
          <pc:docMk/>
          <pc:sldMk cId="0" sldId="261"/>
        </pc:sldMkLst>
        <pc:inkChg chg="add">
          <ac:chgData name="Ing. Lenka Kuklišová Pavelková, Ph.D." userId="S::pavelk11@vspj.cz::bce5352d-ad04-4d08-8f56-3fa1666bb289" providerId="AD" clId="Web-{3856B07C-E4C6-4E4F-32AF-D42364D5CB9C}" dt="2022-10-27T05:12:04.971" v="6"/>
          <ac:inkMkLst>
            <pc:docMk/>
            <pc:sldMk cId="0" sldId="261"/>
            <ac:inkMk id="3" creationId="{7CA3924C-0B7F-6C59-24B9-0B5DD37B689B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2:04.971" v="7"/>
          <ac:inkMkLst>
            <pc:docMk/>
            <pc:sldMk cId="0" sldId="261"/>
            <ac:inkMk id="4" creationId="{6E67B75D-FCD0-161A-6185-1DB15D42F41C}"/>
          </ac:inkMkLst>
        </pc:inkChg>
      </pc:sldChg>
      <pc:sldChg chg="addSp">
        <pc:chgData name="Ing. Lenka Kuklišová Pavelková, Ph.D." userId="S::pavelk11@vspj.cz::bce5352d-ad04-4d08-8f56-3fa1666bb289" providerId="AD" clId="Web-{3856B07C-E4C6-4E4F-32AF-D42364D5CB9C}" dt="2022-10-27T05:12:41.425" v="12"/>
        <pc:sldMkLst>
          <pc:docMk/>
          <pc:sldMk cId="0" sldId="263"/>
        </pc:sldMkLst>
        <pc:inkChg chg="add">
          <ac:chgData name="Ing. Lenka Kuklišová Pavelková, Ph.D." userId="S::pavelk11@vspj.cz::bce5352d-ad04-4d08-8f56-3fa1666bb289" providerId="AD" clId="Web-{3856B07C-E4C6-4E4F-32AF-D42364D5CB9C}" dt="2022-10-27T05:12:40.238" v="11"/>
          <ac:inkMkLst>
            <pc:docMk/>
            <pc:sldMk cId="0" sldId="263"/>
            <ac:inkMk id="2" creationId="{3ACBCFC2-73A9-10A6-E41D-D17D456CB65B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2:41.425" v="12"/>
          <ac:inkMkLst>
            <pc:docMk/>
            <pc:sldMk cId="0" sldId="263"/>
            <ac:inkMk id="3" creationId="{C1B8F36D-ACBD-2711-8EC4-43C3C3244BC8}"/>
          </ac:inkMkLst>
        </pc:inkChg>
      </pc:sldChg>
      <pc:sldChg chg="addSp modSp">
        <pc:chgData name="Ing. Lenka Kuklišová Pavelková, Ph.D." userId="S::pavelk11@vspj.cz::bce5352d-ad04-4d08-8f56-3fa1666bb289" providerId="AD" clId="Web-{3856B07C-E4C6-4E4F-32AF-D42364D5CB9C}" dt="2022-10-27T05:18:57.921" v="16"/>
        <pc:sldMkLst>
          <pc:docMk/>
          <pc:sldMk cId="0" sldId="264"/>
        </pc:sldMkLst>
        <pc:picChg chg="mod">
          <ac:chgData name="Ing. Lenka Kuklišová Pavelková, Ph.D." userId="S::pavelk11@vspj.cz::bce5352d-ad04-4d08-8f56-3fa1666bb289" providerId="AD" clId="Web-{3856B07C-E4C6-4E4F-32AF-D42364D5CB9C}" dt="2022-10-27T05:18:51.562" v="13" actId="1076"/>
          <ac:picMkLst>
            <pc:docMk/>
            <pc:sldMk cId="0" sldId="264"/>
            <ac:picMk id="9220" creationId="{25277B39-448A-7C4B-FB75-32B4C97109D2}"/>
          </ac:picMkLst>
        </pc:picChg>
        <pc:inkChg chg="add">
          <ac:chgData name="Ing. Lenka Kuklišová Pavelková, Ph.D." userId="S::pavelk11@vspj.cz::bce5352d-ad04-4d08-8f56-3fa1666bb289" providerId="AD" clId="Web-{3856B07C-E4C6-4E4F-32AF-D42364D5CB9C}" dt="2022-10-27T05:18:55.921" v="14"/>
          <ac:inkMkLst>
            <pc:docMk/>
            <pc:sldMk cId="0" sldId="264"/>
            <ac:inkMk id="2" creationId="{D7D1AEA6-B92A-67D3-F06C-3761B7FC4370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8:57.031" v="15"/>
          <ac:inkMkLst>
            <pc:docMk/>
            <pc:sldMk cId="0" sldId="264"/>
            <ac:inkMk id="3" creationId="{DC1D78F1-01D0-E06A-0B4B-6C063DEB0092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8:57.921" v="16"/>
          <ac:inkMkLst>
            <pc:docMk/>
            <pc:sldMk cId="0" sldId="264"/>
            <ac:inkMk id="4" creationId="{E97580CC-011D-800D-CB47-C6AD03C924C2}"/>
          </ac:inkMkLst>
        </pc:inkChg>
      </pc:sldChg>
      <pc:sldChg chg="addSp delSp modSp">
        <pc:chgData name="Ing. Lenka Kuklišová Pavelková, Ph.D." userId="S::pavelk11@vspj.cz::bce5352d-ad04-4d08-8f56-3fa1666bb289" providerId="AD" clId="Web-{3856B07C-E4C6-4E4F-32AF-D42364D5CB9C}" dt="2022-10-27T05:19:52.751" v="24"/>
        <pc:sldMkLst>
          <pc:docMk/>
          <pc:sldMk cId="0" sldId="265"/>
        </pc:sldMkLst>
        <pc:picChg chg="add mod">
          <ac:chgData name="Ing. Lenka Kuklišová Pavelková, Ph.D." userId="S::pavelk11@vspj.cz::bce5352d-ad04-4d08-8f56-3fa1666bb289" providerId="AD" clId="Web-{3856B07C-E4C6-4E4F-32AF-D42364D5CB9C}" dt="2022-10-27T05:19:37.610" v="22" actId="1076"/>
          <ac:picMkLst>
            <pc:docMk/>
            <pc:sldMk cId="0" sldId="265"/>
            <ac:picMk id="4" creationId="{9B33A556-B597-96C5-F42F-22CFE3B7DA6A}"/>
          </ac:picMkLst>
        </pc:picChg>
        <pc:inkChg chg="add del">
          <ac:chgData name="Ing. Lenka Kuklišová Pavelková, Ph.D." userId="S::pavelk11@vspj.cz::bce5352d-ad04-4d08-8f56-3fa1666bb289" providerId="AD" clId="Web-{3856B07C-E4C6-4E4F-32AF-D42364D5CB9C}" dt="2022-10-27T05:19:18.156" v="20"/>
          <ac:inkMkLst>
            <pc:docMk/>
            <pc:sldMk cId="0" sldId="265"/>
            <ac:inkMk id="2" creationId="{4B377D11-C0F5-058F-AA2D-2D5E99B26E16}"/>
          </ac:inkMkLst>
        </pc:inkChg>
        <pc:inkChg chg="add del">
          <ac:chgData name="Ing. Lenka Kuklišová Pavelková, Ph.D." userId="S::pavelk11@vspj.cz::bce5352d-ad04-4d08-8f56-3fa1666bb289" providerId="AD" clId="Web-{3856B07C-E4C6-4E4F-32AF-D42364D5CB9C}" dt="2022-10-27T05:19:15.484" v="19"/>
          <ac:inkMkLst>
            <pc:docMk/>
            <pc:sldMk cId="0" sldId="265"/>
            <ac:inkMk id="3" creationId="{43E6A3EB-00B0-342A-6CE2-431F23521E1C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9:51.564" v="23"/>
          <ac:inkMkLst>
            <pc:docMk/>
            <pc:sldMk cId="0" sldId="265"/>
            <ac:inkMk id="5" creationId="{DDD82044-C80C-8DA7-3C85-C459FE67E02F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19:52.751" v="24"/>
          <ac:inkMkLst>
            <pc:docMk/>
            <pc:sldMk cId="0" sldId="265"/>
            <ac:inkMk id="6" creationId="{08A27156-98D4-B75F-2609-E69A13EC0A9A}"/>
          </ac:inkMkLst>
        </pc:inkChg>
      </pc:sldChg>
      <pc:sldChg chg="addSp">
        <pc:chgData name="Ing. Lenka Kuklišová Pavelková, Ph.D." userId="S::pavelk11@vspj.cz::bce5352d-ad04-4d08-8f56-3fa1666bb289" providerId="AD" clId="Web-{3856B07C-E4C6-4E4F-32AF-D42364D5CB9C}" dt="2022-10-27T05:35:08.905" v="26"/>
        <pc:sldMkLst>
          <pc:docMk/>
          <pc:sldMk cId="0" sldId="266"/>
        </pc:sldMkLst>
        <pc:inkChg chg="add">
          <ac:chgData name="Ing. Lenka Kuklišová Pavelková, Ph.D." userId="S::pavelk11@vspj.cz::bce5352d-ad04-4d08-8f56-3fa1666bb289" providerId="AD" clId="Web-{3856B07C-E4C6-4E4F-32AF-D42364D5CB9C}" dt="2022-10-27T05:35:07.811" v="25"/>
          <ac:inkMkLst>
            <pc:docMk/>
            <pc:sldMk cId="0" sldId="266"/>
            <ac:inkMk id="2" creationId="{6CCBB625-6AEF-C1B5-94AA-A6ED6ECFE1E4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35:08.905" v="26"/>
          <ac:inkMkLst>
            <pc:docMk/>
            <pc:sldMk cId="0" sldId="266"/>
            <ac:inkMk id="3" creationId="{8D81C8C7-D018-D53E-19F8-97FB229B807E}"/>
          </ac:inkMkLst>
        </pc:inkChg>
      </pc:sldChg>
      <pc:sldChg chg="addSp">
        <pc:chgData name="Ing. Lenka Kuklišová Pavelková, Ph.D." userId="S::pavelk11@vspj.cz::bce5352d-ad04-4d08-8f56-3fa1666bb289" providerId="AD" clId="Web-{3856B07C-E4C6-4E4F-32AF-D42364D5CB9C}" dt="2022-10-27T05:35:15.389" v="29"/>
        <pc:sldMkLst>
          <pc:docMk/>
          <pc:sldMk cId="0" sldId="267"/>
        </pc:sldMkLst>
        <pc:inkChg chg="add">
          <ac:chgData name="Ing. Lenka Kuklišová Pavelková, Ph.D." userId="S::pavelk11@vspj.cz::bce5352d-ad04-4d08-8f56-3fa1666bb289" providerId="AD" clId="Web-{3856B07C-E4C6-4E4F-32AF-D42364D5CB9C}" dt="2022-10-27T05:35:14.530" v="27"/>
          <ac:inkMkLst>
            <pc:docMk/>
            <pc:sldMk cId="0" sldId="267"/>
            <ac:inkMk id="3" creationId="{D50B6325-426E-DE43-55FC-76097BEAB972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35:14.546" v="28"/>
          <ac:inkMkLst>
            <pc:docMk/>
            <pc:sldMk cId="0" sldId="267"/>
            <ac:inkMk id="4" creationId="{3E6BC340-04E0-F787-5FD4-148279A97E14}"/>
          </ac:inkMkLst>
        </pc:inkChg>
        <pc:inkChg chg="add">
          <ac:chgData name="Ing. Lenka Kuklišová Pavelková, Ph.D." userId="S::pavelk11@vspj.cz::bce5352d-ad04-4d08-8f56-3fa1666bb289" providerId="AD" clId="Web-{3856B07C-E4C6-4E4F-32AF-D42364D5CB9C}" dt="2022-10-27T05:35:15.389" v="29"/>
          <ac:inkMkLst>
            <pc:docMk/>
            <pc:sldMk cId="0" sldId="267"/>
            <ac:inkMk id="5" creationId="{04C57500-ADD8-4A54-F102-C55FB4BC365A}"/>
          </ac:inkMkLst>
        </pc:inkChg>
      </pc:sldChg>
    </pc:docChg>
  </pc:docChgLst>
  <pc:docChgLst>
    <pc:chgData name="Ing. Lenka Kuklišová Pavelková, Ph.D." userId="S::pavelk11@vspj.cz::bce5352d-ad04-4d08-8f56-3fa1666bb289" providerId="AD" clId="Web-{63CC30E0-EFD2-6ED5-BDD9-2007EE567C98}"/>
    <pc:docChg chg="delSld modSld sldOrd">
      <pc:chgData name="Ing. Lenka Kuklišová Pavelková, Ph.D." userId="S::pavelk11@vspj.cz::bce5352d-ad04-4d08-8f56-3fa1666bb289" providerId="AD" clId="Web-{63CC30E0-EFD2-6ED5-BDD9-2007EE567C98}" dt="2022-10-20T08:05:42.097" v="11" actId="14100"/>
      <pc:docMkLst>
        <pc:docMk/>
      </pc:docMkLst>
      <pc:sldChg chg="ord">
        <pc:chgData name="Ing. Lenka Kuklišová Pavelková, Ph.D." userId="S::pavelk11@vspj.cz::bce5352d-ad04-4d08-8f56-3fa1666bb289" providerId="AD" clId="Web-{63CC30E0-EFD2-6ED5-BDD9-2007EE567C98}" dt="2022-10-20T07:27:32.117" v="0"/>
        <pc:sldMkLst>
          <pc:docMk/>
          <pc:sldMk cId="0" sldId="259"/>
        </pc:sldMkLst>
      </pc:sldChg>
      <pc:sldChg chg="addSp modSp">
        <pc:chgData name="Ing. Lenka Kuklišová Pavelková, Ph.D." userId="S::pavelk11@vspj.cz::bce5352d-ad04-4d08-8f56-3fa1666bb289" providerId="AD" clId="Web-{63CC30E0-EFD2-6ED5-BDD9-2007EE567C98}" dt="2022-10-20T08:05:42.097" v="11" actId="14100"/>
        <pc:sldMkLst>
          <pc:docMk/>
          <pc:sldMk cId="0" sldId="261"/>
        </pc:sldMkLst>
        <pc:picChg chg="add mod">
          <ac:chgData name="Ing. Lenka Kuklišová Pavelková, Ph.D." userId="S::pavelk11@vspj.cz::bce5352d-ad04-4d08-8f56-3fa1666bb289" providerId="AD" clId="Web-{63CC30E0-EFD2-6ED5-BDD9-2007EE567C98}" dt="2022-10-20T08:05:42.097" v="11" actId="14100"/>
          <ac:picMkLst>
            <pc:docMk/>
            <pc:sldMk cId="0" sldId="261"/>
            <ac:picMk id="2" creationId="{0EF2E6F5-1818-6D05-2BC7-8E6110046CE1}"/>
          </ac:picMkLst>
        </pc:picChg>
      </pc:sldChg>
      <pc:sldChg chg="del">
        <pc:chgData name="Ing. Lenka Kuklišová Pavelková, Ph.D." userId="S::pavelk11@vspj.cz::bce5352d-ad04-4d08-8f56-3fa1666bb289" providerId="AD" clId="Web-{63CC30E0-EFD2-6ED5-BDD9-2007EE567C98}" dt="2022-10-20T07:28:05.633" v="1"/>
        <pc:sldMkLst>
          <pc:docMk/>
          <pc:sldMk cId="0" sldId="262"/>
        </pc:sldMkLst>
      </pc:sldChg>
      <pc:sldChg chg="addSp delSp modSp">
        <pc:chgData name="Ing. Lenka Kuklišová Pavelková, Ph.D." userId="S::pavelk11@vspj.cz::bce5352d-ad04-4d08-8f56-3fa1666bb289" providerId="AD" clId="Web-{63CC30E0-EFD2-6ED5-BDD9-2007EE567C98}" dt="2022-10-20T07:28:57.275" v="5" actId="1076"/>
        <pc:sldMkLst>
          <pc:docMk/>
          <pc:sldMk cId="0" sldId="267"/>
        </pc:sldMkLst>
        <pc:picChg chg="add mod">
          <ac:chgData name="Ing. Lenka Kuklišová Pavelková, Ph.D." userId="S::pavelk11@vspj.cz::bce5352d-ad04-4d08-8f56-3fa1666bb289" providerId="AD" clId="Web-{63CC30E0-EFD2-6ED5-BDD9-2007EE567C98}" dt="2022-10-20T07:28:57.275" v="5" actId="1076"/>
          <ac:picMkLst>
            <pc:docMk/>
            <pc:sldMk cId="0" sldId="267"/>
            <ac:picMk id="2" creationId="{6FB94694-C3EE-9000-D41A-C4C73A3A5E33}"/>
          </ac:picMkLst>
        </pc:picChg>
        <pc:picChg chg="del">
          <ac:chgData name="Ing. Lenka Kuklišová Pavelková, Ph.D." userId="S::pavelk11@vspj.cz::bce5352d-ad04-4d08-8f56-3fa1666bb289" providerId="AD" clId="Web-{63CC30E0-EFD2-6ED5-BDD9-2007EE567C98}" dt="2022-10-20T07:28:47.041" v="2"/>
          <ac:picMkLst>
            <pc:docMk/>
            <pc:sldMk cId="0" sldId="267"/>
            <ac:picMk id="12292" creationId="{243854A5-5765-E3B6-7166-3A65E9A9A82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99D2C72-8DDF-EAE4-7375-363B974E4DA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AF10736-8BC5-9638-C750-72DDCDBFFAE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E25134F7-C190-3771-E3D5-8278082166E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DA10CEC-2271-84EF-0BB1-2D49A8CA3F1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DD895AE-24A0-43F4-9412-0307FD174FCA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11007 2617 4383 0 0,'7'0'4704'0'0,"2"-6"864"0"0,-1-10-5568 0 0,6-2 0 0 0,0-4 32 0 0,4 1-64 0 0,0-2 32 0 0,-4-4-32 0 0,2 2 32 0 0,0-1 32 0 0,2-3-64 0 0,-1-3 64 0 0,4 4-32 0 0,-3-1 32 0 0,3-1-96 0 0,4-3 96 0 0,-1-2 0 0 0,1 4-32 0 0,-3 2-32 0 0,1 4 0 0 0,-3 1 64 0 0,-5 11 288 0 0,-6 14-256 0 0,-10 14-32 0 0,-5 11-32 0 0,-2 8 0 0 0,1 5 32 0 0,-6 2-32 0 0,0 2 0 0 0,2-1-32 0 0,3 0 32 0 0,2 0 0 0 0,3-2 0 0 0,2 1 0 0 0,-6-8 32 0 0,-2-2-32 0 0,1 0-32 0 0,2 1 64 0 0,2 3-32 0 0,1 2 32 0 0,-5-6-32 0 0,-2-1 0 0 0,2 1 0 0 0,1 2 32 0 0,-4-4 64 0 0,-1-1 64 0 0,2-5-160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11590 1953 6047 0 0,'7'0'3488'0'0,"2"6"-2368"0"0,-1 10-32 0 0,6 8-672 0 0,0 8-224 0 0,-3 4 96 0 0,-2 3 0 0 0,-4 2-64 0 0,-2 0 128 0 0,-1 0-128 0 0,5-6-64 0 0,1-3-128 0 0,0-1 32 0 0,-1 3 0 0 0,-3 1-64 0 0,-1 1 64 0 0,-2 2-32 0 0,0 1 0 0 0,-8-6 0 0 0,-3-2 0 0 0,2 0 96 0 0,-6-4-64 0 0,-1-1-64 0 0,4 2 64 0 0,2 3-64 0 0,-3-3 0 0 0,0 0 0 0 0,2 1 32 0 0,2 4 64 0 0,-3-5-64 0 0,0 1 32 0 0,1 1-64 0 0,-4-4 0 0 0,1 0 32 0 0,2 2 0 0 0,-4-3 96 0 0,1 1-64 0 0,3 2 320 0 0,-4-3-256 0 0,1 1 32 0 0,-4-4 128 0 0,1 0-256 0 0,-3-2 288 0 0,1-6-320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11048 8296 5471 0 0,'0'-7'6144'0'0,"7"-2"-5824"0"0,2-7-320 0 0,-1-6 0 0 0,6-7-32 0 0,0-6 32 0 0,4-2 0 0 0,0-3 0 0 0,3-1 32 0 0,-2 0-64 0 0,2 7 32 0 0,-2 2 0 0 0,-4 0 0 0 0,2 6 0 0 0,4 6 32 0 0,0 15 64 0 0,-5 13 32 0 0,3 14-96 0 0,-3 9 480 0 0,-4 5 0 0 0,-4 5-288 0 0,-10-6-224 0 0,-4-1 32 0 0,-9 0-32 0 0,-1 0 0 0 0,-5 3 0 0 0,1 0 32 0 0,5 2-64 0 0,4 0 32 0 0,-3 0 0 0 0,1 1 32 0 0,3 0-64 0 0,-3 0 32 0 0,-1 0 0 0 0,4 0 32 0 0,2 0-64 0 0,-3-7 32 0 0,-1-3 0 0 0,2 1 0 0 0,-3 2 32 0 0,-1 2-32 0 0,-4 2-32 0 0,1 1 0 0 0,-3-6 64 0 0,2-1-32 0 0,-4-7-32 0 0,3 1 32 0 0,-2-6-32 0 0,-5-4-128 0 0,-4-6-128 0 0,-4-4 224 0 0,-3-3 64 0 0,4-9-32 0 0,9-9 192 0 0,8-9-160 0 0,13-1 0 0 0,8-2 32 0 0,9 4-32 0 0,9 5 32 0 0,8 7 0 0 0,5 4 32 0 0,3 5-64 0 0,2 2 32 0 0,0 1 32 0 0,1 1 128 0 0,-1 1 192 0 0,-7 6-224 0 0,-2 1-128 0 0,-8 7 0 0 0,0 0 0 0 0,3-2 128 0 0,-4 3 384 0 0,-6 5-6080 0 0,-12-1 512 0 0,-7-4 5024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11503 7921 7999 0 0,'7'0'2848'0'0,"2"6"-1888"0"0,0 10 416 0 0,-3 8-1088 0 0,6 1 0 0 0,0 2 0 0 0,-2 3 128 0 0,-2 4-64 0 0,-3 3-192 0 0,-2 1 96 0 0,-2 2-64 0 0,-1 0-96 0 0,0 0-32 0 0,-1 0-32 0 0,1 1 0 0 0,-1-1 0 0 0,1 0 0 0 0,0 0-32 0 0,0-1 0 0 0,-7-6 0 0 0,-2-2 32 0 0,0 0 0 0 0,2 2 32 0 0,-4-5-64 0 0,-1-1 32 0 0,2 3 0 0 0,-5 2-32 0 0,1 3 32 0 0,3 2-32 0 0,-4 1-32 0 0,1 2 0 0 0,3 0 64 0 0,-4 0-32 0 0,1 0-32 0 0,-4-7 64 0 0,1-2-32 0 0,4 1 0 0 0,-4-6-32 0 0,3 0 32 0 0,2 2 128 0 0,-3-4-128 0 0,1-5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10857 11130 4671 0 0,'0'-7'1888'0'0,"7"-9"224"0"0,2-8-608 0 0,6-1-640 0 0,1-2-672 0 0,-2-3 64 0 0,-4-4-192 0 0,3 4-96 0 0,-1 1 32 0 0,5 5 0 0 0,0-1 64 0 0,2 5-32 0 0,0-1-32 0 0,2 2 96 0 0,5 6 32 0 0,4 3 32 0 0,4 5-96 0 0,-3 10 960 0 0,-8 10-768 0 0,-7 9-192 0 0,-7 8-64 0 0,-4 5 64 0 0,-4 3-96 0 0,-1 2 32 0 0,-2 0 32 0 0,1-1-32 0 0,-7-6 0 0 0,-2-3-32 0 0,1-1 64 0 0,-6-4-32 0 0,1-1 0 0 0,-4 2 0 0 0,0 3-32 0 0,4 3 1408 0 0,-2-4-1408 0 0,-6-8 32 0 0,1 0-32 0 0,-2-4 0 0 0,2-12 0 0 0,12-7 32 0 0,7-10 0 0 0,11-3 0 0 0,4-6 64 0 0,6 0-96 0 0,7 4 64 0 0,5 5 0 0 0,5 3-64 0 0,3 4 128 0 0,-6 9-96 0 0,-1 4 0 0 0,-6 7 0 0 0,-8 8 0 0 0,0 6 32 0 0,-2 5-32 0 0,-6 3 0 0 0,-3 2 32 0 0,-3 1-32 0 0,-9 0 0 0 0,-4 0 0 0 0,-6-7 0 0 0,-2-3 0 0 0,-4-6 32 0 0,1-1-64 0 0,-2-4 32 0 0,-5-6 0 0 0,-4-5 0 0 0,3 2 0 0 0,0 0 0 0 0,-2-2-32 0 0,-4-3 0 0 0,-1-2 32 0 0,-3-2-32 0 0,-1-1 32 0 0,0-1-32 0 0,-1-1 0 0 0,0 1-32 0 0,6-8 64 0 0,3-1-32 0 0,6-7 32 0 0,1 0 0 0 0,-2 3 224 0 0,3 10-4704 0 0,12 5 1120 0 0,9 3 3360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11355 10860 7487 0 0,'6'0'4064'0'0,"10"7"-896"0"0,2 9-3072 0 0,-3 8 0 0 0,-3 7 64 0 0,-4 5 0 0 0,-4 3 0 0 0,-1 2-96 0 0,-3 1-32 0 0,0-1 0 0 0,-1 0-32 0 0,1 0 32 0 0,-1-1-32 0 0,1 0 32 0 0,-1 0-32 0 0,1 0-32 0 0,0 0 64 0 0,0-1-32 0 0,0 1-32 0 0,0-1 32 0 0,-7 1 0 0 0,-2 0 0 0 0,1-1 32 0 0,-6 1-64 0 0,0 0 0 0 0,3-1 0 0 0,2 1 32 0 0,-3-7 0 0 0,0-2 0 0 0,2 0 0 0 0,-4 2 0 0 0,0 2-32 0 0,3 1 0 0 0,-3-5 64 0 0,0-7-32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12.6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 1 24043,'-2'0'7361,"347"17"-7279,-26-12-76,-174-8 4,1701-4 102,-1447 27-97,-300-13-14,-84-6 0,31 5 12,-45-6 32,-1 1-68,0-1 0,0 0 0,0 0-1,0 0 1,0 0 0,0 1 0,0-1 0,0 0 0,-1 0-24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27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62 307 25035,'0'0'3343,"2"-7"-2836,0 1-286,0 4-92,-1-1 0,0 1-1,0 0 1,0-1 0,-1 1-1,1 0 1,0-1 0,-1 1-1,0-1 1,0 1 0,1-1-1,-1 0 1,-1-4-1,0 7-122,1 0 0,0 0-1,-1 0 1,1 0-1,-1 0 1,1 0-1,0 0 1,-1 0 0,1 0-1,-1 0 1,1 0-1,-1 0 1,1 0-1,0 0 1,-1 0-1,1 0 1,-1 1 0,1-1-1,0 0 1,-1 0-1,1 0 1,0 1-1,-1-1 1,1 0-1,0 1 1,-1-1 0,1 0-1,0 0 1,0 1-1,-1-1 1,1 1-1,0-1 1,0 0-1,0 1 1,-1 0 0,-11 12 31,5-2-16,1 0 0,0 0 0,1 0 0,0 1 0,1-1 0,0 1 0,1 1 0,0-1 0,1 0 0,1 1 0,-1-1-1,2 1 1,1 18 0,-1-30-21,1 1 0,-1-1 1,1 1-1,-1-1 0,1 0 0,0 1 0,0-1 0,-1 0 0,1 0 0,0 1 0,0-1 0,0 0 0,0 0 0,1 0 0,-1 0 0,0 0 0,0 0 0,1 0 0,-1-1 0,0 1 0,1 0 0,-1-1 0,1 1 0,-1-1 0,1 0 0,-1 1 1,1-1-1,-1 0 0,1 0 0,-1 0 0,3 0 0,50 0 9,-47-2-7,0 0-1,0-1 0,-1 1 1,1-1-1,-1-1 1,0 1-1,1-1 1,-1 0-1,-1 0 0,1-1 1,8-9-1,53-62-15,-34 32-18,33-59 0,-54 81 37,0-1-1,-2 0 0,0-1 0,12-47 0,-18 21 60,-4 49-3,-6 10-13,-4 6-41,0 0-1,2 0 0,0 1 0,1 0 0,0 1 0,1-1 0,1 1 0,1 0 0,-3 22 0,1 18-3,2 87 0,4-144-3,-1 2-1,1 0 0,0 0 0,0 0 1,0 0-1,0-1 0,0 1 0,0 0 0,1 0 0,-1 0 0,1 0 0,-1-1 0,1 1 1,0 0-1,0-1 0,-1 1 0,1 0 0,0-1 0,1 1 0,-1-1 0,0 1 0,0-1 1,1 0-1,-1 1 0,0-1 0,1 0 0,-1 0 0,1 0 0,0 0 0,-1 0 0,1-1 1,0 1-1,-1 0 0,1-1 0,0 1 0,0-1 0,0 0 0,0 1 0,-1-1 1,1 0-1,0 0 0,0 0 0,0 0 0,0-1 0,0 1 0,-1 0 0,1-1 0,0 0 1,0 1-1,-1-1 0,1 0 0,0 0 0,-1 0 0,1 0 0,0 0 0,-1 0 0,0 0 1,1 0-1,-1-1 0,2-1 0,25-28 1,-1-2 0,45-70 0,-68 100-34,-3 14 24,-6 30 24,1-10-11,4-16 7,0-11-12,-1 0 0,1 0 1,1 0-1,-1 0 0,0 0 1,1 0-1,0 0 1,2 7-1,-2-10 1,0 1-1,0-1 1,1 0 0,-1 1-1,0-1 1,1 0 0,-1 0 0,1 0-1,-1 0 1,1 0 0,-1 0 0,1-1-1,0 1 1,-1 0 0,1-1-1,0 0 1,0 1 0,0-1 0,-1 0-1,1 0 1,0 0 0,3 0-1,7 1-32,-1-1 0,1-1 0,-1 0-1,0 0 1,1-1 0,-1 0 0,0-1 0,0 0-1,17-9 1,-13 4-66,0-1 0,-1-1 0,0 0 0,0-1 1,19-21-1,-32 32 99,-1-1 1,0 1-1,0 0 0,1-1 1,-1 1-1,0-1 1,0 1-1,1-1 1,-1 1-1,0 0 0,1-1 1,-1 1-1,1 0 1,-1-1-1,0 1 1,1 0-1,-1 0 0,1 0 1,-1-1-1,1 1 1,-1 0-1,1 0 1,-1 0-1,1 0 1,-1 0-1,1 0 0,-1 0 1,1 0-1,-1 0 1,1 0-1,0 0 1,-3 15-16,-1 4 31,2-8-12,1-10-3,0 0 0,-1 0-1,1-1 1,0 1 0,0 0-1,0 0 1,-1 0 0,1 0-1,0-1 1,0 1 0,0 0-1,0 0 1,0 0-1,0 0 1,1-1 0,-1 1-1,0 0 1,0 0 0,1 0-1,-1-1 1,0 1 0,1 0-1,-1 0 1,0-1 0,1 1-1,-1 0 1,1-1-1,0 1 1,-1-1 0,1 1-1,-1-1 1,1 1 0,0-1-1,0 1 1,-1-1 0,1 1-1,0-1 1,0 0 0,-1 1-1,1-1 1,0 0-1,0 0 1,0 0 0,-1 1-1,1-1 1,1 0 0,9-1-16,-1 0 1,0-1 0,0 0 0,0 0 0,0-1 0,-1-1-1,1 1 1,-1-2 0,0 1 0,0-1 0,0-1 0,-1 1-1,1-1 1,-1-1 0,9-9 0,-17 17 24,1-1 0,-1 1 0,0-1 0,1 0-1,-1 1 1,1-1 0,-1 1 0,0 0 0,1-1 0,-1 1 0,0-1 0,1 1 0,-1-1 0,0 1 0,0 0-1,0-1 1,0 1 0,0 0 0,0-1 0,0 1 0,0-1 0,0 1 0,0 0 0,0-1 0,0 1 0,0 0-1,-1 0 1,1 28 33,-31 150 160,28-144-175,0 14-18,-2 0 1,-2-1-1,-23 79 0,28-122-9,0 0 0,0 0 1,-1 0-1,0-1 0,0 1 0,0 0 0,0-1 0,-7 6 0,8-8 4,1 0 0,-1-1 0,0 1 0,0-1 0,-1 1 0,1-1 0,0 0 0,0 0 0,-1 0 0,1 0 0,0 0 0,-1-1 0,1 1 0,-1-1 0,1 1 0,-1-1 0,1 0 0,-1 0 0,1 0 0,-1 0 0,-2-1 0,3 0 13,0-1 1,1 1-1,-1 0 1,0-1-1,1 0 1,-1 1-1,1-1 1,0 0-1,-1 1 1,1-1-1,0 0 1,0 0-1,0 0 1,0 0-1,1 0 1,-1-1-1,0 1 1,1 0-1,-1-4 1,-6-45 178,6 44-185,1 1-1,-1-1 0,2 1 0,-1-1 0,1 0 0,0 1 0,0-1 1,1 1-1,-1 0 0,2-1 0,-1 1 0,1 0 0,5-10 1,-1 8-19,0-1 1,0 1 0,1 0 0,0 1 0,1 0 0,-1 0 0,16-9 0,112-65-1911,-96 58 333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28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28285,'0'0'2105,"-8"12"-1884,3 6-96,1 1-1,1 0 0,1 0 0,0 1 1,3 35-1,-2-2-51,-7 46-49,-28 124-1,32-199-27,0 17-31,4-40 19,0-13-34,3 4 52,0-1 0,1 1 1,0 0-1,0 0 0,1 1 1,0-1-1,0 1 0,0 0 1,1 0-1,8-7 0,11-14-9,-13 11 13,0 1 0,1 0 0,1 1 0,1 1 0,0 0 0,1 1 0,0 1 0,31-18 0,-46 30-6,-1-1 0,0 1 1,1 0-1,-1 0 0,0 0 0,1 0 1,-1 0-1,0 0 0,1 0 0,-1 0 1,0 0-1,1 0 0,-1 0 1,0 0-1,1 0 0,-1 0 0,0 0 1,1 0-1,-1 0 0,0 1 0,1-1 1,-1 0-1,0 0 0,1 0 0,-1 1 1,0-1-1,1 0 0,-1 0 1,0 1-1,0-1 0,0 0 0,1 0 1,-1 1-1,0-1 0,0 0 0,0 1 1,0-1-1,1 1 0,4 20 8,-5 37 8,-1-44-8,1 1-6,0-1 0,-1 1 0,-1 0 0,-1-1-1,0 0 1,-9 27 0,9-34 11,0 0 0,-1 0 1,0-1-1,0 1 0,0-1 0,-1 0 0,0 0 1,0 0-1,-1-1 0,1 0 0,-1 0 1,0 0-1,-1-1 0,-11 7 0,17-10-5,-1 0-1,0 0 1,0 1 0,0-1-1,0-1 1,0 1-1,0 0 1,0 0 0,-1-1-1,1 1 1,0-1-1,0 0 1,0 1 0,-1-1-1,1 0 1,0 0 0,0-1-1,0 1 1,-1 0-1,1-1 1,0 0 0,0 1-1,0-1 1,0 0-1,0 0 1,0 0 0,0 0-1,0 0 1,0 0-1,0-1 1,1 1 0,-4-4-1,2 0-45,1 1 0,-1-1 0,1 0 0,0 0 0,0 0 0,1 0 0,-1 0 0,1-1 0,1 1 0,-1 0 0,1-1 0,0-6 0,1 10-89,1 0 0,0 0-1,0 0 1,0 0 0,0 1 0,0-1-1,0 1 1,0 0 0,1-1-1,-1 1 1,0 0 0,1 0-1,-1 1 1,1-1 0,-1 0-1,1 1 1,2-1 0,1 0-423,17-6-1699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28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22010,'0'0'8057,"-1"9"-7950,-6 126 448,7-133-551,1 1 0,-1 0 1,1-1-1,-1 1 0,1 0 1,0-1-1,0 1 0,0 0 1,0-1-1,1 0 0,-1 1 0,1-1 1,-1 0-1,1 1 0,0-1 1,0 0-1,0 0 0,0-1 1,0 1-1,0 0 0,1-1 1,-1 1-1,4 1 0,-1-1-177,0 0 0,0 1 0,0-2 0,1 1 0,-1-1 0,1 1-1,-1-2 1,1 1 0,-1 0 0,11-2 0,-7 0-2215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28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29630,'0'0'1232,"-16"113"-1200,12-75-32,4 1-160,0-1-352,0-2-1233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43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54 167 26940,'0'0'3514,"8"-26"-2738,0 11-763,0 0-1,2 1 1,0 1-1,0 0 1,1 0 0,1 1-1,0 0 1,1 1-1,16-12 1,-26 52 60,-1 43 0,-2-72-73,0 1 0,0-1 0,0 1 0,0 0 0,0-1 0,0 1 0,0-1 0,0 1 0,0-1 0,1 1 0,-1-1 0,0 1 0,1-1 0,-1 1 0,0-1 0,1 1 0,-1-1 0,0 1 0,1-1 0,-1 1 0,1-1 0,-1 0 0,1 1 0,-1-1 0,1 0 0,-1 0 0,1 1 0,-1-1 0,1 0 0,-1 0 0,1 0 0,0 1 0,26-3 0,22-16 0,-5-13 0,-44 31 0,0 0 0,1 0 0,-1 1 0,0-1-1,0 0 1,1 0 0,-1 0 0,0 1 0,0-1 0,1 0-1,-1 0 1,0 1 0,0-1 0,0 0 0,0 0-1,1 1 1,-1-1 0,0 0 0,0 0 0,0 1 0,0-1-1,0 0 1,0 1 0,0-1 0,0 0 0,0 1-1,0-1 1,0 0 0,0 0 0,0 1 0,0-1-1,0 0 1,0 1 0,0-1 0,0 0 0,0 1 0,0-1-1,-1 0 1,1 0 0,0 1 0,0-1 0,-1 1-1,-3 14-7,-13 14 13,-2 0-1,-1-1 0,-31 33 0,-11 15-18,50-60-12,0 0 0,0-2-1,-2 1 1,1-2 0,-28 21 0,40-33 15,0 0 0,0-1 0,0 1 0,0 0 0,1-1 0,-1 1 0,0-1 0,0 1 1,0-1-1,-1 0 0,1 1 0,0-1 0,0 0 0,0 0 0,0 0 0,0 0 0,0 0 0,0 0 0,0 0 1,0 0-1,0 0 0,0 0 0,-1 0 0,1-1 0,-1 0 0,0 0 1,1 0-1,0 0 1,0-1 0,0 1-1,0 0 1,0-1 0,0 1-1,0-1 1,0 1 0,1-1-1,-1 1 1,1-1 0,-1 0-1,1 1 1,-1-3 0,-1-9-25,1-1 1,1 0 0,0-18 0,1 20 9,-1 11 26,1 0 0,-1 0 0,1 0 1,0-1-1,0 1 0,-1 0 0,1 0 0,0 0 1,0 0-1,0 0 0,0 1 0,0-1 1,0 0-1,0 0 0,1 1 0,-1-1 0,0 1 1,0-1-1,0 1 0,1-1 0,-1 1 0,0 0 1,1-1-1,-1 1 0,0 0 0,1 0 0,-1 0 1,0 0-1,1 0 0,-1 0 0,0 1 1,2-1-1,4 1 13,0-1 1,0 1 0,0 0-1,-1 0 1,12 4 0,-2 3-221,1-1 1,0-1 0,0 0-1,1-2 1,-1 0-1,20 2 1,-1-4-1337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4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7 26604,'0'0'2745,"-11"-2"-2571,7 2-172,-2-2 42,-1 1 0,1 0 0,0 0-1,-1 1 1,1 0 0,-1 0 0,1 1-1,-1 0 1,1 0 0,-1 0-1,1 1 1,0 0 0,0 0 0,0 0-1,0 1 1,0 0 0,-10 7 0,9-3-4,0 0 1,1 0 0,0 0 0,0 1 0,1 0 0,0 0 0,0 1 0,1-1 0,0 1 0,-5 16-1,4-9-29,1 1-1,1 0 0,1 0 1,-2 33-1,5-48-10,-1-1-1,0 1 1,0-1-1,1 0 1,-1 1-1,0-1 1,1 0-1,0 1 0,-1-1 1,1 0-1,0 0 1,-1 0-1,1 0 1,0 1-1,0-1 1,0 0-1,0 0 1,0-1-1,0 1 1,0 0-1,1 0 1,-1 0-1,0-1 1,0 1-1,1-1 1,-1 1-1,0-1 1,1 1-1,-1-1 1,0 0-1,1 0 1,-1 1-1,1-1 1,-1 0-1,0 0 1,1 0-1,-1-1 1,3 1-1,0-1 3,-1 1-1,1 0 0,0-1 1,-1 0-1,1 0 1,0 0-1,-1 0 1,1-1-1,-1 1 0,0-1 1,1 0-1,-1 0 1,6-5-1,10-16 4,0-1-1,-2-1 1,-1-1-1,0-1 1,-2 0 0,12-34-1,-23 59 19,0 12 37,2 32 106,3 13-28,-8-55-140,20 61 96,-19-58-166,0 0 1,0 0 0,1 0-1,-1 0 1,1 0 0,0 0 0,0-1-1,0 1 1,0-1 0,0 1-1,1-1 1,-1 0 0,1 0-1,-1 0 1,1 0 0,3 2-1,7-3-2249,-5-1-1059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44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29005,'0'0'2001,"-24"58"-1905,16-29-80,4 1-16,4 3 0,0 1-272,0 2-416,0-2-881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4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15 28669,'0'0'1537,"0"15"-1449,-2 13-47,0-1-1,-2 1 1,-8 28 0,1-23-31,8-22-4,-1-1 1,1 1-1,1 0 0,0 0 0,-1 22 1,19-40-29,3-7 73,-1 0 1,31-34-1,9-9 147,-10 15-39,-35 27-330,2 1 1,0 1-1,1 1 1,0 0-1,1 1 1,30-15-1,-35 22-1392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45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20137,'0'0'9300,"-16"18"-9070,-49 58 13,62-72-234,0-1 1,0 1 0,1 0 0,0 0-1,-1 0 1,1 1 0,1-1 0,-1 0-1,1 1 1,-1-1 0,1 1 0,1 0 0,-1-1-1,1 1 1,-1 0 0,1-1 0,1 1-1,-1 0 1,2 5 0,-1 13 24,0-21-33,-1 1 0,0 0 0,1-1 0,-1 1-1,1-1 1,0 1 0,0-1 0,0 1 0,0-1 0,0 1 0,0-1 0,1 0-1,-1 0 1,1 0 0,0 0 0,-1 0 0,1 0 0,0 0 0,0 0 0,1-1-1,-1 1 1,0-1 0,0 1 0,1-1 0,-1 0 0,0 0 0,1 0-1,0 0 1,-1-1 0,1 1 0,-1-1 0,5 1 0,-1 0 8,0-1 1,0 1-1,0-1 1,-1-1-1,1 1 1,0-1-1,0 0 1,0 0-1,-1 0 1,1-1-1,-1 0 0,1 0 1,-1 0-1,8-6 1,-3 2 57,-1-2 0,0 1 1,0-1-1,-1-1 0,0 0 0,0 0 0,12-20 1,-17 23-32,0 0-1,0-1 1,0 1 0,-1-1 0,0 1 0,0-1-1,-1 0 1,0 0 0,0 0 0,-1 0 0,0 0 0,0 0-1,0 0 1,-3-14 0,2 19-29,1 0-1,-1-1 1,0 1 0,0 0-1,0 0 1,0 0 0,0 0 0,0 0-1,-1 0 1,1 0 0,-1 0-1,1 0 1,-1 1 0,0-1-1,0 1 1,0-1 0,1 1-1,-2 0 1,1-1 0,0 1-1,-4-1 1,0 0-12,0 0 0,0 1 0,-1-1 0,1 1 0,-1 1 0,-9-1 0,15 1-27,0 0 0,0 0 0,1 0 0,-1 1 1,0-1-1,0 0 0,1 0 0,-1 0 0,0 1 0,0-1 0,1 0 0,-1 1 0,0-1 0,0 0 1,1 1-1,-1-1 0,1 1 0,-1-1 0,0 1 0,1 0 0,-1-1 0,1 1 0,-1-1 0,1 1 1,0 0-1,-1 0 0,1-1 0,0 1 0,-1 1 0,-1 2-249,-10 14-1357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4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28413,'0'0'1857,"-1"20"-1700,0-7-135,-1 15 13,0 0 1,-2 0-1,-11 41 0,10-51-27,1-3 0,-1-1 0,0 0 0,-1 0 0,-8 13 0,11-23-11,2-3-18,2-10-75,1 1 99,0 0 0,1 1 0,1 0 0,-1-1 0,1 1 0,0 0 0,1 1 0,-1-1 0,2 1 0,5-7 0,6-5 14,1 1 1,22-17-1,-29 26 25,-1 0 0,1 0-1,0 1 1,0 1 0,1 0-1,0 0 1,0 1 0,0 1-1,1 0 1,-1 0 0,1 1-1,25-2 1,-37 6-75,-1-1-1,1 1 1,-1-1-1,1 1 1,-1-1 0,1 1-1,-1 0 1,1-1-1,-1 1 1,0-1 0,1 1-1,-1 0 1,0-1 0,0 1-1,0 0 1,1 0-1,-1-1 1,0 1 0,0 0-1,0-1 1,0 1-1,0 0 1,0 0 0,0-1-1,-1 1 1,1 0 0,0 0-1,0 2-336,0 4-1201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4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28685,'0'0'1913,"2"13"-1857,0 0-40,-1-1 0,0 0 0,-1 1 0,0-1 0,-1 1 0,-1-1 0,0 0 0,0 1 0,-9 22 0,-88 243 127,74-204-144,-10 20-146,60-116 24,0 0 101,1 1 1,1 2-1,55-32 1,96-33-66,-131 63 97,-46 20 300,-42 10-11,18 1-291,1 1 0,-31 22 1,43-27-9,2 0 1,-1 1 0,1 0 0,0 1 0,0-1-1,1 2 1,0-1 0,-8 14 0,14-21-3,0 1 1,0 0-1,0 0 1,0 0-1,0 0 1,1 0-1,-1 0 1,0 1-1,1-1 1,0 0-1,0 0 1,-1 0 0,1 0-1,1 0 1,-1 1-1,0-1 1,0 0-1,1 0 1,-1 0-1,1 0 1,0 0-1,1 4 1,1-3-8,-1 0 1,1 0-1,-1-1 0,1 1 1,0-1-1,0 0 1,0 1-1,0-1 0,0 0 1,0-1-1,1 1 1,4 1-1,12 3-87,-1-1 0,2 0 0,37 2 0,-50-6 47,130 7-1027,-48-15-2440,-37-5-3556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1:47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329 110 25580,'0'0'4082,"-6"-16"-3776,-18-47-57,23 60-230,-1 1 1,0 0 0,0 0 0,0 0-1,0 0 1,0 0 0,0 0 0,0 0 0,-1 1-1,1-1 1,-1 1 0,1 0 0,-1 0 0,0 0-1,1 0 1,-1 0 0,0 0 0,0 1 0,1-1-1,-1 1 1,0 0 0,0 0 0,0 0-1,0 0 1,1 0 0,-1 1 0,0-1 0,-4 2-1,-9-1 56,8 0-50,-1 0 0,1 0 0,0 0 0,-1 1-1,1 0 1,0 1 0,0 0 0,0 0 0,0 1 0,1 0 0,0 0 0,-1 1 0,1 0 0,1 0 0,-1 0 0,1 1 0,-11 12 0,11-10 3,-1 1 0,1-1 1,1 1-1,-1 1 0,1-1 1,1 1-1,0 0 0,0 0 1,1 0-1,1 0 0,-1 1 1,2-1-1,-2 21 1,3-29-30,1 0 1,0 0 0,-1-1 0,1 1-1,0 0 1,0-1 0,0 1 0,0 0-1,0-1 1,0 0 0,0 1 0,0-1-1,1 1 1,-1-1 0,1 0 0,-1 0-1,1 0 1,-1 0 0,1 0 0,0 0-1,-1 0 1,1-1 0,0 1 0,0-1-1,-1 1 1,1-1 0,0 0 0,0 1-1,0-1 1,0 0 0,3 0 0,5 0-2,0 1 1,0-1 0,0-1-1,0 0 1,10-2 0,-4-2-4,-1 0 1,0-2 0,0 0 0,-1 0 0,1-1 0,-2-1 0,15-12 0,-8 7-58,0 0 0,32-14 0,-51 28 62,-1 0 0,1 0 1,-1 0-1,0 0 0,1 1 1,-1-1-1,1 0 1,-1 0-1,0 1 0,1-1 1,-1 0-1,0 1 0,1-1 1,-1 0-1,0 1 0,1-1 1,-1 0-1,0 1 0,0-1 1,0 0-1,1 1 0,-1-1 1,0 1-1,0-1 0,0 1 1,0-1-1,0 1 1,0-1-1,0 0 0,0 1 1,0-1-1,0 1 0,0-1 1,0 1-1,0-1 0,0 1 1,0 0-1,0 27 11,0-22-3,-1 1 0,1 1 1,1-1 0,-1 1 0,1-1-1,0 0 1,1 1 0,0-1-1,0 0 1,1 0 0,6 13 0,-6-17-9,-1 1 0,1-1 1,0 0-1,1 0 1,-1 0-1,0 0 0,1-1 1,0 1-1,-1-1 0,1 0 1,0 0-1,0 0 1,1-1-1,-1 1 0,0-1 1,0 0-1,1 0 1,-1-1-1,0 1 0,7-1 1,5 1-11,0-1 1,0-1 0,0-1-1,0 0 1,-1 0 0,1-2-1,0 0 1,-1-1 0,0-1-1,0 0 1,-1-1 0,0 0-1,0-1 1,0-1 0,-1 0-1,-1-1 1,1 0 0,-1-1-1,-1 0 1,0-1 0,17-25-1,-25 32-234,0-1 0,0 1-1,-1 0 1,0-1-1,0 0 1,0 1 0,0-1-1,-1 0 1,0-6 0,0-9-4980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13.8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0 104 25244,'0'0'6232,"26"0"-5811,-17 0-392,436-16 540,-247 0-527,69-9 12,-42 7 47,12-3-58,-170 16-96,-31 3-137,-74 3-234,-3 2-830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27773,'0'0'2257,"17"-3"-2167,-5 0-94,16-5 172,1 2 1,0 2-1,32-2 1,-8 8-119,57 9 0,-108-10-49,82 1 48,-48-2-56,-30 0-21,-12 0-23,-15 1-973,-3 2-1193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1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26876,'0'0'3068,"7"-9"-2326,15 1-649,1 2-1,0 0 1,0 2-1,0 0 1,0 2 0,1 0-1,-1 2 1,34 3-1,10-1-31,-66-2-77,-14-1-1249,-6 0-13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1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 22010,'0'0'8225,"-1"0"-8202,0 0 1,0 0-1,0 0 0,0 0 0,0 0 0,0 0 1,0 0-1,0 1 0,0-1 0,0 0 0,0 1 1,0-1-1,0 1 0,0-1 0,0 1 1,0-1-1,0 1 0,0 0 0,0 0 0,-59 75 164,-3-2 0,-117 105 0,179-178-182,0-1 0,0 1 0,1 0 0,-1-1 0,0 1 0,0 0 0,0 0 0,0 0 0,1-1 0,-1 1 0,1 0 0,-1 0 0,0 0 0,1 0 0,-1 0 0,1 0 0,0 1 0,-1-1 0,1 0 0,0 0 1,0 0-1,0 0 0,0 0 0,0 0 0,0 0 0,0 1 0,0-1 0,0 0 0,0 0 0,1 0 0,-1 0 0,0 0 0,1 0 0,-1 0 0,2 2 0,1 1 49,1 0 1,0-1-1,0 1 0,0-1 0,0 0 1,9 4-1,16 14-42,3 11 63,59 53 20,-82-77-92,2 0 0,-1-1 0,1 0 0,0-1 0,1 0 1,-1-1-1,18 5 0,-28-9-41,-1-1 25,0 0-1,1 0 1,-1 0 0,0 0-1,1 0 1,-1 0-1,0 0 1,1 0-1,-1 0 1,0 0-1,0 0 1,1 1-1,-1-1 1,0 0-1,0 0 1,1 0-1,-1 0 1,0 1-1,0-1 1,1 0-1,-1 0 1,0 0 0,0 1-1,0-1 1,0 0-1,1 0 1,-1 1-1,0-1 1,0 0-1,0 1 1,0-1-1,0 0 1,0 0-1,0 1 1,0-1-1,0 0 1,0 1-1,0 3-1274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0 386 28061,'0'0'1995,"8"-5"-1786,19-18-26,0-2 0,-2 0 1,0-2-1,37-54 0,-45 57-118,-6 11-29,6-11 16,1 2 1,1 0-1,37-33 1,-56 55-52,1-1 0,-1 1 0,1-1 0,-1 1 0,0 0 0,1-1 0,-1 1 0,1 0 0,-1 0 0,1-1 0,-1 1 0,1 0 0,-1 0 0,1 0 0,0-1 0,-1 1 0,1 0 0,-1 0 0,1 0 0,-1 0 0,1 0 0,-1 0 1,1 0-1,0 0 0,-1 1 0,1-1 0,-1 0 0,1 0 0,-1 0 0,1 1 0,0-1 0,7 18 17,-5 29 0,-3-43-15,0 21 0,-3 63 10,2-81-12,0 0-1,0 0 1,-1 0 0,0 0 0,0 0 0,-1 0-1,0 0 1,0-1 0,-7 11 0,23-37 17,-5 8 0,-1 1 0,1 1-1,1-1 1,13-12 0,5-2-18,-20 17 1,-1 1 1,2 1-1,-1-1 0,1 1 1,0 0-1,0 1 0,0 0 0,1 0 1,9-4-1,-17 9-2,0 0 1,0 0-1,0 0 0,-1 0 1,1 0-1,0 0 0,0 0 0,-1 0 1,1 1-1,0-1 0,0 0 1,-1 0-1,1 1 0,0-1 1,0 0-1,-1 1 0,1-1 1,0 1-1,-1-1 0,1 1 1,-1-1-1,1 1 0,-1-1 1,1 1-1,-1 0 0,1-1 1,-1 1-1,1 0 0,-1-1 1,0 1-1,1 0 0,-1-1 1,0 1-1,0 0 0,0 0 1,1-1-1,-1 3 0,3 34 18,-3-25-21,0-9 3,1 4-1,0 1 0,0 0-1,0-1 1,1 1 0,0-1-1,4 9 1,-5-14 1,0 0 1,0 0-1,1 0 1,-1 0-1,1-1 0,-1 1 1,1 0-1,0-1 1,0 1-1,-1-1 0,1 0 1,0 1-1,0-1 1,1 0-1,-1 0 0,0 0 1,0-1-1,0 1 1,1 0-1,-1-1 0,0 1 1,0-1-1,1 0 1,-1 0-1,4 0 0,3-1 3,0 0-1,0-1 1,0 0-1,0 0 0,0-1 1,0 0-1,0 0 1,-1-1-1,0 0 0,12-8 1,11-9 7,34-31 1,-64 52-10,-1 0 0,18-14 2,-1 0 1,-1-1-1,0-1 0,-1 0 1,-1-1-1,22-32 0,-36 48-2,1 0 0,-1 0 0,1 0 0,-1 0 0,1 0 0,-1 0 0,0 0 0,1 1 0,-1-1 0,0 0 0,0 0 0,0-1 0,1 1 0,-1 0 0,0 0 0,-1 0 0,1 0 0,0 0 0,0 0 0,0 0 0,-1 0 0,1 0 0,0 0 0,-1 0 0,0 0 0,0 0 0,0 1 1,1-1-1,-1 1 0,0-1 0,0 1 1,0 0-1,0-1 0,0 1 0,0 0 1,0 0-1,0 0 0,0 0 0,0 0 1,0 0-1,0 0 0,0 0 0,0 0 1,-1 0-1,-4 1 1,0 1 0,0-1 0,1 1 0,-1 0 0,1 0 0,0 1 0,-6 3 1,3 0-3,0 0 0,1 1 0,0 1 0,0-1 1,1 1-1,0 0 0,0 0 0,1 1 0,0 0 1,1 0-1,-1 0 0,2 0 0,-1 1 0,2-1 1,-1 1-1,1 0 0,1 0 0,-1 0 0,1 19 1,2-27-1,-1 0 1,0-1 0,1 1 0,-1-1-1,1 1 1,0 0 0,-1-1 0,1 0 0,0 1-1,0-1 1,0 1 0,0-1 0,0 0 0,0 0-1,0 1 1,0-1 0,1 0 0,-1 0 0,0 0-1,1 0 1,-1-1 0,0 1 0,1 0 0,-1-1-1,1 1 1,0-1 0,-1 1 0,1-1 0,-1 1-1,1-1 1,2 0 0,61 3-9,-52-3 9,-1-1 1,0 0 0,0-1 0,-1 0 0,1 0 1,-1-2-1,1 1 0,-1-1 0,0-1 0,0 0 1,-1-1-1,15-9 0,9-10-9,58-55 0,-29 23 10,-48 47 0,-9 12 5,-6 26 11,-1-19-16,-10 128 14,14-136-21,1-1 0,-1-1 0,1 1 0,-1 0 0,0-1 0,1 0 0,-1 0 0,6-2 0,10-9 8,-1-1 0,0-1 0,-1 0 0,0-1 0,-1-1 0,17-24 0,-31 36 16,-2 4-22,-1 22 3,1-16 1,0 0 0,0 1 0,0-1-1,0 0 1,1 1 0,0-1-1,3 10 1,-2-14-1,-1 1 1,1-1-1,0 0 0,-1 1 0,1-1 0,0 0 1,1 0-1,-1 0 0,0-1 0,0 1 0,1 0 1,-1-1-1,1 1 0,-1-1 0,1 0 1,0 0-1,-1 0 0,1 0 0,0-1 0,3 1 1,7 2 0,-1 0 0,1-1 0,-1-1 0,1 0 0,-1-1 0,1 0 0,-1-1 0,1 0 0,-1-1 0,1-1 0,20-7 0,-15 3 2,0-1-1,-1-1 0,-1-1 1,1-1-1,-1 0 0,26-25 1,-32 25-1,-7 8-3,-1 0-1,1 0 0,0 0 1,0 0-1,0 1 0,1-1 1,5-3-1,-9 6 16,0 27 2,0-22-17,0-1 1,0 0 0,0 1-1,1-1 1,0 0 0,-1 1-1,2-1 1,-1 0 0,0 0-1,1 0 1,-1 0 0,1 0 0,1 0-1,2 4 1,-3-6-1,1 0 1,0 1 0,-1-1-1,1 0 1,0 0-1,1-1 1,-1 1-1,0-1 1,0 1-1,1-1 1,-1 0-1,1 0 1,-1-1-1,0 1 1,1-1 0,0 0-1,-1 0 1,5 0-1,4 0-99,-8 1-60,-1-1 1,1 0-1,-1 1 1,1-1 0,0-1-1,-1 1 1,1-1 0,-1 1-1,1-1 1,-1 0 0,1 0-1,-1 0 1,1-1 0,-1 1-1,0-1 1,0 0 0,0 0-1,0 0 1,0 0 0,5-5-1,4-12-6752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2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29598,'0'0'1072,"-36"115"-1040,36-64-32,-8 1-320,8 5-1537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0 434 27421,'0'0'2147,"11"-15"-1992,83-116 229,-70 96-337,-2-1-1,-2-1 1,-1-1 0,-2 0 0,20-66-1,-38 107 280,1 46-139,0-46-187,0 0-1,0 0 1,0 1-1,1-1 0,0 0 1,-1 0-1,1 0 1,0 0-1,1 0 1,-1 0-1,0 0 1,1 0-1,0 0 1,-1-1-1,4 4 0,0-3 2,0 0-1,0 0 0,0-1 0,0 1 0,0-1 0,1 0 1,-1-1-1,1 1 0,0-1 0,-1-1 0,1 1 0,0-1 1,0 1-1,-1-2 0,1 1 0,0-1 0,-1 0 0,1 0 0,0 0 1,6-3-1,12-5 0,0-1-1,-1 0 1,27-18 0,-34 19 0,7-2 0,-26 42 0,-10 1 13,-1 0-1,-1-1 1,-2-1 0,-1 0 0,-2-2-1,0 0 1,-2-1 0,-1-1-1,-1-1 1,-1-1 0,-36 26-1,43-43 92,9-14 31,8-31-37,2 32-125,0-5 12,1 1 1,0 0 0,1 0-1,0 1 1,1-1 0,0 0 0,0 1-1,1 0 1,0 0 0,10-13-1,-14 21 11,0 1-1,-1-1 1,1 1-1,0 0 0,-1-1 1,1 1-1,0 0 1,-1-1-1,1 1 1,0 0-1,-1 0 0,1 0 1,0 0-1,0-1 1,-1 1-1,1 0 1,0 0-1,0 1 0,-1-1 1,1 0-1,0 0 1,0 0-1,-1 0 1,1 1-1,0-1 1,-1 0-1,1 1 0,0-1 1,-1 0-1,1 1 1,-1-1-1,1 1 1,0-1-1,-1 1 0,1-1 1,0 2-1,25 27 9,-14-14-65,0-7-198,0-1 1,0 0-1,0-1 1,1 0 0,-1-1-1,1 0 1,1-1 0,-1 0-1,1-1 1,-1-1 0,23 1-1,11-2-1072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4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26748,'0'0'3114,"-21"9"-2829,-66 32-7,79-36-241,1 0 1,0 0 0,1 1-1,-1-1 1,1 2 0,0-1 0,1 1-1,-1-1 1,1 1 0,1 1-1,-1-1 1,1 1 0,1 0 0,-1 0-1,1 0 1,1 0 0,0 0-1,0 1 1,0-1 0,1 1 0,0 9-1,1-17-37,1 0 0,-1-1 0,1 1-1,0 0 1,-1-1 0,1 1-1,0 0 1,-1-1 0,1 1 0,0-1-1,0 1 1,-1-1 0,1 1 0,0-1-1,0 0 1,0 1 0,0-1 0,0 0-1,0 0 1,0 0 0,-1 0-1,1 0 1,0 0 0,0 0 0,0 0-1,0 0 1,0 0 0,0 0 0,0 0-1,1-1 1,32-4 6,-13-4-7,-1-1 1,0-1 0,-1-1-1,0-1 1,27-23 0,15-10-140,-60 54 140,-7 6 16,-1 0-11,0-1-1,0 1 1,1 0-1,1 0 0,0 1 1,1-1-1,1 1 1,-2 21-1,5-35-367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4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23307,'0'0'7667,"-24"86"-7747,16-50-448,-4 0-769,4 0-4289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5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29293,'0'0'1577,"-7"20"-1411,-51 136 135,-75 214-120,127-339-198,7-30 16,-1-1 0,0 0 0,0 1 0,0-1 0,0 0 0,1 0 0,-1 1 0,0-1 0,0 0 0,1 0 0,-1 1 0,0-1 0,1 0 0,-1 0 0,0 0 0,0 0 0,1 0 0,-1 1 0,0-1 0,1 0 0,-1 0 0,0 0 0,1 0 0,-1 0 0,1 0 0,-1 0 0,0 0 0,1 0 0,-1 0 0,0 0 0,1 0 0,-1-1 0,0 1 0,0 0 0,1 0 0,-1 0 0,0 0 0,1 0 0,-1-1 0,0 1 0,1 0 0,46-37-80,-34 25 75,22-18 15,7-6 10,-30 26-2,-14 14 7,-6 6-18,0 0 0,0 0-1,1 1 1,-10 22 0,14-28-6,1 0 0,0 0 0,0 1-1,1-1 1,0 0 0,0 1 0,0-1 0,0 1 0,1-1-1,0 1 1,0 0 0,0-1 0,1 1 0,1 6 0,0-10-1,-1-1 0,0 0 1,1 1-1,-1-1 0,1 0 1,-1 0-1,1 0 0,-1 0 0,1 0 1,0-1-1,-1 1 0,1 0 1,0-1-1,0 1 0,-1-1 1,1 0-1,0 1 0,0-1 1,0 0-1,0 0 0,-1 0 0,4-1 1,49-2-14,-52 3 14,18-3-4,0-2-1,-1 0 1,1-1 0,-1 0-1,-1-2 1,1 0-1,-1-1 1,23-16-1,8-9-15,70-63 0,-2-16 28,-105 100-7,-1 0 1,-1-1-1,0 0 0,-1-1 1,0 0-1,-1 0 1,8-23-1,-16 38 1,1-1 1,-1 1-1,0-1 0,0 1 1,1-1-1,-1 1 1,0-1-1,0 1 0,0-1 1,0 1-1,0-1 0,0 1 1,0-1-1,0 0 0,0 1 1,0-1-1,0 1 0,0-1 1,0 1-1,0-1 1,0 1-1,-1-1 0,1 1 1,0-1-1,0 1 0,-1-1 1,1 1-1,0-1 0,-1 1 1,1 0-1,0-1 0,-1 0 1,-18 3 27,-19 19-13,20-6-15,0 1 0,1 1 0,1 1 0,1 0 0,0 1 0,2 1 0,0 0 0,1 1 0,1 0 0,1 1 0,1 0 0,1 1-1,1-1 1,1 2 0,1-1 0,1 0 0,-2 46 0,6-66-4,0 1-1,0 0 0,0 0 1,0-1-1,1 1 1,0-1-1,0 1 1,0 0-1,0-1 1,1 0-1,-1 1 1,1-1-1,0 0 1,0 0-1,0 0 0,0 0 1,0 0-1,1 0 1,0 0-1,3 2 1,-1-2-30,0 0 0,0 0 1,1-1-1,-1 1 0,1-1 1,-1-1-1,1 1 0,0-1 1,-1 0-1,1 0 0,11-1 1,-2 0-91,1-1 0,0-1 1,-1 0-1,1-1 0,-1-1 0,0 0 1,0-1-1,28-14 0,-25 9 7,-1 0 0,0-2 0,-1 0-1,22-22 1,-32 29 162,-1 0-1,-1 0 0,1-1 1,-1 0-1,0 0 0,0 0 1,0 0-1,-1-1 0,0 1 1,-1-1-1,1 0 0,-1 0 1,-1 0-1,1 0 0,0-13 1,-2 19-27,0 1-1,0-1 1,0 1 0,0-1-1,0 1 1,0-1 0,0 0-1,0 1 1,0-1 0,0 1-1,0-1 1,-1 1 0,1-1-1,0 1 1,0-1 0,-1 1 0,1-1-1,0 1 1,-1 0 0,1-1-1,0 1 1,-1-1 0,1 1-1,-1 0 1,1-1 0,-1 1-1,1 0 1,-1 0 0,1-1-1,-1 1 1,1 0 0,-1 0 0,-21 3 204,-19 20-148,32-16-50,1 0 0,0 1 0,0 1 0,0 0 0,1 0 0,1 0 0,-1 1 0,1-1 0,1 1 0,0 1 0,1-1 0,0 1 0,0 0 0,1 0 0,0 0 0,-2 23 0,6-34-26,-1 1-1,1 0 1,-1 0-1,1 0 1,0-1-1,-1 1 1,1 0-1,0-1 1,-1 1-1,1 0 1,0-1-1,0 1 1,0-1-1,-1 1 1,1-1-1,0 0 1,0 1-1,0-1 1,0 0-1,0 0 1,0 1-1,0-1 1,0 0-1,0 0 1,0 0-1,0 0 1,0 0-1,-1 0 1,1-1-1,2 1 1,30-4 2,-23 1-1,-1-1 0,0 0 0,0 0-1,0-1 1,-1-1 0,0 1 0,0-1 0,0-1 0,-1 1-1,0-1 1,9-11 0,-2 1-5,0 0 0,14-25-1,-33 51-1,1-1 0,1 1 0,-1 0 0,2 0 0,-1 0 0,1 0 0,-1 13-1,2-20-117,1 1 0,0-1 0,0 0 0,0 1 0,0-1 0,0 1 0,0-1 0,0 0 1,1 1-1,-1-1 0,1 1 0,0-1 0,0 0 0,0 0 0,0 1 0,0-1 0,0 0 0,1 0 0,-1 0 0,0 0 0,1-1 0,0 1 0,-1 0 0,1 0 0,0-1 0,0 0 0,0 1 0,0-1 0,0 0 0,1 0 0,-1 0 0,3 1 0,19 3-5596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6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174 246 26748,'0'0'2100,"-18"12"-1495,-57 42-140,67-48-425,1 1 0,1 0 1,-1 0-1,1 1 1,0 0-1,1 0 0,0 0 1,0 0-1,1 1 1,0 0-1,1 0 0,-1 0 1,2 0-1,-1 0 1,1 1-1,1-1 0,0 1 1,0 0-1,1-1 1,1 15-1,-1-23-41,1-1 1,-1 1-1,0 0 1,1 0-1,-1-1 0,1 1 1,-1 0-1,1-1 0,-1 1 1,1 0-1,-1-1 1,1 1-1,0-1 0,-1 1 1,1-1-1,0 1 0,-1-1 1,1 1-1,0-1 0,0 0 1,-1 1-1,1-1 1,0 0-1,0 0 0,0 0 1,-1 1-1,1-1 0,0 0 1,0 0-1,0 0 1,0 0-1,0-1 0,-1 1 1,1 0-1,0 0 0,0 0 1,1-1-1,35-9-23,-15-5 27,0-1-1,-1-1 1,-1 0 0,-1-2-1,33-40 1,-43 50-3,31-39 25,-1-2 0,-3-2 0,-1-1 0,28-63 0,-52 89-31,-10 18 149,-6 14 465,-16 28-595,2 2 0,1-1 1,2 2-1,1 0 0,2 1 1,2 1-1,1 0 1,-6 50-1,14-80-15,1 0 0,0-1 0,1 1 1,0 0-1,1 14 0,0-20 1,-1-1 0,0 1 0,1-1 0,0 1 0,-1-1 0,1 1 0,0-1 0,-1 1 1,1-1-1,0 0 0,0 0 0,0 1 0,0-1 0,1 0 0,-1 0 0,0 0 0,0 0 0,1 0 0,-1 0 0,0-1 0,1 1 0,-1 0 0,1-1 1,-1 1-1,1-1 0,-1 1 0,1-1 0,0 0 0,-1 0 0,1 1 0,-1-1 0,1 0 0,1-1 0,4 1 2,0-1 0,0 0 0,-1 0 0,1-1 0,0 0 0,-1 0 0,0 0 0,1-1 0,-1 0 0,0 0 0,7-6 0,62-52 23,-43 33-20,5-10-7,16-10 28,-52 47-7,-3 4-12,1 0-1,-1-1 1,0 1 0,1 0-1,-1 0 1,1 0 0,0 0-1,0 0 1,-1 6-1,1-7 1,-3 17-1,0 0 0,1 0 1,0 1-1,1 32 0,3-51-6,-1 0 0,0-1-1,1 1 1,-1 0 0,1-1 0,-1 1-1,1-1 1,-1 1 0,1 0 0,-1-1-1,1 1 1,-1-1 0,1 0 0,-1 1-1,1-1 1,0 1 0,-1-1 0,1 0-1,0 1 1,0-1 0,-1 0-1,1 0 1,0 0 0,0 0 0,-1 1-1,1-1 1,0 0 0,0 0 0,-1-1-1,2 1 1,29 0 0,-26-1 1,8 0 2,0-1 0,0-1 0,0 0 0,-1 0 0,1-1 1,-1-1-1,0 0 0,-1-1 0,15-9 0,-11 6 1,-1 0 0,0-1 0,-1-1 0,0-1 1,-1 1-1,16-22 0,-24 27-2,-15 18 7,-17 26 28,25-33-36,0 1-1,1 0 0,-1 0 1,1 0-1,0 0 0,1 0 1,-1 1-1,1-1 0,1 1 1,-1-1-1,1 7 0,1-12 1,-1 0-1,1 0 0,-1 0 1,1 0-1,0 0 1,0 0-1,-1 0 0,1 0 1,0-1-1,0 1 0,0 0 1,0-1-1,0 1 1,0 0-1,0-1 0,0 1 1,0-1-1,0 1 0,0-1 1,0 0-1,0 0 1,1 1-1,-1-1 0,0 0 1,0 0-1,0 0 0,0 0 1,1 0-1,0-1 1,41 0 5,-29-2-1,-1 0-1,0 0 1,0-2 0,-1 1 0,1-2-1,-1 0 1,0 0 0,18-14-1,52-25 9,-81 80 68,-1-30-78,0-1 0,0 1 0,1-1 0,-1 1 0,1-1 0,0 0 0,1 1 0,-1-1 0,1 0 0,-1 0 0,1 0 0,1 0 0,-1 0 0,5 5 0,-5-7-10,0 0 1,0 0-1,0 0 0,0-1 0,0 1 0,1-1 0,-1 0 0,1 1 0,-1-1 0,1 0 0,0-1 0,-1 1 0,1 0 0,0-1 0,-1 0 1,1 1-1,0-1 0,0 0 0,-1 0 0,1-1 0,0 1 0,0 0 0,-1-1 0,1 0 0,3-1 0,-1 0-146,-1 0-1,1 0 1,0-1-1,-1 0 1,0 0-1,1 0 1,-1 0-1,-1-1 1,5-4 0,13-18-2178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6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29982,'0'0'1456,"-72"124"-1424,68-70-32,-4 5-240,-4 3-944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7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1 577 29085,'0'0'1038,"16"-18"-875,6-4-127,37-38 70,-3-2 0,75-109 1,-103 125-71,-3 0 0,-1-2 0,18-55 0,-46 112 83,0-1 0,-1 0 0,0 1 0,-11 12 0,-9 16-111,7-6-3,1 0 1,1 2-1,2 0 1,1 1 0,2 0-1,1 1 1,2 0 0,1 0-1,-3 67 1,10-100-7,0 1 0,0-1-1,0 1 1,1 0 0,-1-1 0,1 1 0,0-1 0,0 1 0,0-1 0,0 0 0,0 1-1,0-1 1,1 0 0,-1 0 0,1 0 0,0 0 0,-1 0 0,1 0 0,0 0 0,0-1 0,0 1-1,0-1 1,0 1 0,1-1 0,-1 0 0,0 0 0,1 0 0,-1 0 0,1 0 0,-1 0-1,1-1 1,-1 1 0,1-1 0,4 0 0,2 1-2,-1-1 0,1 0 0,0 0 0,0-1 0,-1 0 0,1-1 0,0 0-1,-1-1 1,14-5 0,5-7-1,0-1 0,-1-1 0,-1-1 0,-1-2 0,-1 0 0,0-2 0,23-28 0,-55 60 3,2 1 0,-1 0-1,2 0 1,-1 1 0,2-1-1,0 1 1,0 1 0,1-1-1,0 1 1,1-1 0,1 1-1,0 0 1,0 0 0,1 0-1,2 20 1,-1-32-1,1 0 1,-1-1-1,0 1 0,1 0 0,-1-1 1,1 1-1,-1-1 0,1 1 0,-1 0 1,1-1-1,0 0 0,-1 1 0,1-1 1,0 1-1,-1-1 0,1 0 1,0 1-1,-1-1 0,1 0 0,0 0 1,0 1-1,-1-1 0,1 0 0,0 0 1,0 0-1,0 0 0,27 0 0,-21 0-5,1-1 8,0 0-1,0 0 1,0-1-1,0 0 1,0 0-1,0-1 1,0 0 0,-1-1-1,0 1 1,1-1-1,-1-1 1,-1 1 0,1-1-1,-1 0 1,0-1-1,0 0 1,0 0 0,-1 0-1,0 0 1,8-13-1,-7 10 10,-1 0 1,0-1-1,0 1 0,-1-1 0,0 0 1,-1-1-1,0 1 0,0-1 0,-1 1 1,-1-1-1,0 0 0,0 1 0,-1-1 1,0 0-1,-3-15 0,2 24-7,0-1 0,0 0-1,0 0 1,0 1 0,-1-1 0,1 0-1,-1 1 1,0-1 0,0 1 0,1 0 0,-2 0-1,1 0 1,0 0 0,-5-4 0,6 5-12,-1 0 0,1 1 0,-1-1 0,1 0 0,-1 0 0,1 1 0,-1-1 0,0 1 0,1-1 0,-1 1 0,1 0 0,-1 0 0,0 0 0,1 0 0,-1 0 1,0 0-1,1 0 0,-1 0 0,0 0 0,1 1 0,-1-1 0,0 1 0,1 0 0,-1-1 0,1 1 0,-1 0 0,1 0 0,0 0 0,-2 1 0,-3 5-172,1-1-1,-1 2 1,2-1 0,-1 1-1,1-1 1,0 1-1,1 0 1,0 1 0,0-1-1,-2 12 1,-4 22-1794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133 129 27469,'0'0'1904,"2"-16"-1359,1-4-395,4-53 348,-7 72-483,0 1-1,0-1 1,-1 0 0,1 0-1,0 1 1,0-1 0,0 0-1,-1 1 1,1-1 0,0 0-1,-1 1 1,1-1 0,0 0-1,-1 1 1,1-1 0,-1 1-1,1-1 1,-1 1 0,0-1-1,1 1 1,-1-1 0,1 1-1,-1-1 1,0 1 0,1 0-1,-1-1 1,-1 1 0,-27-4 206,24 5-200,0-1-1,0 1 0,-1 0 0,1 0 0,0 0 0,0 1 0,0 0 1,-8 4-1,9-3-12,0 1 1,0 0-1,0 0 0,0 0 1,1 0-1,0 0 1,0 1-1,0-1 0,1 1 1,-1 0-1,1 0 1,0 0-1,0 0 0,1 0 1,0 1-1,0-1 1,0 0-1,0 1 0,1 9 1,1-12-11,1 0 1,-1-1 0,1 1-1,0 0 1,0-1-1,0 1 1,0-1 0,0 0-1,1 1 1,-1-1-1,1 0 1,-1-1-1,1 1 1,0 0 0,-1-1-1,1 1 1,5 1-1,11 8 12,-9-4-10,1 2-1,-1-1 1,-1 1 0,0 1 0,0 0-1,-1 0 1,0 0 0,-1 1 0,0 0-1,-1 1 1,0 0 0,7 21 0,-6-11-1,-2 0-1,-1 1 1,-1 0 0,0-1 0,-2 1 0,-2 32 0,-1-39 2,-1-1 0,0 1 0,-1-1 0,-1 0 0,0 0 0,-1 0 1,-1 0-1,0-1 0,-1 0 0,-1-1 0,0 0 0,-1 0 0,0-1 0,-20 19 0,28-29 15,1-1 0,0 0 0,0 1 0,-1-1 0,1 0 0,-1 0 0,1 0-1,-1 0 1,1 0 0,-1 0 0,1 0 0,-1 0 0,0-1 0,0 1 0,1-1 0,-1 1 0,0-1 0,0 0 0,0 1-1,0-1 1,1 0 0,-1 0 0,0 0 0,-3-1 0,3-1-1,0 1-1,1 0 0,-1-1 1,1 1-1,-1-1 1,1 0-1,0 1 1,0-1-1,0 0 1,0 0-1,0 0 1,0 0-1,0 0 1,0 0-1,1 0 1,-1 0-1,0-4 1,-1-12 22,0-2-1,1 1 1,2-28 0,0 43-45,0-5-3,0 1-1,0 0 1,1-1 0,1 1 0,0 0-1,0 0 1,0 0 0,1 1 0,0-1-1,0 1 1,1 0 0,0 0 0,0 1-1,1-1 1,12-10 0,-5 5-424,2 1 0,0 0 0,0 1 0,0 1-1,1 0 1,26-9 0,2 3-3126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30110,'0'0'1985,"0"-12"-2498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27 28541,'0'0'1617,"-20"-5"-1356,-60-14-66,77 18-187,0 1 1,0-1-1,0 1 0,0-1 1,0 1-1,0 0 0,0 0 1,0 0-1,0 1 0,0-1 1,1 1-1,-1 0 0,0-1 1,0 1-1,0 0 0,1 1 1,-1-1-1,0 0 0,1 1 1,-1 0-1,1-1 0,0 1 1,-1 0-1,1 0 0,0 1 0,0-1 1,1 0-1,-4 6 0,1-2 5,1 1 0,1 0 0,-1-1 0,1 1 0,0 1 0,0-1 0,1 0 0,-1 11 0,2-8-6,0-1 0,0 0 0,1 0 0,0 0 0,0 0 0,1 0 0,1 0 1,-1-1-1,1 1 0,1-1 0,-1 1 0,2-1 0,6 10 0,4 3-8,2-1 0,0-1 1,29 25-1,-36-35-5,-6-6 6,0 0-1,0 0 1,0 0 0,0 1-1,-1 0 1,0 0-1,0-1 1,0 2 0,0-1-1,-1 0 1,1 1 0,-1-1-1,3 8 1,-7-11 4,0 0 1,0 0-1,0 0 1,0 0-1,0-1 1,0 1-1,0-1 1,-1 1-1,1-1 1,0 0-1,0 0 1,0 0-1,0 0 1,0 0-1,-1 0 1,-2-1-1,0 1 13,-5 0 38,1-1-1,-1 1 1,1-1-1,0-1 1,-1 0-1,-16-6 1,24 7-97,0 0 0,0 0 0,0 0 0,0 0 0,0 0 0,0 0 0,0 0 0,0-1 0,1 1 0,-1-1 0,1 1 0,-1-1 0,1 0 1,0 0-1,-1 0 0,1 1 0,0-1 0,0 0 0,0 0 0,0-1 0,1 1 0,-1 0 0,1 0 0,-1 0 0,1 0 0,0-1 0,0 1 0,0 0 0,0 0 0,0 0 0,0-1 1,0 1-1,1 0 0,-1 0 0,2-3 0,7-10-1025,9 1-756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2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 28989,'0'0'1604,"3"14"-1431,0 10-79,-1 0 0,0 0 0,-2 0 0,-6 46 0,-8 1 9,-38 111-1,-2 3-91,51-173-48,-1 0 1,-1 1 0,-8 16 0,7-24-181,19-40 120,12-19 118,2 2 1,50-69-1,-46 74 11,6-14 13,4 2-1,1 2 1,80-80 0,-122 136-44,7-6 24,0 0 0,0 0 0,1 1 0,0 0 0,0 1 0,0-1 1,1 2-1,0-1 0,-1 1 0,20-6 0,-28 11-24,1-1 1,0 1-1,0-1 0,-1 0 1,1 1-1,0 0 0,-1-1 1,1 1-1,-1-1 0,1 1 1,-1 0-1,1-1 0,-1 1 1,1 0-1,-1-1 0,1 1 1,-1 0-1,0 0 0,0 0 1,1-1-1,-1 1 0,0 0 1,0 0-1,0 0 0,0 0 1,0-1-1,0 1 0,0 0 1,0 0-1,0 0 0,0 0 1,0-1-1,-1 1 0,1 0 1,-1 1-1,1 4 7,-2 14-27,0-1 0,-1 0 0,-1 1 0,-1-1 0,-1-1 0,0 1 0,-2-1 0,0 0 0,-1-1 0,0 0 0,-2 0 0,0-1 0,-1 0 0,0-1 0,-1-1 0,-1 0-1,0 0 1,-1-1 0,-1-1 0,0-1 0,-27 15 0,19-19-1843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30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74 29213,'0'0'1086,"-4"18"-856,-4 14-184,-3 16-5,1 0 1,-5 79-1,15-126-42,0 0 0,0 0 0,1 0-1,-1 0 1,0 0 0,1 0 0,-1-1-1,1 1 1,-1 0 0,1 0-1,-1 0 1,1-1 0,0 1 0,-1 0-1,1 0 1,0-1 0,0 1 0,-1-1-1,1 1 1,0-1 0,0 1 0,0-1-1,0 1 1,0-1 0,0 0-1,0 1 1,0-1 0,0 0 0,-1 0-1,1 0 1,0 0 0,0 0 0,0 0-1,0 0 1,0 0 0,0 0 0,0 0-1,0 0 1,0-1 0,2 0-1,2 0-1,0 0 0,0 0 0,0 0 0,0-1 0,0 0-1,-1 0 1,6-3 0,-2-1 5,-1 1 0,0-1 0,0 0 0,-1-1 0,0 0 0,0 0 0,-1 0 0,0 0 0,0-1 0,0 0 0,-1 0 0,0 0 0,5-18 0,-4 5 8,-1-1 0,-1 1 0,-1-1 0,0-36-1,-2 54-5,0-1 0,-1 1 0,1-1 0,-1 0 0,0 1 0,0 0 0,0-1 0,-1 1 0,1 0 0,-1-1 0,0 1 0,0 0 0,-4-5 0,4 7-3,0 0 0,0 0-1,0 0 1,0 0 0,-1 1-1,1-1 1,0 1 0,-1 0-1,1-1 1,-1 1 0,0 0-1,1 0 1,-1 1 0,0-1-1,1 1 1,-1-1 0,0 1-1,0 0 1,1 0 0,-1 0-1,0 0 1,0 0 0,-3 2-1,4-1-19,0 0-1,0 0 0,0 0 0,0 0 0,0 1 1,1-1-1,-1 1 0,0 0 0,1-1 0,0 1 0,-1 0 1,1 0-1,0 0 0,0 0 0,0 0 0,0 0 1,0 0-1,0 0 0,1 0 0,-1 0 0,1 1 0,0-1 1,-1 0-1,1 3 0,0-3-9,-1-1 1,1 1-1,-1 0 1,1-1-1,0 1 0,0 0 1,0 0-1,0-1 1,0 1-1,0 0 0,1 0 1,-1-1-1,1 1 1,-1 0-1,1-1 0,-1 1 1,1 0-1,0-1 1,0 1-1,0-1 0,0 1 1,0-1-1,0 0 1,0 1-1,0-1 0,1 0 1,-1 0-1,0 0 1,1 0-1,2 1 0,30 3 13,1-2 0,0-2 0,50-3-1,-5-1 280,-77 3-229,0 0 0,-1 0-1,1 1 1,0-1 0,-1 0 0,1 1 0,-1 0 0,1-1 0,-1 1-1,1 0 1,-1 0 0,1 1 0,-1-1 0,0 0 0,0 1 0,1-1 0,-1 1-1,0 0 1,-1 0 0,1 0 0,0 0 0,2 4 0,-1-1 3,-1 0 1,0 0 0,0 0-1,-1 1 1,1-1-1,-1 0 1,0 1 0,-1-1-1,1 1 1,-1 8 0,-2 6 10,0-1 1,-1 0 0,-1 0 0,0-1 0,-12 31 0,-6 4-33,-2 12 11,-4-1 0,-2-2 1,-72 112-1,99-170-27,1-1-1,-1 1 0,0-1 1,0 1-1,0-1 0,-1 0 1,-3 3-1,6-8-17,0 1 0,1 0 0,-1-1 0,0 1 0,1-1 0,-1 1-1,1 0 1,0-1 0,0 1 0,-1-1 0,1 1 0,0-1 0,0 1 0,0-1 0,1-1 0,-1 3 11,5-75-794,6 29-370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3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 30254,'0'0'1553,"0"-5"-1746,-4 28-175,4 4-576,0-5-1681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31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29566,'0'0'1488,"-6"19"-1280,-60 197 19,-46 163 37,100-330-437,15-50 89,-1 1 0,1 0 0,0-1 1,-1 1-1,1-1 0,-1 0 0,1 1 0,0-1 0,-1-1 1,0 1-1,3-2 0,33-24-334,-2-2 0,45-44-1,25-23 735,-125 111 202,1 2 0,1 0-1,-17 20 1,28-30-523,0 1 0,1-1-1,0 1 1,0 0-1,0 0 1,1 0-1,1 1 1,-1 0 0,2-1-1,-1 1 1,1 0-1,0 0 1,0 10-1,2-17 3,0 0 0,1 0 0,-1 0 0,1 0 0,-1 0 0,1 0 0,-1 0 0,1 0 0,0-1 0,0 1-1,0 0 1,0-1 0,1 1 0,-1-1 0,0 1 0,1-1 0,-1 1 0,0-1 0,1 0 0,0 0-1,-1 0 1,1 0 0,0 0 0,0 0 0,-1 0 0,1-1 0,0 1 0,0 0 0,4 0 0,6 1-90,1 0 1,0 0 0,19-1 0,-21 0-20,2-1 9,25 2-436,0-1-1,61-8 0,-91 6 454,1-1-1,0 1 0,-1-1 1,1-1-1,-1 0 0,1 0 1,-1 0-1,0-1 0,-1 0 1,1-1-1,-1 0 0,1 0 1,-1-1-1,-1 1 0,1-1 1,-1-1-1,6-8 0,-10 12 211,0 0 0,-1 0 0,0 0 0,1-1 0,-1 1 1,-1-1-1,1 1 0,0 0 0,-1-1 0,0 1 0,0-1 0,0 1 0,0-1 0,0 1 0,-1-1 0,1 1 0,-1-1 0,-2-3 0,3 4-93,-1 1 0,0 0 1,0 0-1,0 0 0,0 0 1,0 0-1,0 0 0,-1 0 1,1 0-1,-1 0 0,1 1 1,-1-1-1,0 1 0,0-1 1,1 1-1,-1-1 0,0 1 1,0 0-1,-1 0 0,1 0 1,0 0-1,0 0 0,0 1 1,-1-1-1,1 1 0,0-1 1,-3 1-1,-2 1 4,-1 0 1,1 1-1,0 0 0,-1 0 1,1 0-1,0 1 0,0 0 1,1 1-1,-1-1 1,1 1-1,0 0 0,0 1 1,0 0-1,0 0 0,1 0 1,0 1-1,0-1 0,-6 10 1,5-7-20,-1 1 0,1 0 0,1 1 0,0 0 0,0 0 0,1 0 0,0 0 0,1 1 0,0-1 0,0 1 0,1 0 0,0 12 0,2-22-17,-1 0 0,1-1 0,0 1 0,1 0 0,-1 0 0,0 0 0,0 0 0,0 0 0,0-1 0,1 1 0,-1 0 0,0 0 0,1 0 0,-1-1 0,1 1 0,-1 0 0,1 0 0,-1-1 0,1 1 0,-1 0 0,1-1 0,0 1 0,-1-1 0,1 1 0,0-1 0,-1 1 0,1-1 0,0 0 0,0 1 0,1 0 0,1-1-1,0 0-1,0 1 1,0-1 0,-1 0 0,1 0 0,0-1-1,0 1 1,0-1 0,5-1 0,2-1 2,0-1 0,-1 0 0,1-1 0,14-9 0,26-28-136,-49 43 135,0 0 0,0 0 1,0 1-1,-1-1 0,1 0 0,0 0 1,-1 0-1,0 1 0,1-1 1,-1 0-1,1 1 0,-1-1 0,0 1 1,0-1-1,0 0 0,0 1 1,0-1-1,-1 3 0,2 0 7,0 1 0,-1 0 0,2 0 1,-1 0-1,1 0 0,-1 0 0,1 0 1,1-1-1,-1 1 0,1-1 0,-1 0 1,1 1-1,1-1 0,-1-1 0,0 1 0,1 0 1,5 4-1,-1-3-1,0 0 0,1 0 0,-1-1-1,1 0 1,0-1 0,-1 1 0,2-2 0,11 3 0,11 0 4,1-2 0,0-1 0,-1-2 0,38-4 0,-44 1 6,0-1 0,-1-1 0,1-1 0,42-16 0,-53 16-7,-1 0-1,1-1 0,-1-1 0,0 0 0,-1-1 0,0-1 0,-1 0 0,0 0 0,11-13 0,-19 19-59,-1 0-1,0-1 0,0 1 0,-1-1 1,1 1-1,-1-1 0,0 0 0,0 0 1,-1 0-1,1 0 0,-1 0 0,1-11 1,-1-9-1570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1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0 450 24491,'0'0'6707,"0"-12"-6363,1 5-331,0 0 0,0 0-1,0 0 1,1 0 0,0 0-1,1 1 1,-1-1-1,1 1 1,4-8 0,40-57 0,-28 44-14,122-153 25,-72 98-29,-69 82 5,0 0 0,0 0 0,0-1 1,1 1-1,-1 0 0,0 0 0,1 0 0,-1-1 0,0 1 1,0 0-1,1 0 0,-1 0 0,0 0 0,1 0 0,-1 0 1,0 0-1,1 0 0,-1 0 0,0 0 0,1 0 0,-1 0 1,0 0-1,1 0 0,-1 0 0,0 0 0,1 0 1,-1 0-1,0 0 0,0 0 0,1 0 0,-1 0 0,0 1 1,1-1-1,-1 0 0,0 0 0,0 0 0,1 1 0,-1-1 1,0 0-1,0 0 0,0 1 0,1-1 0,-1 0 0,0 0 1,0 1-1,0-1 0,0 0 0,1 1 0,-1-1 1,0 0-1,0 1 0,0-1 0,0 0 0,0 1 0,0-1 1,0 0-1,0 1 0,0-1 0,0 0 0,0 0 0,0 1 1,0-1-1,0 0 0,-1 1 0,6 29 2,-5-26 1,8 274-219,-8-205-1406,0-71-163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29614,'0'0'1520,"132"-42"-1456,-96 39-64,-4-1 16,-4 2-16,0 1-80,0-1-496,-4-2-497,0-3-4369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29181,'0'0'635,"-1"19"-181,0 14-316,-2 0 0,-1 0 0,-11 43 0,9-59-88,1 7-22,-2-1 0,-1 0 0,-1-1 1,-1 0-1,-20 33 0,21-46-12,9-8 3,0-16 79,0-15-79,2 0 0,1 0 0,7-31-1,-7 48-2,0 0 0,1 0 0,1 0 0,0 1 0,1 0 0,0 0 0,0 0 0,2 1 0,11-15 0,-19 26-13,0-1 0,0 1-1,0 0 1,1 0 0,-1 0 0,0-1-1,0 1 1,1 0 0,-1 0 0,0 0-1,0 0 1,1 0 0,-1 0 0,0 0-1,1 0 1,-1 0 0,0 0 0,0 0-1,1 0 1,-1 0 0,0 0 0,1 0-1,-1 0 1,0 0 0,0 0 0,1 0-1,-1 0 1,0 0 0,0 0 0,1 0-1,-1 0 1,0 1 0,0-1 0,1 0-1,-1 0 1,0 0 0,0 1 0,0-1-1,1 0 1,-1 0 0,0 0 0,0 1-1,0-1 1,0 0 0,1 0 0,-1 1-1,0-1 1,0 0 0,0 0 0,0 1-1,0-1 1,0 0 0,0 1 0,0-1-1,0 1 1,5 17-10,-5-17 17,28 142 41,-27-138-49,0 0 0,1-1 1,0 1-1,0 0 0,0-1 0,0 0 0,1 1 1,0-1-1,0 0 0,0 0 0,0 0 0,1-1 0,0 1 1,-1-1-1,1 0 0,0 0 0,1 0 0,-1-1 0,0 1 1,1-1-1,-1 0 0,1 0 0,0-1 0,0 1 0,-1-1 1,1 0-1,0-1 0,0 1 0,0-1 0,0 0 0,0 0 1,0 0-1,0-1 0,0 0 0,0 0 0,0 0 1,0 0-1,0-1 0,-1 0 0,1 0 0,-1 0 0,6-4 1,4-6 38,-1 0 0,-1-1 0,0-1 0,-1 1 0,15-25 0,-20 29-61,-1-1 0,0 0 0,-1 0 0,1 0 0,-2 0 0,0-1 0,0 1 0,-1-1 0,0 0 0,0-14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8 118 25436,'0'0'4668,"-1"20"-4483,0-2-142,-4 52 228,5 76-1,0-143-268,0-1-1,0 0 1,1 1 0,-1-1 0,1 0 0,0 1 0,-1-1-1,1 0 1,0 0 0,0 0 0,1 0 0,-1 0 0,0 0-1,1 0 1,-1 0 0,1 0 0,-1-1 0,1 1 0,0 0-1,0-1 1,0 0 0,0 1 0,0-1 0,0 0 0,0 0-1,0 0 1,0 0 0,1-1 0,-1 1 0,0-1 0,1 1-1,-1-1 1,0 0 0,1 1 0,-1-1 0,0-1 0,4 1-1,0-1 11,1 0 0,-1 0-1,0 0 1,0 0-1,0-1 1,0 0 0,-1-1-1,1 1 1,0-1 0,-1 0-1,0 0 1,0-1-1,7-6 1,0-1 20,-1 0-1,-1-1 1,0-1 0,-1 0-1,0 0 1,-1 0 0,0-1 0,-1-1-1,-1 1 1,0-1 0,-1 0-1,-1 0 1,0-1 0,-1 1-1,-1-1 1,1-20 0,-3 27-17,0 1 1,0 0-1,-1 0 1,0 0-1,0 0 1,-1 0-1,0 0 1,-6-14-1,6 19-13,0 0 0,0 0-1,0 0 1,-1 0 0,0 1 0,1-1 0,-1 1-1,0-1 1,0 1 0,0 0 0,0 0 0,-1 0-1,1 1 1,-1-1 0,1 1 0,-1 0 0,1 0-1,-1 0 1,0 0 0,1 0 0,-7 1 0,6-1-72,0 1 1,0-1-1,0 1 1,0 0-1,0 0 1,0 1-1,0-1 1,0 1-1,0 0 1,0 0-1,0 0 1,0 1 0,0-1-1,1 1 1,-1 0-1,0 0 1,1 0-1,0 1 1,0-1-1,-1 1 1,1 0-1,1-1 1,-1 2-1,0-1 1,1 0 0,-3 4-1,-9 22-2921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5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1 542 29213,'0'0'1372,"7"-10"-1106,42-53 37,249-354-3,-277 369-284,-17 45-10,-4 40 55,0 22-136,2 0-1,3 0 1,16 75 0,-21-117-2326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28253,'0'0'2961,"68"-54"-2881,-44 54-16,8 0-48,-4 0 0,4 0-16,0 0-80,4 0-320,4 0-256,-4 0-545,-4 0-4705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6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24043,'0'0'6037,"0"13"-5863,-1 6-101,0 0 1,-1 0-1,-1-1 0,-1 1 1,-12 35-1,-80 179 298,103-311-352,2 52-11,1-1 0,1 2 0,1 0 0,2 0 0,31-44 0,-23 36 64,-22 32-67,1 1 1,-1-1-1,0 0 0,1 0 1,-1 1-1,0-1 1,1 0-1,-1 0 1,1 1-1,-1-1 1,1 0-1,0 1 1,-1-1-1,1 1 0,0-1 1,-1 1-1,1-1 1,0 1-1,-1-1 1,1 1-1,0 0 1,0-1-1,0 1 1,1 0-1,4 19 50,-4-8-52,8 77 41,-11-74-36,2 1 0,0-1-1,1 1 1,0-1-1,1 0 1,1 1 0,0-2-1,1 1 1,12 25-1,-16-38-5,0 0 0,-1 1 0,1-1 0,0 0 0,0 0-1,0 0 1,0 0 0,0 0 0,0 0 0,0-1 0,1 1-1,-1 0 1,0 0 0,0-1 0,1 1 0,-1-1 0,0 1-1,1-1 1,-1 1 0,0-1 0,1 0 0,-1 0 0,1 0-1,-1 0 1,1 0 0,-1 0 0,0 0 0,1 0 0,-1-1-1,1 1 1,-1 0 0,0-1 0,1 1 0,-1-1-1,0 0 1,0 1 0,1-1 0,-1 0 0,0 0 0,0 0-1,0 0 1,0 0 0,0 0 0,0 0 0,0 0 0,1-1-1,6-8 31,0-1 0,0 1 0,12-24 0,-15 26-19,15-26 42,1-1 6,-1-1 0,16-41 0,-34 70-56,-2 6-48,-5 28-1798,-2-4-410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6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41 29245,'0'0'1070,"-10"16"-942,9-14-126,-9 13 65,1 1 0,0 0 0,1 0 0,1 1 0,0-1 0,1 2 0,1-1 0,1 1 1,-4 27-1,8-30-45,0-12-12,0 1-1,0-1 0,0 1 1,0-1-1,0 0 1,1 1-1,-1-1 1,1 1-1,0-1 0,2 5 1,-2-6-8,1-1 1,0 1 0,0-1-1,-1 0 1,1 0 0,0 0-1,0 0 1,0 0-1,0 0 1,0 0 0,0-1-1,1 1 1,-1-1 0,0 1-1,0-1 1,0 0-1,0 0 1,1 0 0,2 0-1,4-1 5,0 0 0,0 0 0,-1-1 0,1 0 0,-1 0 0,1-1 0,-1 0 0,0-1 0,0 0 0,0 0 0,0-1 0,-1 1 0,0-2 0,13-11 0,-1 0 20,-2-1-1,0-1 1,-1 0-1,15-25 1,-27 38-17,0 0 1,0-1-1,-1 0 1,0 1-1,0-1 1,0-1-1,-1 1 1,0 0-1,-1 0 1,1-1-1,-1 1 1,-1-1-1,0 1 1,-1-15-1,1 20-7,-1 0 0,1 1 0,-1-1 0,0 1 0,0-1 0,0 1 0,0-1 0,0 1 0,0 0 0,0 0 0,0-1 0,0 1 0,-1 0 0,1 0 0,-1 0 0,1 0 0,-1 0 0,1 0 0,-1 1 0,1-1 0,-1 0 0,1 1 0,-1 0 0,0-1 0,0 1 0,1 0 0,-1-1 0,0 1 0,1 0 0,-1 1 0,-3-1 0,-1 0-11,1 0 0,-1 1 0,0-1 0,0 1 0,1 1 0,-1-1 0,0 1 0,1 0 0,-6 2 0,4 1-160,0 0 0,1 1 0,-1 0 0,1 0 0,0 0 0,1 0 0,-1 1 0,1 0-1,1 0 1,-1 1 0,-3 9 0,-12 19-2660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0 416 28973,'0'0'1481,"6"-12"-1294,31-60-19,2 3 0,4 1 0,60-74 0,-60 90-91,-42 51-31,-1 5-30,-2 24-9,-1 0 0,-2 1 0,-1-1 0,-13 40 0,10-40-7,1 1 0,1 0 0,2 0 0,-3 46-1,8-75 1,0 1 0,0-1 0,0 0 0,0 0 0,0 1-1,0-1 1,0 0 0,0 1 0,0-1 0,0 0-1,0 0 1,0 1 0,0-1 0,0 0 0,1 1 0,-1-1-1,0 0 1,0 0 0,0 1 0,0-1 0,0 0-1,1 0 1,-1 0 0,0 1 0,0-1 0,0 0 0,1 0-1,-1 0 1,0 1 0,0-1 0,1 0 0,-1 0-1,0 0 1,1 0 0,-1 0 0,0 0 0,0 0 0,1 0-1,-1 0 1,0 0 0,1 0 0,-1 0 0,0 0-1,1 0 1,16-8 23,15-19 56,68-74 101,-42 45-15,78-99-1,-127 135-9,-6 15-2807,-10 11-1008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28973,'0'0'878,"-4"16"-577,1-4-260,-2 7 8,0-2 0,-1 1 0,0-1 0,-10 18 0,-1-3 101,1 2 1,1 0-1,2 0 1,-16 69-1,28-99-141,1-1-1,-1 1 1,1-1 0,0 1-1,0 0 1,0-1-1,0 1 1,1 0 0,0 5-1,0-8-8,0 0 1,-1 0-1,1 0 0,0 0 0,0 0 1,-1 0-1,1 0 0,0-1 1,0 1-1,0 0 0,0 0 0,0-1 1,1 1-1,-1 0 0,0-1 0,0 1 1,0-1-1,0 0 0,1 1 1,-1-1-1,0 0 0,0 0 0,1 0 1,-1 0-1,0 0 0,0 0 0,2 0 1,82-4 86,122-21 1,-178 20-93,5 3-1265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29437,'0'0'1537,"92"-38"-1441,-56 31-64,0 1-16,0 3 0,0-1-16,-5-1-64,-7 1-160,0 4-160,-8-3-304,-8 1-1073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6:49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27677,'0'0'3297,"8"2"-3009,12 5-112,8-4-48,4-1-64,7-2-15,5 0-49,0 0 0,0 0 0,0 0-81,0-3-351,-4-1-464,-8 0-913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7:4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6 552 24779,'0'0'6275,"0"0"-6266,0 0-1,0 0 1,0 0 0,-1 0-1,1 0 1,0 0 0,0 0-1,0 0 1,-1 0-1,1 0 1,0 0 0,0 0-1,0 0 1,-1 0 0,1 0-1,0 0 1,0 0-1,0-1 1,0 1 0,-1 0-1,1 0 1,0 0 0,0 0-1,0 0 1,0 0-1,-1 0 1,1-1 0,0 1-1,0 0 1,0 0 0,0 0-1,0 0 1,0-1-1,0 1 1,0 0 0,-1 0-1,1 0 1,0-1 0,0 1-1,0 0 1,0 0-1,0 0 1,0-1 0,0 1-1,0 0 1,0 0-1,0 0 1,0-1 0,0 1-1,0 0 1,1 0 0,-1 0-1,0-1 1,0 1-1,0 0 1,27-38 73,-2-2 1,37-80-1,-19 35-73,-15 36-1,2 1-1,2 1 0,62-69 1,-94 116-7,0 0 0,1 0 0,-1 0 1,0 0-1,0 0 0,0-1 1,1 1-1,-1 0 0,0 0 1,0 0-1,1 0 0,-1 0 0,0 0 1,0 0-1,1 0 0,-1 0 1,0 0-1,0 0 0,1 0 0,-1 0 1,0 0-1,0 0 0,1 0 1,-1 0-1,0 0 0,0 1 1,1-1-1,-1 0 0,0 0 0,0 0 1,0 0-1,1 0 0,-1 1 1,0-1-1,0 0 0,0 0 0,1 0 1,-1 1-1,0-1 0,0 0 1,0 0-1,0 0 0,0 1 1,0-1-1,0 0 0,1 0 0,-1 1 1,0-1-1,0 0 0,0 0 1,0 1-1,0-1 0,0 0 0,0 0 1,0 1-1,0-1 0,0 0 1,-1 1-1,5 19 10,-4-17 0,10 49 63,4 42-9,-13-58-61,0 7 12,2 1-1,1-1 1,21 85 0,-12-72-958,-21-56-3639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7:42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29069,'0'0'2236,"10"-16"-1916,-4 12-299,1 0 0,0 1 0,0-1 0,0 2 1,0-1-1,0 1 0,1 0 0,-1 1 0,1-1 0,-1 2 0,1-1 0,10 1 0,8-2-17,150-14-2155,-156 15 76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7:4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28461,'0'0'1694,"2"20"-1475,1 12-106,-1 0 0,-1 0 0,-2 0 0,-1 0 0,-7 32 0,3-37-80,-19 50 0,20-55-36,-3 11-37,7-33 31,1 1-1,0 0 0,0 0 1,-1 0-1,1 0 0,0-1 1,-1 1-1,1 0 1,-1 0-1,1-1 0,-1 1 1,1 0-1,-1-1 0,1 1 1,-1 0-1,0-1 0,1 1 1,-1-1-1,0 1 1,0-1-1,1 1 0,-1-1 1,0 0-1,0 1 0,-1-1 1,2 0-31,0-12-110,0-6 169,-1-40-43,10-75 0,-6 114 81,1 0 1,0 0-1,2 0 0,0 1 1,1 0-1,0 0 1,20-31-1,-27 49-50,0-1 1,0 1-1,1-1 1,-1 1 0,0 0-1,0-1 1,1 1-1,-1 0 1,1-1-1,-1 1 1,0 0-1,1 0 1,-1-1-1,1 1 1,-1 0-1,0 0 1,1 0-1,-1-1 1,1 1-1,-1 0 1,1 0-1,-1 0 1,1 0 0,-1 0-1,1 0 1,-1 0-1,0 0 1,1 0-1,-1 0 1,1 0-1,-1 0 1,1 1-1,-1-1 1,1 0-1,-1 0 1,0 0-1,1 1 1,-1-1-1,1 0 1,-1 0-1,0 1 1,1-1-1,-1 0 1,0 1 0,1-1-1,-1 0 1,0 1-1,0-1 1,1 1-1,-1-1 1,0 0-1,0 1 1,0-1-1,1 1 1,-1-1-1,0 1 1,0-1-1,0 1 1,0-1-1,0 1 1,0 0 0,11 32 75,-11-32-73,6 33 17,0 0 0,0 51 0,2 19 7,-7-96-33,0-1 0,0 1 0,1-1 0,0 0 0,1 1 0,-1-1 0,1 0 0,1 0 0,-1-1 1,1 1-1,1-1 0,-1 0 0,1 0 0,5 6 0,-9-11-2,0-1 1,0 1-1,0-1 0,0 1 1,0-1-1,0 0 1,0 1-1,0-1 0,0 0 1,-1 0-1,1 1 1,0-1-1,0 0 0,0 0 1,0 0-1,0 0 1,0 0-1,0-1 0,0 1 1,0 0-1,0 0 1,0-1-1,0 1 0,0 0 1,0-1-1,0 1 0,0-1 1,0 1-1,-1-1 1,1 0-1,0 1 0,0-1 1,-1 0-1,1 1 1,1-2-1,25-34 38,-22 29-36,30-48 64,-3-2 1,40-95-1,-29 60 91,-39 77-140,-4 14-45,-1 11-580,-18 31-1504,7-16-320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7:44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62 28525,'0'0'1974,"-3"10"-1672,-11 41 5,3-19-186,2 1 0,1 1 0,2-1 0,-3 49 0,9-67-106,0-8-13,-1 0 0,1-1 0,1 1 0,0 0 0,0 0 1,3 12-1,-3-16-2,0-1 1,1 0-1,-1-1 1,0 1-1,1 0 1,-1 0-1,1 0 1,-1-1-1,1 1 1,0-1-1,0 0 1,0 1-1,0-1 1,0 0-1,0 0 1,0 0-1,0 0 1,0 0-1,0-1 1,1 1-1,-1-1 1,0 1-1,0-1 1,1 0-1,2 0 1,2 0 1,-1 1 0,1-2 0,0 1 0,0-1 0,-1 0 0,1 0 0,0-1 0,-1 0-1,0 0 1,1 0 0,-1-1 0,0 0 0,0-1 0,8-5 0,-5 2 0,0 0-1,-1-1 1,0 0-1,0-1 1,-1 0-1,0 0 1,0-1-1,4-10 1,-1 1 18,-1 0 0,-1-1 1,0 0-1,-2-1 1,-1 1-1,0-1 1,-1 0-1,1-42 1,-5 59-12,0-1 1,0 0 0,0 0-1,-1 1 1,0-1-1,0 1 1,0-1 0,0 1-1,-1-1 1,1 1 0,-1-1-1,0 1 1,-1 0-1,1 0 1,-5-5 0,4 6-7,0 1 1,-1-1 0,1 1 0,0 0-1,-1 0 1,0 0 0,1 0 0,-1 1-1,0-1 1,0 1 0,0 0 0,0 0-1,0 1 1,0-1 0,0 1 0,-1 0-1,-6 1 1,7-1-37,0 1-1,0 0 1,0 0-1,1 0 1,-1 0 0,0 1-1,1-1 1,-1 1-1,1 0 1,0 0 0,0 1-1,0-1 1,0 1-1,0-1 1,0 1 0,0 0-1,1 0 1,0 0-1,-1 0 1,1 0 0,0 1-1,-2 5 1,-16 23-1197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18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7 410 27741,'0'0'1870,"-6"10"-283,37-54-1412,42-46 1,-10 13-145,107-124 118,-159 194-129,-11 22-28,-2 4 12,1 12 8,0-1 1,-2 1-1,-2-1 0,-14 52 1,13-61-17,1 1 1,0 0 0,2 0 0,-1 33 0,4-54-19,5-4 22,-1 0 0,1 0 0,-1 0 0,0 0 0,0-1-1,0 0 1,0 1 0,-1-1 0,1-1 0,3-6 0,5-3 7,36-41 27,-23 26-13,1 0 1,55-46-1,-81 74-115,1 1-1,0-1 0,-1 0 1,1 1-1,0-1 0,-1 1 1,1-1-1,0 1 0,0 0 1,0-1-1,-1 1 0,1 0 1,0-1-1,0 1 0,0 0 1,0 0-1,0 0 1,0 0-1,-1 0 0,1 0 1,0 0-1,2 0 0,-3 6-2068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1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28461,'0'0'1339,"2"20"-1184,2 67-30,-5-73-76,0 0-1,-1 1 0,0-1 0,-1 0 1,-1 0-1,0 0 0,-7 14 0,-10 42 108,17-36-23,-1 68 1,6-101-130,-1 0 1,1 0-1,-1 0 0,1 0 1,-1 0-1,1-1 0,0 1 1,-1 0-1,1 0 1,0-1-1,0 1 0,0 0 1,-1-1-1,1 1 0,0 0 1,0-1-1,0 0 1,0 1-1,0-1 0,0 1 1,0-1-1,0 0 0,0 0 1,0 0-1,0 1 1,0-1-1,3-1 0,38 4 109,-33-3-84,14 2-182,1-1 397,47-2 1,-66 1-396,-1-1 0,1 1 0,0-1 0,-1 0 1,1 0-1,-1-1 0,1 1 0,-1-1 1,0 0-1,0 0 0,0 0 0,0-1 0,0 1 1,0-1-1,0 0 0,4-5 0,-4 1-1978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19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28749,'0'0'1313,"8"-3"-1142,15-3-45,1 2 1,-1 1 0,33-1-1,-11 0-342,-30 2-683,-10-5-3121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19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29101,'0'0'1758,"20"-11"-1424,63-36-105,-69 41-201,0 0-1,0 1 1,1 1-1,0 1 1,0 0-1,0 0 1,0 2-1,0 0 0,0 0 1,20 3-1,-1-1-32,-21-1-524,0 1 0,0 1 0,19 5 0,-30-7 398,14 2-1648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38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0 388 27405,'0'0'2158,"5"-38"-1323,42-33-483,42-46-136,-11 11-93,-34 53-78,-43 50-55,-3 31 10,-1 1 1,-1-1 0,-2-1-1,-1 1 1,-1-1 0,-1 0-1,-23 46 1,22-51 2,5-14 0,1 0 0,1 0 0,0 0 0,0 1 0,0-1 0,1 1 0,0-1-1,0 10 1,22-28 155,60-58 54,-58 47-140,0 1-1,37-23 1,-3 17-1044,-10 8-3491,-27 9-8047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39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27757,'0'0'2014,"-7"20"-1803,-58 145 429,58-150-581,0 1-1,0 0 1,2 0 0,0 1-1,1-1 1,1 1 0,0 0 0,0 22-1,3-38-57,1 0 0,-1 1-1,1-1 1,0 0 0,0 0-1,0 0 1,-1 0 0,1 0-1,0 0 1,0 0 0,0 0-1,1 0 1,-1-1 0,0 1-1,0 0 1,0-1 0,0 1-1,1 0 1,-1-1 0,0 0 0,1 1-1,-1-1 1,0 0 0,1 0-1,-1 0 1,0 0 0,3 0-1,45 3 25,-46-3-23,61 3 33,-41-1-934,0-1 1,46-4 0,-65 2-554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3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28733,'0'0'1441,"31"-11"-1329,-15 7 0,0-1-80,4 1 16,-8-1-32,12 0-16,-8 1-80,0-1-288,-4 1-241,-4-1-591,-4 1-1265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39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10581,'0'0'19820,"0"0"-19811,0 0 1,0 0 0,0-1 0,0 1 0,0 0 0,0 0-1,0-1 1,0 1 0,0 0 0,0 0 0,0-1 0,0 1 0,0 0-1,0 0 1,0-1 0,0 1 0,0 0 0,1 0 0,-1-1-1,0 1 1,0 0 0,0 0 0,0-1 0,0 1 0,1 0 0,-1 0-1,0 0 1,0-1 0,0 1 0,1 0 0,-1 0 0,0 0-1,0 0 1,1 0 0,-1-1 0,0 1 0,0 0 0,1 0-1,-1 0 1,0 0 0,0 0 0,1 0 0,-1 0 0,0 0 0,0 0-1,1 0 1,-1 0 0,0 0 0,0 0 0,1 0 0,-1 0-1,0 0 1,0 0 0,1 1 0,-1-1 0,0 0 0,1 0 0,40-2 229,0-2 0,45-10 1,-44 6-387,0 2 0,49-1 0,-40 7-1638,-27 0 238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56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89 4546,'0'0'24956,"-6"21"-24839,-10 33 206,-38 83 0,29-84-99,-22 70 0,42-112 198,6-27-272,7-26-93,14-19-10,46-93 0,-53 127-43,1 1 0,1 0 0,1 1 0,1 1 0,33-33 0,-20 34 39,-32 22-41,1 0-1,0 1 1,-1-1-1,1 1 1,0-1-1,0 1 1,-1-1-1,1 1 1,0 0-1,0-1 1,0 1-1,-1 0 1,1 0-1,0 0 1,0-1-1,0 1 1,0 0-1,0 0 1,0 0-1,-1 0 1,1 0-1,0 1 1,0-1-1,0 0 1,0 0-1,0 1 1,-1-1-1,1 0 1,0 1-1,0-1 1,-1 1-1,1-1 1,0 1-1,0-1 1,-1 1-1,1-1 1,-1 1-1,1 0 1,0-1-1,-1 1 1,1 1-1,3 15 11,-1 0 0,0 0 0,-2 0 0,0 0 0,-1 0 0,-2 18 0,1 9-10,-1-21-9,-1 0 1,0-1-1,-2 1 1,-1-1-1,0-1 1,-2 1-1,-1-1 1,-16 31-1,24-50-61,0 0 0,-1 1 0,1-1 1,-1 0-1,1 0 0,-1 0 0,1 0 0,-1 0 0,0 0 0,0 0 0,0-1 0,0 1 1,-4 1-1,-12 1-3869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56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27228,'0'0'3586,"8"-25"-3330,12 25-160,0 0-32,0 0 0,4 0-48,0 0-16,8 0-80,0 0-256,0-2-288,-4-5-513,4-4-3201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57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27373,'0'0'880,"0"16"-242,0-12-602,0 13 62,0 0 0,-1 1 0,-1-1-1,-1 0 1,0 0 0,-1 0 0,-8 19 0,-23 32 407,19-39-227,-16 43 0,20-48-174,9-36-33,11-43 19,2 27-47,2 1 1,0-1-1,2 2 1,1 0-1,1 0 1,1 2 0,1 0-1,42-43 1,-60 67-42,0 0-1,0 0 1,1 0 0,-1 0 0,0 0 0,0-1 0,0 1 0,1 0-1,-1 0 1,0 0 0,0 0 0,1 0 0,-1 0 0,0 0-1,0 0 1,0 0 0,1 0 0,-1 0 0,0 0 0,0 0 0,1 0-1,-1 0 1,0 0 0,0 0 0,1 0 0,-1 0 0,0 0 0,0 0-1,0 0 1,1 0 0,-1 0 0,0 0 0,0 1 0,0-1-1,1 0 1,-1 0 0,0 0 0,0 0 0,0 0 0,0 1 0,1-1-1,-1 0 1,0 0 0,0 0 0,0 1 0,0-1 0,0 0 0,0 0-1,0 1 1,0-1 0,0 0 0,0 0 0,0 0 0,0 1-1,0-1 1,0 0 0,0 0 0,0 1 0,0-1 0,0 0 0,0 0-1,0 1 1,0-1 0,0 0 0,0 25-1,0-18 16,-20 273 117,20-279-133,0 0 0,0 0 1,0 0-1,1-1 0,-1 1 1,0 0-1,0 0 0,1 0 0,-1-1 1,1 1-1,-1 0 0,1-1 0,-1 1 1,1 0-1,-1-1 0,1 1 1,0 0-1,-1-1 0,1 1 0,0-1 1,-1 1-1,1-1 0,0 0 1,0 1-1,-1-1 0,1 0 0,0 1 1,0-1-1,0 0 0,0 0 1,0 0-1,-1 0 0,1 0 0,0 0 1,0 0-1,0 0 0,0 0 1,-1 0-1,1 0 0,0-1 0,0 1 1,0 0-1,1-1 0,2 0 7,0 0 1,1 0-1,-1-1 0,0 0 1,0 1-1,1-1 0,5-5 1,13-11-63,-1-2 0,0-1 1,-2 0-1,0-2 0,-1 0 0,-2-1 1,26-46-1,-31 54-1992,-8 13 248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9:57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42 28269,'0'0'1918,"-1"21"-1640,0 6-181,-1 17 221,-10 67 0,9-92-256,-1 1 0,2-1 0,1 1-1,1-1 1,0 1 0,4 22-1,-4-40-60,0 0 0,1-1 0,-1 1 0,1-1 0,0 1 0,-1 0 0,1-1 0,0 1 0,0-1 0,0 1 0,0-1 0,0 0 0,0 1 0,1-1 0,-1 0 0,0 0 0,1 0 0,-1 0 0,1 0 0,-1 0 0,1 0 0,-1-1 0,1 1 0,0 0 0,-1-1 0,1 1 0,0-1 0,-1 0 0,1 0 0,0 1 0,0-1 0,-1 0 0,1-1 0,0 1 0,-1 0 0,1 0 0,0-1 0,2 0 0,2 0 7,0-1-1,0 0 1,0 0 0,0-1-1,-1 0 1,1 0-1,-1 0 1,1 0 0,5-6-1,12-12 18,-2-1-1,0-1 0,-1 0 1,-2-2-1,17-27 0,-26 36-3,-1 0 0,0 0-1,-1 0 1,-1-1 0,-1 0-1,0 0 1,-1 0 0,-1-1-1,0 1 1,-1-20 0,-2 36-18,0 0 1,0 0-1,0-1 0,0 1 1,-1 0-1,1 0 1,0-1-1,-1 1 1,1 0-1,-1 0 1,1 0-1,-1 0 0,1 0 1,-1 0-1,0-1 1,0 2-1,1-1 1,-1 0-1,0 0 1,0 0-1,0 0 0,0 0 1,0 1-1,0-1 1,-2 0-1,0-1 0,-1 1 0,1 0 0,-1 0 0,1 1 0,-1-1 0,0 0 0,1 1 0,-1 0 0,-3 0 0,-2 1-8,-1 0 1,1 0 0,0 1-1,0 0 1,0 1-1,-15 6 1,10 0-128,1 1 1,0 0-1,1 0 1,0 2-1,1-1 1,0 1 0,1 1-1,0 0 1,1 0-1,-12 24 1,0-1-1609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0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 26028,'0'0'4573,"0"2"-4146,-2 22-374,-1 0 1,-1-1 0,0 0 0,-2 1 0,-1-2 0,-1 1 0,-1-1 0,0 0 0,-26 39-1,6-11-873,-67 84 0,87-127-965,-2-6-1689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1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27917,'0'0'2348,"18"-2"-2079,45-5-93,-1 4 0,107 6 0,-113 3-274,-5-2-947,0 2 0,94 25 0,-113-22-2373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89 26220,'0'0'3081,"-12"-15"-2720,-45-43-73,55 56-275,-1 0 1,1 1 0,-1-1-1,1 1 1,-1-1 0,1 1-1,-1 0 1,0 0-1,0 1 1,0-1 0,1 0-1,-1 1 1,0 0 0,0 0-1,0 0 1,0 0-1,0 0 1,0 0 0,1 1-1,-1-1 1,0 1 0,0 0-1,-3 1 1,-2 2 31,0 0 0,0 1 0,0 0 0,1 0 0,-8 7 0,11-9-18,-8 6 22,1 1 1,0 0-1,0 1 1,1 1-1,0 0 1,1 0-1,0 0 1,1 1-1,1 1 1,0-1-1,1 1 1,0 0-1,1 1 1,0-1-1,2 1 1,0 0-1,0 0 1,1 0-1,1 25 1,1-39-49,0 0 0,0 0 0,0 1 0,0-1 0,0 0 0,1 0 0,-1 0 0,1 0 1,-1 0-1,1 1 0,-1-1 0,1 0 0,-1 0 0,1 0 0,0 0 0,0 0 0,-1-1 0,1 1 0,0 0 0,0 0 1,0 0-1,0-1 0,0 1 0,0-1 0,2 2 0,1-1 1,0 1-1,0-1 1,0 0-1,0 0 1,0-1 0,0 1-1,8-1 1,-1 0 4,1-1 1,-1 0-1,0-1 1,0 0-1,16-6 1,-6 0-2,0-2 0,-1-1 0,-1 0 1,0-2-1,27-22 0,-39 30-2,0-1-1,0 0 1,-1 0-1,0-1 1,-1 0-1,1 0 1,-1 0 0,-1-1-1,1 1 1,-1-1-1,-1 0 1,1-1-1,-1 1 1,-1 0-1,1-1 1,-2 0 0,2-10-1,-4 18-1,0 1 0,0-1 0,0 1 0,-1 0 0,1 0 0,0-1 0,0 1 1,-1 0-1,1 0 0,0 0 0,0 1 0,0-1 0,-1 0 0,1 0 0,0 1 0,0-1 0,0 0 0,-1 1 0,1-1 0,0 1 0,0 0 0,-1 1 0,-6 4 10,0 1 0,1 0-1,0 0 1,1 0 0,0 1-1,0 0 1,0 1 0,1-1-1,1 1 1,-1 0 0,1 0-1,1 1 1,0-1 0,0 1-1,1 0 1,0-1 0,-1 15-1,3-23-9,0 0-1,0 0 1,0 0-1,1 0 1,-1 0-1,0 0 1,0-1-1,1 1 1,-1 0-1,0 0 1,1 0-1,-1 0 0,1 0 1,-1 0-1,1-1 1,0 1-1,-1 0 1,1-1-1,0 1 1,-1 0-1,1-1 1,0 1-1,0-1 1,-1 1-1,3 0 1,28 4 1,-22-5 1,1-1 0,0-1 0,0 0 0,14-4 0,1-6 1,-1 0 0,0-1 0,-1-1 0,-1-1 0,0-2 0,-1 0 0,30-31 0,-51 48-4,0 0 0,0 0 0,0 1 0,0-1 0,0 0 0,0 0 0,0 0 0,0 0 0,0 1 0,1-1 0,-1 0 0,0 0 0,0 0 0,0 0 0,0 0 0,0 1 0,0-1 0,1 0 0,-1 0 0,0 0 0,0 0 0,0 0 0,0 0 0,1 0 0,-1 0 0,0 1 0,0-1 0,0 0 0,0 0 0,1 0 0,-1 0 0,0 0 0,0 0 0,0 0 0,0 0 0,1 0 0,-1 0 0,0 0 0,0 0 0,0 0 0,1 0 0,-1-1 0,-17 39 3,13-29-2,-1 0 0,1 0 1,1 0-1,0 1 1,0 0-1,1-1 1,0 1-1,-1 19 1,4-28-2,-1 0 0,1 0 0,0 0 0,0 0 0,0-1 0,0 1 0,0 0-1,0 0 1,0-1 0,0 1 0,0-1 0,0 1 0,0-1 0,0 1 0,0-1 0,0 1 0,0-1 0,1 0 0,-1 0 0,0 0 0,0 1 0,0-1 0,1 0 0,-1-1 0,0 1 0,0 0 0,2-1 0,39-3 3,-15-7-7,0-1 0,-1-1 0,0-1 0,24-18 0,-6 5 8,-43 30-7,-1 1 0,0 0-1,0 0 1,0 0 0,-1-1 0,1 1-1,-1 0 1,-2 7 0,-2 29-18,4-38 1,1-1 0,0 1 0,0-1 1,0 1-1,0 0 0,0-1 0,1 1 0,-1-1 1,0 1-1,1-1 0,-1 1 0,1-1 1,-1 1-1,1-1 0,0 1 0,-1-1 0,1 0 1,0 1-1,0-1 0,0 0 0,0 0 1,0 0-1,2 2 0,0-2-81,1 0 0,-1 0 1,1-1-1,0 1 0,-1 0 0,1-1 0,-1 0 0,8-1 0,-2 1-42,34-2-1151,5-12-1345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2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24 28413,'0'0'2284,"3"-6"-2001,5-11-156,-22 33-47,-32 50 75,-76 121 71,-113 231-1,218-382-286,16-35 37,1-11-51,1-22 47,-2-51 5,1 77 22,-1 1 0,0 0 0,0 0 0,0 0 0,-1 0 0,1 0 0,-1 0 0,-1 0 0,1 0 0,-1 0 0,1 1 0,-7-7 0,9 10 2,-1 0 0,0 0-1,1 0 1,-1 0 0,0 0-1,0 0 1,0 0 0,0 0 0,0 0-1,0 0 1,0 1 0,0-1 0,0 0-1,0 1 1,-1-1 0,1 1-1,0-1 1,0 1 0,-1 0 0,1-1-1,0 1 1,-1 0 0,1 0-1,0 0 1,0 0 0,-1 0 0,1 0-1,0 0 1,-1 1 0,1-1-1,0 0 1,0 1 0,-1-1 0,1 1-1,0-1 1,0 1 0,0 0 0,0-1-1,0 1 1,0 0 0,0 0-1,0 0 1,0 0 0,0 0 0,0 0-1,0 0 1,1 0 0,-1 0-1,0 0 1,1 0 0,-1 0 0,1 1-1,-1 1 1,-2 4 7,0 0 0,1 1 1,-1 0-1,2-1 0,-1 1 0,1 0 0,0 9 0,0-12-7,2 0 0,-1-1-1,0 1 1,1 0 0,0-1-1,0 1 1,0-1 0,1 1 0,0-1-1,0 0 1,0 1 0,0-1 0,0 0-1,1 0 1,0-1 0,0 1-1,4 4 1,-2-3-1,1-1-1,0 0 1,1 0 0,-1 0 0,1-1-1,-1 0 1,1 0 0,0 0-1,0-1 1,8 2 0,14 0-1,1 0 0,0-2 0,1-1 0,37-5 1,-41 2-6,1-2 1,-2-2-1,1 0 1,-1-2 0,0 0-1,0-2 1,42-23 0,-63 30-11,-12 8 17,1 2 0,0-1 1,-1 1-1,2 0 0,-1 0 0,1 0 1,0 1-1,1 0 0,0 0 1,0 0-1,1 0 0,0 1 0,0-1 1,1 1-1,0 0 0,1 0 0,-1-1 1,2 1-1,-1 0 0,2 11 0,-1-19-1,0 0 0,0 0 0,0 0 0,1 0 0,-1 0 0,0 0 0,0 0-1,1 1 1,-1-1 0,1 0 0,-1 0 0,1 0 0,-1-1 0,1 1-1,0 0 1,-1 0 0,1 0 0,0 0 0,0-1 0,0 1 0,-1 0-1,1-1 1,0 1 0,0 0 0,2 0 0,0 0-1,1 0 0,0 0 0,-1 0 0,1 0 0,0 0 1,-1-1-1,1 0 0,4 0 0,2 0 0,0-1 0,1 0 1,-1-1-1,0 0 0,16-6 0,-19 6 4,0-1-1,0 0 1,0-1-1,0 1 1,0-2-1,-1 1 1,0 0-1,0-1 1,0 0-1,-1-1 1,1 1-1,-1-1 1,-1 0-1,1 0 1,-1-1-1,0 0 1,0 1-1,-1-1 1,0 0-1,0-1 1,-1 1-1,1 0 1,-2-1-1,1 1 1,-1-1-1,0 0 1,-1 1-1,0-1 1,0 0-1,-2-8 1,1 11 1,0 0 0,-1 0 0,0 0 0,0 0 0,0 0 0,-1 0 0,0 1 0,1-1 0,-2 1 0,1 0 0,0-1 0,-1 2 0,0-1 0,0 0 0,-8-5 0,7 5-23,-1 0-1,0 0 0,0 1 1,0 0-1,0 0 1,-1 0-1,1 1 0,-1-1 1,0 2-1,0-1 1,-13-1-1,20 4-57,-1-1-1,1 0 1,-1 0-1,0 0 1,1 0-1,-1 1 1,1-1-1,-1 0 1,1 1-1,-1-1 0,1 0 1,0 1-1,-1-1 1,1 1-1,-1-1 1,1 0-1,0 1 1,-1-1-1,1 1 1,0-1-1,-1 1 1,1-1-1,0 1 1,0-1-1,0 1 1,-1 0-1,1-1 1,0 1-1,0-1 1,0 1-1,0-1 1,0 1-1,0 0 1,0-1-1,0 1 1,0-1-1,1 1 1,-1-1-1,0 1 1,0 0-1,0-1 1,1 1-1,-1-1 1,0 1-1,1 0 1,-1 0-26,7 18-4811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3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89 420 28125,'0'0'1971,"4"-7"-1805,21-27-58,0 1 0,42-41 0,14-17-85,-54 59-16,-16 21-3,-1-1-1,0-1 1,-1 1-1,0-1 1,-1-1-1,12-27 1,-19 40 9,-1 0 0,1 0 1,-1 0-1,0 0 1,1 0-1,-1-1 0,0 1 1,0 0-1,0 0 0,0 0 1,0 0-1,0 0 0,0-1 1,0 1-1,0 0 0,0 0 1,-1 0-1,1 0 1,0 0-1,-1 0 0,1-1 1,-1 1-1,1 0 0,-2-1 1,1 1-5,0 1 0,-1-1 0,1 1 0,0 0 1,0-1-1,0 1 0,-1 0 0,1 0 0,0 0 0,0 0 1,-1 0-1,1 0 0,0 0 0,0 0 0,-1 1 0,1-1 1,0 0-1,-2 1 0,-6 3 8,0 0 1,1 0-1,0 0 0,-14 11 1,-4 6 32,1 1 1,1 1 0,2 1-1,0 1 1,1 1 0,-27 45-1,25-30-14,2 0 0,2 1 0,1 1-1,-14 52 1,29-83-39,1-1 0,0 0 0,0 1 0,1-1 0,1 1 0,1 22 0,0-32 1,0 0 0,-1-1 0,1 1-1,0 0 1,0-1 0,1 1 0,-1-1 0,0 1 0,0-1 0,1 0 0,-1 1 0,1-1 0,-1 0 0,1 0-1,0 0 1,-1 0 0,1 0 0,0-1 0,-1 1 0,1 0 0,0-1 0,0 1 0,0-1 0,0 0 0,0 0-1,0 1 1,-1-1 0,1 0 0,0-1 0,0 1 0,2-1 0,7 1 2,-1 0 0,1-2 0,-1 1 0,17-5 0,-2-5 2,0-2 0,-1 0 0,0-2-1,-1 0 1,-1-2 0,0 0 0,-1-2-1,31-35 1,-66 64 47,-10 13-50,18-15 6,0 1 0,0 0-1,1 1 1,1-1 0,0 1 0,0 0-1,1 0 1,0 0 0,0 1-1,1-1 1,1 1 0,-1 17 0,2-27-6,0 0 1,0 0 0,1 0 0,-1 0 0,0 0-1,0 0 1,1 0 0,-1 0 0,0 0 0,1 0-1,-1 0 1,1 0 0,0 0 0,-1 0 0,1 0-1,0-1 1,-1 1 0,1 0 0,0 0 0,0-1 0,-1 1-1,1-1 1,0 1 0,0-1 0,2 2 0,33 4-11,-26-6 7,1 0 1,-1-1 0,1-1 0,19-5 0,-14 0 5,0 0 0,-1-1 0,0-1 0,0-1 0,-1 0 0,0-1 0,-1 0 1,0-1-1,-1-1 0,0 0 0,-1 0 0,-1-1 0,0 0 0,14-28 1,-21 33-3,-1 1 0,0 0 0,0-1 0,-1 1 0,0-1 0,0-9 0,-1 16 0,1 0 0,-1 0 0,0 0 0,0 0 0,0 0 0,-1 0 0,1 0 0,0 0 0,-1 0 0,1 0 0,-1 0 0,0 0 0,0 1 0,0-1 0,1 0 0,-2 0 0,1 1 0,0-1 0,0 1 0,0-1 0,-1 1 0,1-1 0,-1 1 0,1 0 0,-1-1 0,0 1 0,1 0 0,-1 0 0,0 0 0,0 1 0,-3-2 0,-2 1-77,0 0-1,0 0 1,0 1 0,1 0 0,-1 1 0,0-1 0,0 1 0,0 1 0,0-1 0,0 1 0,1 0 0,-1 1 0,1 0 0,0 0 0,-1 0 0,2 0 0,-1 1 0,0 0 0,1 1 0,-1-1 0,1 1 0,0 0 0,1 0-1,-1 1 1,1-1 0,0 1 0,1 0 0,-1 0 0,1 0 0,0 0 0,1 1 0,-3 7 0,-1 17-1862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82 22810,'0'0'7425,"-6"-14"-7150,5 10-258,-1-2-2,0 1 0,-1 0-1,1 1 1,-1-1 0,0 0-1,0 1 1,-1 0 0,-5-7-1,6 9 2,1 0-1,-1 1 0,0-1 1,0 1-1,1 0 0,-1 0 1,0 0-1,0 0 1,0 0-1,0 1 0,0-1 1,0 1-1,0 0 0,0 0 1,-1 0-1,1 0 0,0 0 1,0 1-1,0 0 0,0-1 1,0 1-1,0 0 0,-3 2 1,-4 1 48,1 0 0,-1 1 0,1-1 0,0 2 1,1 0-1,-9 6 0,14-9-55,-1 0-1,1-1 1,0 2-1,0-1 1,1 0-1,-1 0 1,1 1-1,-1-1 1,1 1-1,0 0 1,1 0-1,-1 0 1,1 0-1,-1 0 1,1 0-1,0 0 1,0 8-1,1-11-8,1 1 0,-1-1 0,1 1 0,0-1 0,-1 0 0,1 1 0,0-1 0,0 0 0,0 1 0,0-1 0,0 0 0,0 0 0,0 0 0,1 0 0,-1 0 0,0 0 0,0 0 0,1-1 0,-1 1 0,1 0 0,-1-1 0,1 1 0,-1-1 0,2 1 0,48 13 1,-34-11 1,-3 1 1,1 0 0,0 0 0,-1 1-1,1 0 1,15 9 0,-26-12-5,0 1 1,-1-1-1,1 1 1,-1-1-1,0 1 1,0 0-1,0 0 0,0 0 1,-1 0-1,1 1 1,-1-1-1,0 1 1,0 0-1,0-1 1,0 1-1,-1 0 0,0 0 1,1 0-1,-1 0 1,0 6-1,0 0 2,-1 0 0,-1 0 0,1 0 0,-2 0 0,1 0 0,-1-1-1,-1 1 1,0 0 0,0-1 0,-1 0 0,0 1 0,-6 8 0,-10 14 4,-43 55-1,55-76-9,-11 13 8,-1-1 0,-1 0-1,0-1 1,-2-2 0,-36 26 0,59-45-1,0-1 0,0 0-1,-1 1 1,1-1 0,0 0 0,-1 1 0,1-1 0,0 0 0,-1 0 0,1 1 0,-1-1 0,1 0-1,0 0 1,-1 0 0,1 0 0,-1 1 0,1-1 0,0 0 0,-1 0 0,1 0 0,-1 0-1,1 0 1,-1 0 0,1 0 0,-1 0 0,1 0 0,0 0 0,-1 0 0,1-1 0,-1 1-1,1 0 1,-1 0 0,1 0 0,-1-1 0,3-15 8,15-21-1,23-24-56,2 2 1,2 2 0,3 2-1,3 2 1,1 2 0,3 3-1,72-51 1,-114 91 52,-3 1-3,1 0-1,-1 1 0,2 0 1,-1 0-1,0 1 0,1 1 1,22-7-1,-32 11 44,-2 6-21,-4 4-4,0-1-1,-1 1 1,0-1-1,-9 10 1,8-11-11,0 0 0,1 1 1,0 0-1,1 0 0,0 1 1,-5 13-1,10-22-6,-13 57 29,12-56-32,1 0 1,-1 0-1,1 0 0,0 0 0,0 0 0,0 0 1,0 0-1,0 0 0,0 0 0,0 0 0,1 0 0,-1 0 1,1 0-1,0 0 0,-1 0 0,1 0 0,0 0 1,0-1-1,0 1 0,0 0 0,1-1 0,-1 1 0,0-1 1,1 1-1,-1-1 0,3 2 0,7 1 5,1 0 0,0-1 0,0-1 1,0 0-1,1 0 0,-1-1 0,16-1 0,-1-1 1,0-1 0,34-7 0,-38 4-1,0-1-1,0-2 1,-1 0 0,0-1 0,33-20 0,-45 23-5,1 0 0,-2-1 1,1 0-1,-1-1 1,0 0-1,0 0 1,-1-1-1,-1 0 1,1-1-1,-1 1 1,-1-1-1,10-21 1,-14 28 0,-1 1 0,0-1 0,0 0 0,-1 0 1,1 0-1,0 0 0,-1 0 0,0 0 1,0 0-1,0 0 0,0 0 0,-1-6 1,0 8-2,1 0 1,-1 0-1,0 0 1,1-1-1,-1 1 1,0 0-1,0 0 1,0 0-1,0 0 1,0 1 0,0-1-1,0 0 1,0 0-1,0 0 1,-1 1-1,1-1 1,0 1-1,0-1 1,-1 1 0,1-1-1,0 1 1,-1 0-1,1 0 1,0 0-1,-1-1 1,1 1-1,0 1 1,-3-1 0,-3 0 5,0 1 0,0 0 0,0 0 1,1 1-1,-1-1 0,0 2 1,1-1-1,0 1 0,-1 0 1,1 0-1,0 0 0,1 1 1,-1 0-1,1 0 0,-1 1 1,1-1-1,0 1 0,-6 8 1,5-5 1,1 0 1,0-1-1,0 2 1,1-1-1,0 0 1,0 1 0,1 0-1,0 0 1,0 0-1,1 0 1,1 0-1,-1 0 1,1 13 0,1-19-10,0 0 0,0 0 0,1-1 1,-1 1-1,1 0 0,-1 0 0,1-1 0,0 1 1,0 0-1,0-1 0,1 1 0,-1-1 0,1 1 1,-1-1-1,1 0 0,0 0 0,0 0 1,2 3-1,1-2-5,-1 0 1,1 0 0,0 0 0,-1 0-1,1-1 1,1 0 0,-1 0-1,11 2 1,-1-1-31,1-1 0,0 0 1,0-1-1,0-1 0,27-4 0,-39 4-77,1-1 0,-1 0 0,0 0 0,1 0 0,-1-1 0,0 0 0,0 1 0,0-1-1,0-1 1,-1 1 0,1 0 0,6-7 0,8-16-2045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5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30590,'0'0'864,"120"75"-3201,-52-46-21177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6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1 327 28269,'0'0'1998,"10"-12"-1859,36-39 57,101-82 0,12 6-63,-159 127-128,0 0 0,0 0 0,0 0-1,0-1 1,0 1 0,0 0 0,0 0-1,0 0 1,0 0 0,0-1 0,1 1-1,-1 0 1,0 0 0,0 0 0,0 0-1,0 0 1,0 0 0,0-1-1,1 1 1,-1 0 0,0 0 0,0 0-1,0 0 1,0 0 0,0 0 0,1 0-1,-1 0 1,0 0 0,0 0 0,0 0-1,0 0 1,1 0 0,-1 0 0,0 0-1,0 0 1,0 0 0,0 0-1,1 0 1,-1 0 0,0 0 0,0 0-1,0 0 1,0 0 0,1 0 0,-1 0-1,0 0 1,0 0 0,0 0 0,0 1-1,0-1 1,1 0 0,-1 0 0,0 0-1,0 0 1,0 0 0,0 0-1,0 1 1,0-1 0,0 0 0,0 0-1,0 0 1,1 0 0,-1 1 0,0-1-1,0 0 1,0 0 0,0 0 0,0 0-1,0 1 1,-6 18 65,-15 22-69,-116 199 183,136-239-184,0 1 0,1-1-1,-1 0 1,0 0 0,1 0-1,-1 0 1,0 1-1,1-1 1,0 0 0,-1 1-1,1-1 1,0 0 0,0 1-1,-1-1 1,1 0-1,1 4 1,-1-5 0,0 0-1,1 0 1,-1 1 0,1-1-1,-1 0 1,1 0 0,-1 1-1,1-1 1,-1 0 0,1 0-1,-1 0 1,1 0 0,-1 0-1,1 0 1,-1 0 0,1 0-1,-1 0 1,1 0 0,-1 0-1,1 0 1,-1 0 0,1 0-1,-1 0 1,1 0-1,-1-1 1,1 1 0,-1 0-1,1-1 1,42-23 43,-2-10-14,-2-2 1,-2-2-1,60-77 0,-96 114 14,-1 35 67,-4 122 10,5-155-120,1-1 0,-1 1 0,0 0 0,1-1 0,-1 1 0,0-1 0,1 1 0,-1-1 0,1 0 0,-1 1 0,1-1 0,-1 0 0,0 0 0,1 0 1,-1 0-1,1-1 0,-1 1 0,3-1 0,1 1 1,7-2 0,0 0 0,0-1 0,-1 0 0,1-1 0,-1 0 0,0-1 0,0 0-1,0-1 1,-1 0 0,11-8 0,-6 4 0,0 1 0,1 0-1,0 1 1,18-5 0,-28 12-4,-4 29-56,-3-24 53,1 0 1,0 1-1,0-1 0,0 0 0,1 0 0,-1 1 0,1-1 0,0 0 1,0 0-1,0 0 0,1 0 0,0 0 0,-1 0 0,1 0 0,1 0 1,-1-1-1,0 1 0,1-1 0,0 0 0,0 0 0,0 0 0,0 0 1,0 0-1,1-1 0,-1 1 0,1-1 0,0 0 0,0 0 0,-1 0 1,1-1-1,0 1 0,0-1 0,1 0 0,-1 0 0,5 0 1,14 3-33,-1-1 0,1-1 0,0-1 0,0-1 1,0-1-1,-1-2 0,1 0 0,-1-1 1,1-1-1,-1-1 0,-1-1 0,1-1 0,-1 0 1,-1-2-1,0-1 0,0 0 0,-1-2 1,22-17-1,-38 27 50,1 1 1,-1-1-1,0 0 1,0-1-1,0 1 1,0 0-1,-1-1 1,1 0-1,-1 0 1,0 1-1,0-1 1,0-1-1,0 1 1,-1 0-1,0 0 1,0-1-1,0 1 1,0-7-1,-1 10 0,-1 0 0,1 0 0,-1 0 0,0 0 0,0 0 1,1 0-1,-1 0 0,0 0 0,0 0 0,0 0 0,0 1 0,0-1 0,0 0 0,0 1 0,0-1 0,0 1 0,0-1 0,-1 1 0,1-1 0,0 1 0,0 0 0,0 0 0,-1-1 0,1 1 0,0 0 0,0 0 0,0 0 0,-1 0 0,-1 1 0,-47 1 105,47-2-104,-9 2 16,1 0 0,0 1 0,0 0 0,-1 1-1,2 0 1,-1 0 0,0 1 0,1 1 0,-11 7 0,16-10-20,0 1 0,0-1 0,1 1 1,-1 0-1,1 0 0,0 0 0,0 0 1,0 1-1,1 0 0,0 0 1,0 0-1,0 0 0,0 0 0,1 0 1,0 1-1,0-1 0,1 1 0,-1 0 1,1-1-1,0 7 0,1-10-9,0 0 0,1 0-1,-1 0 1,1-1 0,-1 1 0,1 0-1,0-1 1,0 1 0,0 0 0,0-1-1,0 1 1,0-1 0,0 0 0,1 1 0,-1-1-1,0 0 1,1 0 0,-1 0 0,1 0-1,0 0 1,-1 0 0,1 0 0,0 0-1,-1-1 1,1 1 0,0 0 0,0-1 0,-1 0-1,1 1 1,0-1 0,3 0 0,12 2-2,0-1 0,27-2 0,-24 1 2,7-3-2,0 0-1,0-1 1,-1-2 0,0-1 0,0-1 0,-1-1 0,0-1 0,0-2 0,28-17-1,-52 29 3,-1 0 0,0-1 0,0 1 0,0 0 0,1 0 0,-1 0 0,0 0 0,0 0 0,0 0 0,1 0 0,-1-1-1,0 1 1,0 0 0,1 0 0,-1 0 0,0 0 0,0 0 0,0 0 0,1 0 0,-1 0 0,0 0 0,0 0 0,1 0 0,-1 1-1,0-1 1,0 0 0,1 0 0,-1 0 0,0 0 0,0 0 0,0 0 0,1 0 0,-1 1 0,0-1 0,0 0 0,0 0 0,0 0-1,1 0 1,-1 1 0,0-1 0,0 0 0,0 0 0,2 17 45,-8 37 19,0-7-290,8-47 58,0-1-1,0 1 1,0-1-1,1 1 1,-1-1 0,0 0-1,-1 0 1,1 0-1,0 0 1,0 0-1,0 0 1,0-1-1,2-2 1,22-22-3543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6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29437,'0'0'1313,"-112"122"-1233,84-57-80,-8 5-672,-4 4-3522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8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1 429 28189,'0'0'1969,"7"-20"-1785,21-48 58,4 1 0,45-75 0,-53 107-192,35-51-15,-59 86-34,0 0 1,0 0-1,0 0 1,0-1-1,0 1 1,1 0-1,-1 0 1,0 0-1,0 0 1,0 0-1,0 0 0,0 0 1,0-1-1,0 1 1,1 0-1,-1 0 1,0 0-1,0 0 1,0 0-1,0 0 1,0 0-1,0 0 1,1 0-1,-1 0 0,0 0 1,0 0-1,0 0 1,0 0-1,0 0 1,1 0-1,-1 0 1,0 0-1,0 0 1,0 0-1,0 0 1,0 0-1,1 0 0,-1 0 1,0 0-1,0 0 1,0 0-1,0 1 1,0-1-1,0 0 1,0 0-1,1 0 1,-1 0-1,0 0 1,0 0-1,0 0 0,0 0 1,0 1-1,0-1 1,0 0-1,0 0 1,0 0-1,0 0 1,0 0-1,0 1 1,0-1-1,0 0 1,0 0-1,3 18 28,-5 22 15,-1-7-16,-8 153 144,11-186-172,0 1 0,-1-1 0,1 1 0,0-1 0,0 1 0,0-1 0,1 1 0,-1 0-1,0-1 1,0 1 0,0-1 0,0 1 0,0-1 0,1 1 0,-1-1 0,0 1 0,0-1-1,1 1 1,-1-1 0,0 1 0,1-1 0,-1 0 0,1 1 0,-1-1 0,0 0 0,1 1-1,-1-1 1,1 0 0,-1 1 0,1-1 0,-1 0 0,1 1 0,19-6-8,16-21 1,-27 17-4,0-1-1,-1 0 1,0-1 0,0 0 0,-1 0 0,-1 0-1,0-1 1,0 0 0,-2 0 0,1-1 0,-1 0-1,-1 1 1,0-1 0,-1 0 0,-1-1-1,0 1 1,0 0 0,-1 0 0,-4-27 0,1 34 36,0 14 25,5 17 21,1-21-111,1 0 0,0 0 0,0 0 0,0 0 0,0-1 0,0 0 0,1 0 0,-1 0 0,1 0 0,0-1 0,0 0 0,0 0 0,0 0 0,0-1 0,9 2 0,8 1-429,0-1-1,32 1 0,8-4-1450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0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 28541,'0'0'1145,"-2"16"-695,-2 12-300,-1-1 0,-1 0 0,-2 0 0,-1 0 0,-19 39 0,-46 81 317,-69 146-275,114-232-192,15-35-7,-19 54 0,48-113-11,1 0 0,40-58 0,-11 19 21,30-49 8,63-118 13,-136 237 6,-2 8-9,-3 22 7,-9 34 5,10-49-26,0 0 1,1 1-1,1 17 0,0-20-6,0-10-1,0 0-1,0 0 1,0 0 0,0 0 0,0-1 0,0 1 0,0 0 0,0 0 0,1 0 0,-1 0 0,0-1 0,1 1 0,-1 0 0,1 0 0,-1-1 0,0 1 0,1 0 0,0-1 0,-1 1 0,1 0 0,-1-1-1,1 1 1,0-1 0,-1 1 0,1-1 0,0 1 0,0-1 0,-1 0 0,1 1 0,1-1 0,1 1 0,-1-1 0,1 1-1,0-1 1,0 0 0,0 0 0,0 0-1,0-1 1,-1 1 0,5-2 0,3-1 0,0 0 1,-1 0 0,1-1 0,13-8 0,28-21-10,-1-2 0,-2-2 1,44-44-1,-103 113-34,3-16 46,0 0 0,2 0-1,0 0 1,0 1 0,2 0-1,0 0 1,1 0 0,0 0-1,0 31 1,3-46-5,1-1-1,-1 0 1,0 1 0,0-1 0,0 0-1,1 0 1,-1 0 0,0 1-1,1-1 1,-1 0 0,1 0 0,0 0-1,-1 0 1,1 0 0,0 0 0,0 0-1,0 0 1,0 0 0,-1 0-1,1 0 1,0 0 0,3 1 0,-1-1-10,0 1 1,1-1 0,0 1 0,-1-1-1,1 0 1,0-1 0,7 2 0,4-2-97,1 0 0,-1 0 0,16-4 0,-12 0-5,-1 0-1,0-1 1,0-1-1,0-1 1,-1-1-1,0 0 1,0-1 0,-1-1-1,0 0 1,-1-2-1,0 1 1,-1-2-1,0 0 1,-1-1-1,-1 0 1,12-17-1,-21 27 173,-1 0-1,0-1 1,0 1-1,0-1 1,0 0-1,-1 0 0,1 1 1,-1-1-1,0-6 1,-12 14 538,-3 7-505,1 2 0,0 0 0,1 0 0,0 1 0,1 0 1,0 1-1,1 1 0,1-1 0,0 2 0,1-1 0,-9 25 0,11-2-52,6-38-39,1 1-1,-1 0 0,0 0 1,0-1-1,0 1 1,1 0-1,-1 0 0,0-1 1,1 1-1,-1 0 0,1-1 1,-1 1-1,1-1 1,-1 1-1,1 0 0,-1-1 1,1 1-1,0-1 0,-1 0 1,1 1-1,0-1 1,-1 1-1,1-1 0,0 0 1,-1 0-1,1 1 0,0-1 1,0 0-1,-1 0 1,1 0-1,0 0 0,0 0 1,0 0-1,-1 0 1,1 0-1,0 0 0,0 0 1,-1 0-1,1 0 0,1-1 1,5-1-2,0 0 0,-1-1 0,1 0-1,-1 0 1,1 0 0,-1-1 0,0 0 0,0 0 0,0 0 0,-1-1 0,0 0 0,0 0 0,8-11 0,0-1-18,0 0 1,-1-1 0,12-26 0,-48 59-1,21-10 5,-1 0 0,1 1 0,0-1-1,0 1 1,1-1 0,-1 1 0,1 0 0,1 0 0,-1 0 0,0 9-1,1-13-34,1 0-1,0 0 0,0 0 0,0 0 0,0 0 0,0 0 0,1 1 0,-1-1 0,1 0 0,-1 0 1,1 0-1,0 0 0,0-1 0,-1 1 0,1 0 0,1 0 0,-1 0 0,0-1 0,0 1 0,1 0 1,-1-1-1,1 0 0,-1 1 0,1-1 0,0 0 0,-1 0 0,1 1 0,0-1 0,0-1 0,0 1 1,0 0-1,0 0 0,0-1 0,3 1 0,37 5-2306,5-5-6162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22250,'0'0'5966,"20"-17"-5281,158-139 94,-115 102-136,-62 54-624,-1 0 0,0 0 0,0 0 0,0 1 0,1-1 0,-1 0 0,0 0-1,0 0 1,0 1 0,0-1 0,0 0 0,1 1 0,-1-1 0,0 0 0,0 0 0,0 1 0,0-1 0,0 0-1,0 0 1,0 1 0,0-1 0,0 0 0,0 1 0,0-1 0,0 0 0,0 0 0,0 1 0,0-1 0,0 0-1,-1 1 1,1-1 0,0 0 0,0 0 0,0 1 0,0-1 0,0 0 0,-1 0 0,1 0 0,0 1 0,0-1-1,-1 0 1,1 0 0,0 0 0,0 1 0,-1-1 0,-50 87 172,38-69-181,1 1-1,1 1 1,0 0 0,2 0-1,0 1 1,-10 41 0,18-61-10,1 0 0,0 0 0,-1 0-1,1 0 1,0 0 0,0 0 0,0 0 0,0 0 0,0 0 0,0 0 0,0 0 0,0 0 0,0 0 0,0 0 0,1 0 0,-1 0-1,0 0 1,1 0 0,-1 0 0,1 0 0,-1 0 0,1-1 0,-1 1 0,1 0 0,-1 0 0,1 0 0,0-1 0,0 1 0,-1 0-1,1-1 1,0 1 0,0 0 0,0-1 0,0 1 0,0-1 0,0 0 0,0 1 0,0-1 0,0 0 0,0 1 0,0-1 0,0 0-1,0 0 1,0 0 0,0 0 0,0 0 0,0 0 0,0 0 0,0 0 0,0 0 0,0-1 0,0 1 0,0 0 0,1-1 0,10-3-3,-1 1 1,0-1 0,19-10-1,-27 12 3,10-4-7,14-6-87,-1-2-1,-1-1 1,25-19 0,-45 31 80,-1 0 1,0 0 0,0 0-1,0-1 1,0 0 0,0 1-1,-1-2 1,0 1 0,0 0 0,0-1-1,0 1 1,-1-1 0,0 0-1,0 1 1,0-1 0,0 0-1,-1-1 1,0 1 0,0 0-1,0 0 1,-1 0 0,0-1-1,0 1 1,0-7 0,-1 11 7,0 1 0,1-1 0,-1 1 1,0-1-1,0 1 0,1-1 0,-1 1 1,0-1-1,0 1 0,0 0 0,1-1 0,-1 1 1,0 0-1,0 0 0,0 0 0,0 0 1,0-1-1,0 1 0,0 0 0,1 1 1,-1-1-1,0 0 0,0 0 0,0 0 0,0 0 1,0 1-1,0-1 0,1 0 0,-1 1 1,0-1-1,0 1 0,1-1 0,-1 1 1,0-1-1,0 1 0,1-1 0,-1 1 0,1 0 1,-1-1-1,1 1 0,-1 0 0,1 0 1,-1 0-1,1-1 0,-1 1 0,1 0 0,0 0 1,-1 1-1,1 0-25,0 0 0,0 0 0,0 0 0,0 0 0,0 0 0,0 0 0,1 0 0,-1 0 0,1 0 0,-1 0 0,1 0 0,0 0 0,0 0 0,0 0 1,0-1-1,0 1 0,0 0 0,0-1 0,0 1 0,1 0 0,-1-1 0,1 0 0,-1 1 0,1-1 0,0 0 0,-1 0 0,1 0 0,0 0 0,0 0 0,0 0 0,0 0 0,0-1 0,0 1 0,0-1 0,0 0 0,0 1 0,4-1 0,32 7-246,0-2-1,1-2 1,0-1 0,0-2-1,75-9 1,-89 5 279,-1-1 0,25-9 0,-41 11 89,1 0 0,0-1 1,-1 0-1,0 0 0,0-1 0,0 0 0,-1 0 1,12-11-1,-18 16-58,0-1-1,0 0 1,0 0 0,-1 0 0,1 0 0,0 0 0,0 0 0,-1 0 0,1 0 0,-1 0-1,1 0 1,-1 0 0,1-1 0,-1 1 0,0 0 0,1 0 0,-1-1 0,0 1 0,0 0 0,0 0-1,0 0 1,0-1 0,0 1 0,0 0 0,-1-2 0,0 2-1,1 0 0,-1 1 0,0-1 0,0 0 0,1 1 0,-1-1 0,0 0 0,0 1 0,0-1 0,0 1-1,1-1 1,-1 1 0,0 0 0,0-1 0,0 1 0,0 0 0,0 0 0,0 0 0,0-1 0,0 1 0,0 0 0,0 1 0,0-1 0,0 0 0,0 0 0,0 0 0,0 0 0,0 1 0,-2 0 0,-6 2 16,0 1 0,0 0 0,0 1 0,1 0 0,-1 1 0,1-1 0,0 2 0,1-1 0,-8 8 0,-59 70 587,69-78-614,0 0 0,1 0 0,-1 1 1,1-1-1,1 1 0,-1 0 0,1 1 0,0-1 0,1 0 0,0 1 1,0-1-1,-1 12 0,3-18-21,1 0-1,-1 0 1,0-1 0,1 1-1,-1 0 1,1-1 0,-1 1 0,1 0-1,-1-1 1,1 1 0,-1-1 0,1 1-1,0-1 1,-1 1 0,1-1 0,0 1-1,0-1 1,-1 1 0,1-1-1,0 0 1,0 0 0,0 1 0,-1-1-1,1 0 1,0 0 0,0 0 0,0 0-1,0 0 1,-1 0 0,3 0 0,33-1-5,-29 1 7,10-2 1,-1-1-1,0 0 1,0-1-1,0-1 1,0 0-1,29-15 1,88-56 7,-118 67-9,11-7 3,0-1 0,-1-1 0,38-36 0,-57 47-2,1 0 0,-1 0 0,0-1 0,-1 1 0,1-1 0,-2 0 0,1-1 1,-1 1-1,0-1 0,-1 0 0,0 0 0,0 0 0,-1 0 0,0-1 0,-1 1 0,0-10 0,-1 17 14,-3 3-13,0 1 0,1-1 0,-1 1-1,0-1 1,1 1 0,-1 0 0,1 0-1,-1 0 1,1 1 0,0-1 0,0 0 0,0 1-1,0 0 1,0-1 0,-2 7 0,0-3 8,-18 25 22,-14 21 78,-37 70-1,64-105-131,1 0 1,1 1-1,1-1 0,0 2 0,1-1 0,1 0 1,1 1-1,-1 33 0,4-50 0,-1-1-29,1 0-1,0 0 1,0 1 0,0-1-1,0 0 1,0 1 0,0-1-1,0 0 1,0 0 0,1 1-1,-1-1 1,0 0 0,1 0-1,-1 0 1,1 1 0,-1-1-1,1 0 1,0 0 0,-1 0-1,1 0 1,0 0 0,0 0-1,0 0 1,0 0 0,0 0-1,0-1 1,0 1 0,2 1-1,26 3-1731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0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31070,'0'0'496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3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1 612 29101,'0'0'1769,"21"-20"-1539,134-126-38,-98 95-168,-2-3 1,-2-2 0,75-104-1,-95 113-24,-33 47 0,0 0 0,0 0 0,0 0 0,0 0 0,0 0-1,0 0 1,0 1 0,0-1 0,0 0 0,0 0 0,0 0 0,0 0-1,0 0 1,0 0 0,0 0 0,0 1 0,0-1 0,0 0 0,0 0-1,1 0 1,-1 0 0,0 0 0,0 0 0,0 0 0,0 0 0,0 0-1,0 0 1,0 0 0,0 0 0,0 0 0,1 1 0,-1-1 0,0 0-1,0 0 1,0 0 0,0 0 0,0 0 0,0 0 0,0 0 0,1 0-1,-1 0 1,0 0 0,0 0 0,0 0 0,0 0 0,0 0-1,0 0 1,0-1 0,1 1 0,-1 0 0,0 0 0,0 0 0,0 0-1,0 0 1,0 0 0,-2 13-5,-21 45 48,-2-1-1,-42 68 1,21-39-19,-81 153-3,125-238-166,1-8 56,3-23 19,7-38-52,-3 23-197,0-67 0,-17 121 564,10-5-238,0 0-1,0 0 1,1 0-1,-1 0 0,1 0 1,0 0-1,0 0 1,1 0-1,-1 0 0,1 0 1,0 0-1,0 0 1,0 0-1,1 0 0,-1 0 1,1 0-1,0-1 1,0 1-1,0-1 0,1 1 1,-1-1-1,1 0 1,0 0-1,-1 0 1,1 0-1,1-1 0,-1 1 1,0-1-1,1 0 1,-1 0-1,7 3 0,4 1-8,-1 0-1,1-1 1,0-1-1,1 0 0,-1-1 1,0 0-1,1-1 0,15 0 1,6-3 11,0-1 0,0-2 1,0-2-1,0-1 1,-1-1-1,0-2 0,0-2 1,-1-1-1,32-18 0,-52 25 6,-5 2-9,0 0 0,-1 0 0,1-1-1,-1 0 1,0 0 0,0-1-1,0 0 1,9-10 0,-35 16 154,6 5-142,1 1 1,1 0-1,-1 0 0,1 1 0,0 0 1,1 1-1,0 0 0,-14 16 1,-63 83 135,80-99-145,-2 2-4,6-7 0,-1-1-1,1 1 0,0 0 0,0 0 0,0 0 1,0 1-1,1-1 0,-1 0 0,1 1 0,0-1 1,0 1-1,0-1 0,-1 7 0,2-9-6,0-1 0,1 0 0,-1 1 0,0-1-1,0 1 1,0-1 0,1 0 0,-1 1 0,0-1 0,0 1 0,1-1-1,-1 0 1,0 0 0,1 1 0,-1-1 0,0 0 0,1 1-1,-1-1 1,1 0 0,-1 0 0,0 0 0,1 0 0,-1 1 0,1-1-1,-1 0 1,1 0 0,-1 0 0,0 0 0,1 0 0,-1 0 0,1 0-1,-1 0 1,1 0 0,-1 0 0,1 0 0,-1-1 0,20-2-20,-7-3 18,0-1 0,0-1 0,-1 0 0,0-1 0,0 0 0,-1-1 1,0 0-1,-1 0 0,0-1 0,15-22 0,-23 29-17,0 1 0,0-1 1,0 0-1,0 0 0,-1 1 0,1-1 0,-1 0 0,0-1 0,0 1 0,0-6 1,-1 9 15,-1 1 0,1-1 0,0 1 0,-1 0 0,1-1 0,-1 1 0,1 0 0,0 0 0,-1-1 0,1 1 0,-1 0 0,1 0 0,-1 0 0,1-1 0,-1 1 0,1 0 0,-1 0 0,1 0 0,-1 0 0,1 0 0,-1 0 1,1 0-1,-1 0 0,1 0 0,-1 0 0,1 0 0,0 0 0,-1 1 0,1-1 0,-1 0 0,1 0 0,-1 0 0,1 1 0,-1-1 0,1 0 0,0 0 0,-1 1 0,1-1 0,-1 0 0,1 1 0,0-1 0,-1 1 0,-20 13-8,16-10 20,0 1 1,1 0-1,0 0 0,0 0 1,0 0-1,0 1 1,1-1-1,0 1 0,0 0 1,0 0-1,1 0 0,0 1 1,0-1-1,1 0 0,0 1 1,-1 11-1,4-17-8,0 0 1,0 0-1,0 0 0,0 0 0,0-1 1,0 1-1,0 0 0,1-1 0,-1 0 0,0 1 1,0-1-1,1 0 0,-1 0 0,0 0 0,0 0 1,1-1-1,2 0 0,2 1 2,12-1 8,0-1-1,-1-1 1,1-1-1,-1 0 1,0-1 0,0-1-1,29-14 1,116-71 40,-140 77-39,7-5 6,0-1-1,-2-2 1,0 0-1,-2-2 1,-1-1-1,28-35 1,-38 40-16,0 0 1,-2-2-1,0 1 0,-1-2 0,-2 1 1,0-2-1,-1 1 0,-2-1 1,9-41-1,-19 58 83,-7 12-48,-10 15-14,-36 53 31,3 3 1,-79 150-1,123-208-53,0 1 0,1 0-1,1 0 1,1 1-1,1 0 1,1 0 0,0 0-1,1 0 1,1 25 0,2-44-1,0 0 0,0 0-1,1 0 1,-1 1 0,1-1 0,-1 0 0,1 0 0,-1 0 0,1 0 0,-1 0-1,1 0 1,0 0 0,0 0 0,0 0 0,0-1 0,-1 1 0,1 0-1,0 0 1,0-1 0,0 1 0,1-1 0,-1 1 0,0-1 0,0 1 0,0-1-1,0 1 1,0-1 0,1 0 0,-1 0 0,0 0 0,0 0 0,0 0 0,1 0-1,-1 0 1,0 0 0,0 0 0,0 0 0,0-1 0,1 1 0,1-1-1,2 0 4,1 0 0,0-1 0,-1 1 0,0-1 0,1 0 0,-1 0 0,9-6 0,-1-2-12,0-1 0,-1 0 0,0-1 0,-1 0 0,-1-1 0,0 0 0,-1 0 0,0-1 1,-1-1-1,8-18 0,-16 33 10,0-1 1,1 1-1,-1 0 1,0-1-1,0 1 0,0-1 1,0 1-1,0-1 1,0 1-1,0 0 1,0-1-1,0 1 1,0-1-1,0 1 0,0-1 1,0 1-1,0 0 1,0-1-1,0 1 1,-1-1-1,1 1 1,0 0-1,0-1 0,0 1 1,-1 0-1,1-1 1,0 1-1,-1 0 1,1-1-1,0 1 1,0 0-1,-1 0 1,1-1-1,-1 1 0,1 0 1,0 0-1,-1 0 1,1-1-1,0 1 1,-1 0-1,1 0 1,-1 0-1,1 0 0,-1 0 1,1 0-1,0 0 1,-1 0-1,1 0 1,-1 0-1,1 0 1,0 0-1,-1 0 0,1 0 1,-1 0-1,1 0 1,-1 1-1,1-1 1,0 0-1,-1 0 1,1 0-1,0 1 0,-1-1 1,-27 14 29,24-11-25,1 0 0,-1 0 0,0 1 0,1-1 0,0 1 0,0 0 0,0 0 0,0 0 0,0 0 0,1 0 0,0 1 0,0-1 0,0 1 0,1 0 0,-1-1 0,1 1 0,0 0 0,0 0 0,0 9 0,2-13-4,-1 0 0,0 0 0,0 0 0,1-1 0,-1 1 0,1 0 0,-1 0 0,1-1 0,-1 1 0,1 0 0,-1-1 0,1 1 0,-1 0 0,1-1 0,0 1 0,-1-1 0,1 1 0,0-1 0,0 0 0,-1 1 0,1-1 0,0 0 0,0 1 0,0-1 0,-1 0 0,1 0 0,0 0 0,0 1 0,0-1 0,1 0 0,32 2 2,-27-2-1,16-1 4,1 0 0,-1-1 0,0-1 0,0-1 1,32-11-1,105-48-7,-169 67 15,0 2-1,1-1 0,-1 1 0,1 1 0,0 0 0,-10 11 0,14-14-10,0 0 0,0 1 0,1-1 0,0 1 0,0 0 0,0 0 0,0 0 0,1 0 0,-1 0 0,1 0 0,1 1 0,-1-1 0,-1 12-1,27-17-59,-13-3 56,1 0 1,-1-1-1,0 0 1,-1 0-1,1-2 1,13-8-1,9-3-22,-16 9 5,-9 5-23,-1-1 0,1 1-1,-1-1 1,0-1 0,7-5 0,-30 19-14,-6 5 69,19-11-9,0 1-1,0 0 1,0 0-1,1 0 1,-1 0-1,1 0 1,0 0-1,1 1 1,-1-1-1,1 1 1,0-1-1,0 1 1,0-1-1,0 1 1,1 5-1,0-10-3,0 1 0,1-1-1,-1 1 1,0-1-1,1 1 1,-1-1 0,0 1-1,1-1 1,-1 1 0,0-1-1,1 1 1,-1-1 0,1 0-1,-1 1 1,1-1-1,-1 0 1,1 1 0,-1-1-1,1 0 1,-1 0 0,1 0-1,0 0 1,-1 1-1,1-1 1,-1 0 0,1 0-1,0 0 1,-1 0 0,2 0-1,24 0-3,-20 0 6,18-1 8,1-1 0,-1-1 0,1-2 0,-1 0 0,43-16 0,-8-3-1,62-34-1,-89 40-3,0-1 0,-2-1-1,0-2 1,-1-1-1,48-49 1,-65 59-2,-1 0-1,0 0 1,-1-1-1,-1 0 1,0-1 0,-1 0-1,0 0 1,-1-1-1,-1 0 1,-1 0 0,0 0-1,-1-1 1,-1 0-1,2-33 1,-5 50-2,0-1 0,0 1-1,0-1 1,-1 1 0,1-1 0,0 1-1,0-1 1,-1 1 0,1-1 0,0 1 0,-1-1-1,1 1 1,-1 0 0,1-1 0,-1 1-1,1 0 1,0-1 0,-1 1 0,1 0-1,-1-1 1,1 1 0,-1 0 0,0 0-1,1 0 1,-1-1 0,1 1 0,-1 0 0,1 0-1,-1 0 1,1 0 0,-1 0 0,0 0-1,1 0 1,-1 0 0,1 0 0,-1 0-1,1 1 1,-1-1 0,1 0 0,-1 0-1,0 0 1,1 1 0,0-1 0,-1 0 0,1 1-1,-1-1 1,1 0 0,-2 2 0,-29 16 9,9 5 11,0 0 1,1 2-1,-32 49 0,-42 90 46,81-137-58,-18 47 0,29-65-12,0 0-1,0 0 0,1 1 1,0 0-1,1-1 0,0 1 0,1 0 1,0 0-1,1 12 0,0-21 1,0 0-1,0 0 1,-1 0-1,1 0 1,0-1-1,0 1 1,0 0-1,0 0 1,0-1-1,0 1 1,0-1-1,1 1 1,-1-1-1,0 1 1,0-1-1,0 0 1,0 1-1,1-1 1,-1 0-1,0 0 1,0 0-1,1 0 1,-1 0-1,0 0 1,2-1 0,35-2-32,-23-2-3,0 0 0,0-1 1,-1-1-1,0 0 0,0-1 0,-1-1 0,0 0 0,13-12 0,10-6-136,7-3 28,1-3-16,2 3-1,0 2 1,61-27 0,-107 54 186,1 1 0,-1 0 0,0-1 0,1 1 0,-1 0-1,0 0 1,1-1 0,-1 1 0,1 0 0,-1 0 0,0 0 0,1 0 0,-1 0 0,1 0-1,-1 0 1,1 0 0,-1 0 0,0 0 0,1 0 0,-1 0 0,1 0 0,-1 0-1,1 0 1,-1 0 0,0 0 0,1 0 0,-1 0 0,1 1 0,-1-1 0,0 0-1,1 0 1,-1 1 0,0-1 0,1 0 0,-1 0 0,0 1 0,1-1 0,-1 0 0,0 1-1,1-1 1,-1 0 0,0 1 0,0-1 0,1 1 0,-6 24 252,-20 25-237,23-48-38,1-1-1,0 0 0,1 0 0,-1 1 0,0-1 0,1 0 1,-1 0-1,1 1 0,-1-1 0,1 0 0,0 1 0,-1-1 0,1 0 1,0 1-1,0 2 0,0-4-32,5-27-128,-4 23 146,1 0 0,-1-1 0,0 1 0,0-1 0,-1 1 0,1-1 0,-1-6 0,0 10-13,-4 1 26,0 1 0,-1 0 0,1 0 0,0 0 0,0 1 0,0-1 0,0 1 0,1 0 0,-1 0 0,0 0 0,1 0 0,-1 1 0,1 0 0,0-1 0,0 1 0,0 1 0,0-1 0,0 0 0,-3 7 0,0-2 25,1 0 0,0 0-1,0 1 1,1 0 0,0-1 0,1 1 0,-5 18 0,8-24-24,-1 1 1,0-1 0,1 0 0,0 0-1,-1 0 1,1 0 0,0 0-1,1 0 1,-1 0 0,1 1-1,-1-1 1,1 0 0,0 0 0,0 0-1,0 0 1,0-1 0,1 1-1,-1 0 1,1 0 0,0-1 0,0 1-1,0-1 1,0 0 0,3 3-1,0-2-1,1 0 1,1 0-1,-1 0 0,0-1 0,1 0 0,-1 0 0,1-1 0,-1 0 0,1 0 1,12 0-1,14 0 22,-1-2 0,1-1 1,-1-1-1,0-2 0,0-2 1,0 0-1,-1-2 0,0-2 1,-1 0-1,0-2 0,-1-2 1,51-32-1,-75 44-19,-1 0-1,1 0 1,0-1 0,-1 1-1,1-1 1,-1 0 0,0 0-1,-1 0 1,1-1 0,-1 1-1,1-1 1,-1 0 0,-1 0-1,1 0 1,-1 0 0,0-1-1,0 1 1,0-1 0,-1 1-1,1-11 1,-2 16-3,0-1 0,-1 1 0,1-1 0,0 1 0,-1-1 0,1 1 0,-1-1 1,1 1-1,-1-1 0,1 1 0,-1 0 0,1-1 0,-1 1 0,1 0 0,-1 0 0,0-1 0,1 1 0,-1 0 0,1 0 1,-1 0-1,0 0 0,1 0 0,-1 0 0,1 0 0,-1 0 0,0 0 0,1 0 0,-1 0 0,-1 0 0,-21 2 8,17 0 2,0 0 0,0 0 0,1 1 0,-1-1 0,1 1 0,0 1 0,0-1 0,0 1 0,0-1 0,0 1 0,1 1 0,0-1 0,0 1 0,0-1 0,0 1 0,1 0 0,0 1 0,-3 5 0,2-4-5,0 0 0,1 0 0,0 0 0,1 1 0,0-1 0,0 1 0,0 0 0,1-1-1,0 1 1,0 0 0,1 0 0,0 0 0,3 14 0,-2-19-7,0 0-1,0-1 0,0 1 1,1-1-1,0 0 1,-1 1-1,1-1 0,0 0 1,0 0-1,0 0 0,0 0 1,0 0-1,1-1 1,-1 1-1,1 0 0,-1-1 1,1 0-1,-1 0 0,1 0 1,0 0-1,-1 0 1,1 0-1,4 0 0,8 2-36,1-1-1,29 1 0,-41-3 32,105 1-1339,-63-1-826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4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224 181 26492,'0'0'4290,"4"-1"-3948,3 0-303,-1-1 1,1-1-1,-1 1 1,0-1-1,0 0 1,-1-1-1,1 1 1,0-1 0,-1 0-1,0 0 1,0-1-1,0 1 1,-1-1-1,0-1 1,5-6-1,-3 5-32,-1 0 0,-1-1 0,1 1 0,-1-1 0,0 0-1,-1 0 1,0-1 0,-1 1 0,1-1 0,-2 1 0,3-16 0,-7 23-13,1 0 1,0 1 0,-1 0-1,1-1 1,0 1 0,-1 0-1,1 0 1,0 0 0,-1 0-1,1 1 1,0-1 0,-1 0-1,-3 2 1,-1 2 5,0 1 0,1 0-1,-1 0 1,1 0 0,0 0 0,1 1 0,-1 0-1,1 0 1,0 1 0,1-1 0,0 1 0,-4 8 0,-8 17 6,-16 44 1,30-71-7,-28 88 9,22-65-8,0-1 0,-2 0-1,-1 0 1,-22 37 0,32-62-2,0-1 0,0 1-1,0-1 1,1 0 0,-1 1 0,-1-1 0,1 0 0,0 0 0,0 1-1,0-1 1,-1 0 0,1 0 0,0 0 0,-1-1 0,1 1 0,-1 0 0,1 0-1,-1-1 1,1 1 0,-1-1 0,-2 1 0,2-1 0,1-1 0,-1 1 0,1-1 1,-1 1-1,1-1 0,0 0 0,0 1 0,-1-1 0,1 0 1,0 0-1,0 0 0,0 0 0,0 0 0,0 0 1,0 0-1,0 0 0,0 0 0,-1-3 0,-3-6-6,0 1 1,0-1-1,2 0 0,-6-19 0,4 12 5,1 2-3,1 0 0,0 0 1,-2-23-1,26 37-25,-5 2 23,1 1 0,0 1 0,-1 0-1,18 6 1,34 7-117,106 0-842,-86-19-845,-69 1 94,0-1 0,25-8-1,14-11-16252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6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22682,'0'0'7057,"-16"16"-6582,16-15-473,-22 21 180,1 1-1,1 1 1,2 1-1,0 0 1,-15 30-1,28-45-142,1-1 0,-1 1 0,2 0 1,-1 0-1,1 0 0,1 0 0,0 1 0,-2 18 0,5-29-39,-1 1 0,0-1 1,0 1-1,0-1 0,1 0 0,-1 1 0,0-1 0,1 1 1,-1-1-1,0 0 0,1 0 0,-1 1 0,0-1 0,1 0 1,-1 0-1,1 1 0,-1-1 0,1 0 0,-1 0 0,0 0 1,1 0-1,-1 1 0,1-1 0,-1 0 0,1 0 0,-1 0 1,1 0-1,-1 0 0,1 0 0,-1 0 0,0 0 0,1-1 1,-1 1-1,1 0 0,19-4-3,-5-5-1,0 0 1,0-1 0,-1 0-1,0-2 1,-1 1-1,22-27 1,-10 13-16,1-1-16,-1-2-1,34-47 0,-54 65 34,-45 62 76,31-36-58,-42 77 68,47-87-80,1 1-1,1 0 1,-1 1-1,1-1 0,0 0 1,1 1-1,0-1 1,0 1-1,1-1 1,0 1-1,1 11 1,-1-18-5,1 0 1,0 0-1,0-1 1,-1 1-1,1 0 1,0-1-1,0 1 0,-1-1 1,1 1-1,0-1 1,0 1-1,0-1 1,0 1-1,0-1 1,0 0-1,0 1 0,0-1 1,0 0-1,0 0 1,0 0-1,0 0 1,0 0-1,0 0 1,0 0-1,1-1 1,30-1 3,-20-1 0,-1 0-1,1 0 1,-1-2-1,0 1 1,-1-1-1,1-1 1,-1 0-1,0 0 1,14-12-1,80-77 7,-98 88-8,128-124 39,-134 131-40,0-1 1,0 1-1,0 0 0,1 0 1,-1-1-1,0 1 0,0 0 1,0 0-1,0 0 0,1-1 1,-1 1-1,0 0 1,0 0-1,0 0 0,1-1 1,-1 1-1,0 0 0,0 0 1,0 0-1,1 0 0,-1 0 1,0 0-1,0 0 0,1-1 1,-1 1-1,0 0 1,0 0-1,1 0 0,-1 0 1,0 0-1,1 0 0,-1 0 1,0 0-1,0 0 0,1 1 1,-1-1-1,0 0 0,0 0 1,1 0-1,-1 0 1,0 0-1,0 0 0,1 0 1,-1 1-1,0-1 0,0 0 1,0 0-1,1 0 0,-1 1 1,1 17 9,-10 26 2,-16 36 16,20-59-30,-1-1 0,-1 0 0,-1 0 0,-1-1-1,0 0 1,-12 18 0,18-35-3,15-26 8,29-28 5,87-88 0,-121 133-10,-6 6 0,0-1 0,1 1-1,-1 0 1,1 0 0,0-1 0,-1 1-1,1 0 1,0 0 0,0 0 0,0 1-1,0-1 1,-1 0 0,1 1 0,0-1-1,2 1 1,-4 34-169,-13 7 171,10-34 3,-1 1-1,2 0 1,-1-1-1,1 1 1,1 0-1,-1 1 1,1-1-1,1 0 1,-1 0-1,2 0 1,-1 1-1,2 7 1,-1-15-4,0 1 0,-1-1 0,1 0 0,0 0 0,0 0 0,0 0 0,1 0 0,-1 0 0,0 0 0,0 0 1,0-1-1,1 1 0,-1 0 0,0-1 0,1 1 0,-1-1 0,1 1 0,-1-1 0,1 0 0,-1 1 0,0-1 1,1 0-1,-1 0 0,4 0 0,36-3-9,-41 3 10,18-5-1,0 0 0,0-1 0,-1-1-1,0-1 1,0-1 0,27-18 0,-23 14-9,-12 8 6,57-37-64,-61 38 65,1 0-1,-1 0 1,0-1-1,-1 1 1,1-1-1,-1 0 1,0-1-1,0 1 1,3-7-1,-7 12 7,0 0-1,0 0 1,1 0-1,-1 0 1,0 0-1,0 0 1,0-1-1,0 1 1,0 0-1,1 0 1,-1 0-1,0 0 1,0-1-1,0 1 1,0 0-1,0 0 1,0 0-1,0-1 1,0 1-1,0 0 1,0 0-1,0 0 1,0-1-1,0 1 1,0 0-1,0 0 1,0-1-1,0 1 1,0 0-1,0 0 1,0 0-1,0-1 1,0 1-1,0 0 1,0 0-1,0 0 1,-1 0-1,1-1 1,0 1-1,0 0 1,0 0-1,0 0 1,0 0-1,-1 0 1,1-1-1,0 1 1,0 0-1,-12 5 43,-11 14-31,18-14-7,0 0-1,0 1 1,0 0 0,1 0 0,0 0 0,0 1 0,0-1-1,1 1 1,0 0 0,0 0 0,1 0 0,0 1-1,0-1 1,0 0 0,1 1 0,1-1 0,-1 13 0,1-19-7,1 1 0,0-1 0,-1 1 0,1-1 0,0 0 0,-1 1 0,1-1 0,0 0 0,0 0 0,0 1 0,0-1 0,0 0-1,1 0 1,-1 0 0,0 0 0,0 0 0,1 0 0,-1-1 0,1 1 0,-1 0 0,0-1 0,1 1 0,-1-1 0,1 1 0,0-1 0,-1 0 0,3 0 0,49 3 2,-43-3-1,22 1 4,0-2 0,0-1 0,0-2 0,40-9 0,-61 10-4,0-1 0,-1 1 1,1-2-1,-1 0 0,-1 0 0,1-1 0,-1 0 1,0 0-1,0-1 0,0-1 0,-1 1 1,0-1-1,-1 0 0,0-1 0,0 0 0,6-11 1,-5 6-4,-2 5 1,0 1 0,-1-1 0,0-1 0,0 1 0,-1-1 0,-1 1 0,0-1 0,4-19 0,-7 29 44,-6 8 74,-3 4-98,1 0 0,1 0-1,0 1 1,-10 23 0,15-30-17,-1 1 0,1-1 0,1 0 0,-1 1 0,1-1 0,0 1 0,0 0 0,1-1 0,0 1 0,0 0 1,1-1-1,0 1 0,1 7 0,0-12-24,0 0 0,0 0-1,1 0 1,-1-1 0,0 1 0,1-1 0,-1 1 0,1-1 0,-1 0 0,1 0 0,-1 0-1,1 0 1,0-1 0,0 1 0,-1-1 0,1 1 0,0-1 0,0 0 0,0 0 0,-1 0 0,1-1-1,0 1 1,0-1 0,-1 1 0,1-1 0,0 0 0,3-2 0,28-33-1061,-21 20 458,19-19-1354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29806,'0'0'1776,"-67"114"-1776,43-69 0,0 1-256,8-3-1088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44 28381,'0'0'1307,"-2"15"-827,-5 37-311,-2 0-1,-3-1 1,-1 0-1,-3-1 0,-23 49 1,15-45-88,-3 0 0,-2-2 1,-2-1-1,-55 68 0,82-114-78,2-1 0,-1-1-1,1 0 0,-1 0 1,0 0-1,0 0 1,0 0-1,-1-1 0,1 1 1,-1-1-1,-6 4 0,10-6-1,-1 0-1,1 0 0,0 0 0,0 0 1,0 0-1,-1 0 0,1 0 0,0 0 0,0 0 1,0 0-1,-1 0 0,1 0 0,0 0 1,0 0-1,0 0 0,-1 0 0,1 0 0,0 0 1,0 0-1,0 0 0,0-1 0,-1 1 1,1 0-1,0 0 0,0 0 0,0 0 0,0 0 1,0 0-1,-1-1 0,1 1 0,0 0 1,0 0-1,0 0 0,0 0 0,0-1 0,0 1 1,0 0-1,0 0 0,0 0 0,0-1 1,0 1-1,0 0 0,0 0 0,0 0 0,0-1 1,0 1-1,0 0 0,0 0 0,0 0 1,0 0-1,0-1 0,0 1 0,0 0 0,0 0 1,0 0-1,0-1 0,0 1 0,0 0 1,0 0-1,1 0 0,-1 0 0,0-1 0,0 0 0,0-37-8,1 0 1,2 1-1,15-72 0,-16 99 8,1 0 0,0 0 0,0 1 0,1-1 0,0 1 0,1-1 0,0 1 0,1 1 0,-1-1 0,2 1 0,-1 0-1,1 0 1,0 1 0,1 0 0,0 0 0,0 1 0,0 0 0,1 0 0,17-7 0,55-10-15,-61 19 16,-1-1 1,34-14-1,2-8-2,-1-4 0,-2-1 0,-1-3 0,63-56 0,-109 87 5,48-47-98,-49 48 83,-1-1-1,-1 1 1,1 0 0,-1-1-1,1 0 1,-1 0 0,0 0 0,0 0-1,-1 0 1,1 0 0,-1 0-1,0 0 1,1-8 0,-13 13 219,3 2-192,1 2 1,0-1-1,0 1 0,0 0 1,1 0-1,-1 0 0,1 1 1,0 0-1,1 1 0,-9 11 1,-48 81 99,56-89-100,-7 12-11,-37 71 99,45-83-134,1 0 0,1 0 1,-1 0-1,1 1 1,1-1-1,0 1 0,0 15 1,19-29-1217,6-12-83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7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28205,'0'0'2897,"-24"25"-3937,24 2-801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296 198 26492,'0'0'3162,"-20"4"-2888,5-1-193,7-2-43,0 0 1,0 0-1,0 1 0,0 0 1,1 1-1,-1-1 1,1 2-1,0-1 0,0 1 1,0 0-1,0 0 1,0 1-1,1 0 0,-9 8 1,-3 8 99,0 0 1,2 1 0,0 1 0,-14 28 0,23-37-116,0 0 0,1 0 0,1 1 0,0 0 0,1 0 0,0 0 0,1 1 0,-1 28 0,4-43-23,0-1 0,1 1-1,-1-1 1,0 1-1,0 0 1,1-1-1,-1 1 1,0-1-1,1 1 1,-1-1 0,1 1-1,-1-1 1,0 1-1,1-1 1,-1 1-1,1-1 1,0 0 0,-1 1-1,1-1 1,-1 0-1,1 1 1,-1-1-1,1 0 1,0 0 0,-1 0-1,1 1 1,0-1-1,-1 0 1,1 0-1,0 0 1,-1 0-1,1 0 1,-1 0 0,1 0-1,0-1 1,-1 1-1,1 0 1,0 0-1,0-1 1,31-9-12,-4-11 20,-1-1-1,-1-1 1,39-45-1,-4 4-5,37-25 16,-45 42 8,-1-2 0,57-72 0,-106 117-24,0 0 0,0 0 1,0 1-1,-1-2 0,1 1 0,-1 0 0,0 0 1,-1-1-1,1 1 0,1-10 0,-13 15 196,3 3-187,0 1 1,0-1 0,0 2-1,0-1 1,1 1 0,-1 0-1,2 0 1,-1 0 0,-8 14-1,-42 74 29,40-65-23,-10 21-4,2 1-1,2 0 1,-28 102 0,48-142-15,0 0 1,1 0 0,0 23-1,1-34 2,2 1-2,0 0 0,0 0 0,0-1-1,0 1 1,0-1 0,0 1 0,0-1 0,0 0-1,0 1 1,0-1 0,0 0 0,0-1-1,0 1 1,0 0 0,0 0 0,1-1 0,2-1-1,8-5 8,-1 0 0,0-1 0,0 0 0,-1-1 0,0-1 0,18-19 0,-1 1 3,46-46 4,-42 40-8,61-50-1,-83 78 2,-14 10 8,0 1-1,0-1 1,1 1 0,-1-1 0,1 1-1,0 0 1,0 0 0,1 0-1,-3 7 1,-6 9-4,4-8-9,-1-1 1,1 2-1,1-1 0,1 1 0,0-1 1,0 2-1,2-1 0,-1 0 0,2 1 0,-2 21 1,5-35-1,-1 0 0,0 0 0,1 0-1,-1-1 1,1 1 0,-1 0 0,1 0 0,-1-1 0,1 1 0,0 0 0,-1-1 0,1 1 0,0-1 0,-1 1 0,1-1 0,0 1 0,0-1 0,0 1-1,-1-1 1,1 0 0,0 0 0,0 1 0,0-1 0,0 0 0,0 0 0,-1 0 0,1 0 0,0 0 0,0 0 0,0 0 0,0 0 0,0 0-1,1-1 1,34-3-11,-10-3 10,-1-2 0,0-1-1,-1-1 1,0-1 0,29-19-1,107-83-51,-150 106 48,1 1-3,-10 6 8,1 0-1,-1 1 1,1-1-1,-1-1 0,1 1 1,-1 0-1,0 0 1,0 0-1,1-1 1,-1 1-1,0-1 0,0 1 1,-1-1-1,2-1 1,-12 8 42,-3 8-29,0 1 1,0 1-1,1 0 0,1 1 0,1 0 0,0 0 0,1 1 0,1 0 0,-12 36 0,17-21-13,3-31-1,0 0 0,0-1 1,0 1-1,1 0 0,-1-1 0,0 1 1,0 0-1,1 0 0,-1-1 0,1 1 1,-1-1-1,0 1 0,1 0 0,-1-1 1,1 1-1,0-1 0,-1 1 0,1-1 0,-1 1 1,1-1-1,0 1 0,-1-1 0,1 0 1,0 1-1,-1-1 0,1 0 0,0 0 1,-1 0-1,1 1 0,0-1 0,0 0 1,-1 0-1,1 0 0,1 0 0,11-1-1,-1-1-1,0 0 0,1 0 0,-1-2 0,0 1 1,0-1-1,-1-1 0,1 0 0,17-12 0,15-10-40,40-35-1,-45 33 15,-20 12 11,-14 13 12,0-1-1,0 1 1,0 0 0,1 0 0,-1 0 0,1 1 0,0 0 0,0 0-1,11-3 1,-20 18 84,-23 26 0,15-23-56,1 0-1,0 1 1,1 1-1,1-1 1,-7 20 0,6-15-8,-2 15-186,11-35-185,0-2-550,0-5-841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30446,'0'0'1601,"-24"32"-1857,20-3-481,4-2-880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8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33 29325,'0'0'2135,"4"-7"-1959,-4 6-171,1 0 0,0 0 1,-1 0-1,1 0 0,0 0 1,-1 0-1,0 0 1,1-1-1,-1 1 0,0 0 1,1 0-1,-1-1 0,0 1 1,0 0-1,0 0 0,0-1 1,0 1-1,0 0 0,-1-2 1,0 3-4,1 0 0,-1 0 0,0-1 0,1 1 0,-1 0 0,0 0 0,0 0 0,1 0 0,-1 0 0,0 0 0,1 0 0,-1 0 0,0 0 0,0 1 0,1-1 0,-1 0 0,0 0 0,1 1 0,-1-1 0,0 0 0,1 1 0,-1-1 0,0 1 0,-58 44 38,49-36-35,0 0 1,0 1 0,1 1 0,0-1 0,1 2-1,0-1 1,1 1 0,0 0 0,1 0 0,1 1-1,0 0 1,0 0 0,1 0 0,1 1 0,0-1-1,-1 15 1,5-28-9,-1 1-1,0 0 0,0-1 1,0 1-1,1-1 1,-1 1-1,0-1 0,1 1 1,-1-1-1,0 1 1,1-1-1,-1 1 0,1-1 1,-1 1-1,0-1 1,1 0-1,-1 1 0,1-1 1,0 0-1,-1 0 0,1 1 1,-1-1-1,1 0 1,-1 0-1,1 0 0,-1 1 1,1-1-1,0 0 1,-1 0-1,1 0 0,-1 0 1,2 0-1,26 0-103,-19-1 42,3 1-96,0-1-1,0-1 0,0 0 1,0-1-1,-1 0 0,1 0 1,-1-1-1,0-1 0,13-6 1,26-12-1432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10:19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86 28413,'0'0'1595,"0"16"-896,-1-7-614,0-4-61,0 1 1,1 0-1,0 0 0,0 0 1,0 0-1,1 0 0,0 0 0,0 0 1,0 0-1,1 0 0,0-1 1,0 1-1,0 0 0,1-1 1,-1 0-1,1 0 0,1 0 0,-1 0 1,1 0-1,6 6 0,-3-6-22,0 0-1,1-1 0,-1 0 0,1-1 0,0 0 1,0 0-1,0 0 0,1-1 0,-1 0 1,0-1-1,1 0 0,-1 0 0,1-1 1,-1 0-1,1-1 0,-1 1 0,1-2 0,-1 1 1,9-3-1,18-6 3,-1-2 0,-1-1-1,37-20 1,-52 25-4,17-8-1,78-42-17,-102 52 16,0-1 1,-1-1-1,0 1 1,-1-1-1,0-1 1,0 0-1,13-17 0,-22 25 4,1 0-1,0 0 1,0 0-1,0 0 0,-1-1 1,1 1-1,-1 0 0,1-1 1,-1 1-1,0 0 1,1-1-1,-1 1 0,0 0 1,0-1-1,0-1 1,0 2 3,0 1 0,0-1 0,0 1 0,-1-1 0,1 1 1,0-1-1,-1 1 0,1-1 0,0 1 0,-1-1 0,1 1 1,0 0-1,-1-1 0,1 1 0,-1 0 0,1-1 0,-1 1 1,1 0-1,-1-1 0,1 1 0,-1 0 0,1 0 0,-1 0 1,1-1-1,-2 1 0,-1 0 7,0 0 1,0 0 0,0 0-1,0 0 1,0 0-1,0 1 1,0-1 0,0 1-1,0 0 1,0 0-1,0 0 1,-5 3-1,-4 4 10,-1 1 0,1 0-1,1 1 1,0 0 0,0 1-1,-10 15 1,-57 79 112,65-87-115,-36 54 17,2 1 0,3 3 0,-38 92 0,75-152-43,1 0 1,1 0 0,0 0 0,1 1 0,-3 31-1,7-48 5,1 1-1,-1-1 1,0 1-1,1-1 1,-1 1-1,0-1 1,1 1-1,-1-1 1,1 1-1,-1-1 1,1 1-1,-1-1 0,1 0 1,-1 1-1,1-1 1,0 0-1,-1 0 1,1 1-1,-1-1 1,1 0-1,0 0 1,-1 0-1,1 0 1,-1 0-1,1 0 1,0 0-1,-1 0 1,1 0-1,0 0 0,-1 0 1,1 0-1,-1 0 1,1-1-1,0 1 1,-1 0-1,1 0 1,-1-1-1,1 1 1,-1 0-1,1-1 1,-1 1-1,2-1 1,26-13 9,7-14 9,-1-2 1,53-61 0,-33 33-8,-6 7 7,-58 65 16,1 0 1,0 1 0,1 1 0,-8 17-1,13-24-31,0-1 0,1 1 0,-1 0 0,2 0 0,-1 0 0,1 1 0,1-1-1,-1 0 1,2 0 0,0 12 0,0-19-3,0-1 1,0 0-1,1 0 1,-1 0-1,0 0 0,0 0 1,0 0-1,1 0 0,-1-1 1,0 1-1,1 0 1,-1-1-1,1 1 0,-1-1 1,1 1-1,-1-1 1,1 0-1,-1 1 0,1-1 1,-1 0-1,1 0 0,0 0 1,-1-1-1,1 1 1,-1 0-1,2-1 0,46-6 14,-26-3-12,-1 0 1,-1-2-1,0 0 0,0-2 0,-2 0 0,0-1 1,0-1-1,-1 0 0,-1-2 0,-1 0 1,18-26-1,-29 37-2,-4 6 1,1 0 1,-1 0-1,0-1 0,0 1 1,0-1-1,0 1 1,-1 0-1,1-1 0,0 0 1,-1 1-1,1-1 0,-1 1 1,1-4-1,-1 4 12,0 1-10,-1 0 0,0 0 0,1 0 1,-1 0-1,0 0 0,1 0 0,-1 0 0,0 1 1,1-1-1,-1 0 0,0 0 0,1 1 0,-1-1 1,0 0-1,1 0 0,-1 1 0,1-1 1,-1 1-1,0-1 0,1 1 0,-1-1 0,1 1 1,0-1-1,-1 1 0,1-1 0,-1 1 0,0 0 1,-13 22-6,9-16 8,-4 9 0,1-1 0,0 2 0,1-1 1,0 1-1,2 0 0,0 0 0,1 1 0,0-1 0,2 1 0,0 0 0,1 24 0,2-6-1,2 0 0,1-1 0,2 1 0,18 57 0,-18-71-3,-1-1-1,-1 1 0,0 0 1,-2 0-1,-1 0 0,-1 0 1,-4 39-1,3-56 0,0 1 0,0-1 0,-1 0 0,0 0 0,0 0-1,-1 0 1,1 0 0,-1 0 0,0-1 0,-1 1 0,1-1 0,-1 0 0,0 0-1,1 0 1,-2 0 0,1-1 0,0 0 0,-1 0 0,0 0 0,-6 3 0,1-1 2,-1-2 0,1 1 0,0-1 1,-1-1-1,0 1 0,0-2 1,1 0-1,-1 0 0,-15-1 0,25-1 1,0 0 0,-1 1-1,1-1 1,0 0-1,0 0 1,0 0 0,0 0-1,0 0 1,0 0-1,0 0 1,0 0 0,0-1-1,0 1 1,0 0-1,1-1 1,-1 1 0,1 0-1,-1-1 1,1 1-1,-1 0 1,1-1 0,0 1-1,0-1 1,-1 1-1,1-1 1,0 1 0,0-1-1,1 1 1,-1-1-1,1-1 1,3-57 95,0 41-86,1 0 0,1 1-1,0 0 1,2 0 0,0 0-1,1 1 1,15-23 0,7-5 2,52-57 0,-47 63-33,2 2-1,1 2 1,2 1-1,2 3 1,0 1-1,2 2 0,1 2 1,1 2-1,87-30 1,64-12-2139,-119 39-4014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0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232 112 23963,'0'0'5560,"0"-68"-4031,0 66-1525,0 0 0,-1 0 0,1 0 1,-1 0-1,1 0 0,-1 0 1,0 0-1,0 0 0,0 1 0,0-1 1,0 0-1,0 1 0,0-1 1,0 0-1,-1 1 0,1 0 0,-1-1 1,1 1-1,-1 0 0,0 0 1,1 0-1,-1 0 0,0 0 0,0 0 1,0 0-1,0 0 0,1 1 1,-1-1-1,0 1 0,0 0 0,0-1 1,0 1-1,0 0 0,-4 0 1,2 0 1,-1 0 0,1 0-1,-1 0 1,1 1 0,-1-1 0,1 1 0,0 0 0,-1 0 0,1 0 0,0 1 0,0 0 0,0 0 0,0 0 0,0 0 0,-3 3 0,-4 6-3,2 0 1,-1 1-1,1 0 1,1 0-1,0 1 1,1 0-1,1 0 1,0 1-1,0 0 1,-3 16-1,2-2-2,2 1 0,1 0 0,1-1 0,2 36 0,1-63-2,0 0 0,0 0 0,0 1 0,1-1 0,-1 0 0,0 0 0,1 0 0,-1 0 0,1 0 0,0 0 0,-1 0 0,1 0 0,0 0 0,-1 0 0,1 0 0,0 0 0,0-1 0,0 1 0,0 0 0,0-1 0,0 1 0,0 0 0,0-1-1,0 1 1,0-1 0,0 0 0,0 1 0,0-1 0,1 0 0,-1 0 0,0 1 0,0-1 0,0 0 0,0 0 0,1 0 0,-1 0 0,0-1 0,2 1 0,0-1 2,1 1 0,-1 0 0,0-1 0,0 0 0,0 1 0,0-1 0,0-1 0,0 1-1,0 0 1,-1-1 0,1 1 0,0-1 0,4-4 0,139-157 44,-146 163-45,1-1 1,-1 1-1,0 0 0,1 0 0,-1 0 0,1 0 0,-1 0 0,0 0 0,1 0 0,-1 0 1,1 0-1,-1 0 0,0 0 0,1 0 0,-1 1 0,0-1 0,1 0 0,-1 0 1,1 0-1,-1 0 0,0 1 0,1-1 0,-1 0 0,0 0 0,0 1 0,1-1 0,-1 0 1,0 0-1,1 1 0,-1-1 0,0 0 0,0 1 0,0-1 0,1 0 0,-1 1 0,0-1 1,0 1-1,0-1 0,0 1 0,13 24 8,-5-10-5,-4-11-34,1 0-1,-1 0 0,0-1 0,1 1 1,0-1-1,0 0 0,0-1 0,0 1 1,1-1-1,-1 0 0,0 0 1,1 0-1,0-1 0,-1 0 0,1 0 1,0-1-1,0 0 0,-1 0 0,1 0 1,0 0-1,-1-1 0,1 0 0,9-3 1,-2 1-155,0 0 0,0-1 0,0-1 0,-1 0 1,1-1-1,-2-1 0,1 1 0,-1-2 0,15-11 1,-7 2-2702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0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28685,'0'0'1414,"9"16"-1150,2 1-203,-3-6-30,-1 0 1,-1 0-1,0 1 0,0 0 0,-1 0 0,-1 0 0,4 16 0,0 26 91,-2 0-1,-2 92 1,-5-133-99,0 0-1,-1-1 1,-1 1-1,0 0 1,-1-1 0,0 0-1,0 0 1,-1 0-1,-1 0 1,-11 17-1,0-4 33,-1-1 0,-1-1-1,-32 31 1,34-40-1197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23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55 28189,'0'0'2468,"-9"0"-1316,76-4-1142,0-4 0,126-29 0,-169 32 3,-22 5 22,-2 32-23,-2 1 0,-1-1 0,-8 40 0,2-20-13,3-1 0,1 99 0,5-150 28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24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24075,'0'0'6200,"-4"86"-4751,-4 326-3103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4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28477,'0'0'2564,"41"4"-1926,405-21-641,-446 18-221,0-1 150,0 0-1,0 0 1,0 0-1,0 0 1,0 0-1,0 0 1,0 0-1,0 0 1,0 1-1,0-1 1,0 0-1,0 0 1,0 0-1,0 0 1,0 0-1,0 0 1,0 0-1,0 0 1,0 1-1,0-1 1,3 1-2236,-13 1-2826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4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28493,'0'0'2012,"14"0"-1730,459 0 263,-471-1-660,0-1 1,0 1 0,0-1-1,0 1 1,-1-1-1,1 0 1,-1 0 0,1 0-1,-1 0 1,0 0 0,1 0-1,-1 0 1,0-1 0,0-2-1,1-9-2064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4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28269,'0'0'2364,"57"63"-1161,-22-31-1197,3-2 0,54 33 0,-16-11-29,-61-41 31,-1 1 0,21 23 0,-18-22-6,-17-13-2,1 1-1,-1-1 1,0 1-1,0-1 1,1 1 0,-1-1-1,0 1 1,0-1-1,0 1 1,1 0-1,-1-1 1,0 1 0,0-1-1,0 1 1,0-1-1,0 1 1,0 0-1,0-1 1,-1 1-1,1-1 1,0 1 0,0-1-1,0 1 1,0-1-1,-1 1 1,1-1-1,0 1 1,0-1 0,-1 1-1,1-1 1,-1 1-1,1-1 1,-1 1-1,-14 14 0,-215 203 47,224-211-46,-18 15 2,14-12 1,0 0 0,0 0-1,1 1 1,-13 20 0,21-29-1,1-2 230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5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600 9 26812,'0'0'3258,"-17"-9"-1545,11 10-1710,1 0 1,0 0 0,-1 0 0,1 1 0,0 0 0,0 0-1,0 0 1,0 1 0,0-1 0,-5 5 0,-49 38-9,42-32 8,-69 61 2,2 5 0,-101 123 1,96-80 10,89-114-684,11-7 224,14-7-720,3-5-1395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5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27821,'0'0'2417,"44"51"-1201,49 51-1081,235 247-77,-321-343-58,31 34 3,-36-37-3,0-1 0,1 1 0,-1 0 0,-1 0 0,1 0 1,0 0-1,-1 0 0,1 0 0,-1 1 0,0-1 0,0 0 1,0 4-1,-1-6 109,0-6-1261,0 3-372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2:5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83 25164,'0'0'4527,"-5"-2"-4124,-22-9 1462,38 9-1903,45-7 61,216-45-206,-269 52 181,10-1-12,-12 31 41,-15 155 41,0 6-523,12-187-417,-8 3-652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0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27661,'0'0'2673,"4"13"-2438,2 19-109,0 0 1,-2 1-1,0 34 1,-6 118 320,0-70-403,2-60-703,-1-53-106,-6-2-596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01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2 28077,'0'0'2412,"2"-1"-2009,0 8-241,-4 11-95,-1 1 0,-1 0-1,0-1 1,-2 0 0,0 0-1,-1 0 1,0-1 0,-2 0-1,-11 18 1,-8 18-3,-51 88-3,31-58-42,48-81-37,0-2-41,0-35-2334,0 11 210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01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29149,'0'0'2105,"2"9"-1950,53 85 20,4-2 0,76 90 1,-130-174-176,-5-7 0,1 1 1,-1-1 0,1 0 0,-1 0-1,1 1 1,0-1 0,0 0 0,-1 0-1,1 0 1,0 0 0,0 0-1,0 0 1,0 0 0,0 0 0,1-1-1,-1 1 1,0 0 0,0-1-1,0 1 1,1 0 0,1 0 0,-2-1 7,28-8-2313,-14 0-1001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75 24955,'0'0'4304,"-4"0"-3859,3 0-398,-16 0 1414,22 0-897,76-2-710,-62-2 129,0-2-1,0 1 1,-1-2-1,0-1 1,21-11-1,10-5-5,-49 25 24,1-1-1,-1 1 0,1-1 0,0 1 0,-1-1 0,1 1 0,-1 0 0,1-1 0,-1 1 0,0-1 1,1 1-1,-1 0 0,0 0 0,1-1 0,-1 1 0,0 0 0,0 0 0,0-1 0,0 1 0,1 0 1,-1 0-1,0-1 0,0 1 0,-1 0 0,1 0 0,0 0 0,0-1 0,0 2 0,0 38 9,0-31-5,-3 37 13,-1-1-1,-3 1 0,-17 61 0,7-32-1,16-62-19,1-12 4,0 0-1,0 0 0,0 0 1,0 0-1,-1 0 0,1 0 1,0 0-1,0 0 0,-1 0 1,1 0-1,0 0 0,-1 0 1,1 0-1,-1 0 0,0-1 1,1 1-1,-2 1 0,1 0 4,1-1 5,0-1-29,0 0 0,0 1 0,1-1 0,-1 1-1,0-1 1,0 1 0,0-1 0,0 1 0,0-1 0,0 1 0,0-1-1,0 1 1,0-1 0,0 1 0,0-1 0,-1 1 0,1-1 0,0 1 0,0-1-1,0 1 1,-1-1 0,1 1 0,0-1 0,0 0 0,-1 1 0,1-1-1,-1 1 1,-4 7-5440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0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28957,'0'0'1601,"0"13"-1388,0 306-1603,0-313-779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0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27853,'0'0'2297,"10"0"-2046,45-2-5,83-14 1,-98 10-230,-28 5-14,1-1 1,-1 0 0,0-1-1,23-8 1,-34 51 351,-4 11-298,-10 63 1,6-63-37,-2 64 0,5-63-88,0-52-1376,0 0-587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0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28829,'0'0'1638,"1"14"-1472,14 343-1233,-15-350-774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07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0 324 23307,'0'0'6493,"0"-5"-6274,3-20-64,0 1-1,2 0 0,0 0 1,2 0-1,13-30 1,13-55 225,-25 74-252,-8 35-96,0 12 14,0 0-41,1 0 0,-1 0 0,2-1 1,0 1-1,0-1 0,1 1 0,7 17 1,-8-25-7,0 0 1,0 0 0,0-1 0,1 1 0,-1 0-1,1-1 1,0 0 0,0 0 0,0 0 0,0 0 0,0 0-1,1 0 1,-1-1 0,1 0 0,0 0 0,0 0 0,0 0-1,0 0 1,0-1 0,0 0 0,0 0 0,0 0 0,1 0-1,3 0 1,1-1 0,0 1 0,-1-1 0,1-1 0,-1 1-1,1-1 1,-1-1 0,1 0 0,-1 0 0,0-1 0,0 1 0,0-2 0,15-7-1,-18 7 2,1-1 0,-1 1 1,0-1-1,0 0 0,-1 0 0,1 0 0,-1-1 0,0 0 0,0 1 0,-1-1 0,0-1 0,0 1 0,0 0 0,-1-1 0,0 0 0,1-7 0,0 3-30,2-13 159,-7 45-12,-6 34-94,1 90 0,22 296 27,-14-430-51,2 64 9,-3-72-9,0 0 0,0-1 1,0 1-1,-1 0 0,1 0 1,-1-1-1,1 1 0,-1 0 1,0-1-1,0 1 0,0-1 1,0 1-1,-1-1 0,1 0 0,-1 1 1,1-1-1,-1 0 0,0 0 1,0 0-1,0 0 0,-4 3 1,2-4 0,-1 0 1,1 0 0,0 0 0,-1 0-1,1-1 1,-1 1 0,1-1 0,-1 0-1,1-1 1,0 1 0,-1-1 0,1 0-1,-1 0 1,1 0 0,0 0 0,0-1-1,0 0 1,0 0 0,0 0 0,0 0-1,0-1 1,1 1 0,-1-1 0,1 0-1,0 0 1,-5-6 0,0 0 4,-1 0-1,1-1 1,1 0 0,0-1-1,0 1 1,1-2 0,1 1 0,-6-14-1,8 14 0,0 0-1,1 0 0,0-1 0,1 1 1,0 0-1,1-1 0,0 1 0,0 0 1,1-1-1,1 1 0,0 0 0,1 0 0,0 0 1,0 0-1,1 0 0,1 1 0,0-1 1,0 1-1,1 0 0,0 1 0,10-12 1,52-54-909,130-112 1,-196 186 864,60-52-2405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1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12 709 28285,'0'0'2871,"-2"6"-2650,-6 21-77,6-21 40,16-22-88,51-56-7,103-151 0,-148 193-89,-1-2 1,-2 0-1,-2-1 0,-1 0 1,-1-2-1,-2 1 1,-1-1-1,7-49 1,-16-4 17,-11 107-18,-9 21 8,2 1-1,2 0 0,2 1 0,-15 83 0,17-46-3,0 148-1,11-215-5,1 0 0,1 1 0,-1-1 0,2 0 0,0 0 0,0 0 0,1-1 0,1 1 1,8 15-1,-11-22 0,1 0 1,0 0-1,1-1 1,-1 1-1,1-1 1,0 1 0,0-1-1,0 0 1,0-1-1,1 1 1,-1-1 0,1 0-1,0 0 1,0 0-1,1-1 1,-1 1-1,0-1 1,1-1 0,-1 1-1,1-1 1,11 1-1,-13-1 1,0-1-1,0 0 0,-1 0 0,1-1 0,0 1 1,0-1-1,0 0 0,0 0 0,-1 0 0,1 0 1,0-1-1,-1 1 0,1-1 0,-1 0 1,5-4-1,-3 1 2,0-1 0,0 1-1,0-1 1,-1 0 0,0-1 0,0 1 0,4-10 0,-3 1-24,0 0 1,0 0 0,-2 0-1,0 0 1,-1-1-1,0 1 1,-1-1-1,-1 1 1,-3-30-1,3 41 22,0 1 0,-1-1 0,1 0 0,-1 1-1,0-1 1,0 1 0,0 0 0,-1-1 0,1 1 0,-1 0 0,0 0-1,0 0 1,0 0 0,0 0 0,0 0 0,0 1 0,-1-1-1,0 1 1,1-1 0,-1 1 0,0 0 0,0 0 0,0 0 0,0 1-1,-1-1 1,1 1 0,0-1 0,-1 1 0,1 0 0,-6 0-1,8 2 6,0-1-1,0 1 0,0 0 1,0 0-1,1 0 0,-1 1 1,0-1-1,1 0 0,-1 0 1,1 0-1,-1 0 0,1 1 1,-1-1-1,1 0 0,0 0 1,0 1-1,-1-1 0,1 0 0,0 1 1,0-1-1,1 0 0,-1 0 1,0 1-1,0 0 0,0 1-2,0-1-1,0 1 1,1-1-1,-1 1 1,0 0-1,1-1 1,0 0 0,-1 1-1,1-1 1,0 1-1,0-1 1,0 0-1,1 0 1,1 3-1,1-2 0,1-1 0,-1 0 0,1 0 0,0 0 0,0-1 0,0 0 0,0 0 0,0 0 0,0 0 0,0-1 0,7 0 0,61-3-64,-65 2 46,92-18-1472,-45 5-78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1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28797,'0'0'1969,"48"116"-1617,-24-53-96,-12 9-80,0 6-64,-12 3-47,0 1-65,0-1 32,-16-5-16,-4-10-16,-8-10-32,4-9-113,0-9-335,4-12-288,-4-13-1409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13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18 27645,'0'0'2721,"1"-11"-2296,-4 4 508,-35 65-848,-39 77-1,7-10-45,-94 118-31,154-232-231,4-21-1344,2-4-42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1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 28125,'0'0'2724,"-2"-3"-2460,-2-8 14,20 41-17,217 297 104,-203-290-359,2-1 0,2-1 0,38 30 0,-57-58-14,-14-6 62,8-1-2722,-2 0-2708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26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246 187 28877,'0'0'1558,"-8"11"-1128,9-25-328,1 0 0,0 0 0,7-24 0,-5 24-90,0-1-1,-2 1 0,2-27 0,-3 39 0,-1 0-1,0 1 1,0-1 0,0 1-1,-1-1 1,1 0-1,0 1 1,0-1-1,-1 1 1,1-1-1,-1 1 1,0-1-1,1 1 1,-1-1 0,0 1-1,0-1 1,-1-1-1,0 3-6,1-1 0,0 1 0,-1-1 0,1 1 0,0-1-1,-1 1 1,1 0 0,-1 0 0,1 0 0,0 0 0,-1 0 0,1 0 0,-1 0-1,1 0 1,0 0 0,-1 1 0,1-1 0,0 1 0,-1-1 0,1 1 0,0-1-1,-1 1 1,0 1 0,-8 3-1,1 1 0,0 0 0,0 1 0,0 0 0,1 0 0,0 1 0,1 0 0,0 1 0,-11 16 0,-4 9 13,-23 48-1,34-61-9,1 0 0,2 1 0,0 0 0,1 0 0,1 0-1,2 1 1,0 0 0,1 0 0,1 0 0,2 37 0,1-56-7,-1 0 1,1 0 0,0 0 0,1-1-1,-1 1 1,1 0 0,-1-1 0,1 1 0,0-1-1,1 1 1,-1-1 0,0 0 0,1 0 0,0 0-1,0 0 1,0-1 0,0 1 0,0-1 0,0 0-1,1 0 1,-1 0 0,1 0 0,-1 0 0,1-1-1,0 1 1,0-1 0,7 1 0,10 2-1,0-1 1,0-1 0,1-1-1,21-2 1,-19 1 2,-11-1-107,0 0-1,0-1 1,0-1 0,-1 0-1,1 0 1,-1-1 0,0-1-1,0 0 1,-1-1-1,1 0 1,-1-1 0,-1 0-1,1 0 1,-1-1-1,0-1 1,-1 0 0,14-16-1,-7-1-1609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2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23147,'0'0'7344,"13"21"-6874,-5-9-403,1 0-19,0 1 0,-2 1 0,1-1 0,-2 1 0,0 0 0,0 1 0,-2 0 0,0-1 0,4 26 0,-1 44 62,-3 1 0,-16 168 1,7-218-113,-2 0 1,-2-1 0,-1 0 0,-1 0-1,-2-1 1,-2 0 0,-1-1 0,-1-1 0,-2-1-1,0 0 1,-2-2 0,-28 29 0,29-38-1838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30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28445,'0'0'2244,"2"0"-2204,298-9 523,-150 3-566,-104 5-725,-48 16-2295,-15-3-1256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3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25772,'0'0'4303,"4"7"-4087,-2-5-187,-1 1 0,1-1 0,0 0 0,0 0 0,0 0 0,0 0 0,0 0 0,0 0 0,0-1-1,0 1 1,1-1 0,-1 1 0,1-1 0,-1 0 0,1 0 0,-1 0 0,5 1 0,58 2 481,-60-4-500,16 0-140,8 0 324,1 0 0,35-7 1,-57 6-395,-1-1 0,0 1 0,1-1 0,-1-1 0,0 1 0,0-1 1,0-1-1,-1 1 0,1-1 0,-1 0 0,0-1 0,0 1 0,0-1 0,5-6 1,1-4-3649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31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28989,'0'0'2185,"0"0"-2180,0 0-1,0-1 0,0 1 1,-1 0-1,1 0 1,0-1-1,0 1 0,0 0 1,0-1-1,0 1 1,0 0-1,0-1 0,0 1 1,0 0-1,0-1 0,0 1 1,0 0-1,0-1 1,1 1-1,-1 0 0,0-1 1,0 1-1,0 0 1,0 0-1,0-1 0,1 1 1,-1 0-1,0-1 0,0 1 1,1 0-1,-1 0 1,0 0-1,0-1 0,1 1 1,-1 0-1,0 0 1,0 0-1,1 0 0,-1-1 1,0 1-1,1 0 1,-1 0-1,0 0 0,1 0 1,14 6 56,0 0 1,0 1 0,25 15-1,12 7-22,-10-13-30,0-1 0,79 15-1,29 8 4,-149-36-13,0 0 0,0 0 0,0 0 0,0 0 0,0 0 0,-1 0 0,1 0 0,-1 1 0,0-1 0,1 0 0,-1 0 0,0 0 0,0 0 0,0 1 0,-1-1 0,0 4 0,1 3 4,-2 3-2,-1-1 0,0 0 1,0 0-1,-1 0 0,0 0 0,-1-1 0,-1 1 0,1-1 0,-1 0 1,-15 16-1,-2 9 0,-59 88 55,-125 146 0,204-263-66,-1-2-562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3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14 24491,'0'0'6521,"-12"-14"-6047,13 23-440,2-1 1,-1 0-1,1 0 0,0 0 0,1 0 0,0 0 0,8 11 0,1 5 6,187 291 61,-147-238-98,-32-35-1420,-21-53 80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34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900 0 28061,'0'0'2596,"-8"1"-2386,-9 2-125,0 1 0,0 0 0,0 1 0,1 1 0,0 1 0,1 0-1,-1 1 1,-25 19 0,-121 94 67,156-116-147,-83 67 7,-271 232 75,257-199-87,104-105-4,-1 0 0,0 0 0,0 0 0,0 0 0,0 0 0,0 0 0,0 0 0,0 0 0,1 1 0,-1-1 0,0 0 0,0 0 1,0 0-1,0 0 0,0 0 0,0 0 0,0 0 0,0 0 0,1 0 0,-1 0 0,0 0 0,0 1 0,0-1 0,0 0 0,0 0 0,0 0 1,0 0-1,0 0 0,0 0 0,0 0 0,0 0 0,0 1 0,0-1 0,0 0 0,0 0 0,0 0 0,0 0 0,0 0 0,0 0 0,0 1 1,0-1-1,0 0 0,0 0 0,0 0 0,0 0 0,0 0 0,0 0 0,0 0 0,0 0 0,0 1 0,-1-1 0,1 0 0,0 0 1,0 0-1,0 0 0,0 0 0,0 0 0,0 0 0,0 0 0,0 0 0,0 0 0,-1 0 0,1 0 0,0 0 0,0 1 0,0-1 0,0 0 1,14-1-648,-3 0 83,12 1-796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3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0 563 28189,'0'0'1577,"9"-15"-1407,29-62 228,44-122-1,-65 138-218,15-100 0,-31 154-135,4-29 145,-2 29-54,-2 23 39,-1-10-169,0 6 0,0 1 0,0 0 0,1-1 0,1 1 1,0-1-1,6 22 0,-6-30-6,0-1 1,0 1-1,0-1 1,0 0-1,1 0 1,-1 0-1,1 0 1,-1 0-1,1-1 1,0 1-1,0-1 1,1 0-1,-1 1 1,0-2-1,1 1 0,-1 0 1,1-1-1,0 1 1,-1-1-1,1 0 1,0 0-1,0-1 1,0 1-1,-1-1 1,1 0-1,0 0 1,6 0-1,-1-1 0,0 1-1,0-2 1,0 1 0,0-1-1,0-1 1,0 1 0,0-2-1,-1 1 1,1-1-1,9-6 1,3-4 3,0-1 1,30-28-1,-51 43-1,0 0-1,0-1 0,1 1 1,-1 0-1,0 0 1,0-1-1,0 1 1,0 0-1,0 0 0,1 0 1,-1 0-1,0-1 1,0 1-1,0 0 0,1 0 1,-1 0-1,0 0 1,0 0-1,0-1 1,1 1-1,-1 0 0,0 0 1,0 0-1,1 0 1,-1 0-1,0 0 0,0 0 1,1 0-1,-1 0 1,0 0-1,0 0 1,1 0-1,-1 0 0,0 0 1,0 0-1,1 0 1,-1 0-1,0 1 0,0-1 1,1 0-1,-1 0 1,0 0-1,0 0 1,0 0-1,1 0 0,-1 1 1,0-1-1,0 0 1,0 0-1,0 0 0,1 1 1,-1-1-1,0 0 1,0 0-1,0 0 1,0 1-1,0-1 0,0 0 1,0 0-1,0 1 1,0-1-1,0 0 0,0 1 1,-1 27 10,-16 35-1,-10 0 5,-2-1 0,-4-2 0,-1-1 0,-66 84 0,98-140-13,0 0 0,0-1 0,0 1 0,0-1 0,-1 1-1,1-1 1,-1 0 0,1 0 0,-1 0 0,0 0 0,0-1 0,0 1 0,0-1 0,0 1 0,0-1 0,0 0 0,-5 0 0,7-2-2,0-1 0,0 0 0,1 0 0,-1 0 0,1 0 0,-1 0 0,1 0 0,0 0 0,0 0 0,0 0 0,0 0 0,0-3 0,0 4 0,-1-31-16,0 22 15,0 1-1,1-1 0,0 0 0,0 1 1,1-1-1,0 1 0,5-16 0,-6 25 2,0-1-1,0 0 1,1 1-1,-1-1 1,0 0-1,1 1 1,-1-1-1,0 1 1,1-1-1,-1 1 1,1-1-1,-1 1 1,1-1-1,-1 1 1,1-1-1,-1 1 1,1-1 0,-1 1-1,1 0 1,0-1-1,-1 1 1,1 0-1,0 0 1,-1-1-1,1 1 1,0 0-1,-1 0 1,1 0-1,0 0 1,-1 0-1,1 0 1,0 0-1,-1 0 1,1 0-1,0 0 1,-1 0-1,1 1 1,0-1-1,-1 0 1,1 0-1,0 1 1,-1-1-1,1 0 1,-1 1 0,1-1-1,-1 1 1,1-1-1,-1 0 1,1 1-1,-1-1 1,1 1-1,0 0 1,24 32-25,-24-31 25,4 6 5,1 0 1,0 0-1,0 0 1,1-1 0,0 0-1,0-1 1,1 1 0,0-1-1,0-1 1,0 1 0,0-2-1,1 1 1,0-1 0,0 0-1,0-1 1,18 4 0,-15-5 3,0 0 0,0-1 0,1-1 0,-1 0 0,0-1 0,1 0 1,-1-1-1,0 0 0,0-1 0,0-1 0,0 0 0,-1 0 0,13-7 1,3-2 57,43-29 1,-63 37-78,0 0 0,0 0 0,-1-1 0,0 0 1,0 0-1,0-1 0,-1 0 0,0 0 0,0 0 0,7-14 0,-9 16-66,1-5-2598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4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21978,'0'0'5531,"-4"-31"-804,20 274-4692,-1-51-19,-14-167-25,-2-22 7,1 0 0,0 0 0,0 0 0,0 0 0,1 0 0,-1 0 0,1 0 0,-1 0 0,1 0 1,0 0-1,2 4 0,-2-3-19,0 1 0,0 0 0,0-1 0,-1 1 0,1 0 0,-1 0 0,-1-1 0,1 1 0,-1 4 0,0 8-25,0-16 45,1-1 1,0 0 0,0 1-1,0-1 1,0 0-1,0 1 1,0-1 0,0 0-1,0 1 1,0-1 0,0 0-1,0 1 1,1-1-1,-1 1 1,0-1 0,0 0-1,0 0 1,0 1 0,1-1-1,-1 0 1,0 1-1,0-1 1,0 0 0,1 0-1,-1 1 1,0-1 0,0 0-1,1 0 1,-1 1-1,0-1 1,1 0 0,-1 0-1,0 0 1,1 0 0,-1 0-1,0 1 1,1-1-1,-1 0 1,1 0 0,16-7-33,10-17-15,14-19 48,36-38 2,72-100 1,-97 88 8,-51 91-11,4-4-1,0-1 1,-1 1-1,0-1 1,-1 0 0,0-1-1,5-14 1,-8 22-8,-1 5-3820,-10 2-1842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4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1 28413,'0'0'2575,"-6"17"-2135,-55 62-259,6-11-82,-245 335 157,247-318-237,52-83-22,1-2-10,3-1-242,0 0 102,0 0-1,0 0 1,0 0 0,0 0-1,-1-1 1,1 0 0,0 1 0,-1-1-1,5-4 1,3-2-909,13-6-2411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4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27004,'0'0'3730,"8"30"-3076,122 202-329,-107-198-326,1-1 0,2-1 0,1-1 0,46 39 0,-62-62-1,-8-6 2,0 0 1,0 0-1,0 0 0,-1 1 1,1-1-1,-1 1 0,1-1 1,-1 1-1,0 0 0,0 0 1,0 0-1,2 5 1,-4-8-2,0 1 0,1 0 1,-1 0-1,0-1 1,0 1-1,1 0 1,-1-1-1,1 1 1,-1 0-1,1-1 0,-1 1 1,1 0-1,-1-1 1,1 1-1,-1-1 1,1 1-1,0-1 0,-1 1 1,1-1-1,0 0 1,-1 1-1,1-1 1,1 1-1,0-1 1,-1 0 35,-1-9-1484,0 4-885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4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28717,'0'0'1897,"80"0"-929,-34 2-940,-32-1-26,1 0 1,-1-1-1,0 0 0,1-1 1,-1 0-1,0-2 0,0 1 1,0-2-1,23-8 0,-30 8-2,-5 2 3,0 1 0,0-1 0,0 1 0,1 0 1,-1 0-1,1 0 0,-1 0 0,1 0 0,-1 0 1,4 0-1,-6 26 26,0 0-19,-1 0 0,-1 0 1,-2 0-1,-8 34 0,-31 96 83,40-134-172,2-16-176,1 1 0,-1-1 0,-1 1 0,1-1 1,-1 1-1,0-1 0,0 0 0,0 0 0,-4 6 0,-1-2-3074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47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29181,'0'0'1580,"0"22"-1361,0 177 221,0-1-539,3-185-1475,-2-10-384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5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27965,'0'0'3060,"0"0"-3052,0 0 0,-1 0 0,1-1 0,0 1 0,0 0 0,-1 0 0,1 0 0,0 0 0,0 0 0,-1 0 0,1 0 0,0 0 0,0 0 0,-1 0 0,1 0 0,0 1 0,0-1 0,-1 0 0,1 0 0,0 0 0,0 0 0,0 0 0,-1 0 0,1 0 0,0 1 0,0-1 0,0 0 0,-1 0 0,1 0 0,0 0 0,0 1 0,0-1 0,0 0 0,0 0 0,0 1 0,-1-1 0,1 0 0,0 0 0,0 0 0,0 1 0,0-1 0,0 1 0,1 5 26,0 1 0,1-1 0,0 0 1,0 1-1,1-1 0,-1 0 0,1 0 0,1 0 0,-1-1 1,6 7-1,12 23 36,-6-1-58,2-1 0,1-1 0,2-1 0,1-1 0,39 45 0,-24-41-9,-24-23 0,-1 0-1,1 1 1,-2 0-1,16 23 1,-25-60-3493,-1 6-480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5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4 26412,'0'0'4485,"-16"-4"-4008,10 6-447,1 1 0,0-1 0,0 1-1,0 0 1,0 0 0,1 1-1,-1 0 1,1-1 0,0 1 0,-6 7-1,-5 5 37,-55 48 44,3 3 0,3 2 0,-77 111 0,132-164-106,6-12-3,0 1 1,0 0-1,0-1 0,0 0 0,-1 1 1,-4 3-1,7-7-20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3:58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20 208 19353,'0'0'8703,"-12"33"-7378,4 34 842,8-82-2061,2-24-74,2-1-1,12-55 1,2-4-6,-16 79-5,-2 31 34,-2 20-35,2-18-17,1-1 1,0 0-1,1 1 1,1-1-1,0 0 1,0 0-1,1-1 1,0 1-1,9 15 1,-11-24-4,0 0 0,-1 0-1,1 0 1,1 0 0,-1 0 0,0 0 0,1-1 0,0 1-1,-1-1 1,1 0 0,0 1 0,0-1 0,0-1 0,0 1 0,1 0-1,-1-1 1,0 0 0,1 0 0,-1 0 0,1 0 0,-1 0-1,1-1 1,-1 1 0,1-1 0,0 0 0,-1 0 0,1 0-1,-1-1 1,1 1 0,0-1 0,-1 0 0,1 0 0,-1 0-1,0-1 1,1 1 0,4-4 0,6-3 0,-2 0 0,1-1 1,-1 0-1,0-1 0,-1 0 0,-1-1 0,1-1 0,-2 1 1,1-1-1,-2-1 0,1 0 0,-2 0 0,9-21 1,-7 17 52,-11 28 17,-1 12-73,2-22 4,-24 254 99,26-99-78,2-103-15,-2 1 0,-3 0 1,-10 61-1,7-84-5,4-21 1,-1 1 0,0-1 0,0 0 0,-1 1 0,-5 12 0,6-21-3,1 1 1,0-1-1,-1 0 1,0 0-1,1 0 1,-1 0-1,0 0 0,0 0 1,0 0-1,0 0 1,0-1-1,-1 1 1,1-1-1,0 1 1,-1-1-1,1 0 1,-1 0-1,1 0 1,-1-1-1,0 1 0,1 0 1,-1-1-1,0 0 1,1 1-1,-5-2 1,1 1-2,1 0 1,-1-1 0,1 0 0,-1 0-1,1-1 1,-1 0 0,1 0-1,0 0 1,0 0 0,0-1 0,0 0-1,0 0 1,0 0 0,1 0-1,0-1 1,-1 0 0,2 0 0,-1 0-1,0 0 1,1-1 0,-1 0-1,1 1 1,1-1 0,-1 0 0,1 0-1,0-1 1,-3-7 0,-1-8-2,0 0 1,1 0 0,2 0-1,0-1 1,0-41 0,4 52 2,1 1 0,0 0 0,0 0 1,1 0-1,0 1 0,1-1 0,0 1 1,0 0-1,1 0 0,0 0 0,1 0 1,0 1-1,0 0 0,1 0 0,0 1 0,8-7 1,15-13 11,2 1 1,57-36-1,-19 20-455,1 3 0,118-46 0,-148 69-1239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34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13 760 28829,'0'0'1401,"-13"5"-203,162-134-970,-81 67-189,-20 21-30,-3-2 1,-1-2 0,43-58-1,-74 85-7,-1 0 0,0-1 0,-2-1 0,0 1 0,-1-1 0,-1-1 0,-1 0 0,-1 0 0,-1 0 0,-1-1 0,0 0 0,0-35 0,-4 56-2,0 0 0,0-1 0,-1 1 1,1-1-1,0 1 0,-1-1 1,1 1-1,-1 0 0,1-1 1,-1 1-1,0 0 0,1 0 1,-1-1-1,0 1 0,0 0 1,0 0-1,0 0 0,0 0 0,0 0 1,0 0-1,0 0 0,-1 0 1,0 0-1,-2-1 2,-1 0 0,1 0 0,0 1 0,-1-1 0,1 1 0,0 0 0,-9 0 1,2 0 1,0 1 0,-1 0 0,1 1 0,-1 0 0,-19 5 0,16-1 1,0 1 0,1 1 0,-1 0 0,2 1 0,-1 0 0,1 1 0,0 1 0,1 0 0,0 1 0,1 0 0,0 0 0,1 1 0,0 1 0,1 0 0,-12 22 0,10-15 2,2 0 0,0 1 0,1 0 1,1 1-1,1-1 0,1 1 1,1 1-1,0-1 0,2 0 0,1 32 1,1-46-8,1-1 0,0 0 0,0 0 0,0 0 0,1 0 1,0 0-1,1 0 0,-1 0 0,1 0 0,1-1 0,-1 0 0,1 0 1,0 0-1,10 11 0,-7-10 0,0-1 1,1 0-1,0 0 1,0-1-1,0 0 1,1 0-1,-1-1 1,1 0-1,0 0 0,12 2 1,-4-2 0,1 0 0,-1-2 0,1 0 0,0-1 0,0 0 0,-1-2 0,1 0 0,0-1-1,-1-1 1,1 0 0,32-12 0,11-10 30,112-65 0,-165 85-368,-1-1-1,0 0 1,0 0 0,-1-1 0,0 0 0,0 0 0,7-11-1,-7 5-2983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3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29614,'0'0'1013,"15"16"-628,-5-5-319,-2-4-36,-2 0 0,1 1-1,-1-1 1,0 1 0,0 0 0,-1 1-1,0-1 1,-1 1 0,0 0-1,0 0 1,-1 1 0,0-1-1,-1 1 1,2 11 0,-1 31 55,-3 1 0,-2-1 0,-2 0 0,-3 1 0,-19 74 0,2-41-29,-4-1 1,-55 115 0,57-150-70,-1-2-1,-3-1 1,-65 78 0,91-121-35,4-16-5723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35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22 27036,'0'0'3279,"-4"0"-2919,-3 0 420,15 0-363,124-3-333,275-16-522,-421 41-1178,-4-8-505,-2-1-2401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3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29021,'0'0'1740,"3"2"-1513,0 0-195,-1 0 1,1 0 0,0-1 0,0 1 0,0-1 0,0 0 0,0 0-1,0 0 1,0 0 0,1 0 0,-1-1 0,0 0 0,5 1 0,55-2 125,-31 0-107,323-22 102,-274 16-143,-75 5-63,10 3-1850,-19-3-909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36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29293,'0'0'1705,"0"-7"-1571,4-22-36,-4 29-91,0-1-1,0 1 0,1-1 1,-1 1-1,0-1 1,1 1-1,-1-1 0,0 1 1,1-1-1,-1 1 0,0 0 1,1-1-1,-1 1 1,1 0-1,-1-1 0,1 1 1,-1 0-1,1-1 0,-1 1 1,1 0-1,0 0 1,-1 0-1,1 0 0,-1 0 1,1-1-1,-1 1 0,1 0 1,0 0-1,-1 0 0,1 0 1,-1 1-1,1-1 1,-1 0-1,1 0 0,0 0 1,19 7 105,270 203 237,-138-90-333,-151-119-18,0 0 0,1 0-1,-1 0 1,0 0 0,0 0-1,1 1 1,-1-1 0,0 0-1,0 1 1,0-1-1,-1 1 1,1-1 0,0 1-1,0-1 1,-1 1 0,1 0-1,-1-1 1,0 1 0,1 0-1,-1 0 1,0-1 0,0 1-1,0 0 1,0-1 0,0 1-1,0 0 1,-1 0 0,1-1-1,-1 1 1,1 0 0,-1-1-1,1 1 1,-2 1 0,-4 7 12,0 0 1,0 0 0,-1-1 0,-11 12 0,-5 6-7,-54 77 81,-142 147 1,214-246-77,-14 9 19,17-13-44,-6-33-2110,0 13-692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37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 1 29165,'0'0'1823,"-9"10"-1426,-178 181-111,-40 46 10,192-196-296,-39 50 6,67-81-5,1 0 0,0 0 0,0 0-1,1 1 1,1-1 0,0 1 0,-4 18 0,7-25 0,1-1 0,-1 0-1,1 0 1,0 0 0,1 0 0,-1 0-1,0 0 1,1 1 0,0-1 0,-1 0-1,1 0 1,1 0 0,-1-1 0,0 1-1,1 0 1,-1 0 0,1-1 0,3 5-1,1-1 3,-1 0 0,1-1 0,0 0 0,0-1-1,1 1 1,0-1 0,9 5 0,11 2 20,0-1 1,0-1-1,31 6 1,-20-5 31,62 11 55,-97-19-1884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39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0 29309,'0'0'1561,"-17"15"-1350,-243 220 384,257-232-590,-37 36 43,1 2 0,3 2 0,-44 64 0,72-83-173,7-8-2728,1-11 1058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39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29437,'0'0'1412,"5"14"-1153,11 20-151,2-1 0,0 0 1,3-1-1,25 31 0,-43-60-105,122 159 81,-103-130-75,-2 0 1,-1 1 0,19 49 0,-37-80-164,0 0 0,-1 0 0,1 0 0,-1 0 0,1 0 0,-1 0 1,0 0-1,0 0 0,0 0 0,0 0 0,-1 4 0,-5-6-3634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41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29021,'0'0'2041,"11"0"-1822,587-9-1262,-589 9-376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41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30078,'0'0'1088,"120"0"-1024,-76 0-16,4 0-32,-8 0 16,0-6-16,-5 3-16,-3-3 0,-4 3-48,-8-3-96,-4 3-384,4-3-144,-8-1-1185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4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15287,'0'0'14986,"-8"-17"-13258,9 19-1722,-1 1 0,1-1 0,0 0 0,0 1 0,0-1 0,0 0 0,0 0 0,0 0 0,1 0 0,-1 0 0,1 0-1,-1 0 1,1 0 0,0-1 0,0 1 0,0-1 0,2 2 0,43 28 35,-30-21-34,47 27-3,2-3 1,1-4-1,2-2 0,73 19 0,-142-47-3,1 0-1,-1 0 0,1 0 0,-1 0 1,1 0-1,-1 1 0,1-1 1,-1 0-1,1 0 0,-1 1 0,0-1 1,1 0-1,-1 0 0,1 1 1,-1-1-1,0 0 0,1 1 0,-1-1 1,0 1-1,1-1 0,-1 0 0,0 1 1,0-1-1,1 1 0,-1-1 1,0 1-1,0-1 0,0 1 0,0-1 1,0 1-1,0-1 0,0 1 0,0-1 1,0 1-1,0-1 0,0 1 1,0-1-1,0 1 0,0-1 0,0 1 1,0-1-1,0 1 0,-1-1 1,1 0-1,0 1 0,0-1 0,-1 1 1,1-1-1,0 1 0,0-1 0,-1 0 1,0 1-1,-22 21-2,21-20 3,-145 119 7,-168 180 0,309-293-51,13-13-701,8-4-2754,0 4-7232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42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0 29437,'0'0'1329,"-13"13"-1228,-396 390 800,408-402-902,-1 1-117,0 0 0,1 0 0,-1-1 0,0 1 0,0-1 0,0 1 1,0-1-1,0 0 0,0 0 0,-1 0 0,1 0 0,0 0 0,-1 0 1,1-1-1,-1 1 0,-3-1 0,-2 0-1408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43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29662,'0'0'1123,"8"17"-800,16 36-167,7 16 115,69 115 1,-82-159-240,-6-6-4,0-1 0,2-1 0,23 23 0,-37-40-79,1 1 1,0-1-1,0 0 1,0 1 0,-1-1-1,1 0 1,0 0-1,0 0 1,0 1 0,0-1-1,0 0 1,0 0-1,0 0 1,-1 0 0,1-1-1,0 1 1,0 0-1,0 0 1,0 0 0,0-1-1,-1 1 1,1-1-1,0 1 1,0 0 0,0-1-1,-1 1 1,2-2-1,9-9-1611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44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592 0 27693,'0'0'2585,"-21"12"-2329,-51 30 148,-99 76 0,10 21-199,127-107-172,2 1 0,-44 59 0,73-88-79,1-1 0,-1 1-1,1 0 1,-1 0-1,1 0 1,0 0-1,1 0 1,-1 0-1,1 1 1,-1-1-1,1 5 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4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27981,'0'0'2460,"4"2"-2292,7 7-58,1 0 0,-1 1 0,0 0 0,-1 1 1,0 0-1,13 19 0,14 15 47,16 14-89,4-3-1,94 75 1,-134-119-65,12 10 7,1-2 1,52 27 0,-82-75-1377,0 22-118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4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73 27789,'0'0'3300,"0"-4"-3095,0-12-37,0 12 57,0 13-127,-1 63 24,-1-38-111,1 0 0,2 1 0,1-1-1,2 0 1,1 0 0,14 50 0,-8-52-7,15 39 3,-24-67-11,0 0 0,0 0 0,0 0-1,0 0 1,1-1 0,-1 1-1,1-1 1,0 0 0,0 0 0,0 0-1,1 0 1,-1-1 0,6 4 0,-7-5-12,1-4 15,1-1 0,0 1 0,-1 0 0,0-1 0,0 0 0,0 0 0,0 0 0,2-5 1,1 0 5,15-23 1,-2 0 1,23-53-1,2-4-6,11-2 8,69-86 0,-112 158 2,-11 19-23,3 1-1876,0 5 35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48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1 411 28653,'0'0'1553,"6"-4"-1236,11-10-194,0 0 1,-1-2-1,-1 0 0,-1 0 0,14-21 0,62-101-13,-69 101-12,-1-2 1,15-41 0,-42 200 106,2 27-175,6-102-30,-1-42 0,1 1 0,0-1 0,-1 1 0,2-1 0,-1 0 0,0 1 0,1-1 0,0 0 0,-1 0 0,1 0 0,0 0 0,1 0 0,-1-1 0,0 1 0,1-1 0,0 1 0,-1-1 0,1 0 0,0 0 0,0 0 0,0 0 0,0-1 0,1 1 0,-1-1 0,0 0 0,1 0 0,-1 0 0,1 0 0,-1 0 0,1-1 0,-1 0 0,1 0 0,-1 0 0,1 0 0,0 0 0,-1-1 0,1 1 0,-1-1 0,0 0 0,1 0 0,-1-1 0,0 1 0,1 0 0,-1-1 0,0 0 0,4-3 0,19-25 1,-3-1 0,0-2 0,-2 0 0,-2-1 1,23-51-1,-8 16 5,-30 143-6,-4-41 0,-1-11 12,1 0-1,1 0 1,7 40-1,-6-55-9,0 0 0,0 0 0,1 0 0,0-1 0,0 1 0,0-1 0,1 0 0,0 0 0,0 0 0,1-1 0,-1 1 0,1-1 0,1 0 0,-1 0 0,1-1 0,6 5 0,-6-5-2,0 0 0,0-1 0,0 0 0,1-1 0,-1 1 0,1-1 0,-1 0-1,1-1 1,0 1 0,0-1 0,-1-1 0,1 1 0,0-1 0,0 0 0,0-1 0,8-1 0,-5-1 11,1 0 0,-1-1-1,0 0 1,0 0 0,0-1 0,0-1 0,-1 0 0,0 0-1,11-10 1,6-9 25,0-1 1,-1-2-1,-2-1 0,38-61 0,-54 80-58,-1 2-11,-1 0 0,0 0 0,0-1 0,-1 1-1,0-1 1,0 0 0,-1 0 0,0-1 0,-1 1-1,3-16 1,-27 31-1618,-8 14-822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0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 0 28781,'0'0'2084,"-6"1"-1961,-13 6-36,0 0 0,0 1 0,1 1 1,0 1-1,0 0 0,-23 20 1,-3-2-89,-244 178 32,209-146-27,67-50-2,-1 2 0,-21 25 0,0 0-8,34-37-19,-1 0 1,1 0-1,0 0 0,0 1 1,0-1-1,0 0 0,0 0 1,0 0-1,0 0 0,0 1 0,0-1 1,1 0-1,-1 0 0,0 0 1,0 1-1,0-1 0,0 0 1,0 0-1,0 0 0,0 0 1,0 1-1,0-1 0,1 0 0,-1 0 1,0 0-1,0 0 0,0 0 1,0 1-1,0-1 0,1 0 1,-1 0-1,0 0 0,0 0 0,0 0 1,1 0-1,-1 0 0,0 0 1,0 0-1,0 0 0,1 0 1,-1 0-1,0 0 0,0 0 1,0 0-1,0 0 0,1 0 0,-1 0 1,0 0-1,0 0 0,0 0 1,1 0-1,-1 0 0,0 0 1,0 0-1,1-1 0,10 2-1729,-2-1-3467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21946,'0'0'8951,"-5"-4"-8516,209 23-59,-162-18-373,-9 1 0,1-1 0,0-2 0,0-2 0,52-10 1,-83 17 3,-7 9 10,-13 24 24,9-20-29,-6 18-9,2 0 0,1 0-1,-9 55 1,-6 113 21,12-83-22,14-118-3,0-1 2,0-1 0,0 1 0,0-1 0,0 1 0,0-1 1,0 1-1,0-1 0,0 1 0,0-1 0,0 1 0,0-1 0,0 1 0,-1-1 0,1 1 1,0-1-1,0 1 0,-1-1 0,1 1 0,0-1 0,-1 0 0,1 1 0,0-1 1,-1 1-1,1-1 0,-1 0 0,1 0 0,0 1 0,-1-1 0,1 0 0,-1 0 1,1 1-1,-1-1 0,1 0 0,-1 0 0,1 0 0,-1 0 0,0-22-1327,1 7-352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2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29149,'0'0'2047,"13"34"-1559,16 0-445,1-1 1,1-2-1,2-1 0,43 31 1,-36-28-42,6 1 3,55 31 1,-14-10-1,-79-51-265,-5-8-417,-1-1 274,-2 0-1027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3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0 457 8996,'0'0'21186,"0"-18"-20866,2 1-243,0-1 1,1 1-1,1 0 1,1 0-1,7-17 0,8-31-26,-10 16-2,-3 0-1,-1 0 1,-1-58 0,5 137 289,-2 3-326,2-1 0,1 0 0,19 39 0,-28-68-11,-1-1-1,1 0 0,0 1 1,-1-1-1,1 0 0,0 0 1,0 0-1,1 0 0,-1 0 0,0 0 1,1 0-1,-1-1 0,1 1 1,-1-1-1,1 0 0,0 0 0,-1 0 1,1 0-1,0 0 0,0-1 1,0 1-1,0-1 0,3 0 0,-1-1 2,0 0-1,-1 0 0,1 0 0,0-1 0,-1 0 1,0 0-1,1 0 0,-1 0 0,0-1 0,0 0 0,0 0 1,6-5-1,8-11 5,-1 0-1,-1-1 1,28-44 0,-43 62-6,-1 2 0,0 0 0,0 0 0,0 0 0,0-1 0,0 1 0,0 0 0,0 0 0,0 0 0,0-1 0,0 1 0,0 0 0,0 0 0,1 0 0,-1 0 0,0-1 0,0 1 0,0 0 0,0 0 0,0 0 0,0 0 1,1 0-1,-1 0 0,0-1 0,0 1 0,0 0 0,0 0 0,0 0 0,1 0 0,-1 0 0,0 0 0,0 0 0,0 0 0,1 0 0,-1 0 0,0 0 0,0 0 0,0 0 0,1 0 0,-1 0 0,0 0 0,0 0 0,0 0 0,0 0 0,1 0 0,-1 0 0,0 0 0,0 0 0,0 0 0,0 0 0,1 0 1,-1 1-1,0-1 0,0 0 0,0 0 0,0 0 0,0 0 0,1 1 0,2 16 7,-2 36 23,-1-42-16,0 9-8,-1 1 0,-1 0 0,-1-1 0,-1 0-1,-1 0 1,0 0 0,-1 0 0,-2-1 0,0 0 0,0 0-1,-2-1 1,-1 0 0,0-1 0,-1 0 0,-21 23 0,15-29-8,9-20-2,7-31-7,2 31 9,17 16-9,9 14 29,-19-13-13,1-2 1,0 1-1,1-1 0,-1 0 1,1-1-1,0 0 1,1 0-1,-1-1 1,1 0-1,0-1 0,15 4 1,-12-5 20,0 0-1,1-2 1,0 1 0,-1-1-1,1-1 1,-1-1 0,1 0-1,20-6 1,-15 2-50,0-2 0,0 0 1,-1-1-1,0-1 0,18-13 0,-35 22-217,3-2 382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11189,'0'0'18995,"0"5"-18818,2 230 1317,0 10-3493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0 439 28669,'0'0'1553,"8"-18"-678,129-252-422,-103 209-438,-24 46-8,-1 0-1,-1-1 0,11-28 0,-18 45 11,1 0 0,-1 0 0,1 1 0,-1-1 0,0 0 0,0 0 0,1 1 0,-1-1 0,0 1 0,0-1 0,0 1 0,-1-1 0,1 1 0,0-1 0,0 1 0,-1 0 0,1 0 0,0 2 0,21 47 15,-1-7-16,27 44 0,-1-4-10,-46-82-10,0 1 3,0-1-1,0 0 1,0 1-1,0-1 1,1 0-1,-1 0 1,1 0-1,-1 0 1,1 0-1,0 0 0,0 0 1,0 0-1,0-1 1,0 1-1,0-1 1,4 3-1,-5-4-96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1 28797,'0'0'1961,"-4"6"-1766,-76 81 31,-4-4 0,-4-3 0,-118 82 0,192-150-218,11-9-6,0 0 1,0 0-1,-1-1 1,0 1-1,1-1 0,-1 0 1,0 0-1,-7 3 1,8-5-17,2 0-82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1 351 28973,'0'0'1422,"37"-30"-373,100-81-841,70-65 59,-201 170-259,-4 5-3,0 0 0,-1-1 0,1 1 0,-1-1 0,1 1 0,-1-1 0,1 0-1,-1 0 1,0 1 0,0-1 0,0 0 0,0 0 0,1-4 0,-2 5-29,-13 1-3732,-6 0-3042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29245,'0'0'1508,"1"7"-1335,5 13-99,0 1 0,2-1 0,0 0 0,1-1 0,1 0 0,1 0 0,22 27 0,106 120 375,-137-164-493,0 0 0,0 1 0,0-1 0,1 0 0,-1 0 1,1 0-1,0 0 0,-1-1 0,1 1 0,3 1 0,-4-3-134,0 0-1,-1 0 0,1 1 1,0-1-1,-1 0 0,1-1 1,0 1-1,-1 0 1,1 0-1,0-1 0,-1 1 1,1-1-1,-1 1 0,1-1 1,-1 0-1,1 0 0,-1 1 1,1-1-1,-1 0 0,3-3 1,14-9-9867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8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28301,'0'0'2353,"3"3"-2198,110 111 545,-22-19-597,-65-71-94,-12-13-3,-1 1 1,-1 1-1,16 21 0,-15-23 27,-7-10-2664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5:5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0 342 28493,'0'0'1884,"3"-10"-1615,7-21 105,27-55-1,-24 60-322,-1 0-1,-1-1 1,-1-1 0,9-45-1,-17 42 39,-3 28-74,1 20-20,-2 32 19,0-31-14,2 0 0,0 0 0,0 0 0,5 25 0,-4-40-1,0-1 0,0 0 1,0 0-1,1 0 1,-1 0-1,0 0 1,1 0-1,0 0 1,-1 0-1,1 0 1,0-1-1,0 1 1,0-1-1,0 0 1,0 1-1,0-1 0,0 0 1,0 0-1,0 0 1,1 0-1,-1-1 1,0 1-1,1-1 1,-1 1-1,1-1 1,-1 0-1,1 0 1,-1 0-1,3 0 1,0 0-2,1 0 1,-1-1 0,0 1 0,0-1-1,0 0 1,0 0 0,0-1 0,0 0-1,0 0 1,0 0 0,-1 0 0,8-5 0,3-8 8,0 0 1,-1 0-1,-1-1 1,-1-1-1,20-35 1,-30 48 3,-2 3 74,0 12-48,-3 30-29,-1 0 0,-3 0-1,-13 48 1,2-8-7,10-38 3,6-27-3,0 1 0,-1-1 0,-1 1 0,-1-1 0,0-1 0,-1 1 0,-1-1 0,0 0 0,-12 18 0,17-31-4,0 0 1,1 0-1,-1-1 0,0 1 1,0 0-1,-1-1 1,1 0-1,0 1 1,0-1-1,-1 0 1,1 0-1,-1 0 0,1 0 1,-1-1-1,1 1 1,-1-1-1,1 0 1,-1 1-1,1-1 0,-1 0 1,0 0-1,1-1 1,-1 1-1,1-1 1,-1 1-1,1-1 1,-1 0-1,1 0 0,-4-1 1,-2-2-8,0 0 0,1 0 0,-1-1 0,1 0-1,-1-1 1,2 1 0,-9-9 0,13 12 11,-1 0 0,1-1 0,0 1 0,0-1 0,0 1-1,0-1 1,0 0 0,0 0 0,1 0 0,-1 0 0,1 0 0,0 0-1,0 0 1,0 0 0,0 0 0,1-1 0,-1 1 0,1 0 0,0-1 0,0 1-1,0 0 1,0 0 0,1-1 0,-1 1 0,1 0 0,0 0 0,0-1-1,0 1 1,0 0 0,1 0 0,-1 0 0,1 0 0,0 1 0,0-1-1,0 0 1,3-2 0,48-41 142,2 2-1,70-42 1,43-33 355,-154 109-480,-10 8-19,-1 0 1,0 0 0,0 0 0,0-1 0,0 1 0,0-1-1,-1 0 1,5-5 0,-6 5-16,-1 2-99,-12 1-6445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7:1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1 731 27869,'0'0'2820,"7"-1"-2455,0-2-318,0 1 0,0-2-1,0 1 1,-1-1 0,1 0 0,-1 0-1,0-1 1,-1 1 0,1-1 0,-1-1-1,10-11 1,-12 14-45,65-75 58,-2-3-1,93-154 1,-142 203-58,-1 0 0,-1-1 0,-2 0 0,13-49 1,-21 38 69,-4 28-23,-2 23-26,-1 8-21,-1-1 0,0 0 0,-9 21 1,-6 32 22,-2 74 1,7 0 0,4 151 0,9-285-25,1-1 0,-1 0 1,1 1-1,0-1 0,1 1 1,-1-1-1,1 0 0,0 0 1,4 6-1,-6-9-22,0-53-3210,0 19-3551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10:07:17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28925,'0'0'2287,"17"18"-2031,-2-3-209,-6-6-23,0 0-1,0 1 0,-1 0 1,0 0-1,-1 1 0,0 0 1,0 0-1,-2 1 0,1-1 1,6 25-1,7 53 101,-5 2 1,6 178-1,-15-163-91,1-11-12,-4 0 0,-14 128 0,4-182-16,-1-1-1,-2 1 0,-2-2 0,-32 70 0,-93 140 55,125-227-44,2-4 6,0-1 0,-21 27 0,26-40-1104,6-7-1100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11258 2276 5919 0 0,'0'7'4192'0'0,"7"2"-3264"0"0,-5-1 4096 0 0,-2 6-4992 0 0,-9 0 32 0 0,-2 4-64 0 0,1 6 0 0 0,2 6 0 0 0,-5 5 0 0 0,0 2 0 0 0,3 2 32 0 0,-4-5-32 0 0,0-2 0 0 0,2 0 0 0 0,-2 2 0 0 0,0 1 32 0 0,2 2-32 0 0,-2 2-32 0 0,0 0 64 0 0,2 1-64 0 0,-2-1 64 0 0,0 1-32 0 0,3 0-32 0 0,-4 0 0 0 0,1 0 32 0 0,3 0 0 0 0,3 0 32 0 0,3 0 0 0 0,-4-7-32 0 0,6-10-32 0 0,3-14 64 0 0,9-9-32 0 0,9-5 0 0 0,2-8-32 0 0,4-2 32 0 0,5 1 32 0 0,4 4-64 0 0,4-4 32 0 0,1 1 0 0 0,2 3 32 0 0,0 2-32 0 0,1-3-32 0 0,0-1 64 0 0,-1 3-32 0 0,0 2 0 0 0,0 2 0 0 0,-7-4 32 0 0,-2-1-64 0 0,-7 8 512 0 0,-13 4-704 0 0,-17 9-4512 0 0,-13 3-992 0 0,-3-2 5728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11341 2599 4991 0 0,'7'0'384'0'0,"9"0"5248"0"0,1 7-3904 0 0,-1 9-1408 0 0,-4 8 0 0 0,-11 1-224 0 0,-5 2 0 0 0,-3 3 64 0 0,-6 4-96 0 0,-1 3 0 0 0,2 1-32 0 0,-4-5 0 0 0,1-2 0 0 0,2 1 0 0 0,5 1 32 0 0,2 3-64 0 0,4 1 32 0 0,-6-6-32 0 0,-1-1 32 0 0,1 2 0 0 0,2 1-32 0 0,-5-5 32 0 0,-1 0-64 0 0,2 2 32 0 0,3 2 32 0 0,2 3-32 0 0,3 2 32 0 0,-6-5 64 0 0,-2-2 1536 0 0,2 2-1632 0 0,2-13-4096 0 0,1-8 4096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11179 2357 6463 0 0,'0'-7'128'0'0,"0"-9"2784"0"0,0-8 4096 0 0,-7 0-5536 0 0,-2 10-1504 0 0,1 15 32 0 0,1 14 0 0 0,-5 10-32 0 0,0 9 32 0 0,2 5 32 0 0,3 2-32 0 0,-5 2-32 0 0,0-1 32 0 0,2 0 0 0 0,3 0 0 0 0,3-1 0 0 0,1-15 96 0 0,9-10-96 0 0,2-16 0 0 0,8-8 0 0 0,0-8 0 0 0,5-3-32 0 0,5 3 0 0 0,5 4 0 0 0,4 3 64 0 0,-3 11-32 0 0,-2 5-32 0 0,2 7 0 0 0,2 3 0 0 0,-5 3 64 0 0,-1 7-128 0 0,-4 4 96 0 0,-8 5 64 0 0,-5 2-64 0 0,-12-5 0 0 0,-5-2 32 0 0,-9 2-64 0 0,-9 0 0 0 0,0 3 64 0 0,-2-5-64 0 0,3-2 0 0 0,-2-5 64 0 0,-3-7-32 0 0,-3-6 0 0 0,3 1 0 0 0,0 0 32 0 0,-3-4-64 0 0,-1-2 0 0 0,-4-2 64 0 0,-1-2 0 0 0,-2-2-64 0 0,0 0 64 0 0,-1 0-32 0 0,6-8 0 0 0,3-1 0 0 0,-1 0 0 0 0,6-5 64 0 0,0 0 0 0 0,5-4-32 0 0,-2 0-32 0 0,-2-3 32 0 0,2-4 32 0 0,-2 1 0 0 0,4-2 64 0 0,6 11-1248 0 0,4 14-2240 0 0,12 8 1824 0 0,5 2 1536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11066 2224 7743 0 0,'6'0'992'0'0,"3"-7"768"0"0,0 5 3488 0 0,5 2-3808 0 0,6 2-1344 0 0,8 0-64 0 0,4-1-32 0 0,5 1 32 0 0,2-1 0 0 0,2 0-32 0 0,0-1 32 0 0,-7-7-64 0 0,-2-2 32 0 0,-14 1-864 0 0,-9 7-10336 0 0,-14 5 8864 0 0,-5 2 2336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11564 2041 8319 0 0,'7'7'7104'0'0,"2"8"-6464"0"0,7 3-480 0 0,-1 4-64 0 0,6-1 32 0 0,-2 2-128 0 0,2 4 64 0 0,-1 5 0 0 0,-5 3-32 0 0,2-5-32 0 0,-2 1 64 0 0,-3 0 64 0 0,2 3 0 0 0,0 1 0 0 0,-3 3-64 0 0,-4 0 0 0 0,5-5-32 0 0,-1-2 32 0 0,-1 0-32 0 0,-3 2 32 0 0,-3 3-32 0 0,-2 0 0 0 0,-1 3-32 0 0,-7 0-32 0 0,-3 1 64 0 0,0 0 0 0 0,-6-7-32 0 0,1-2 0 0 0,2 0 0 0 0,3 2 32 0 0,-3-4-32 0 0,0-2 0 0 0,-5 3 0 0 0,1 2-32 0 0,-4 3 32 0 0,2 2 32 0 0,-3 1-64 0 0,2 1 0 0 0,-3-5 32 0 0,3-3 32 0 0,-2 1-32 0 0,2 1 32 0 0,-2-5-32 0 0,2 0 0 0 0,-2-5 32 0 0,3 0-32 0 0,-3-3 0 0 0,2 1 32 0 0,-2-3-64 0 0,2 2 64 0 0,-2-2 32 0 0,3-10-14080 0 0,3-8 14016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11191 2011 5983 0 0,'-6'0'128'0'0,"-10"0"8928"0"0,-8 0-8960 0 0,-1 7-128 0 0,-2 2 0 0 0,-4 7 64 0 0,-2-1-32 0 0,3 6 0 0 0,0-2 32 0 0,6 2-32 0 0,0-1 0 0 0,4 2 32 0 0,-2-3-32 0 0,4 3-32 0 0,4 3 32 0 0,-2-1 0 0 0,2 1 0 0 0,3 3 32 0 0,-3-3 0 0 0,1 1 32 0 0,2 3 64 0 0,-4-4-96 0 0,2 1 0 0 0,2 3-32 0 0,3 3 64 0 0,3 3 0 0 0,2 2-64 0 0,2 1 0 0 0,1 2 0 0 0,8-7 32 0 0,1-1 64 0 0,7-7-32 0 0,0-1-32 0 0,5-4-32 0 0,5-6 32 0 0,5-5 0 0 0,4-4-32 0 0,-4 4 32 0 0,-1 0-32 0 0,2-1-32 0 0,2-3 32 0 0,2-1 32 0 0,-6-8-32 0 0,0-4 32 0 0,-6-7-32 0 0,0-1 0 0 0,-4-5 0 0 0,1 2 0 0 0,-3-3 0 0 0,-4-5-160 0 0,-5-4-32 0 0,-4-4 64 0 0,-9 5 0 0 0,-5 0 128 0 0,1-2-160 0 0,-7 5 96 0 0,0 0-512 0 0,-4 5 96 0 0,-6 6 256 0 0,2-1 256 0 0,-3 3-32 0 0,-3 3 0 0 0,-3 4 0 0 0,-4 2-32 0 0,5 10 32 0 0,1 10-32 0 0,-1 3 96 0 0,4 5-64 0 0,1-1 0 0 0,-3 2-32 0 0,-3-3 32 0 0,4 1 0 0 0,1-2-1376 0 0,4-5 1376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11411 1864 5471 0 0,'0'7'6336'0'0,"0"9"-5920"0"0,7 1 32 0 0,2 6-352 0 0,-1 4 96 0 0,-1 5-160 0 0,5-2-32 0 0,0-1 0 0 0,-2 2 0 0 0,-3 3 64 0 0,-2 2-96 0 0,5 1 64 0 0,0 2-32 0 0,-1 1 0 0 0,-3 0 0 0 0,-1 0 0 0 0,-3 0-32 0 0,0 0 32 0 0,-9 0 32 0 0,-2 0-32 0 0,0 0 0 0 0,-5-7-32 0 0,0-3 32 0 0,2 1 0 0 0,-4-5-32 0 0,2 0 64 0 0,2 2-32 0 0,-3 3-32 0 0,1 4 32 0 0,3 1-32 0 0,-4-4 32 0 0,1-2 0 0 0,3 2 32 0 0,-4 1-64 0 0,1 2 32 0 0,3 3 32 0 0,-3-7-32 0 0,0 0 0 0 0,3 0 32 0 0,-4-5-32 0 0,1 0 0 0 0,3 3-32 0 0,-4-4 32 0 0,1 0 0 0 0,3 3 0 0 0,-3 4 0 0 0,0 2 32 0 0,-4-4 224 0 0,1 0-128 0 0,4-12 992 0 0,3-10-1120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8978 2485 5471 0 0,'0'-7'8864'0'0,"7"-2"-8640"0"0,2-6-224 0 0,6-7 32 0 0,1-8-96 0 0,-2-4 64 0 0,2-4 32 0 0,0-1-32 0 0,-4 11-128 0 0,3 12 128 0 0,0 15 32 0 0,-4 14 0 0 0,-3 11-32 0 0,-3 10 0 0 0,-3 4-32 0 0,-1 3 32 0 0,-1 2 0 0 0,0 0 32 0 0,-1-1-32 0 0,7-7 0 0 0,2-4 0 0 0,1 1 0 0 0,-3 1 0 0 0,6 2-32 0 0,0 2 0 0 0,5-6 32 0 0,-1-1 0 0 0,5-6 0 0 0,4-7-32 0 0,5-6 64 0 0,-2-12-32 0 0,-6-12 0 0 0,0-5 0 0 0,-4-5-32 0 0,2 1 32 0 0,-3-2 0 0 0,-4-5 0 0 0,-4-3 0 0 0,3 3 0 0 0,0 1-32 0 0,-3-3 32 0 0,-3-2 0 0 0,-1-3 64 0 0,-3-1 32 0 0,-1-2-128 0 0,-1 0 64 0 0,-1-1-32 0 0,1 13 96 0 0,-1 18-96 0 0,1 18 32 0 0,0 13-64 0 0,-1 10 64 0 0,-5 7-32 0 0,-3 3-32 0 0,0 1 32 0 0,2 0 32 0 0,-5 0-32 0 0,0-2 0 0 0,2 0 0 0 0,3 0 0 0 0,2-1 0 0 0,-5-7 0 0 0,0-2 0 0 0,1 0 0 0 0,3 1 0 0 0,1 3 0 0 0,3 1 0 0 0,1 2 32 0 0,0 1-32 0 0,-5 1 0 0 0,-3 0-32 0 0,1 0 64 0 0,1 0 0 0 0,3 0-64 0 0,1 0 64 0 0,2 0-64 0 0,0 0 32 0 0,1-1 32 0 0,0-12-2976 0 0,-6-12-6368 0 0,-3-9 9312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9008 2938 4479 0 0,'7'0'544'0'0,"8"0"1984"0"0,10 0-416 0 0,6 0-1120 0 0,5 0-352 0 0,3 0-512 0 0,2 0-64 0 0,0 0 160 0 0,0 0 32 0 0,1 0-96 0 0,-2 0-128 0 0,1-7-64 0 0,-1-2 32 0 0,0 1 32 0 0,-1 1-64 0 0,-6-5 32 0 0,-2 0 288 0 0,-7 9-1344 0 0,-14 4-3360 0 0,-15 3-160 0 0,-7 0 4576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9653 2276 5919 0 0,'7'0'7968'0'0,"2"7"-7648"0"0,0 9-64 0 0,-2 8-64 0 0,4 0-64 0 0,1 3-32 0 0,-1 4 256 0 0,-4 3-256 0 0,-2 2 32 0 0,-2 3-32 0 0,5-7-96 0 0,1 0 64 0 0,-1-1-32 0 0,-1 3-32 0 0,-3 1 0 0 0,-1 2 0 0 0,-2 1 32 0 0,-1 2-32 0 0,7-7 0 0 0,2-2 0 0 0,-1 0 32 0 0,-2 2-32 0 0,-1 2 0 0 0,-2 2 0 0 0,-2 1 64 0 0,0 1-64 0 0,-1 1 0 0 0,-7-7 32 0 0,-3-2-64 0 0,2 1 32 0 0,-6-6 0 0 0,0 0 32 0 0,2 3-32 0 0,-4-5 0 0 0,2 1 0 0 0,2 3 0 0 0,-3-3 0 0 0,1 1 0 0 0,3 2 0 0 0,-4-3 0 0 0,1 1-32 0 0,-3-5 32 0 0,0 2 32 0 0,3 4-32 0 0,-2-4 0 0 0,1 2 0 0 0,-3-4 0 0 0,1 2 32 0 0,-3 3-64 0 0,1 4 64 0 0,-2-2-32 0 0,2-1 0 0 0,5-3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9386 2396 7615 0 0,'0'-7'2976'0'0,"0"-8"-320"0"0,-7-3-448 0 0,-2-4-2080 0 0,-6 1 64 0 0,-8 5 256 0 0,-6 4-352 0 0,-5 5-96 0 0,-4 3 0 0 0,-2 3 0 0 0,6 8 0 0 0,2 2-32 0 0,7 8 64 0 0,0 6-96 0 0,4 7 96 0 0,0-2-32 0 0,3 1 0 0 0,5 3 0 0 0,4 1-32 0 0,4 4 64 0 0,2 1-32 0 0,3 1 0 0 0,0 1-32 0 0,8 0 32 0 0,9-7 0 0 0,1-2 0 0 0,5-6 32 0 0,-2-1-32 0 0,2-4 0 0 0,5-6 0 0 0,3-5 0 0 0,-3 2 0 0 0,1 0 0 0 0,1-2 32 0 0,-3 4 0 0 0,-1 0-32 0 0,3-3-64 0 0,-4 5 64 0 0,1-2 32 0 0,-4 5-32 0 0,-6 6-32 0 0,-6 6 64 0 0,-4 3-32 0 0,-4 5 0 0 0,-8-6 0 0 0,-4-1-32 0 0,-6-5 64 0 0,-1-1-32 0 0,-4-5 0 0 0,1 2 0 0 0,-2-4-32 0 0,2 2 32 0 0,-2-2-32 0 0,-4-4 0 0 0,-4-5 32 0 0,-4-3 0 0 0,-3-4-32 0 0,-2-1 0 0 0,-1-1 64 0 0,6-8-64 0 0,2-2 32 0 0,7-6 32 0 0,1 0-32 0 0,-3 2 0 0 0,4-3-32 0 0,-1 1 0 0 0,3-3 32 0 0,6-5-32 0 0,4-5 64 0 0,12 1-64 0 0,6 0 32 0 0,8 5 0 0 0,1-2 0 0 0,5 5 0 0 0,-1-2-32 0 0,3 3 32 0 0,4 5 0 0 0,-3-2 0 0 0,2 2 0 0 0,3 3 0 0 0,-3-3 0 0 0,0 0 0 0 0,3 3 0 0 0,-4-3 32 0 0,1 0-32 0 0,3 3-32 0 0,2-3 0 0 0,4 0 64 0 0,-5-4 0 0 0,0 1-32 0 0,-6-3-32 0 0,1 1 32 0 0,-5-2 0 0 0,-6-4 64 0 0,-4-6-32 0 0,-5-3-64 0 0,-3-3 32 0 0,-8 5 0 0 0,-4 0 0 0 0,0 1-32 0 0,3-3 32 0 0,1-2-32 0 0,2-1 96 0 0,-5 5 96 0 0,-7 9 64 0 0,-2 7-224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9426 2129 5567 0 0,'7'0'3904'0'0,"2"7"-288"0"0,0 9-3296 0 0,4 8 0 0 0,1 7-160 0 0,-2 5-96 0 0,3-4-64 0 0,0 0 32 0 0,-4 1 0 0 0,-3 2 32 0 0,4 1-32 0 0,0 2 0 0 0,-2 0 32 0 0,-3 2-32 0 0,-3 0-32 0 0,-2 0 0 0 0,6-7 32 0 0,1-2-32 0 0,-1 0 0 0 0,-1 2 32 0 0,-3 2-32 0 0,-1 2 0 0 0,5-6 0 0 0,1-1 0 0 0,0 1 0 0 0,-3 2 0 0 0,-1 2 32 0 0,-2 2 0 0 0,-2 2-32 0 0,-1 0 0 0 0,0 1 0 0 0,0 0 0 0 0,0 0 0 0 0,-1 0 0 0 0,1 0 32 0 0,0 0-32 0 0,0 0 32 0 0,-7-7-32 0 0,-2-3 0 0 0,0 2-32 0 0,-4 0 32 0 0,-1 3 0 0 0,2 2 32 0 0,-3-6-32 0 0,0-1 0 0 0,4 1 0 0 0,-4-4-32 0 0,1-1 32 0 0,2 2 0 0 0,-2-3 0 0 0,0 0 32 0 0,3 3-32 0 0,-4-3 0 0 0,1 1-32 0 0,3 2 32 0 0,-4-3 32 0 0,1 1-32 0 0,3-11 2144 0 0,10-8-2784 0 0,5-5 640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9801 1629 3775 0 0,'0'7'6752'0'0,"-7"2"-2784"0"0,-8 0-3904 0 0,-10-3 192 0 0,-6-1-64 0 0,-5-2-96 0 0,-3-1 64 0 0,-2-1 160 0 0,0-1-32 0 0,6 6-224 0 0,3 3 32 0 0,0-1 0 0 0,5 5-32 0 0,1 1-64 0 0,-2-3 64 0 0,3 5 0 0 0,0-2-64 0 0,4 4 0 0 0,-2 0 0 0 0,4 2 0 0 0,-2-1 0 0 0,3 2 32 0 0,-3-2 0 0 0,3 2 32 0 0,-3-2-32 0 0,2 2 0 0 0,5 5-32 0 0,5 4 32 0 0,3 4-64 0 0,3 3 64 0 0,2 2-64 0 0,2 1 64 0 0,-1 0-64 0 0,1 1 32 0 0,0-1 96 0 0,0 1-128 0 0,6-8 64 0 0,9-9-64 0 0,8-8 96 0 0,8-8-64 0 0,4-4 32 0 0,3-4-32 0 0,-5-7 0 0 0,-2-11-32 0 0,1-1 64 0 0,1 2-64 0 0,-5-3 32 0 0,0 3 64 0 0,0-4-32 0 0,-3-4-32 0 0,0 2-32 0 0,-5-2 64 0 0,-5-3 0 0 0,-6-4-64 0 0,-4-3 32 0 0,3 4 0 0 0,1 1-32 0 0,-3-2 32 0 0,-1-1 64 0 0,-2-2-96 0 0,-2-3 32 0 0,-1 0-32 0 0,-1-2 64 0 0,0 0-64 0 0,-7 7 32 0 0,-9 9-32 0 0,-9 8 32 0 0,0 14-128 0 0,5 14 128 0 0,5 11 32 0 0,12 3 0 0 0,7 3-32 0 0,2 3 0 0 0,7-3-32 0 0,2-1 32 0 0,-3 3 32 0 0,-2 2 0 0 0,-3 2 32 0 0,-4 2-96 0 0,-1 2 32 0 0,-1 1 64 0 0,-2 0-64 0 0,1 0 64 0 0,-1 0 64 0 0,1 0-96 0 0,-1 0 0 0 0,1 0 32 0 0,0 0 160 0 0,0-1-192 0 0,0 1-32 0 0,-7-7 0 0 0,-2-2 0 0 0,0 0 0 0 0,-4 2 0 0 0,-1 1 0 0 0,2 3 0 0 0,4 1-32 0 0,-5 1 32 0 0,1 1 0 0 0,2 0 0 0 0,-3-7 0 0 0,-1-2 0 0 0,-4-6 128 0 0,-5-8-96 0 0,-7-6 0 0 0,-4-6-32 0 0,-3-3 64 0 0,5-8-64 0 0,0-5 0 0 0,0 1 32 0 0,5-5 0 0 0,0 1-32 0 0,5 1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9743 1600 6111 0 0,'6'0'960'0'0,"3"7"2496"0"0,0 8-2720 0 0,5 3-320 0 0,-1 4-64 0 0,-1 6 192 0 0,3-3-160 0 0,0 2-192 0 0,-4 3 32 0 0,-2 3-128 0 0,3 2 0 0 0,-1 3-32 0 0,-1 1-32 0 0,-3 1 0 0 0,-3 0 0 0 0,-1 0-32 0 0,-2 1 0 0 0,-1-1 64 0 0,-1 0-64 0 0,1 0 32 0 0,-1-1-32 0 0,1 1 0 0 0,0 0 0 0 0,-1-1 0 0 0,1 1 32 0 0,0 0-32 0 0,0-1-32 0 0,0 1 64 0 0,0 0-32 0 0,0-1 0 0 0,0 1 32 0 0,-6 0-32 0 0,-3-1 0 0 0,0 1-32 0 0,-5 0 64 0 0,1 0-64 0 0,1-1 32 0 0,-3-6 0 0 0,0-2 0 0 0,3 0 0 0 0,-2-5 0 0 0,-1 0 0 0 0,-3 2 0 0 0,1 3 0 0 0,-3 3 32 0 0,-5 3-64 0 0,2 1 64 0 0,-3-5-64 0 0,4-2 0 0 0,6 1 64 0 0,-2-6-32 0 0,3 1-32 0 0,3 1 32 0 0,5 4 32 0 0,-5-5-32 0 0,1 1 0 0 0,2-5 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8802 2621 5567 0 0,'7'0'8864'0'0,"2"-7"-8832"0"0,6-2-32 0 0,1-6 0 0 0,4-8 0 0 0,-1-6 32 0 0,3-5-32 0 0,4-4 0 0 0,-2-2-32 0 0,-5-1 32 0 0,1 7 0 0 0,-3 2 32 0 0,-5 0-32 0 0,3 5 0 0 0,-1 1 0 0 0,-3-3 0 0 0,3 5 0 0 0,-1-1 0 0 0,5 3 0 0 0,-1 0 0 0 0,3 3-224 0 0,-2 11 224 0 0,-3 15 0 0 0,-5 11 0 0 0,-4 11 32 0 0,-3 7-64 0 0,-2 3 32 0 0,-1 3 0 0 0,-1 0 0 0 0,-7 1 32 0 0,-1-2-32 0 0,-1 0 0 0 0,-4 0 0 0 0,0-1 0 0 0,2 7 0 0 0,4 2 0 0 0,2-1 0 0 0,-4-2 32 0 0,0-1-32 0 0,1-3 32 0 0,3 0-32 0 0,2-2-32 0 0,1 0 32 0 0,2-1 0 0 0,1 0 32 0 0,0 1-32 0 0,0-1 0 0 0,1-13-7104 0 0,-1-11 7104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9382 2247 6751 0 0,'0'6'1760'0'0,"-7"3"-1120"0"0,-2 7-416 0 0,0 6 160 0 0,2 7-192 0 0,3 6-64 0 0,-6 2-64 0 0,-1 3 32 0 0,2 1-32 0 0,2 0 0 0 0,2 0 32 0 0,3 0-96 0 0,1-1 32 0 0,0 0-32 0 0,1 0 0 0 0,1 0 0 0 0,-1 0 32 0 0,1 0-32 0 0,-1-1 0 0 0,0 1 0 0 0,0-1 32 0 0,7-6-32 0 0,9-9 96 0 0,8-8 0 0 0,7-15-96 0 0,-1-13 0 0 0,0-5 0 0 0,2-6 32 0 0,-4-6-32 0 0,-1-5 0 0 0,-4-3 0 0 0,0-3 32 0 0,-3 0 0 0 0,-6-1 32 0 0,-5 0 32 0 0,-3 0 0 0 0,-4 1 0 0 0,-2 0 128 0 0,0 0-64 0 0,-1 0 0 0 0,0 0 192 0 0,-7 1-128 0 0,-8-1-64 0 0,-2 0 96 0 0,-4 7-160 0 0,-6 9 0 0 0,-4 9-160 0 0,-4 7-128 0 0,4 11-416 0 0,1 12-640 0 0,6 10-3840 0 0,0 1 2976 0 0,5 3 320 0 0,5-4 1792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5T09:59:42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9757 1894 7519 0 0,'0'7'2304'0'0,"7"8"32"0"0,2 10-1440 0 0,6 6-416 0 0,1 5-96 0 0,-3 3-256 0 0,4-5-64 0 0,-2-2 0 0 0,4 1 32 0 0,-1 2-64 0 0,3 0 32 0 0,-3 3-64 0 0,-3 0 32 0 0,1 8-32 0 0,-1 3 0 0 0,-3-1 32 0 0,-4-1-32 0 0,-4-2 0 0 0,5-2 32 0 0,1 5-32 0 0,-2 2 64 0 0,-1-2-64 0 0,-3-2 32 0 0,-2-1-32 0 0,-1 4 0 0 0,0 1 0 0 0,-2-2 0 0 0,1-1 0 0 0,-7-3 0 0 0,-2-2 0 0 0,0-1 0 0 0,-5-1 0 0 0,0 0 0 0 0,-4-8 0 0 0,0-1 0 0 0,4-1 32 0 0,-3-4-32 0 0,2 0 32 0 0,-4-5-32 0 0,2 1 0 0 0,-3 4 32 0 0,-5-3-32 0 0,-5 1 0 0 0,-4-3 256 0 0,3-12-12256 0 0,8-7 12000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CDCDC20-632C-5CFD-8EC7-96FFF3CAA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64A6C18-6635-8597-CDC8-2DB3449F4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4620416-156B-4C8D-A8B3-2E4D76C996FA}" type="datetimeFigureOut">
              <a:rPr lang="cs-CZ"/>
              <a:pPr>
                <a:defRPr/>
              </a:pPr>
              <a:t>05.11.2022</a:t>
            </a:fld>
            <a:endParaRPr lang="cs-CZ"/>
          </a:p>
        </p:txBody>
      </p:sp>
      <p:sp>
        <p:nvSpPr>
          <p:cNvPr id="4" name="Zástupný symbol pro obrázek snímku 3">
            <a:extLst>
              <a:ext uri="{FF2B5EF4-FFF2-40B4-BE49-F238E27FC236}">
                <a16:creationId xmlns:a16="http://schemas.microsoft.com/office/drawing/2014/main" id="{93363A5F-87C1-1990-99A3-3DBF2DBC5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s-CZ" noProof="0"/>
          </a:p>
        </p:txBody>
      </p:sp>
      <p:sp>
        <p:nvSpPr>
          <p:cNvPr id="5" name="Zástupný symbol pro poznámky 4">
            <a:extLst>
              <a:ext uri="{FF2B5EF4-FFF2-40B4-BE49-F238E27FC236}">
                <a16:creationId xmlns:a16="http://schemas.microsoft.com/office/drawing/2014/main" id="{3FC8F610-F4B1-12C8-F902-75EA3B468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Kliknutím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DD95952-680A-1527-C773-0FDD4BF3AA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E6F37D6-3959-9EC5-771D-5EF48D8C4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06C6547-F433-473D-9E20-C9765A5BF70F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Zástupný symbol pro obrázek snímku 1">
            <a:extLst>
              <a:ext uri="{FF2B5EF4-FFF2-40B4-BE49-F238E27FC236}">
                <a16:creationId xmlns:a16="http://schemas.microsoft.com/office/drawing/2014/main" id="{B406B95E-ABDD-3426-6450-CBFED16D82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Zástupný symbol pro poznámky 2">
            <a:extLst>
              <a:ext uri="{FF2B5EF4-FFF2-40B4-BE49-F238E27FC236}">
                <a16:creationId xmlns:a16="http://schemas.microsoft.com/office/drawing/2014/main" id="{CFE38355-8157-840C-82D8-9DE534EC67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5364" name="Zástupný symbol pro číslo snímku 3">
            <a:extLst>
              <a:ext uri="{FF2B5EF4-FFF2-40B4-BE49-F238E27FC236}">
                <a16:creationId xmlns:a16="http://schemas.microsoft.com/office/drawing/2014/main" id="{09D3A254-B282-DA1F-10F1-A95906957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A05E91E-E2D1-464C-9F8A-FD0F3960E99F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Zástupný symbol pro obrázek snímku 1">
            <a:extLst>
              <a:ext uri="{FF2B5EF4-FFF2-40B4-BE49-F238E27FC236}">
                <a16:creationId xmlns:a16="http://schemas.microsoft.com/office/drawing/2014/main" id="{41F37197-D89F-5072-3BFA-3C4B59BBDE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Zástupný symbol pro poznámky 2">
            <a:extLst>
              <a:ext uri="{FF2B5EF4-FFF2-40B4-BE49-F238E27FC236}">
                <a16:creationId xmlns:a16="http://schemas.microsoft.com/office/drawing/2014/main" id="{F3173986-516F-BF85-D1D1-78F97FA4FF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6388" name="Zástupný symbol pro číslo snímku 3">
            <a:extLst>
              <a:ext uri="{FF2B5EF4-FFF2-40B4-BE49-F238E27FC236}">
                <a16:creationId xmlns:a16="http://schemas.microsoft.com/office/drawing/2014/main" id="{BE3989B6-AD63-6A88-8D9C-7B2CC52E8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70C4B1F-2FC0-4BEB-9A1B-ABA219A5AD66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Zástupný symbol pro obrázek snímku 1">
            <a:extLst>
              <a:ext uri="{FF2B5EF4-FFF2-40B4-BE49-F238E27FC236}">
                <a16:creationId xmlns:a16="http://schemas.microsoft.com/office/drawing/2014/main" id="{721D56B4-B203-40C6-E6A5-DE1E529165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Zástupný symbol pro poznámky 2">
            <a:extLst>
              <a:ext uri="{FF2B5EF4-FFF2-40B4-BE49-F238E27FC236}">
                <a16:creationId xmlns:a16="http://schemas.microsoft.com/office/drawing/2014/main" id="{2CB30937-6F6A-0A8D-EB0B-63EE67465A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4340" name="Zástupný symbol pro číslo snímku 3">
            <a:extLst>
              <a:ext uri="{FF2B5EF4-FFF2-40B4-BE49-F238E27FC236}">
                <a16:creationId xmlns:a16="http://schemas.microsoft.com/office/drawing/2014/main" id="{5F60BC18-1FE8-F0A7-9DBD-B371B2516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5309D4B-21A7-4490-8943-28E3FB9EEDE7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Zástupný symbol pro obrázek snímku 1">
            <a:extLst>
              <a:ext uri="{FF2B5EF4-FFF2-40B4-BE49-F238E27FC236}">
                <a16:creationId xmlns:a16="http://schemas.microsoft.com/office/drawing/2014/main" id="{197498A7-2EA5-9A06-649A-E08EE969EB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Zástupný symbol pro poznámky 2">
            <a:extLst>
              <a:ext uri="{FF2B5EF4-FFF2-40B4-BE49-F238E27FC236}">
                <a16:creationId xmlns:a16="http://schemas.microsoft.com/office/drawing/2014/main" id="{6FEE6E5E-B5D6-64F5-26D1-B0E6F20F54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8436" name="Zástupný symbol pro číslo snímku 3">
            <a:extLst>
              <a:ext uri="{FF2B5EF4-FFF2-40B4-BE49-F238E27FC236}">
                <a16:creationId xmlns:a16="http://schemas.microsoft.com/office/drawing/2014/main" id="{5E9E7AF8-9E69-00B0-0A61-A15B49E84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4B8A75B-E60C-4A96-89AF-1AA2A033F25F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Zástupný symbol pro obrázek snímku 1">
            <a:extLst>
              <a:ext uri="{FF2B5EF4-FFF2-40B4-BE49-F238E27FC236}">
                <a16:creationId xmlns:a16="http://schemas.microsoft.com/office/drawing/2014/main" id="{CE471B69-375B-988B-9E6E-48384EB693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Zástupný symbol pro poznámky 2">
            <a:extLst>
              <a:ext uri="{FF2B5EF4-FFF2-40B4-BE49-F238E27FC236}">
                <a16:creationId xmlns:a16="http://schemas.microsoft.com/office/drawing/2014/main" id="{F9C04577-0F13-F7B9-8926-329F79C292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9460" name="Zástupný symbol pro číslo snímku 3">
            <a:extLst>
              <a:ext uri="{FF2B5EF4-FFF2-40B4-BE49-F238E27FC236}">
                <a16:creationId xmlns:a16="http://schemas.microsoft.com/office/drawing/2014/main" id="{26094E70-546D-977F-98F1-F2BEEC4E1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E184F04-063F-40A0-B6C7-E64E7965170A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Zástupný symbol pro obrázek snímku 1">
            <a:extLst>
              <a:ext uri="{FF2B5EF4-FFF2-40B4-BE49-F238E27FC236}">
                <a16:creationId xmlns:a16="http://schemas.microsoft.com/office/drawing/2014/main" id="{B871ADAF-D8DE-41CD-DA52-E86790E816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Zástupný symbol pro poznámky 2">
            <a:extLst>
              <a:ext uri="{FF2B5EF4-FFF2-40B4-BE49-F238E27FC236}">
                <a16:creationId xmlns:a16="http://schemas.microsoft.com/office/drawing/2014/main" id="{01E5E4B8-864B-9B16-A17E-AC467FECCC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20484" name="Zástupný symbol pro číslo snímku 3">
            <a:extLst>
              <a:ext uri="{FF2B5EF4-FFF2-40B4-BE49-F238E27FC236}">
                <a16:creationId xmlns:a16="http://schemas.microsoft.com/office/drawing/2014/main" id="{31A147F7-BE8C-E950-55FB-A58FEC7B2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29828BE-87D3-4B79-AA68-FD0472C572B9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8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Zástupný symbol pro obrázek snímku 1">
            <a:extLst>
              <a:ext uri="{FF2B5EF4-FFF2-40B4-BE49-F238E27FC236}">
                <a16:creationId xmlns:a16="http://schemas.microsoft.com/office/drawing/2014/main" id="{9F8D3F11-2473-C28D-DBBA-F9DC0A0971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Zástupný symbol pro poznámky 2">
            <a:extLst>
              <a:ext uri="{FF2B5EF4-FFF2-40B4-BE49-F238E27FC236}">
                <a16:creationId xmlns:a16="http://schemas.microsoft.com/office/drawing/2014/main" id="{758877ED-5224-E3FD-8D9C-1ED6825E7A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21508" name="Zástupný symbol pro číslo snímku 3">
            <a:extLst>
              <a:ext uri="{FF2B5EF4-FFF2-40B4-BE49-F238E27FC236}">
                <a16:creationId xmlns:a16="http://schemas.microsoft.com/office/drawing/2014/main" id="{20258D5D-FB01-B964-4C66-188D52B58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56BB0F8-2245-4BF3-A13A-616F7E2C0945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Zástupný symbol pro obrázek snímku 1">
            <a:extLst>
              <a:ext uri="{FF2B5EF4-FFF2-40B4-BE49-F238E27FC236}">
                <a16:creationId xmlns:a16="http://schemas.microsoft.com/office/drawing/2014/main" id="{6BBA0EB5-8D58-FD27-21F2-C808CD6ED4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Zástupný symbol pro poznámky 2">
            <a:extLst>
              <a:ext uri="{FF2B5EF4-FFF2-40B4-BE49-F238E27FC236}">
                <a16:creationId xmlns:a16="http://schemas.microsoft.com/office/drawing/2014/main" id="{53044654-A486-1437-D019-77F56883A0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22532" name="Zástupný symbol pro číslo snímku 3">
            <a:extLst>
              <a:ext uri="{FF2B5EF4-FFF2-40B4-BE49-F238E27FC236}">
                <a16:creationId xmlns:a16="http://schemas.microsoft.com/office/drawing/2014/main" id="{5E77A1C2-CFDA-44EB-8999-A44139867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6386794-F354-4019-A735-63A8989D6BAB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D2831F-0915-3CA8-0940-2E18A6A01F9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75F95921-546A-5EB5-CE53-525D7EB53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A45B058-8A37-3D42-8FDF-E1B51BA6C7A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FDE6C248-09F0-19F5-6705-948424C41ECD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914E1ED3-965C-EF17-3A21-99E232EAB9B0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630787A7-26C6-A001-7A66-B28F38A297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B9C14392-12A4-B0B7-CCCC-B24788D9782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49B00B14-DBFA-C6BB-D9C7-E5246E7BF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7B4600C2-F481-CCBC-390D-07A528B1D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5A5D73D0-5D49-A19A-8675-40C82E9B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2813" y="6251575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3EC15F41-89DA-27D8-9285-40C9E747D8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54388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BD179172-A0AC-88E3-F68E-A974919319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5DA69F03-EE95-4E47-B09C-1E44ED644CC0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65930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90087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33604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65714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478051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580485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65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67472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01579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84329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2012" cy="6858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11188" y="0"/>
            <a:ext cx="6248400" cy="6858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094712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188" y="0"/>
            <a:ext cx="8532812" cy="836613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54327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9BB1F2FB-1F56-A0B5-D3C0-9A879B926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96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cs-CZ" altLang="cs-CZ" sz="2400">
              <a:latin typeface="Times New Roman" charset="0"/>
            </a:endParaRPr>
          </a:p>
        </p:txBody>
      </p:sp>
      <p:grpSp>
        <p:nvGrpSpPr>
          <p:cNvPr id="1027" name="Group 4">
            <a:extLst>
              <a:ext uri="{FF2B5EF4-FFF2-40B4-BE49-F238E27FC236}">
                <a16:creationId xmlns:a16="http://schemas.microsoft.com/office/drawing/2014/main" id="{196BCE1B-3646-5E2F-8076-01F1D37CCEE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6613"/>
            <a:ext cx="8305800" cy="182562"/>
            <a:chOff x="240" y="893"/>
            <a:chExt cx="5232" cy="115"/>
          </a:xfrm>
        </p:grpSpPr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549267BA-CE40-9AC8-97EB-AF22E94E0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12A53653-FF2F-1DBF-0697-097E1BC8A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028" name="Rectangle 7">
            <a:extLst>
              <a:ext uri="{FF2B5EF4-FFF2-40B4-BE49-F238E27FC236}">
                <a16:creationId xmlns:a16="http://schemas.microsoft.com/office/drawing/2014/main" id="{1CF5EF38-5476-67A4-6E34-8BA17BD94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0"/>
            <a:ext cx="853281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97FA3305-93DA-FB31-F455-FC74BAABD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C44C77B4-E4F8-340F-8A78-1F5827B2D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45.png"/><Relationship Id="rId112" Type="http://schemas.openxmlformats.org/officeDocument/2006/relationships/customXml" Target="../ink/ink55.xml"/><Relationship Id="rId133" Type="http://schemas.openxmlformats.org/officeDocument/2006/relationships/image" Target="../media/image67.png"/><Relationship Id="rId138" Type="http://schemas.openxmlformats.org/officeDocument/2006/relationships/customXml" Target="../ink/ink68.xml"/><Relationship Id="rId154" Type="http://schemas.openxmlformats.org/officeDocument/2006/relationships/customXml" Target="../ink/ink76.xml"/><Relationship Id="rId159" Type="http://schemas.openxmlformats.org/officeDocument/2006/relationships/image" Target="../media/image80.png"/><Relationship Id="rId175" Type="http://schemas.openxmlformats.org/officeDocument/2006/relationships/customXml" Target="../ink/ink87.xml"/><Relationship Id="rId170" Type="http://schemas.openxmlformats.org/officeDocument/2006/relationships/image" Target="../media/image85.png"/><Relationship Id="rId16" Type="http://schemas.openxmlformats.org/officeDocument/2006/relationships/customXml" Target="../ink/ink7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0.png"/><Relationship Id="rId102" Type="http://schemas.openxmlformats.org/officeDocument/2006/relationships/customXml" Target="../ink/ink50.xml"/><Relationship Id="rId123" Type="http://schemas.openxmlformats.org/officeDocument/2006/relationships/image" Target="../media/image62.png"/><Relationship Id="rId128" Type="http://schemas.openxmlformats.org/officeDocument/2006/relationships/customXml" Target="../ink/ink63.xml"/><Relationship Id="rId144" Type="http://schemas.openxmlformats.org/officeDocument/2006/relationships/customXml" Target="../ink/ink71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0" Type="http://schemas.openxmlformats.org/officeDocument/2006/relationships/customXml" Target="../ink/ink44.xml"/><Relationship Id="rId95" Type="http://schemas.openxmlformats.org/officeDocument/2006/relationships/image" Target="../media/image48.png"/><Relationship Id="rId160" Type="http://schemas.openxmlformats.org/officeDocument/2006/relationships/customXml" Target="../ink/ink79.xml"/><Relationship Id="rId165" Type="http://schemas.openxmlformats.org/officeDocument/2006/relationships/customXml" Target="../ink/ink82.xml"/><Relationship Id="rId181" Type="http://schemas.openxmlformats.org/officeDocument/2006/relationships/customXml" Target="../ink/ink90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18" Type="http://schemas.openxmlformats.org/officeDocument/2006/relationships/customXml" Target="../ink/ink58.xml"/><Relationship Id="rId134" Type="http://schemas.openxmlformats.org/officeDocument/2006/relationships/customXml" Target="../ink/ink66.xml"/><Relationship Id="rId139" Type="http://schemas.openxmlformats.org/officeDocument/2006/relationships/image" Target="../media/image70.png"/><Relationship Id="rId80" Type="http://schemas.openxmlformats.org/officeDocument/2006/relationships/customXml" Target="../ink/ink39.xml"/><Relationship Id="rId85" Type="http://schemas.openxmlformats.org/officeDocument/2006/relationships/image" Target="../media/image43.png"/><Relationship Id="rId150" Type="http://schemas.openxmlformats.org/officeDocument/2006/relationships/customXml" Target="../ink/ink74.xml"/><Relationship Id="rId155" Type="http://schemas.openxmlformats.org/officeDocument/2006/relationships/image" Target="../media/image78.png"/><Relationship Id="rId171" Type="http://schemas.openxmlformats.org/officeDocument/2006/relationships/customXml" Target="../ink/ink85.xml"/><Relationship Id="rId176" Type="http://schemas.openxmlformats.org/officeDocument/2006/relationships/image" Target="../media/image88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08" Type="http://schemas.openxmlformats.org/officeDocument/2006/relationships/customXml" Target="../ink/ink53.xml"/><Relationship Id="rId124" Type="http://schemas.openxmlformats.org/officeDocument/2006/relationships/customXml" Target="../ink/ink61.xml"/><Relationship Id="rId129" Type="http://schemas.openxmlformats.org/officeDocument/2006/relationships/image" Target="../media/image65.png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47.xml"/><Relationship Id="rId140" Type="http://schemas.openxmlformats.org/officeDocument/2006/relationships/customXml" Target="../ink/ink69.xml"/><Relationship Id="rId145" Type="http://schemas.openxmlformats.org/officeDocument/2006/relationships/image" Target="../media/image73.png"/><Relationship Id="rId161" Type="http://schemas.openxmlformats.org/officeDocument/2006/relationships/image" Target="../media/image81.png"/><Relationship Id="rId166" Type="http://schemas.openxmlformats.org/officeDocument/2006/relationships/image" Target="../media/image83.png"/><Relationship Id="rId18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49" Type="http://schemas.openxmlformats.org/officeDocument/2006/relationships/image" Target="../media/image25.png"/><Relationship Id="rId114" Type="http://schemas.openxmlformats.org/officeDocument/2006/relationships/customXml" Target="../ink/ink56.xml"/><Relationship Id="rId119" Type="http://schemas.openxmlformats.org/officeDocument/2006/relationships/image" Target="../media/image60.png"/><Relationship Id="rId44" Type="http://schemas.openxmlformats.org/officeDocument/2006/relationships/customXml" Target="../ink/ink21.xml"/><Relationship Id="rId60" Type="http://schemas.openxmlformats.org/officeDocument/2006/relationships/customXml" Target="../ink/ink29.xml"/><Relationship Id="rId65" Type="http://schemas.openxmlformats.org/officeDocument/2006/relationships/image" Target="../media/image33.png"/><Relationship Id="rId81" Type="http://schemas.openxmlformats.org/officeDocument/2006/relationships/image" Target="../media/image41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35" Type="http://schemas.openxmlformats.org/officeDocument/2006/relationships/image" Target="../media/image68.png"/><Relationship Id="rId151" Type="http://schemas.openxmlformats.org/officeDocument/2006/relationships/image" Target="../media/image76.png"/><Relationship Id="rId156" Type="http://schemas.openxmlformats.org/officeDocument/2006/relationships/customXml" Target="../ink/ink77.xml"/><Relationship Id="rId177" Type="http://schemas.openxmlformats.org/officeDocument/2006/relationships/customXml" Target="../ink/ink88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72" Type="http://schemas.openxmlformats.org/officeDocument/2006/relationships/image" Target="../media/image86.png"/><Relationship Id="rId180" Type="http://schemas.openxmlformats.org/officeDocument/2006/relationships/image" Target="../media/image90.png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9" Type="http://schemas.openxmlformats.org/officeDocument/2006/relationships/image" Target="../media/image20.png"/><Relationship Id="rId109" Type="http://schemas.openxmlformats.org/officeDocument/2006/relationships/image" Target="../media/image55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8.png"/><Relationship Id="rId76" Type="http://schemas.openxmlformats.org/officeDocument/2006/relationships/customXml" Target="../ink/ink37.xml"/><Relationship Id="rId97" Type="http://schemas.openxmlformats.org/officeDocument/2006/relationships/image" Target="../media/image49.png"/><Relationship Id="rId104" Type="http://schemas.openxmlformats.org/officeDocument/2006/relationships/customXml" Target="../ink/ink51.xml"/><Relationship Id="rId120" Type="http://schemas.openxmlformats.org/officeDocument/2006/relationships/customXml" Target="../ink/ink59.xml"/><Relationship Id="rId125" Type="http://schemas.openxmlformats.org/officeDocument/2006/relationships/image" Target="../media/image63.png"/><Relationship Id="rId141" Type="http://schemas.openxmlformats.org/officeDocument/2006/relationships/image" Target="../media/image71.png"/><Relationship Id="rId146" Type="http://schemas.openxmlformats.org/officeDocument/2006/relationships/customXml" Target="../ink/ink72.xml"/><Relationship Id="rId167" Type="http://schemas.openxmlformats.org/officeDocument/2006/relationships/customXml" Target="../ink/ink83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5.xml"/><Relationship Id="rId162" Type="http://schemas.openxmlformats.org/officeDocument/2006/relationships/customXml" Target="../ink/ink80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5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66" Type="http://schemas.openxmlformats.org/officeDocument/2006/relationships/customXml" Target="../ink/ink32.xml"/><Relationship Id="rId87" Type="http://schemas.openxmlformats.org/officeDocument/2006/relationships/image" Target="../media/image44.png"/><Relationship Id="rId110" Type="http://schemas.openxmlformats.org/officeDocument/2006/relationships/customXml" Target="../ink/ink54.xml"/><Relationship Id="rId115" Type="http://schemas.openxmlformats.org/officeDocument/2006/relationships/image" Target="../media/image58.png"/><Relationship Id="rId131" Type="http://schemas.openxmlformats.org/officeDocument/2006/relationships/image" Target="../media/image66.png"/><Relationship Id="rId136" Type="http://schemas.openxmlformats.org/officeDocument/2006/relationships/customXml" Target="../ink/ink67.xml"/><Relationship Id="rId157" Type="http://schemas.openxmlformats.org/officeDocument/2006/relationships/image" Target="../media/image79.png"/><Relationship Id="rId178" Type="http://schemas.openxmlformats.org/officeDocument/2006/relationships/image" Target="../media/image89.png"/><Relationship Id="rId61" Type="http://schemas.openxmlformats.org/officeDocument/2006/relationships/image" Target="../media/image31.png"/><Relationship Id="rId82" Type="http://schemas.openxmlformats.org/officeDocument/2006/relationships/customXml" Target="../ink/ink40.xml"/><Relationship Id="rId152" Type="http://schemas.openxmlformats.org/officeDocument/2006/relationships/customXml" Target="../ink/ink75.xml"/><Relationship Id="rId173" Type="http://schemas.openxmlformats.org/officeDocument/2006/relationships/customXml" Target="../ink/ink86.xml"/><Relationship Id="rId19" Type="http://schemas.openxmlformats.org/officeDocument/2006/relationships/image" Target="../media/image10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56" Type="http://schemas.openxmlformats.org/officeDocument/2006/relationships/customXml" Target="../ink/ink27.xml"/><Relationship Id="rId77" Type="http://schemas.openxmlformats.org/officeDocument/2006/relationships/image" Target="../media/image39.png"/><Relationship Id="rId100" Type="http://schemas.openxmlformats.org/officeDocument/2006/relationships/customXml" Target="../ink/ink49.xml"/><Relationship Id="rId105" Type="http://schemas.openxmlformats.org/officeDocument/2006/relationships/image" Target="../media/image53.png"/><Relationship Id="rId126" Type="http://schemas.openxmlformats.org/officeDocument/2006/relationships/customXml" Target="../ink/ink62.xml"/><Relationship Id="rId147" Type="http://schemas.openxmlformats.org/officeDocument/2006/relationships/image" Target="../media/image74.png"/><Relationship Id="rId168" Type="http://schemas.openxmlformats.org/officeDocument/2006/relationships/image" Target="../media/image84.png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72" Type="http://schemas.openxmlformats.org/officeDocument/2006/relationships/customXml" Target="../ink/ink35.xml"/><Relationship Id="rId93" Type="http://schemas.openxmlformats.org/officeDocument/2006/relationships/image" Target="../media/image47.png"/><Relationship Id="rId98" Type="http://schemas.openxmlformats.org/officeDocument/2006/relationships/customXml" Target="../ink/ink48.xml"/><Relationship Id="rId121" Type="http://schemas.openxmlformats.org/officeDocument/2006/relationships/image" Target="../media/image61.png"/><Relationship Id="rId142" Type="http://schemas.openxmlformats.org/officeDocument/2006/relationships/customXml" Target="../ink/ink70.xml"/><Relationship Id="rId163" Type="http://schemas.openxmlformats.org/officeDocument/2006/relationships/customXml" Target="../ink/ink81.xml"/><Relationship Id="rId3" Type="http://schemas.openxmlformats.org/officeDocument/2006/relationships/image" Target="../media/image2.png"/><Relationship Id="rId25" Type="http://schemas.openxmlformats.org/officeDocument/2006/relationships/image" Target="../media/image13.png"/><Relationship Id="rId46" Type="http://schemas.openxmlformats.org/officeDocument/2006/relationships/customXml" Target="../ink/ink22.xml"/><Relationship Id="rId67" Type="http://schemas.openxmlformats.org/officeDocument/2006/relationships/image" Target="../media/image34.png"/><Relationship Id="rId116" Type="http://schemas.openxmlformats.org/officeDocument/2006/relationships/customXml" Target="../ink/ink57.xml"/><Relationship Id="rId137" Type="http://schemas.openxmlformats.org/officeDocument/2006/relationships/image" Target="../media/image69.png"/><Relationship Id="rId158" Type="http://schemas.openxmlformats.org/officeDocument/2006/relationships/customXml" Target="../ink/ink78.xml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62" Type="http://schemas.openxmlformats.org/officeDocument/2006/relationships/customXml" Target="../ink/ink30.xml"/><Relationship Id="rId83" Type="http://schemas.openxmlformats.org/officeDocument/2006/relationships/image" Target="../media/image42.png"/><Relationship Id="rId88" Type="http://schemas.openxmlformats.org/officeDocument/2006/relationships/customXml" Target="../ink/ink43.xml"/><Relationship Id="rId111" Type="http://schemas.openxmlformats.org/officeDocument/2006/relationships/image" Target="../media/image56.png"/><Relationship Id="rId132" Type="http://schemas.openxmlformats.org/officeDocument/2006/relationships/customXml" Target="../ink/ink65.xml"/><Relationship Id="rId153" Type="http://schemas.openxmlformats.org/officeDocument/2006/relationships/image" Target="../media/image77.png"/><Relationship Id="rId174" Type="http://schemas.openxmlformats.org/officeDocument/2006/relationships/image" Target="../media/image87.png"/><Relationship Id="rId179" Type="http://schemas.openxmlformats.org/officeDocument/2006/relationships/customXml" Target="../ink/ink89.xml"/><Relationship Id="rId15" Type="http://schemas.openxmlformats.org/officeDocument/2006/relationships/image" Target="../media/image8.png"/><Relationship Id="rId36" Type="http://schemas.openxmlformats.org/officeDocument/2006/relationships/customXml" Target="../ink/ink17.xml"/><Relationship Id="rId57" Type="http://schemas.openxmlformats.org/officeDocument/2006/relationships/image" Target="../media/image29.png"/><Relationship Id="rId106" Type="http://schemas.openxmlformats.org/officeDocument/2006/relationships/customXml" Target="../ink/ink52.xml"/><Relationship Id="rId127" Type="http://schemas.openxmlformats.org/officeDocument/2006/relationships/image" Target="../media/image64.png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52" Type="http://schemas.openxmlformats.org/officeDocument/2006/relationships/customXml" Target="../ink/ink25.xml"/><Relationship Id="rId73" Type="http://schemas.openxmlformats.org/officeDocument/2006/relationships/image" Target="../media/image37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0.xml"/><Relationship Id="rId143" Type="http://schemas.openxmlformats.org/officeDocument/2006/relationships/image" Target="../media/image72.png"/><Relationship Id="rId148" Type="http://schemas.openxmlformats.org/officeDocument/2006/relationships/customXml" Target="../ink/ink73.xml"/><Relationship Id="rId164" Type="http://schemas.openxmlformats.org/officeDocument/2006/relationships/image" Target="../media/image82.png"/><Relationship Id="rId169" Type="http://schemas.openxmlformats.org/officeDocument/2006/relationships/customXml" Target="../ink/ink84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3.xml"/><Relationship Id="rId117" Type="http://schemas.openxmlformats.org/officeDocument/2006/relationships/image" Target="../media/image149.png"/><Relationship Id="rId21" Type="http://schemas.openxmlformats.org/officeDocument/2006/relationships/image" Target="../media/image101.png"/><Relationship Id="rId42" Type="http://schemas.openxmlformats.org/officeDocument/2006/relationships/customXml" Target="../ink/ink111.xml"/><Relationship Id="rId47" Type="http://schemas.openxmlformats.org/officeDocument/2006/relationships/image" Target="../media/image114.png"/><Relationship Id="rId63" Type="http://schemas.openxmlformats.org/officeDocument/2006/relationships/image" Target="../media/image122.png"/><Relationship Id="rId68" Type="http://schemas.openxmlformats.org/officeDocument/2006/relationships/customXml" Target="../ink/ink124.xml"/><Relationship Id="rId84" Type="http://schemas.openxmlformats.org/officeDocument/2006/relationships/customXml" Target="../ink/ink132.xml"/><Relationship Id="rId89" Type="http://schemas.openxmlformats.org/officeDocument/2006/relationships/image" Target="../media/image135.png"/><Relationship Id="rId112" Type="http://schemas.openxmlformats.org/officeDocument/2006/relationships/customXml" Target="../ink/ink146.xml"/><Relationship Id="rId133" Type="http://schemas.openxmlformats.org/officeDocument/2006/relationships/image" Target="../media/image157.png"/><Relationship Id="rId16" Type="http://schemas.openxmlformats.org/officeDocument/2006/relationships/customXml" Target="../ink/ink98.xml"/><Relationship Id="rId107" Type="http://schemas.openxmlformats.org/officeDocument/2006/relationships/image" Target="../media/image144.png"/><Relationship Id="rId11" Type="http://schemas.openxmlformats.org/officeDocument/2006/relationships/image" Target="../media/image96.png"/><Relationship Id="rId32" Type="http://schemas.openxmlformats.org/officeDocument/2006/relationships/customXml" Target="../ink/ink106.xml"/><Relationship Id="rId37" Type="http://schemas.openxmlformats.org/officeDocument/2006/relationships/image" Target="../media/image109.png"/><Relationship Id="rId53" Type="http://schemas.openxmlformats.org/officeDocument/2006/relationships/image" Target="../media/image117.png"/><Relationship Id="rId58" Type="http://schemas.openxmlformats.org/officeDocument/2006/relationships/customXml" Target="../ink/ink119.xml"/><Relationship Id="rId74" Type="http://schemas.openxmlformats.org/officeDocument/2006/relationships/customXml" Target="../ink/ink127.xml"/><Relationship Id="rId79" Type="http://schemas.openxmlformats.org/officeDocument/2006/relationships/image" Target="../media/image130.png"/><Relationship Id="rId102" Type="http://schemas.openxmlformats.org/officeDocument/2006/relationships/customXml" Target="../ink/ink141.xml"/><Relationship Id="rId123" Type="http://schemas.openxmlformats.org/officeDocument/2006/relationships/image" Target="../media/image152.png"/><Relationship Id="rId128" Type="http://schemas.openxmlformats.org/officeDocument/2006/relationships/customXml" Target="../ink/ink154.xml"/><Relationship Id="rId5" Type="http://schemas.openxmlformats.org/officeDocument/2006/relationships/image" Target="../media/image93.png"/><Relationship Id="rId90" Type="http://schemas.openxmlformats.org/officeDocument/2006/relationships/customXml" Target="../ink/ink135.xml"/><Relationship Id="rId95" Type="http://schemas.openxmlformats.org/officeDocument/2006/relationships/image" Target="../media/image138.png"/><Relationship Id="rId14" Type="http://schemas.openxmlformats.org/officeDocument/2006/relationships/customXml" Target="../ink/ink97.xml"/><Relationship Id="rId22" Type="http://schemas.openxmlformats.org/officeDocument/2006/relationships/customXml" Target="../ink/ink101.xml"/><Relationship Id="rId27" Type="http://schemas.openxmlformats.org/officeDocument/2006/relationships/image" Target="../media/image104.png"/><Relationship Id="rId30" Type="http://schemas.openxmlformats.org/officeDocument/2006/relationships/customXml" Target="../ink/ink105.xml"/><Relationship Id="rId35" Type="http://schemas.openxmlformats.org/officeDocument/2006/relationships/image" Target="../media/image108.png"/><Relationship Id="rId43" Type="http://schemas.openxmlformats.org/officeDocument/2006/relationships/image" Target="../media/image112.png"/><Relationship Id="rId48" Type="http://schemas.openxmlformats.org/officeDocument/2006/relationships/customXml" Target="../ink/ink114.xml"/><Relationship Id="rId56" Type="http://schemas.openxmlformats.org/officeDocument/2006/relationships/customXml" Target="../ink/ink118.xml"/><Relationship Id="rId64" Type="http://schemas.openxmlformats.org/officeDocument/2006/relationships/customXml" Target="../ink/ink122.xml"/><Relationship Id="rId69" Type="http://schemas.openxmlformats.org/officeDocument/2006/relationships/image" Target="../media/image125.png"/><Relationship Id="rId77" Type="http://schemas.openxmlformats.org/officeDocument/2006/relationships/image" Target="../media/image129.png"/><Relationship Id="rId100" Type="http://schemas.openxmlformats.org/officeDocument/2006/relationships/customXml" Target="../ink/ink140.xml"/><Relationship Id="rId105" Type="http://schemas.openxmlformats.org/officeDocument/2006/relationships/image" Target="../media/image143.png"/><Relationship Id="rId113" Type="http://schemas.openxmlformats.org/officeDocument/2006/relationships/image" Target="../media/image147.png"/><Relationship Id="rId118" Type="http://schemas.openxmlformats.org/officeDocument/2006/relationships/customXml" Target="../ink/ink149.xml"/><Relationship Id="rId126" Type="http://schemas.openxmlformats.org/officeDocument/2006/relationships/customXml" Target="../ink/ink153.xml"/><Relationship Id="rId134" Type="http://schemas.openxmlformats.org/officeDocument/2006/relationships/customXml" Target="../ink/ink157.xml"/><Relationship Id="rId8" Type="http://schemas.openxmlformats.org/officeDocument/2006/relationships/customXml" Target="../ink/ink94.xml"/><Relationship Id="rId51" Type="http://schemas.openxmlformats.org/officeDocument/2006/relationships/image" Target="../media/image116.png"/><Relationship Id="rId72" Type="http://schemas.openxmlformats.org/officeDocument/2006/relationships/customXml" Target="../ink/ink126.xml"/><Relationship Id="rId80" Type="http://schemas.openxmlformats.org/officeDocument/2006/relationships/customXml" Target="../ink/ink130.xml"/><Relationship Id="rId85" Type="http://schemas.openxmlformats.org/officeDocument/2006/relationships/image" Target="../media/image133.png"/><Relationship Id="rId93" Type="http://schemas.openxmlformats.org/officeDocument/2006/relationships/image" Target="../media/image137.png"/><Relationship Id="rId98" Type="http://schemas.openxmlformats.org/officeDocument/2006/relationships/customXml" Target="../ink/ink139.xml"/><Relationship Id="rId121" Type="http://schemas.openxmlformats.org/officeDocument/2006/relationships/image" Target="../media/image151.png"/><Relationship Id="rId3" Type="http://schemas.openxmlformats.org/officeDocument/2006/relationships/image" Target="../media/image92.png"/><Relationship Id="rId12" Type="http://schemas.openxmlformats.org/officeDocument/2006/relationships/customXml" Target="../ink/ink96.xml"/><Relationship Id="rId17" Type="http://schemas.openxmlformats.org/officeDocument/2006/relationships/image" Target="../media/image99.png"/><Relationship Id="rId25" Type="http://schemas.openxmlformats.org/officeDocument/2006/relationships/image" Target="../media/image103.png"/><Relationship Id="rId33" Type="http://schemas.openxmlformats.org/officeDocument/2006/relationships/image" Target="../media/image107.png"/><Relationship Id="rId38" Type="http://schemas.openxmlformats.org/officeDocument/2006/relationships/customXml" Target="../ink/ink109.xml"/><Relationship Id="rId46" Type="http://schemas.openxmlformats.org/officeDocument/2006/relationships/customXml" Target="../ink/ink113.xml"/><Relationship Id="rId59" Type="http://schemas.openxmlformats.org/officeDocument/2006/relationships/image" Target="../media/image120.png"/><Relationship Id="rId67" Type="http://schemas.openxmlformats.org/officeDocument/2006/relationships/image" Target="../media/image124.png"/><Relationship Id="rId103" Type="http://schemas.openxmlformats.org/officeDocument/2006/relationships/image" Target="../media/image142.png"/><Relationship Id="rId108" Type="http://schemas.openxmlformats.org/officeDocument/2006/relationships/customXml" Target="../ink/ink144.xml"/><Relationship Id="rId116" Type="http://schemas.openxmlformats.org/officeDocument/2006/relationships/customXml" Target="../ink/ink148.xml"/><Relationship Id="rId124" Type="http://schemas.openxmlformats.org/officeDocument/2006/relationships/customXml" Target="../ink/ink152.xml"/><Relationship Id="rId129" Type="http://schemas.openxmlformats.org/officeDocument/2006/relationships/image" Target="../media/image155.png"/><Relationship Id="rId137" Type="http://schemas.openxmlformats.org/officeDocument/2006/relationships/image" Target="../media/image159.png"/><Relationship Id="rId20" Type="http://schemas.openxmlformats.org/officeDocument/2006/relationships/customXml" Target="../ink/ink100.xml"/><Relationship Id="rId41" Type="http://schemas.openxmlformats.org/officeDocument/2006/relationships/image" Target="../media/image111.png"/><Relationship Id="rId54" Type="http://schemas.openxmlformats.org/officeDocument/2006/relationships/customXml" Target="../ink/ink117.xml"/><Relationship Id="rId62" Type="http://schemas.openxmlformats.org/officeDocument/2006/relationships/customXml" Target="../ink/ink121.xml"/><Relationship Id="rId70" Type="http://schemas.openxmlformats.org/officeDocument/2006/relationships/customXml" Target="../ink/ink125.xml"/><Relationship Id="rId75" Type="http://schemas.openxmlformats.org/officeDocument/2006/relationships/image" Target="../media/image128.png"/><Relationship Id="rId83" Type="http://schemas.openxmlformats.org/officeDocument/2006/relationships/image" Target="../media/image132.png"/><Relationship Id="rId88" Type="http://schemas.openxmlformats.org/officeDocument/2006/relationships/customXml" Target="../ink/ink134.xml"/><Relationship Id="rId91" Type="http://schemas.openxmlformats.org/officeDocument/2006/relationships/image" Target="../media/image136.png"/><Relationship Id="rId96" Type="http://schemas.openxmlformats.org/officeDocument/2006/relationships/customXml" Target="../ink/ink138.xml"/><Relationship Id="rId111" Type="http://schemas.openxmlformats.org/officeDocument/2006/relationships/image" Target="../media/image146.png"/><Relationship Id="rId132" Type="http://schemas.openxmlformats.org/officeDocument/2006/relationships/customXml" Target="../ink/ink1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3.xml"/><Relationship Id="rId15" Type="http://schemas.openxmlformats.org/officeDocument/2006/relationships/image" Target="../media/image98.png"/><Relationship Id="rId23" Type="http://schemas.openxmlformats.org/officeDocument/2006/relationships/image" Target="../media/image102.png"/><Relationship Id="rId28" Type="http://schemas.openxmlformats.org/officeDocument/2006/relationships/customXml" Target="../ink/ink104.xml"/><Relationship Id="rId36" Type="http://schemas.openxmlformats.org/officeDocument/2006/relationships/customXml" Target="../ink/ink108.xml"/><Relationship Id="rId49" Type="http://schemas.openxmlformats.org/officeDocument/2006/relationships/image" Target="../media/image115.png"/><Relationship Id="rId57" Type="http://schemas.openxmlformats.org/officeDocument/2006/relationships/image" Target="../media/image119.png"/><Relationship Id="rId106" Type="http://schemas.openxmlformats.org/officeDocument/2006/relationships/customXml" Target="../ink/ink143.xml"/><Relationship Id="rId114" Type="http://schemas.openxmlformats.org/officeDocument/2006/relationships/customXml" Target="../ink/ink147.xml"/><Relationship Id="rId119" Type="http://schemas.openxmlformats.org/officeDocument/2006/relationships/image" Target="../media/image150.png"/><Relationship Id="rId127" Type="http://schemas.openxmlformats.org/officeDocument/2006/relationships/image" Target="../media/image154.png"/><Relationship Id="rId10" Type="http://schemas.openxmlformats.org/officeDocument/2006/relationships/customXml" Target="../ink/ink95.xml"/><Relationship Id="rId31" Type="http://schemas.openxmlformats.org/officeDocument/2006/relationships/image" Target="../media/image106.png"/><Relationship Id="rId44" Type="http://schemas.openxmlformats.org/officeDocument/2006/relationships/customXml" Target="../ink/ink112.xml"/><Relationship Id="rId52" Type="http://schemas.openxmlformats.org/officeDocument/2006/relationships/customXml" Target="../ink/ink116.xml"/><Relationship Id="rId60" Type="http://schemas.openxmlformats.org/officeDocument/2006/relationships/customXml" Target="../ink/ink120.xml"/><Relationship Id="rId65" Type="http://schemas.openxmlformats.org/officeDocument/2006/relationships/image" Target="../media/image123.png"/><Relationship Id="rId73" Type="http://schemas.openxmlformats.org/officeDocument/2006/relationships/image" Target="../media/image127.png"/><Relationship Id="rId78" Type="http://schemas.openxmlformats.org/officeDocument/2006/relationships/customXml" Target="../ink/ink129.xml"/><Relationship Id="rId81" Type="http://schemas.openxmlformats.org/officeDocument/2006/relationships/image" Target="../media/image131.png"/><Relationship Id="rId86" Type="http://schemas.openxmlformats.org/officeDocument/2006/relationships/customXml" Target="../ink/ink133.xml"/><Relationship Id="rId94" Type="http://schemas.openxmlformats.org/officeDocument/2006/relationships/customXml" Target="../ink/ink137.xml"/><Relationship Id="rId99" Type="http://schemas.openxmlformats.org/officeDocument/2006/relationships/image" Target="../media/image140.png"/><Relationship Id="rId101" Type="http://schemas.openxmlformats.org/officeDocument/2006/relationships/image" Target="../media/image141.png"/><Relationship Id="rId122" Type="http://schemas.openxmlformats.org/officeDocument/2006/relationships/customXml" Target="../ink/ink151.xml"/><Relationship Id="rId130" Type="http://schemas.openxmlformats.org/officeDocument/2006/relationships/customXml" Target="../ink/ink155.xml"/><Relationship Id="rId135" Type="http://schemas.openxmlformats.org/officeDocument/2006/relationships/image" Target="../media/image158.png"/><Relationship Id="rId4" Type="http://schemas.openxmlformats.org/officeDocument/2006/relationships/customXml" Target="../ink/ink92.xml"/><Relationship Id="rId9" Type="http://schemas.openxmlformats.org/officeDocument/2006/relationships/image" Target="../media/image95.png"/><Relationship Id="rId13" Type="http://schemas.openxmlformats.org/officeDocument/2006/relationships/image" Target="../media/image97.png"/><Relationship Id="rId18" Type="http://schemas.openxmlformats.org/officeDocument/2006/relationships/customXml" Target="../ink/ink99.xml"/><Relationship Id="rId39" Type="http://schemas.openxmlformats.org/officeDocument/2006/relationships/image" Target="../media/image110.png"/><Relationship Id="rId109" Type="http://schemas.openxmlformats.org/officeDocument/2006/relationships/image" Target="../media/image145.png"/><Relationship Id="rId34" Type="http://schemas.openxmlformats.org/officeDocument/2006/relationships/customXml" Target="../ink/ink107.xml"/><Relationship Id="rId50" Type="http://schemas.openxmlformats.org/officeDocument/2006/relationships/customXml" Target="../ink/ink115.xml"/><Relationship Id="rId55" Type="http://schemas.openxmlformats.org/officeDocument/2006/relationships/image" Target="../media/image118.png"/><Relationship Id="rId76" Type="http://schemas.openxmlformats.org/officeDocument/2006/relationships/customXml" Target="../ink/ink128.xml"/><Relationship Id="rId97" Type="http://schemas.openxmlformats.org/officeDocument/2006/relationships/image" Target="../media/image139.png"/><Relationship Id="rId104" Type="http://schemas.openxmlformats.org/officeDocument/2006/relationships/customXml" Target="../ink/ink142.xml"/><Relationship Id="rId120" Type="http://schemas.openxmlformats.org/officeDocument/2006/relationships/customXml" Target="../ink/ink150.xml"/><Relationship Id="rId125" Type="http://schemas.openxmlformats.org/officeDocument/2006/relationships/image" Target="../media/image153.png"/><Relationship Id="rId7" Type="http://schemas.openxmlformats.org/officeDocument/2006/relationships/image" Target="../media/image94.png"/><Relationship Id="rId71" Type="http://schemas.openxmlformats.org/officeDocument/2006/relationships/image" Target="../media/image126.png"/><Relationship Id="rId92" Type="http://schemas.openxmlformats.org/officeDocument/2006/relationships/customXml" Target="../ink/ink136.xml"/><Relationship Id="rId2" Type="http://schemas.openxmlformats.org/officeDocument/2006/relationships/customXml" Target="../ink/ink91.xml"/><Relationship Id="rId29" Type="http://schemas.openxmlformats.org/officeDocument/2006/relationships/image" Target="../media/image105.png"/><Relationship Id="rId24" Type="http://schemas.openxmlformats.org/officeDocument/2006/relationships/customXml" Target="../ink/ink102.xml"/><Relationship Id="rId40" Type="http://schemas.openxmlformats.org/officeDocument/2006/relationships/customXml" Target="../ink/ink110.xml"/><Relationship Id="rId45" Type="http://schemas.openxmlformats.org/officeDocument/2006/relationships/image" Target="../media/image113.png"/><Relationship Id="rId66" Type="http://schemas.openxmlformats.org/officeDocument/2006/relationships/customXml" Target="../ink/ink123.xml"/><Relationship Id="rId87" Type="http://schemas.openxmlformats.org/officeDocument/2006/relationships/image" Target="../media/image134.png"/><Relationship Id="rId110" Type="http://schemas.openxmlformats.org/officeDocument/2006/relationships/customXml" Target="../ink/ink145.xml"/><Relationship Id="rId115" Type="http://schemas.openxmlformats.org/officeDocument/2006/relationships/image" Target="../media/image148.png"/><Relationship Id="rId131" Type="http://schemas.openxmlformats.org/officeDocument/2006/relationships/image" Target="../media/image156.png"/><Relationship Id="rId136" Type="http://schemas.openxmlformats.org/officeDocument/2006/relationships/customXml" Target="../ink/ink158.xml"/><Relationship Id="rId61" Type="http://schemas.openxmlformats.org/officeDocument/2006/relationships/image" Target="../media/image121.png"/><Relationship Id="rId82" Type="http://schemas.openxmlformats.org/officeDocument/2006/relationships/customXml" Target="../ink/ink131.xml"/><Relationship Id="rId19" Type="http://schemas.openxmlformats.org/officeDocument/2006/relationships/image" Target="../media/image10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0.xml"/><Relationship Id="rId3" Type="http://schemas.openxmlformats.org/officeDocument/2006/relationships/image" Target="../media/image16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9.xml"/><Relationship Id="rId5" Type="http://schemas.openxmlformats.org/officeDocument/2006/relationships/image" Target="../media/image162.png"/><Relationship Id="rId4" Type="http://schemas.openxmlformats.org/officeDocument/2006/relationships/image" Target="../media/image161.png"/><Relationship Id="rId9" Type="http://schemas.openxmlformats.org/officeDocument/2006/relationships/image" Target="../media/image13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3.xml"/><Relationship Id="rId3" Type="http://schemas.openxmlformats.org/officeDocument/2006/relationships/image" Target="../media/image163.png"/><Relationship Id="rId7" Type="http://schemas.openxmlformats.org/officeDocument/2006/relationships/image" Target="../media/image16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2.xml"/><Relationship Id="rId5" Type="http://schemas.openxmlformats.org/officeDocument/2006/relationships/image" Target="../media/image1510.png"/><Relationship Id="rId4" Type="http://schemas.openxmlformats.org/officeDocument/2006/relationships/customXml" Target="../ink/ink161.xml"/><Relationship Id="rId9" Type="http://schemas.openxmlformats.org/officeDocument/2006/relationships/image" Target="../media/image17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7" Type="http://schemas.openxmlformats.org/officeDocument/2006/relationships/image" Target="../media/image2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5.xml"/><Relationship Id="rId5" Type="http://schemas.openxmlformats.org/officeDocument/2006/relationships/image" Target="../media/image190.png"/><Relationship Id="rId4" Type="http://schemas.openxmlformats.org/officeDocument/2006/relationships/customXml" Target="../ink/ink16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8.xml"/><Relationship Id="rId3" Type="http://schemas.openxmlformats.org/officeDocument/2006/relationships/image" Target="../media/image165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7.xml"/><Relationship Id="rId5" Type="http://schemas.openxmlformats.org/officeDocument/2006/relationships/image" Target="../media/image220.png"/><Relationship Id="rId4" Type="http://schemas.openxmlformats.org/officeDocument/2006/relationships/customXml" Target="../ink/ink166.xml"/><Relationship Id="rId9" Type="http://schemas.openxmlformats.org/officeDocument/2006/relationships/image" Target="../media/image2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166.png"/><Relationship Id="rId7" Type="http://schemas.openxmlformats.org/officeDocument/2006/relationships/customXml" Target="../ink/ink17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customXml" Target="../ink/ink169.xml"/><Relationship Id="rId4" Type="http://schemas.openxmlformats.org/officeDocument/2006/relationships/image" Target="../media/image16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168.png"/><Relationship Id="rId7" Type="http://schemas.openxmlformats.org/officeDocument/2006/relationships/customXml" Target="../ink/ink17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customXml" Target="../ink/ink171.xml"/><Relationship Id="rId4" Type="http://schemas.openxmlformats.org/officeDocument/2006/relationships/image" Target="../media/image16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5.xml"/><Relationship Id="rId3" Type="http://schemas.openxmlformats.org/officeDocument/2006/relationships/image" Target="../media/image170.png"/><Relationship Id="rId7" Type="http://schemas.openxmlformats.org/officeDocument/2006/relationships/image" Target="../media/image3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4.xml"/><Relationship Id="rId5" Type="http://schemas.openxmlformats.org/officeDocument/2006/relationships/image" Target="../media/image340.png"/><Relationship Id="rId4" Type="http://schemas.openxmlformats.org/officeDocument/2006/relationships/customXml" Target="../ink/ink173.xml"/><Relationship Id="rId9" Type="http://schemas.openxmlformats.org/officeDocument/2006/relationships/image" Target="../media/image3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2EF8435-3B78-D22B-7505-6380025D8ED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Diskrétní struktury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DAB0B37-8177-BA02-3BFE-8182D1E4A3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cs-CZ">
                <a:latin typeface="Calibri" panose="020F0502020204030204" pitchFamily="34" charset="0"/>
              </a:rPr>
              <a:t>Cvičení 5</a:t>
            </a:r>
          </a:p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Výroková logika</a:t>
            </a:r>
          </a:p>
        </p:txBody>
      </p:sp>
      <p:pic>
        <p:nvPicPr>
          <p:cNvPr id="3076" name="Obrázek 1">
            <a:extLst>
              <a:ext uri="{FF2B5EF4-FFF2-40B4-BE49-F238E27FC236}">
                <a16:creationId xmlns:a16="http://schemas.microsoft.com/office/drawing/2014/main" id="{C3CEB16C-DD93-E6A3-10B8-5ECE61C2C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789363"/>
            <a:ext cx="15240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8FDA435-3E26-D456-9E07-98EE6CDC9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Výroková logika</a:t>
            </a:r>
          </a:p>
        </p:txBody>
      </p:sp>
      <p:sp>
        <p:nvSpPr>
          <p:cNvPr id="5123" name="TextovéPole 1">
            <a:extLst>
              <a:ext uri="{FF2B5EF4-FFF2-40B4-BE49-F238E27FC236}">
                <a16:creationId xmlns:a16="http://schemas.microsoft.com/office/drawing/2014/main" id="{9B55A15E-BBD8-E7FD-A576-4BDDB57F3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AD54F50-FFF5-4762-BA57-F0975D0C9BF5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cs-CZ" altLang="cs-CZ" sz="1100"/>
          </a:p>
        </p:txBody>
      </p:sp>
      <p:pic>
        <p:nvPicPr>
          <p:cNvPr id="5124" name="Picture 2">
            <a:extLst>
              <a:ext uri="{FF2B5EF4-FFF2-40B4-BE49-F238E27FC236}">
                <a16:creationId xmlns:a16="http://schemas.microsoft.com/office/drawing/2014/main" id="{362ACC91-FBA4-C6B8-BF06-ABB48C652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993775"/>
            <a:ext cx="7134225" cy="581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8A81779A-780E-732C-DE3D-6E055D8441E2}"/>
              </a:ext>
            </a:extLst>
          </p:cNvPr>
          <p:cNvSpPr/>
          <p:nvPr/>
        </p:nvSpPr>
        <p:spPr>
          <a:xfrm>
            <a:off x="1751013" y="1003300"/>
            <a:ext cx="434975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94FC290E-ADCF-7C07-53A0-F85F7B976086}"/>
              </a:ext>
            </a:extLst>
          </p:cNvPr>
          <p:cNvSpPr/>
          <p:nvPr/>
        </p:nvSpPr>
        <p:spPr>
          <a:xfrm>
            <a:off x="1689100" y="3789363"/>
            <a:ext cx="479425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5EFE6FE5-39A3-67A2-C8CD-98AFB20A50D6}"/>
              </a:ext>
            </a:extLst>
          </p:cNvPr>
          <p:cNvSpPr/>
          <p:nvPr/>
        </p:nvSpPr>
        <p:spPr>
          <a:xfrm>
            <a:off x="1698625" y="5216525"/>
            <a:ext cx="396875" cy="246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AB0B155B-7750-41A2-653D-5CCBE6526D84}"/>
                  </a:ext>
                </a:extLst>
              </p14:cNvPr>
              <p14:cNvContentPartPr/>
              <p14:nvPr/>
            </p14:nvContentPartPr>
            <p14:xfrm>
              <a:off x="1826345" y="915447"/>
              <a:ext cx="141334" cy="291477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AB0B155B-7750-41A2-653D-5CCBE6526D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8768" y="897836"/>
                <a:ext cx="176847" cy="327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C9B8CFDC-10C9-6FDF-49FA-A5EC21722CC2}"/>
                  </a:ext>
                </a:extLst>
              </p14:cNvPr>
              <p14:cNvContentPartPr/>
              <p14:nvPr/>
            </p14:nvContentPartPr>
            <p14:xfrm>
              <a:off x="2008827" y="846311"/>
              <a:ext cx="118152" cy="452356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C9B8CFDC-10C9-6FDF-49FA-A5EC21722C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90871" y="828691"/>
                <a:ext cx="153705" cy="487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C18F33D5-F0C1-DEC5-2549-281A6E5CBAA3}"/>
                  </a:ext>
                </a:extLst>
              </p14:cNvPr>
              <p14:cNvContentPartPr/>
              <p14:nvPr/>
            </p14:nvContentPartPr>
            <p14:xfrm>
              <a:off x="1713859" y="3721933"/>
              <a:ext cx="210924" cy="397881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C18F33D5-F0C1-DEC5-2549-281A6E5CBA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95893" y="3704305"/>
                <a:ext cx="246497" cy="4334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Rukopis 4">
                <a:extLst>
                  <a:ext uri="{FF2B5EF4-FFF2-40B4-BE49-F238E27FC236}">
                    <a16:creationId xmlns:a16="http://schemas.microsoft.com/office/drawing/2014/main" id="{9AE60802-9F1C-C4C9-1FA9-EC71D71A18B5}"/>
                  </a:ext>
                </a:extLst>
              </p14:cNvPr>
              <p14:cNvContentPartPr/>
              <p14:nvPr/>
            </p14:nvContentPartPr>
            <p14:xfrm>
              <a:off x="1963629" y="3746673"/>
              <a:ext cx="106464" cy="479239"/>
            </p14:xfrm>
          </p:contentPart>
        </mc:Choice>
        <mc:Fallback xmlns="">
          <p:pic>
            <p:nvPicPr>
              <p:cNvPr id="5" name="Rukopis 4">
                <a:extLst>
                  <a:ext uri="{FF2B5EF4-FFF2-40B4-BE49-F238E27FC236}">
                    <a16:creationId xmlns:a16="http://schemas.microsoft.com/office/drawing/2014/main" id="{9AE60802-9F1C-C4C9-1FA9-EC71D71A18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45706" y="3729043"/>
                <a:ext cx="141952" cy="514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Rukopis 5">
                <a:extLst>
                  <a:ext uri="{FF2B5EF4-FFF2-40B4-BE49-F238E27FC236}">
                    <a16:creationId xmlns:a16="http://schemas.microsoft.com/office/drawing/2014/main" id="{9537116F-565C-1F1A-95F5-703E0C7E68E6}"/>
                  </a:ext>
                </a:extLst>
              </p14:cNvPr>
              <p14:cNvContentPartPr/>
              <p14:nvPr/>
            </p14:nvContentPartPr>
            <p14:xfrm>
              <a:off x="1648353" y="5132116"/>
              <a:ext cx="250071" cy="372712"/>
            </p14:xfrm>
          </p:contentPart>
        </mc:Choice>
        <mc:Fallback xmlns="">
          <p:pic>
            <p:nvPicPr>
              <p:cNvPr id="6" name="Rukopis 5">
                <a:extLst>
                  <a:ext uri="{FF2B5EF4-FFF2-40B4-BE49-F238E27FC236}">
                    <a16:creationId xmlns:a16="http://schemas.microsoft.com/office/drawing/2014/main" id="{9537116F-565C-1F1A-95F5-703E0C7E68E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30747" y="5114128"/>
                <a:ext cx="285641" cy="4083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Rukopis 9">
                <a:extLst>
                  <a:ext uri="{FF2B5EF4-FFF2-40B4-BE49-F238E27FC236}">
                    <a16:creationId xmlns:a16="http://schemas.microsoft.com/office/drawing/2014/main" id="{5E51560F-239C-EEDD-DBC2-52A440F1A511}"/>
                  </a:ext>
                </a:extLst>
              </p14:cNvPr>
              <p14:cNvContentPartPr/>
              <p14:nvPr/>
            </p14:nvContentPartPr>
            <p14:xfrm>
              <a:off x="1949700" y="5175423"/>
              <a:ext cx="63617" cy="435051"/>
            </p14:xfrm>
          </p:contentPart>
        </mc:Choice>
        <mc:Fallback xmlns="">
          <p:pic>
            <p:nvPicPr>
              <p:cNvPr id="10" name="Rukopis 9">
                <a:extLst>
                  <a:ext uri="{FF2B5EF4-FFF2-40B4-BE49-F238E27FC236}">
                    <a16:creationId xmlns:a16="http://schemas.microsoft.com/office/drawing/2014/main" id="{5E51560F-239C-EEDD-DBC2-52A440F1A51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32187" y="5157431"/>
                <a:ext cx="98999" cy="470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Rukopis 10">
                <a:extLst>
                  <a:ext uri="{FF2B5EF4-FFF2-40B4-BE49-F238E27FC236}">
                    <a16:creationId xmlns:a16="http://schemas.microsoft.com/office/drawing/2014/main" id="{0925F0CE-A931-AE06-6308-46F8F2DBABD9}"/>
                  </a:ext>
                </a:extLst>
              </p14:cNvPr>
              <p14:cNvContentPartPr/>
              <p14:nvPr/>
            </p14:nvContentPartPr>
            <p14:xfrm>
              <a:off x="1519700" y="2875072"/>
              <a:ext cx="1157760" cy="18000"/>
            </p14:xfrm>
          </p:contentPart>
        </mc:Choice>
        <mc:Fallback>
          <p:pic>
            <p:nvPicPr>
              <p:cNvPr id="11" name="Rukopis 10">
                <a:extLst>
                  <a:ext uri="{FF2B5EF4-FFF2-40B4-BE49-F238E27FC236}">
                    <a16:creationId xmlns:a16="http://schemas.microsoft.com/office/drawing/2014/main" id="{0925F0CE-A931-AE06-6308-46F8F2DBABD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66060" y="2767432"/>
                <a:ext cx="126540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Skupina 23">
            <a:extLst>
              <a:ext uri="{FF2B5EF4-FFF2-40B4-BE49-F238E27FC236}">
                <a16:creationId xmlns:a16="http://schemas.microsoft.com/office/drawing/2014/main" id="{CE78A34E-BA81-24A7-D2BA-BA0C7F93C5B9}"/>
              </a:ext>
            </a:extLst>
          </p:cNvPr>
          <p:cNvGrpSpPr/>
          <p:nvPr/>
        </p:nvGrpSpPr>
        <p:grpSpPr>
          <a:xfrm>
            <a:off x="3000380" y="2714512"/>
            <a:ext cx="708480" cy="367200"/>
            <a:chOff x="3000380" y="2714512"/>
            <a:chExt cx="70848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Rukopis 11">
                  <a:extLst>
                    <a:ext uri="{FF2B5EF4-FFF2-40B4-BE49-F238E27FC236}">
                      <a16:creationId xmlns:a16="http://schemas.microsoft.com/office/drawing/2014/main" id="{3F37225B-C90F-B315-FFB9-893BBCE5B112}"/>
                    </a:ext>
                  </a:extLst>
                </p14:cNvPr>
                <p14:cNvContentPartPr/>
                <p14:nvPr/>
              </p14:nvContentPartPr>
              <p14:xfrm>
                <a:off x="3000380" y="2755552"/>
                <a:ext cx="386280" cy="326160"/>
              </p14:xfrm>
            </p:contentPart>
          </mc:Choice>
          <mc:Fallback>
            <p:pic>
              <p:nvPicPr>
                <p:cNvPr id="12" name="Rukopis 11">
                  <a:extLst>
                    <a:ext uri="{FF2B5EF4-FFF2-40B4-BE49-F238E27FC236}">
                      <a16:creationId xmlns:a16="http://schemas.microsoft.com/office/drawing/2014/main" id="{3F37225B-C90F-B315-FFB9-893BBCE5B1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91740" y="2746552"/>
                  <a:ext cx="4039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Rukopis 12">
                  <a:extLst>
                    <a:ext uri="{FF2B5EF4-FFF2-40B4-BE49-F238E27FC236}">
                      <a16:creationId xmlns:a16="http://schemas.microsoft.com/office/drawing/2014/main" id="{A5DD9850-DDFA-68F9-E0CA-2ED353FB9D20}"/>
                    </a:ext>
                  </a:extLst>
                </p14:cNvPr>
                <p14:cNvContentPartPr/>
                <p14:nvPr/>
              </p14:nvContentPartPr>
              <p14:xfrm>
                <a:off x="3465500" y="2734672"/>
                <a:ext cx="93960" cy="235800"/>
              </p14:xfrm>
            </p:contentPart>
          </mc:Choice>
          <mc:Fallback>
            <p:pic>
              <p:nvPicPr>
                <p:cNvPr id="13" name="Rukopis 12">
                  <a:extLst>
                    <a:ext uri="{FF2B5EF4-FFF2-40B4-BE49-F238E27FC236}">
                      <a16:creationId xmlns:a16="http://schemas.microsoft.com/office/drawing/2014/main" id="{A5DD9850-DDFA-68F9-E0CA-2ED353FB9D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56860" y="2725672"/>
                  <a:ext cx="111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Rukopis 13">
                  <a:extLst>
                    <a:ext uri="{FF2B5EF4-FFF2-40B4-BE49-F238E27FC236}">
                      <a16:creationId xmlns:a16="http://schemas.microsoft.com/office/drawing/2014/main" id="{D4C2D94D-84F3-897B-6A0E-6B402C4632B9}"/>
                    </a:ext>
                  </a:extLst>
                </p14:cNvPr>
                <p14:cNvContentPartPr/>
                <p14:nvPr/>
              </p14:nvContentPartPr>
              <p14:xfrm>
                <a:off x="3645500" y="2868592"/>
                <a:ext cx="42120" cy="77400"/>
              </p14:xfrm>
            </p:contentPart>
          </mc:Choice>
          <mc:Fallback>
            <p:pic>
              <p:nvPicPr>
                <p:cNvPr id="14" name="Rukopis 13">
                  <a:extLst>
                    <a:ext uri="{FF2B5EF4-FFF2-40B4-BE49-F238E27FC236}">
                      <a16:creationId xmlns:a16="http://schemas.microsoft.com/office/drawing/2014/main" id="{D4C2D94D-84F3-897B-6A0E-6B402C4632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36500" y="2859952"/>
                  <a:ext cx="59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Rukopis 14">
                  <a:extLst>
                    <a:ext uri="{FF2B5EF4-FFF2-40B4-BE49-F238E27FC236}">
                      <a16:creationId xmlns:a16="http://schemas.microsoft.com/office/drawing/2014/main" id="{D579E2D5-845B-DC17-FBF2-D5114CE00913}"/>
                    </a:ext>
                  </a:extLst>
                </p14:cNvPr>
                <p14:cNvContentPartPr/>
                <p14:nvPr/>
              </p14:nvContentPartPr>
              <p14:xfrm>
                <a:off x="3701300" y="2714512"/>
                <a:ext cx="7560" cy="95400"/>
              </p14:xfrm>
            </p:contentPart>
          </mc:Choice>
          <mc:Fallback>
            <p:pic>
              <p:nvPicPr>
                <p:cNvPr id="15" name="Rukopis 14">
                  <a:extLst>
                    <a:ext uri="{FF2B5EF4-FFF2-40B4-BE49-F238E27FC236}">
                      <a16:creationId xmlns:a16="http://schemas.microsoft.com/office/drawing/2014/main" id="{D579E2D5-845B-DC17-FBF2-D5114CE009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92660" y="2705872"/>
                  <a:ext cx="2520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7" name="Skupina 4096">
            <a:extLst>
              <a:ext uri="{FF2B5EF4-FFF2-40B4-BE49-F238E27FC236}">
                <a16:creationId xmlns:a16="http://schemas.microsoft.com/office/drawing/2014/main" id="{9A813E39-3DF9-3800-B8DA-C48CD959A105}"/>
              </a:ext>
            </a:extLst>
          </p:cNvPr>
          <p:cNvGrpSpPr/>
          <p:nvPr/>
        </p:nvGrpSpPr>
        <p:grpSpPr>
          <a:xfrm>
            <a:off x="4106660" y="2719192"/>
            <a:ext cx="1272240" cy="257760"/>
            <a:chOff x="4106660" y="2719192"/>
            <a:chExt cx="127224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Rukopis 24">
                  <a:extLst>
                    <a:ext uri="{FF2B5EF4-FFF2-40B4-BE49-F238E27FC236}">
                      <a16:creationId xmlns:a16="http://schemas.microsoft.com/office/drawing/2014/main" id="{EB792557-A5B9-C3BB-7528-A21A3EF5A613}"/>
                    </a:ext>
                  </a:extLst>
                </p14:cNvPr>
                <p14:cNvContentPartPr/>
                <p14:nvPr/>
              </p14:nvContentPartPr>
              <p14:xfrm>
                <a:off x="4106660" y="2805952"/>
                <a:ext cx="117360" cy="154800"/>
              </p14:xfrm>
            </p:contentPart>
          </mc:Choice>
          <mc:Fallback>
            <p:pic>
              <p:nvPicPr>
                <p:cNvPr id="25" name="Rukopis 24">
                  <a:extLst>
                    <a:ext uri="{FF2B5EF4-FFF2-40B4-BE49-F238E27FC236}">
                      <a16:creationId xmlns:a16="http://schemas.microsoft.com/office/drawing/2014/main" id="{EB792557-A5B9-C3BB-7528-A21A3EF5A6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98020" y="2796952"/>
                  <a:ext cx="135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Rukopis 25">
                  <a:extLst>
                    <a:ext uri="{FF2B5EF4-FFF2-40B4-BE49-F238E27FC236}">
                      <a16:creationId xmlns:a16="http://schemas.microsoft.com/office/drawing/2014/main" id="{6413694E-E351-7BA4-B8D2-ECB0AA59E7C3}"/>
                    </a:ext>
                  </a:extLst>
                </p14:cNvPr>
                <p14:cNvContentPartPr/>
                <p14:nvPr/>
              </p14:nvContentPartPr>
              <p14:xfrm>
                <a:off x="4240940" y="2854192"/>
                <a:ext cx="115560" cy="100800"/>
              </p14:xfrm>
            </p:contentPart>
          </mc:Choice>
          <mc:Fallback>
            <p:pic>
              <p:nvPicPr>
                <p:cNvPr id="26" name="Rukopis 25">
                  <a:extLst>
                    <a:ext uri="{FF2B5EF4-FFF2-40B4-BE49-F238E27FC236}">
                      <a16:creationId xmlns:a16="http://schemas.microsoft.com/office/drawing/2014/main" id="{6413694E-E351-7BA4-B8D2-ECB0AA59E7C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31940" y="2845192"/>
                  <a:ext cx="133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Rukopis 26">
                  <a:extLst>
                    <a:ext uri="{FF2B5EF4-FFF2-40B4-BE49-F238E27FC236}">
                      <a16:creationId xmlns:a16="http://schemas.microsoft.com/office/drawing/2014/main" id="{F1176DBA-071B-246F-4403-0BED99EE901C}"/>
                    </a:ext>
                  </a:extLst>
                </p14:cNvPr>
                <p14:cNvContentPartPr/>
                <p14:nvPr/>
              </p14:nvContentPartPr>
              <p14:xfrm>
                <a:off x="4359020" y="2719192"/>
                <a:ext cx="13320" cy="91800"/>
              </p14:xfrm>
            </p:contentPart>
          </mc:Choice>
          <mc:Fallback>
            <p:pic>
              <p:nvPicPr>
                <p:cNvPr id="27" name="Rukopis 26">
                  <a:extLst>
                    <a:ext uri="{FF2B5EF4-FFF2-40B4-BE49-F238E27FC236}">
                      <a16:creationId xmlns:a16="http://schemas.microsoft.com/office/drawing/2014/main" id="{F1176DBA-071B-246F-4403-0BED99EE901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50020" y="2710192"/>
                  <a:ext cx="309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Rukopis 27">
                  <a:extLst>
                    <a:ext uri="{FF2B5EF4-FFF2-40B4-BE49-F238E27FC236}">
                      <a16:creationId xmlns:a16="http://schemas.microsoft.com/office/drawing/2014/main" id="{10DABC8C-2F4C-21B2-AA44-1E22C039CC42}"/>
                    </a:ext>
                  </a:extLst>
                </p14:cNvPr>
                <p14:cNvContentPartPr/>
                <p14:nvPr/>
              </p14:nvContentPartPr>
              <p14:xfrm>
                <a:off x="4442180" y="2835112"/>
                <a:ext cx="129960" cy="104400"/>
              </p14:xfrm>
            </p:contentPart>
          </mc:Choice>
          <mc:Fallback>
            <p:pic>
              <p:nvPicPr>
                <p:cNvPr id="28" name="Rukopis 27">
                  <a:extLst>
                    <a:ext uri="{FF2B5EF4-FFF2-40B4-BE49-F238E27FC236}">
                      <a16:creationId xmlns:a16="http://schemas.microsoft.com/office/drawing/2014/main" id="{10DABC8C-2F4C-21B2-AA44-1E22C039CC4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33540" y="2826112"/>
                  <a:ext cx="147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Rukopis 28">
                  <a:extLst>
                    <a:ext uri="{FF2B5EF4-FFF2-40B4-BE49-F238E27FC236}">
                      <a16:creationId xmlns:a16="http://schemas.microsoft.com/office/drawing/2014/main" id="{696C36F9-E8E1-26D4-3EA0-B053DD95D4B8}"/>
                    </a:ext>
                  </a:extLst>
                </p14:cNvPr>
                <p14:cNvContentPartPr/>
                <p14:nvPr/>
              </p14:nvContentPartPr>
              <p14:xfrm>
                <a:off x="4596260" y="2833672"/>
                <a:ext cx="93240" cy="97920"/>
              </p14:xfrm>
            </p:contentPart>
          </mc:Choice>
          <mc:Fallback>
            <p:pic>
              <p:nvPicPr>
                <p:cNvPr id="29" name="Rukopis 28">
                  <a:extLst>
                    <a:ext uri="{FF2B5EF4-FFF2-40B4-BE49-F238E27FC236}">
                      <a16:creationId xmlns:a16="http://schemas.microsoft.com/office/drawing/2014/main" id="{696C36F9-E8E1-26D4-3EA0-B053DD95D4B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87260" y="2825032"/>
                  <a:ext cx="110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Rukopis 29">
                  <a:extLst>
                    <a:ext uri="{FF2B5EF4-FFF2-40B4-BE49-F238E27FC236}">
                      <a16:creationId xmlns:a16="http://schemas.microsoft.com/office/drawing/2014/main" id="{3FDE98A9-A6AD-5BDF-A992-A53F8DA69393}"/>
                    </a:ext>
                  </a:extLst>
                </p14:cNvPr>
                <p14:cNvContentPartPr/>
                <p14:nvPr/>
              </p14:nvContentPartPr>
              <p14:xfrm>
                <a:off x="4758620" y="2829712"/>
                <a:ext cx="111600" cy="105840"/>
              </p14:xfrm>
            </p:contentPart>
          </mc:Choice>
          <mc:Fallback>
            <p:pic>
              <p:nvPicPr>
                <p:cNvPr id="30" name="Rukopis 29">
                  <a:extLst>
                    <a:ext uri="{FF2B5EF4-FFF2-40B4-BE49-F238E27FC236}">
                      <a16:creationId xmlns:a16="http://schemas.microsoft.com/office/drawing/2014/main" id="{3FDE98A9-A6AD-5BDF-A992-A53F8DA6939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9980" y="2821072"/>
                  <a:ext cx="129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Rukopis 30">
                  <a:extLst>
                    <a:ext uri="{FF2B5EF4-FFF2-40B4-BE49-F238E27FC236}">
                      <a16:creationId xmlns:a16="http://schemas.microsoft.com/office/drawing/2014/main" id="{76194E37-6325-53A5-857B-1E6525806749}"/>
                    </a:ext>
                  </a:extLst>
                </p14:cNvPr>
                <p14:cNvContentPartPr/>
                <p14:nvPr/>
              </p14:nvContentPartPr>
              <p14:xfrm>
                <a:off x="4892540" y="2728912"/>
                <a:ext cx="230400" cy="223920"/>
              </p14:xfrm>
            </p:contentPart>
          </mc:Choice>
          <mc:Fallback>
            <p:pic>
              <p:nvPicPr>
                <p:cNvPr id="31" name="Rukopis 30">
                  <a:extLst>
                    <a:ext uri="{FF2B5EF4-FFF2-40B4-BE49-F238E27FC236}">
                      <a16:creationId xmlns:a16="http://schemas.microsoft.com/office/drawing/2014/main" id="{76194E37-6325-53A5-857B-1E652580674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83900" y="2719912"/>
                  <a:ext cx="248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96" name="Rukopis 4095">
                  <a:extLst>
                    <a:ext uri="{FF2B5EF4-FFF2-40B4-BE49-F238E27FC236}">
                      <a16:creationId xmlns:a16="http://schemas.microsoft.com/office/drawing/2014/main" id="{334B3961-D513-E4ED-2D69-54204DDC1B79}"/>
                    </a:ext>
                  </a:extLst>
                </p14:cNvPr>
                <p14:cNvContentPartPr/>
                <p14:nvPr/>
              </p14:nvContentPartPr>
              <p14:xfrm>
                <a:off x="5089460" y="2861032"/>
                <a:ext cx="289440" cy="115920"/>
              </p14:xfrm>
            </p:contentPart>
          </mc:Choice>
          <mc:Fallback>
            <p:pic>
              <p:nvPicPr>
                <p:cNvPr id="4096" name="Rukopis 4095">
                  <a:extLst>
                    <a:ext uri="{FF2B5EF4-FFF2-40B4-BE49-F238E27FC236}">
                      <a16:creationId xmlns:a16="http://schemas.microsoft.com/office/drawing/2014/main" id="{334B3961-D513-E4ED-2D69-54204DDC1B7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80820" y="2852392"/>
                  <a:ext cx="30708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099" name="Rukopis 4098">
                <a:extLst>
                  <a:ext uri="{FF2B5EF4-FFF2-40B4-BE49-F238E27FC236}">
                    <a16:creationId xmlns:a16="http://schemas.microsoft.com/office/drawing/2014/main" id="{7AC34C48-36CA-E047-4F12-28EC5E76F9B8}"/>
                  </a:ext>
                </a:extLst>
              </p14:cNvPr>
              <p14:cNvContentPartPr/>
              <p14:nvPr/>
            </p14:nvContentPartPr>
            <p14:xfrm>
              <a:off x="1483340" y="3522712"/>
              <a:ext cx="543600" cy="37440"/>
            </p14:xfrm>
          </p:contentPart>
        </mc:Choice>
        <mc:Fallback>
          <p:pic>
            <p:nvPicPr>
              <p:cNvPr id="4099" name="Rukopis 4098">
                <a:extLst>
                  <a:ext uri="{FF2B5EF4-FFF2-40B4-BE49-F238E27FC236}">
                    <a16:creationId xmlns:a16="http://schemas.microsoft.com/office/drawing/2014/main" id="{7AC34C48-36CA-E047-4F12-28EC5E76F9B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29340" y="3415072"/>
                <a:ext cx="65124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3" name="Skupina 4102">
            <a:extLst>
              <a:ext uri="{FF2B5EF4-FFF2-40B4-BE49-F238E27FC236}">
                <a16:creationId xmlns:a16="http://schemas.microsoft.com/office/drawing/2014/main" id="{84EAF6B5-3E9B-A6E0-E3C8-7AAE6B7181F3}"/>
              </a:ext>
            </a:extLst>
          </p:cNvPr>
          <p:cNvGrpSpPr/>
          <p:nvPr/>
        </p:nvGrpSpPr>
        <p:grpSpPr>
          <a:xfrm>
            <a:off x="2404940" y="3435592"/>
            <a:ext cx="226080" cy="219240"/>
            <a:chOff x="2404940" y="3435592"/>
            <a:chExt cx="22608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00" name="Rukopis 4099">
                  <a:extLst>
                    <a:ext uri="{FF2B5EF4-FFF2-40B4-BE49-F238E27FC236}">
                      <a16:creationId xmlns:a16="http://schemas.microsoft.com/office/drawing/2014/main" id="{F82783DF-7FAD-03EC-830D-C476585D024A}"/>
                    </a:ext>
                  </a:extLst>
                </p14:cNvPr>
                <p14:cNvContentPartPr/>
                <p14:nvPr/>
              </p14:nvContentPartPr>
              <p14:xfrm>
                <a:off x="2462900" y="3537832"/>
                <a:ext cx="168120" cy="11520"/>
              </p14:xfrm>
            </p:contentPart>
          </mc:Choice>
          <mc:Fallback>
            <p:pic>
              <p:nvPicPr>
                <p:cNvPr id="4100" name="Rukopis 4099">
                  <a:extLst>
                    <a:ext uri="{FF2B5EF4-FFF2-40B4-BE49-F238E27FC236}">
                      <a16:creationId xmlns:a16="http://schemas.microsoft.com/office/drawing/2014/main" id="{F82783DF-7FAD-03EC-830D-C476585D02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53900" y="3529192"/>
                  <a:ext cx="185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01" name="Rukopis 4100">
                  <a:extLst>
                    <a:ext uri="{FF2B5EF4-FFF2-40B4-BE49-F238E27FC236}">
                      <a16:creationId xmlns:a16="http://schemas.microsoft.com/office/drawing/2014/main" id="{76F1F844-0930-C1C9-44D5-EAFE457D0C18}"/>
                    </a:ext>
                  </a:extLst>
                </p14:cNvPr>
                <p14:cNvContentPartPr/>
                <p14:nvPr/>
              </p14:nvContentPartPr>
              <p14:xfrm>
                <a:off x="2501780" y="3597952"/>
                <a:ext cx="114120" cy="15120"/>
              </p14:xfrm>
            </p:contentPart>
          </mc:Choice>
          <mc:Fallback>
            <p:pic>
              <p:nvPicPr>
                <p:cNvPr id="4101" name="Rukopis 4100">
                  <a:extLst>
                    <a:ext uri="{FF2B5EF4-FFF2-40B4-BE49-F238E27FC236}">
                      <a16:creationId xmlns:a16="http://schemas.microsoft.com/office/drawing/2014/main" id="{76F1F844-0930-C1C9-44D5-EAFE457D0C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92780" y="3588952"/>
                  <a:ext cx="131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02" name="Rukopis 4101">
                  <a:extLst>
                    <a:ext uri="{FF2B5EF4-FFF2-40B4-BE49-F238E27FC236}">
                      <a16:creationId xmlns:a16="http://schemas.microsoft.com/office/drawing/2014/main" id="{31F72479-350B-DF2B-FE7D-CDB5AD6F23C9}"/>
                    </a:ext>
                  </a:extLst>
                </p14:cNvPr>
                <p14:cNvContentPartPr/>
                <p14:nvPr/>
              </p14:nvContentPartPr>
              <p14:xfrm>
                <a:off x="2404940" y="3435592"/>
                <a:ext cx="121680" cy="219240"/>
              </p14:xfrm>
            </p:contentPart>
          </mc:Choice>
          <mc:Fallback>
            <p:pic>
              <p:nvPicPr>
                <p:cNvPr id="4102" name="Rukopis 4101">
                  <a:extLst>
                    <a:ext uri="{FF2B5EF4-FFF2-40B4-BE49-F238E27FC236}">
                      <a16:creationId xmlns:a16="http://schemas.microsoft.com/office/drawing/2014/main" id="{31F72479-350B-DF2B-FE7D-CDB5AD6F23C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96300" y="3426952"/>
                  <a:ext cx="13932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3" name="Skupina 4122">
            <a:extLst>
              <a:ext uri="{FF2B5EF4-FFF2-40B4-BE49-F238E27FC236}">
                <a16:creationId xmlns:a16="http://schemas.microsoft.com/office/drawing/2014/main" id="{C8834CAF-200B-2F4C-9FE9-B4A33D92CB1C}"/>
              </a:ext>
            </a:extLst>
          </p:cNvPr>
          <p:cNvGrpSpPr/>
          <p:nvPr/>
        </p:nvGrpSpPr>
        <p:grpSpPr>
          <a:xfrm>
            <a:off x="2885900" y="3334792"/>
            <a:ext cx="748440" cy="327960"/>
            <a:chOff x="2885900" y="3334792"/>
            <a:chExt cx="74844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04" name="Rukopis 4103">
                  <a:extLst>
                    <a:ext uri="{FF2B5EF4-FFF2-40B4-BE49-F238E27FC236}">
                      <a16:creationId xmlns:a16="http://schemas.microsoft.com/office/drawing/2014/main" id="{686E0687-B48B-9D6E-7A7D-F903C421D152}"/>
                    </a:ext>
                  </a:extLst>
                </p14:cNvPr>
                <p14:cNvContentPartPr/>
                <p14:nvPr/>
              </p14:nvContentPartPr>
              <p14:xfrm>
                <a:off x="2885900" y="3523432"/>
                <a:ext cx="718200" cy="139320"/>
              </p14:xfrm>
            </p:contentPart>
          </mc:Choice>
          <mc:Fallback>
            <p:pic>
              <p:nvPicPr>
                <p:cNvPr id="4104" name="Rukopis 4103">
                  <a:extLst>
                    <a:ext uri="{FF2B5EF4-FFF2-40B4-BE49-F238E27FC236}">
                      <a16:creationId xmlns:a16="http://schemas.microsoft.com/office/drawing/2014/main" id="{686E0687-B48B-9D6E-7A7D-F903C421D15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76900" y="3514792"/>
                  <a:ext cx="735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05" name="Rukopis 4104">
                  <a:extLst>
                    <a:ext uri="{FF2B5EF4-FFF2-40B4-BE49-F238E27FC236}">
                      <a16:creationId xmlns:a16="http://schemas.microsoft.com/office/drawing/2014/main" id="{FAB87BE7-83EC-63B6-1024-5BC8EBBD7648}"/>
                    </a:ext>
                  </a:extLst>
                </p14:cNvPr>
                <p14:cNvContentPartPr/>
                <p14:nvPr/>
              </p14:nvContentPartPr>
              <p14:xfrm>
                <a:off x="3618140" y="3334792"/>
                <a:ext cx="16200" cy="99360"/>
              </p14:xfrm>
            </p:contentPart>
          </mc:Choice>
          <mc:Fallback>
            <p:pic>
              <p:nvPicPr>
                <p:cNvPr id="4105" name="Rukopis 4104">
                  <a:extLst>
                    <a:ext uri="{FF2B5EF4-FFF2-40B4-BE49-F238E27FC236}">
                      <a16:creationId xmlns:a16="http://schemas.microsoft.com/office/drawing/2014/main" id="{FAB87BE7-83EC-63B6-1024-5BC8EBBD764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09140" y="3325792"/>
                  <a:ext cx="3384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2" name="Skupina 4121">
            <a:extLst>
              <a:ext uri="{FF2B5EF4-FFF2-40B4-BE49-F238E27FC236}">
                <a16:creationId xmlns:a16="http://schemas.microsoft.com/office/drawing/2014/main" id="{39E20074-B4BF-38F1-251D-224F9A51109C}"/>
              </a:ext>
            </a:extLst>
          </p:cNvPr>
          <p:cNvGrpSpPr/>
          <p:nvPr/>
        </p:nvGrpSpPr>
        <p:grpSpPr>
          <a:xfrm>
            <a:off x="3881300" y="3332272"/>
            <a:ext cx="1341000" cy="255600"/>
            <a:chOff x="3881300" y="3332272"/>
            <a:chExt cx="134100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06" name="Rukopis 4105">
                  <a:extLst>
                    <a:ext uri="{FF2B5EF4-FFF2-40B4-BE49-F238E27FC236}">
                      <a16:creationId xmlns:a16="http://schemas.microsoft.com/office/drawing/2014/main" id="{4AB7542C-14C1-A3A6-DA85-AF74925EA8EC}"/>
                    </a:ext>
                  </a:extLst>
                </p14:cNvPr>
                <p14:cNvContentPartPr/>
                <p14:nvPr/>
              </p14:nvContentPartPr>
              <p14:xfrm>
                <a:off x="3881300" y="3428392"/>
                <a:ext cx="207360" cy="159480"/>
              </p14:xfrm>
            </p:contentPart>
          </mc:Choice>
          <mc:Fallback>
            <p:pic>
              <p:nvPicPr>
                <p:cNvPr id="4106" name="Rukopis 4105">
                  <a:extLst>
                    <a:ext uri="{FF2B5EF4-FFF2-40B4-BE49-F238E27FC236}">
                      <a16:creationId xmlns:a16="http://schemas.microsoft.com/office/drawing/2014/main" id="{4AB7542C-14C1-A3A6-DA85-AF74925EA8E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72300" y="3419392"/>
                  <a:ext cx="225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07" name="Rukopis 4106">
                  <a:extLst>
                    <a:ext uri="{FF2B5EF4-FFF2-40B4-BE49-F238E27FC236}">
                      <a16:creationId xmlns:a16="http://schemas.microsoft.com/office/drawing/2014/main" id="{190BEA67-5645-5CC3-4063-CF451F92EAD6}"/>
                    </a:ext>
                  </a:extLst>
                </p14:cNvPr>
                <p14:cNvContentPartPr/>
                <p14:nvPr/>
              </p14:nvContentPartPr>
              <p14:xfrm>
                <a:off x="4125740" y="3493912"/>
                <a:ext cx="96480" cy="92160"/>
              </p14:xfrm>
            </p:contentPart>
          </mc:Choice>
          <mc:Fallback>
            <p:pic>
              <p:nvPicPr>
                <p:cNvPr id="4107" name="Rukopis 4106">
                  <a:extLst>
                    <a:ext uri="{FF2B5EF4-FFF2-40B4-BE49-F238E27FC236}">
                      <a16:creationId xmlns:a16="http://schemas.microsoft.com/office/drawing/2014/main" id="{190BEA67-5645-5CC3-4063-CF451F92EAD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7100" y="3485272"/>
                  <a:ext cx="1141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08" name="Rukopis 4107">
                  <a:extLst>
                    <a:ext uri="{FF2B5EF4-FFF2-40B4-BE49-F238E27FC236}">
                      <a16:creationId xmlns:a16="http://schemas.microsoft.com/office/drawing/2014/main" id="{38663346-00A2-C749-CA0E-35B1F36D83CC}"/>
                    </a:ext>
                  </a:extLst>
                </p14:cNvPr>
                <p14:cNvContentPartPr/>
                <p14:nvPr/>
              </p14:nvContentPartPr>
              <p14:xfrm>
                <a:off x="4258220" y="3336592"/>
                <a:ext cx="19080" cy="70200"/>
              </p14:xfrm>
            </p:contentPart>
          </mc:Choice>
          <mc:Fallback>
            <p:pic>
              <p:nvPicPr>
                <p:cNvPr id="4108" name="Rukopis 4107">
                  <a:extLst>
                    <a:ext uri="{FF2B5EF4-FFF2-40B4-BE49-F238E27FC236}">
                      <a16:creationId xmlns:a16="http://schemas.microsoft.com/office/drawing/2014/main" id="{38663346-00A2-C749-CA0E-35B1F36D83C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49220" y="3327952"/>
                  <a:ext cx="36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09" name="Rukopis 4108">
                  <a:extLst>
                    <a:ext uri="{FF2B5EF4-FFF2-40B4-BE49-F238E27FC236}">
                      <a16:creationId xmlns:a16="http://schemas.microsoft.com/office/drawing/2014/main" id="{30FF39B6-DC81-1547-1D42-77C5C1FFADB8}"/>
                    </a:ext>
                  </a:extLst>
                </p14:cNvPr>
                <p14:cNvContentPartPr/>
                <p14:nvPr/>
              </p14:nvContentPartPr>
              <p14:xfrm>
                <a:off x="4295660" y="3333352"/>
                <a:ext cx="368640" cy="249120"/>
              </p14:xfrm>
            </p:contentPart>
          </mc:Choice>
          <mc:Fallback>
            <p:pic>
              <p:nvPicPr>
                <p:cNvPr id="4109" name="Rukopis 4108">
                  <a:extLst>
                    <a:ext uri="{FF2B5EF4-FFF2-40B4-BE49-F238E27FC236}">
                      <a16:creationId xmlns:a16="http://schemas.microsoft.com/office/drawing/2014/main" id="{30FF39B6-DC81-1547-1D42-77C5C1FFAD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86660" y="3324712"/>
                  <a:ext cx="386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10" name="Rukopis 4109">
                  <a:extLst>
                    <a:ext uri="{FF2B5EF4-FFF2-40B4-BE49-F238E27FC236}">
                      <a16:creationId xmlns:a16="http://schemas.microsoft.com/office/drawing/2014/main" id="{3217EDC1-E524-D99C-1B10-367BA0AFE4A8}"/>
                    </a:ext>
                  </a:extLst>
                </p14:cNvPr>
                <p14:cNvContentPartPr/>
                <p14:nvPr/>
              </p14:nvContentPartPr>
              <p14:xfrm>
                <a:off x="4694900" y="3399592"/>
                <a:ext cx="466920" cy="186840"/>
              </p14:xfrm>
            </p:contentPart>
          </mc:Choice>
          <mc:Fallback>
            <p:pic>
              <p:nvPicPr>
                <p:cNvPr id="4110" name="Rukopis 4109">
                  <a:extLst>
                    <a:ext uri="{FF2B5EF4-FFF2-40B4-BE49-F238E27FC236}">
                      <a16:creationId xmlns:a16="http://schemas.microsoft.com/office/drawing/2014/main" id="{3217EDC1-E524-D99C-1B10-367BA0AFE4A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86260" y="3390592"/>
                  <a:ext cx="484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11" name="Rukopis 4110">
                  <a:extLst>
                    <a:ext uri="{FF2B5EF4-FFF2-40B4-BE49-F238E27FC236}">
                      <a16:creationId xmlns:a16="http://schemas.microsoft.com/office/drawing/2014/main" id="{68E9F264-B63F-2F31-DA5F-636889B082C2}"/>
                    </a:ext>
                  </a:extLst>
                </p14:cNvPr>
                <p14:cNvContentPartPr/>
                <p14:nvPr/>
              </p14:nvContentPartPr>
              <p14:xfrm>
                <a:off x="5187380" y="3332272"/>
                <a:ext cx="34920" cy="107640"/>
              </p14:xfrm>
            </p:contentPart>
          </mc:Choice>
          <mc:Fallback>
            <p:pic>
              <p:nvPicPr>
                <p:cNvPr id="4111" name="Rukopis 4110">
                  <a:extLst>
                    <a:ext uri="{FF2B5EF4-FFF2-40B4-BE49-F238E27FC236}">
                      <a16:creationId xmlns:a16="http://schemas.microsoft.com/office/drawing/2014/main" id="{68E9F264-B63F-2F31-DA5F-636889B082C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78740" y="3323272"/>
                  <a:ext cx="5256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1" name="Skupina 4120">
            <a:extLst>
              <a:ext uri="{FF2B5EF4-FFF2-40B4-BE49-F238E27FC236}">
                <a16:creationId xmlns:a16="http://schemas.microsoft.com/office/drawing/2014/main" id="{9AB6D0F3-2A47-33B3-E0AA-465C998AABA6}"/>
              </a:ext>
            </a:extLst>
          </p:cNvPr>
          <p:cNvGrpSpPr/>
          <p:nvPr/>
        </p:nvGrpSpPr>
        <p:grpSpPr>
          <a:xfrm>
            <a:off x="5485100" y="3299512"/>
            <a:ext cx="496800" cy="375840"/>
            <a:chOff x="5485100" y="3299512"/>
            <a:chExt cx="496800" cy="3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12" name="Rukopis 4111">
                  <a:extLst>
                    <a:ext uri="{FF2B5EF4-FFF2-40B4-BE49-F238E27FC236}">
                      <a16:creationId xmlns:a16="http://schemas.microsoft.com/office/drawing/2014/main" id="{171C0D75-2A1E-327B-48FB-219E9A753CA5}"/>
                    </a:ext>
                  </a:extLst>
                </p14:cNvPr>
                <p14:cNvContentPartPr/>
                <p14:nvPr/>
              </p14:nvContentPartPr>
              <p14:xfrm>
                <a:off x="5485100" y="3299512"/>
                <a:ext cx="281160" cy="210960"/>
              </p14:xfrm>
            </p:contentPart>
          </mc:Choice>
          <mc:Fallback>
            <p:pic>
              <p:nvPicPr>
                <p:cNvPr id="4112" name="Rukopis 4111">
                  <a:extLst>
                    <a:ext uri="{FF2B5EF4-FFF2-40B4-BE49-F238E27FC236}">
                      <a16:creationId xmlns:a16="http://schemas.microsoft.com/office/drawing/2014/main" id="{171C0D75-2A1E-327B-48FB-219E9A753CA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76460" y="3290872"/>
                  <a:ext cx="298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13" name="Rukopis 4112">
                  <a:extLst>
                    <a:ext uri="{FF2B5EF4-FFF2-40B4-BE49-F238E27FC236}">
                      <a16:creationId xmlns:a16="http://schemas.microsoft.com/office/drawing/2014/main" id="{76C601D4-713F-397D-9585-91F5EB9105EF}"/>
                    </a:ext>
                  </a:extLst>
                </p14:cNvPr>
                <p14:cNvContentPartPr/>
                <p14:nvPr/>
              </p14:nvContentPartPr>
              <p14:xfrm>
                <a:off x="5797220" y="3401032"/>
                <a:ext cx="92520" cy="274320"/>
              </p14:xfrm>
            </p:contentPart>
          </mc:Choice>
          <mc:Fallback>
            <p:pic>
              <p:nvPicPr>
                <p:cNvPr id="4113" name="Rukopis 4112">
                  <a:extLst>
                    <a:ext uri="{FF2B5EF4-FFF2-40B4-BE49-F238E27FC236}">
                      <a16:creationId xmlns:a16="http://schemas.microsoft.com/office/drawing/2014/main" id="{76C601D4-713F-397D-9585-91F5EB9105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88580" y="3392032"/>
                  <a:ext cx="110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14" name="Rukopis 4113">
                  <a:extLst>
                    <a:ext uri="{FF2B5EF4-FFF2-40B4-BE49-F238E27FC236}">
                      <a16:creationId xmlns:a16="http://schemas.microsoft.com/office/drawing/2014/main" id="{9D36B7BC-4C7E-C635-1159-1460F6411231}"/>
                    </a:ext>
                  </a:extLst>
                </p14:cNvPr>
                <p14:cNvContentPartPr/>
                <p14:nvPr/>
              </p14:nvContentPartPr>
              <p14:xfrm>
                <a:off x="5981540" y="3513352"/>
                <a:ext cx="360" cy="5040"/>
              </p14:xfrm>
            </p:contentPart>
          </mc:Choice>
          <mc:Fallback>
            <p:pic>
              <p:nvPicPr>
                <p:cNvPr id="4114" name="Rukopis 4113">
                  <a:extLst>
                    <a:ext uri="{FF2B5EF4-FFF2-40B4-BE49-F238E27FC236}">
                      <a16:creationId xmlns:a16="http://schemas.microsoft.com/office/drawing/2014/main" id="{9D36B7BC-4C7E-C635-1159-1460F64112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72540" y="3504712"/>
                  <a:ext cx="180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0" name="Skupina 4119">
            <a:extLst>
              <a:ext uri="{FF2B5EF4-FFF2-40B4-BE49-F238E27FC236}">
                <a16:creationId xmlns:a16="http://schemas.microsoft.com/office/drawing/2014/main" id="{FC10C4DF-64A1-5072-31E7-4B392059075A}"/>
              </a:ext>
            </a:extLst>
          </p:cNvPr>
          <p:cNvGrpSpPr/>
          <p:nvPr/>
        </p:nvGrpSpPr>
        <p:grpSpPr>
          <a:xfrm>
            <a:off x="6200060" y="3255592"/>
            <a:ext cx="1065240" cy="442080"/>
            <a:chOff x="6200060" y="3255592"/>
            <a:chExt cx="106524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15" name="Rukopis 4114">
                  <a:extLst>
                    <a:ext uri="{FF2B5EF4-FFF2-40B4-BE49-F238E27FC236}">
                      <a16:creationId xmlns:a16="http://schemas.microsoft.com/office/drawing/2014/main" id="{1B82DE86-EA8C-2D1C-785F-2F21C9EB637B}"/>
                    </a:ext>
                  </a:extLst>
                </p14:cNvPr>
                <p14:cNvContentPartPr/>
                <p14:nvPr/>
              </p14:nvContentPartPr>
              <p14:xfrm>
                <a:off x="6200060" y="3377632"/>
                <a:ext cx="72360" cy="152280"/>
              </p14:xfrm>
            </p:contentPart>
          </mc:Choice>
          <mc:Fallback>
            <p:pic>
              <p:nvPicPr>
                <p:cNvPr id="4115" name="Rukopis 4114">
                  <a:extLst>
                    <a:ext uri="{FF2B5EF4-FFF2-40B4-BE49-F238E27FC236}">
                      <a16:creationId xmlns:a16="http://schemas.microsoft.com/office/drawing/2014/main" id="{1B82DE86-EA8C-2D1C-785F-2F21C9EB63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91420" y="3368632"/>
                  <a:ext cx="90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16" name="Rukopis 4115">
                  <a:extLst>
                    <a:ext uri="{FF2B5EF4-FFF2-40B4-BE49-F238E27FC236}">
                      <a16:creationId xmlns:a16="http://schemas.microsoft.com/office/drawing/2014/main" id="{53BE8ADA-04D1-2E03-35AD-89CC3805A69B}"/>
                    </a:ext>
                  </a:extLst>
                </p14:cNvPr>
                <p14:cNvContentPartPr/>
                <p14:nvPr/>
              </p14:nvContentPartPr>
              <p14:xfrm>
                <a:off x="6332900" y="3406072"/>
                <a:ext cx="192240" cy="249120"/>
              </p14:xfrm>
            </p:contentPart>
          </mc:Choice>
          <mc:Fallback>
            <p:pic>
              <p:nvPicPr>
                <p:cNvPr id="4116" name="Rukopis 4115">
                  <a:extLst>
                    <a:ext uri="{FF2B5EF4-FFF2-40B4-BE49-F238E27FC236}">
                      <a16:creationId xmlns:a16="http://schemas.microsoft.com/office/drawing/2014/main" id="{53BE8ADA-04D1-2E03-35AD-89CC3805A69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23900" y="3397072"/>
                  <a:ext cx="209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17" name="Rukopis 4116">
                  <a:extLst>
                    <a:ext uri="{FF2B5EF4-FFF2-40B4-BE49-F238E27FC236}">
                      <a16:creationId xmlns:a16="http://schemas.microsoft.com/office/drawing/2014/main" id="{A87872C1-FC1D-5FC4-2D63-606A68B29F1A}"/>
                    </a:ext>
                  </a:extLst>
                </p14:cNvPr>
                <p14:cNvContentPartPr/>
                <p14:nvPr/>
              </p14:nvContentPartPr>
              <p14:xfrm>
                <a:off x="6565460" y="3413272"/>
                <a:ext cx="152280" cy="284400"/>
              </p14:xfrm>
            </p:contentPart>
          </mc:Choice>
          <mc:Fallback>
            <p:pic>
              <p:nvPicPr>
                <p:cNvPr id="4117" name="Rukopis 4116">
                  <a:extLst>
                    <a:ext uri="{FF2B5EF4-FFF2-40B4-BE49-F238E27FC236}">
                      <a16:creationId xmlns:a16="http://schemas.microsoft.com/office/drawing/2014/main" id="{A87872C1-FC1D-5FC4-2D63-606A68B29F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56820" y="3404632"/>
                  <a:ext cx="169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18" name="Rukopis 4117">
                  <a:extLst>
                    <a:ext uri="{FF2B5EF4-FFF2-40B4-BE49-F238E27FC236}">
                      <a16:creationId xmlns:a16="http://schemas.microsoft.com/office/drawing/2014/main" id="{58DF425B-57B4-8143-7422-4233FAB9B313}"/>
                    </a:ext>
                  </a:extLst>
                </p14:cNvPr>
                <p14:cNvContentPartPr/>
                <p14:nvPr/>
              </p14:nvContentPartPr>
              <p14:xfrm>
                <a:off x="6738260" y="3317152"/>
                <a:ext cx="1800" cy="26280"/>
              </p14:xfrm>
            </p:contentPart>
          </mc:Choice>
          <mc:Fallback>
            <p:pic>
              <p:nvPicPr>
                <p:cNvPr id="4118" name="Rukopis 4117">
                  <a:extLst>
                    <a:ext uri="{FF2B5EF4-FFF2-40B4-BE49-F238E27FC236}">
                      <a16:creationId xmlns:a16="http://schemas.microsoft.com/office/drawing/2014/main" id="{58DF425B-57B4-8143-7422-4233FAB9B3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29260" y="3308512"/>
                  <a:ext cx="19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119" name="Rukopis 4118">
                  <a:extLst>
                    <a:ext uri="{FF2B5EF4-FFF2-40B4-BE49-F238E27FC236}">
                      <a16:creationId xmlns:a16="http://schemas.microsoft.com/office/drawing/2014/main" id="{E1CB64C8-28DC-D12D-1ED2-333E82AE77EA}"/>
                    </a:ext>
                  </a:extLst>
                </p14:cNvPr>
                <p14:cNvContentPartPr/>
                <p14:nvPr/>
              </p14:nvContentPartPr>
              <p14:xfrm>
                <a:off x="6821780" y="3255592"/>
                <a:ext cx="443520" cy="296280"/>
              </p14:xfrm>
            </p:contentPart>
          </mc:Choice>
          <mc:Fallback>
            <p:pic>
              <p:nvPicPr>
                <p:cNvPr id="4119" name="Rukopis 4118">
                  <a:extLst>
                    <a:ext uri="{FF2B5EF4-FFF2-40B4-BE49-F238E27FC236}">
                      <a16:creationId xmlns:a16="http://schemas.microsoft.com/office/drawing/2014/main" id="{E1CB64C8-28DC-D12D-1ED2-333E82AE77E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12780" y="3246952"/>
                  <a:ext cx="46116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20" name="Skupina 5119">
            <a:extLst>
              <a:ext uri="{FF2B5EF4-FFF2-40B4-BE49-F238E27FC236}">
                <a16:creationId xmlns:a16="http://schemas.microsoft.com/office/drawing/2014/main" id="{D2D10301-571A-DAEE-BA70-FC5250ABC202}"/>
              </a:ext>
            </a:extLst>
          </p:cNvPr>
          <p:cNvGrpSpPr/>
          <p:nvPr/>
        </p:nvGrpSpPr>
        <p:grpSpPr>
          <a:xfrm>
            <a:off x="2549300" y="4237672"/>
            <a:ext cx="484920" cy="166680"/>
            <a:chOff x="2549300" y="4237672"/>
            <a:chExt cx="48492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124" name="Rukopis 4123">
                  <a:extLst>
                    <a:ext uri="{FF2B5EF4-FFF2-40B4-BE49-F238E27FC236}">
                      <a16:creationId xmlns:a16="http://schemas.microsoft.com/office/drawing/2014/main" id="{3067547F-35DA-5EE3-2B34-FABAE34862C7}"/>
                    </a:ext>
                  </a:extLst>
                </p14:cNvPr>
                <p14:cNvContentPartPr/>
                <p14:nvPr/>
              </p14:nvContentPartPr>
              <p14:xfrm>
                <a:off x="2549300" y="4237672"/>
                <a:ext cx="117000" cy="162360"/>
              </p14:xfrm>
            </p:contentPart>
          </mc:Choice>
          <mc:Fallback>
            <p:pic>
              <p:nvPicPr>
                <p:cNvPr id="4124" name="Rukopis 4123">
                  <a:extLst>
                    <a:ext uri="{FF2B5EF4-FFF2-40B4-BE49-F238E27FC236}">
                      <a16:creationId xmlns:a16="http://schemas.microsoft.com/office/drawing/2014/main" id="{3067547F-35DA-5EE3-2B34-FABAE34862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40300" y="4229032"/>
                  <a:ext cx="134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25" name="Rukopis 4124">
                  <a:extLst>
                    <a:ext uri="{FF2B5EF4-FFF2-40B4-BE49-F238E27FC236}">
                      <a16:creationId xmlns:a16="http://schemas.microsoft.com/office/drawing/2014/main" id="{13DDA217-8246-1B25-E260-8C7C46FB2C8B}"/>
                    </a:ext>
                  </a:extLst>
                </p14:cNvPr>
                <p14:cNvContentPartPr/>
                <p14:nvPr/>
              </p14:nvContentPartPr>
              <p14:xfrm>
                <a:off x="2575220" y="4313632"/>
                <a:ext cx="119880" cy="23760"/>
              </p14:xfrm>
            </p:contentPart>
          </mc:Choice>
          <mc:Fallback>
            <p:pic>
              <p:nvPicPr>
                <p:cNvPr id="4125" name="Rukopis 4124">
                  <a:extLst>
                    <a:ext uri="{FF2B5EF4-FFF2-40B4-BE49-F238E27FC236}">
                      <a16:creationId xmlns:a16="http://schemas.microsoft.com/office/drawing/2014/main" id="{13DDA217-8246-1B25-E260-8C7C46FB2C8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66220" y="4304632"/>
                  <a:ext cx="137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126" name="Rukopis 4125">
                  <a:extLst>
                    <a:ext uri="{FF2B5EF4-FFF2-40B4-BE49-F238E27FC236}">
                      <a16:creationId xmlns:a16="http://schemas.microsoft.com/office/drawing/2014/main" id="{6A5DCB49-2883-247B-0830-98AB03710670}"/>
                    </a:ext>
                  </a:extLst>
                </p14:cNvPr>
                <p14:cNvContentPartPr/>
                <p14:nvPr/>
              </p14:nvContentPartPr>
              <p14:xfrm>
                <a:off x="2750540" y="4263592"/>
                <a:ext cx="154440" cy="140760"/>
              </p14:xfrm>
            </p:contentPart>
          </mc:Choice>
          <mc:Fallback>
            <p:pic>
              <p:nvPicPr>
                <p:cNvPr id="4126" name="Rukopis 4125">
                  <a:extLst>
                    <a:ext uri="{FF2B5EF4-FFF2-40B4-BE49-F238E27FC236}">
                      <a16:creationId xmlns:a16="http://schemas.microsoft.com/office/drawing/2014/main" id="{6A5DCB49-2883-247B-0830-98AB0371067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41900" y="4254952"/>
                  <a:ext cx="172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127" name="Rukopis 4126">
                  <a:extLst>
                    <a:ext uri="{FF2B5EF4-FFF2-40B4-BE49-F238E27FC236}">
                      <a16:creationId xmlns:a16="http://schemas.microsoft.com/office/drawing/2014/main" id="{92069217-A05C-9D7C-412F-372E542EAD88}"/>
                    </a:ext>
                  </a:extLst>
                </p14:cNvPr>
                <p14:cNvContentPartPr/>
                <p14:nvPr/>
              </p14:nvContentPartPr>
              <p14:xfrm>
                <a:off x="2937740" y="4249912"/>
                <a:ext cx="96480" cy="153360"/>
              </p14:xfrm>
            </p:contentPart>
          </mc:Choice>
          <mc:Fallback>
            <p:pic>
              <p:nvPicPr>
                <p:cNvPr id="4127" name="Rukopis 4126">
                  <a:extLst>
                    <a:ext uri="{FF2B5EF4-FFF2-40B4-BE49-F238E27FC236}">
                      <a16:creationId xmlns:a16="http://schemas.microsoft.com/office/drawing/2014/main" id="{92069217-A05C-9D7C-412F-372E542EAD8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29100" y="4240912"/>
                  <a:ext cx="11412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27" name="Skupina 5126">
            <a:extLst>
              <a:ext uri="{FF2B5EF4-FFF2-40B4-BE49-F238E27FC236}">
                <a16:creationId xmlns:a16="http://schemas.microsoft.com/office/drawing/2014/main" id="{3214212F-563E-C159-3304-1BFFAB99F18D}"/>
              </a:ext>
            </a:extLst>
          </p:cNvPr>
          <p:cNvGrpSpPr/>
          <p:nvPr/>
        </p:nvGrpSpPr>
        <p:grpSpPr>
          <a:xfrm>
            <a:off x="2044220" y="4555552"/>
            <a:ext cx="538560" cy="195120"/>
            <a:chOff x="2044220" y="4555552"/>
            <a:chExt cx="53856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21" name="Rukopis 5120">
                  <a:extLst>
                    <a:ext uri="{FF2B5EF4-FFF2-40B4-BE49-F238E27FC236}">
                      <a16:creationId xmlns:a16="http://schemas.microsoft.com/office/drawing/2014/main" id="{ED631837-51B7-61FF-FBEC-DD9422259536}"/>
                    </a:ext>
                  </a:extLst>
                </p14:cNvPr>
                <p14:cNvContentPartPr/>
                <p14:nvPr/>
              </p14:nvContentPartPr>
              <p14:xfrm>
                <a:off x="2044220" y="4555552"/>
                <a:ext cx="147240" cy="195120"/>
              </p14:xfrm>
            </p:contentPart>
          </mc:Choice>
          <mc:Fallback>
            <p:pic>
              <p:nvPicPr>
                <p:cNvPr id="5121" name="Rukopis 5120">
                  <a:extLst>
                    <a:ext uri="{FF2B5EF4-FFF2-40B4-BE49-F238E27FC236}">
                      <a16:creationId xmlns:a16="http://schemas.microsoft.com/office/drawing/2014/main" id="{ED631837-51B7-61FF-FBEC-DD94222595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035580" y="4546912"/>
                  <a:ext cx="1648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22" name="Rukopis 5121">
                  <a:extLst>
                    <a:ext uri="{FF2B5EF4-FFF2-40B4-BE49-F238E27FC236}">
                      <a16:creationId xmlns:a16="http://schemas.microsoft.com/office/drawing/2014/main" id="{E6037CB3-B907-35F2-EE48-9FFA083F246B}"/>
                    </a:ext>
                  </a:extLst>
                </p14:cNvPr>
                <p14:cNvContentPartPr/>
                <p14:nvPr/>
              </p14:nvContentPartPr>
              <p14:xfrm>
                <a:off x="2113340" y="4631872"/>
                <a:ext cx="129960" cy="19800"/>
              </p14:xfrm>
            </p:contentPart>
          </mc:Choice>
          <mc:Fallback>
            <p:pic>
              <p:nvPicPr>
                <p:cNvPr id="5122" name="Rukopis 5121">
                  <a:extLst>
                    <a:ext uri="{FF2B5EF4-FFF2-40B4-BE49-F238E27FC236}">
                      <a16:creationId xmlns:a16="http://schemas.microsoft.com/office/drawing/2014/main" id="{E6037CB3-B907-35F2-EE48-9FFA083F246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04340" y="4623232"/>
                  <a:ext cx="147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125" name="Rukopis 5124">
                  <a:extLst>
                    <a:ext uri="{FF2B5EF4-FFF2-40B4-BE49-F238E27FC236}">
                      <a16:creationId xmlns:a16="http://schemas.microsoft.com/office/drawing/2014/main" id="{8A588FC0-1B5F-5D63-45E2-8DB0B9C9066F}"/>
                    </a:ext>
                  </a:extLst>
                </p14:cNvPr>
                <p14:cNvContentPartPr/>
                <p14:nvPr/>
              </p14:nvContentPartPr>
              <p14:xfrm>
                <a:off x="2285060" y="4565992"/>
                <a:ext cx="146520" cy="142200"/>
              </p14:xfrm>
            </p:contentPart>
          </mc:Choice>
          <mc:Fallback>
            <p:pic>
              <p:nvPicPr>
                <p:cNvPr id="5125" name="Rukopis 5124">
                  <a:extLst>
                    <a:ext uri="{FF2B5EF4-FFF2-40B4-BE49-F238E27FC236}">
                      <a16:creationId xmlns:a16="http://schemas.microsoft.com/office/drawing/2014/main" id="{8A588FC0-1B5F-5D63-45E2-8DB0B9C9066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76060" y="4556992"/>
                  <a:ext cx="164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126" name="Rukopis 5125">
                  <a:extLst>
                    <a:ext uri="{FF2B5EF4-FFF2-40B4-BE49-F238E27FC236}">
                      <a16:creationId xmlns:a16="http://schemas.microsoft.com/office/drawing/2014/main" id="{B4F5AA34-BBC8-28DE-7BCA-8393178098FF}"/>
                    </a:ext>
                  </a:extLst>
                </p14:cNvPr>
                <p14:cNvContentPartPr/>
                <p14:nvPr/>
              </p14:nvContentPartPr>
              <p14:xfrm>
                <a:off x="2468300" y="4607752"/>
                <a:ext cx="114480" cy="117360"/>
              </p14:xfrm>
            </p:contentPart>
          </mc:Choice>
          <mc:Fallback>
            <p:pic>
              <p:nvPicPr>
                <p:cNvPr id="5126" name="Rukopis 5125">
                  <a:extLst>
                    <a:ext uri="{FF2B5EF4-FFF2-40B4-BE49-F238E27FC236}">
                      <a16:creationId xmlns:a16="http://schemas.microsoft.com/office/drawing/2014/main" id="{B4F5AA34-BBC8-28DE-7BCA-8393178098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59660" y="4598752"/>
                  <a:ext cx="13212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2" name="Skupina 5131">
            <a:extLst>
              <a:ext uri="{FF2B5EF4-FFF2-40B4-BE49-F238E27FC236}">
                <a16:creationId xmlns:a16="http://schemas.microsoft.com/office/drawing/2014/main" id="{F5DC2BFD-69D0-976E-3E6F-32D1FC3AFE1B}"/>
              </a:ext>
            </a:extLst>
          </p:cNvPr>
          <p:cNvGrpSpPr/>
          <p:nvPr/>
        </p:nvGrpSpPr>
        <p:grpSpPr>
          <a:xfrm>
            <a:off x="2481620" y="4929592"/>
            <a:ext cx="433440" cy="170640"/>
            <a:chOff x="2481620" y="4929592"/>
            <a:chExt cx="433440" cy="1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28" name="Rukopis 5127">
                  <a:extLst>
                    <a:ext uri="{FF2B5EF4-FFF2-40B4-BE49-F238E27FC236}">
                      <a16:creationId xmlns:a16="http://schemas.microsoft.com/office/drawing/2014/main" id="{7AC7AC0B-E643-F234-A670-1649BCE08C20}"/>
                    </a:ext>
                  </a:extLst>
                </p14:cNvPr>
                <p14:cNvContentPartPr/>
                <p14:nvPr/>
              </p14:nvContentPartPr>
              <p14:xfrm>
                <a:off x="2481620" y="4950472"/>
                <a:ext cx="202680" cy="149760"/>
              </p14:xfrm>
            </p:contentPart>
          </mc:Choice>
          <mc:Fallback>
            <p:pic>
              <p:nvPicPr>
                <p:cNvPr id="5128" name="Rukopis 5127">
                  <a:extLst>
                    <a:ext uri="{FF2B5EF4-FFF2-40B4-BE49-F238E27FC236}">
                      <a16:creationId xmlns:a16="http://schemas.microsoft.com/office/drawing/2014/main" id="{7AC7AC0B-E643-F234-A670-1649BCE08C2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72620" y="4941472"/>
                  <a:ext cx="2203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129" name="Rukopis 5128">
                  <a:extLst>
                    <a:ext uri="{FF2B5EF4-FFF2-40B4-BE49-F238E27FC236}">
                      <a16:creationId xmlns:a16="http://schemas.microsoft.com/office/drawing/2014/main" id="{B29434EE-C2F4-6942-0FC7-B66909CC4B84}"/>
                    </a:ext>
                  </a:extLst>
                </p14:cNvPr>
                <p14:cNvContentPartPr/>
                <p14:nvPr/>
              </p14:nvContentPartPr>
              <p14:xfrm>
                <a:off x="2694020" y="4932472"/>
                <a:ext cx="140400" cy="154440"/>
              </p14:xfrm>
            </p:contentPart>
          </mc:Choice>
          <mc:Fallback>
            <p:pic>
              <p:nvPicPr>
                <p:cNvPr id="5129" name="Rukopis 5128">
                  <a:extLst>
                    <a:ext uri="{FF2B5EF4-FFF2-40B4-BE49-F238E27FC236}">
                      <a16:creationId xmlns:a16="http://schemas.microsoft.com/office/drawing/2014/main" id="{B29434EE-C2F4-6942-0FC7-B66909CC4B8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85380" y="4923472"/>
                  <a:ext cx="158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130" name="Rukopis 5129">
                  <a:extLst>
                    <a:ext uri="{FF2B5EF4-FFF2-40B4-BE49-F238E27FC236}">
                      <a16:creationId xmlns:a16="http://schemas.microsoft.com/office/drawing/2014/main" id="{713CDCDB-7F67-67B0-2A40-0D0F76DEC47D}"/>
                    </a:ext>
                  </a:extLst>
                </p14:cNvPr>
                <p14:cNvContentPartPr/>
                <p14:nvPr/>
              </p14:nvContentPartPr>
              <p14:xfrm>
                <a:off x="2721740" y="4993672"/>
                <a:ext cx="122760" cy="26280"/>
              </p14:xfrm>
            </p:contentPart>
          </mc:Choice>
          <mc:Fallback>
            <p:pic>
              <p:nvPicPr>
                <p:cNvPr id="5130" name="Rukopis 5129">
                  <a:extLst>
                    <a:ext uri="{FF2B5EF4-FFF2-40B4-BE49-F238E27FC236}">
                      <a16:creationId xmlns:a16="http://schemas.microsoft.com/office/drawing/2014/main" id="{713CDCDB-7F67-67B0-2A40-0D0F76DEC47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13100" y="4985032"/>
                  <a:ext cx="1404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131" name="Rukopis 5130">
                  <a:extLst>
                    <a:ext uri="{FF2B5EF4-FFF2-40B4-BE49-F238E27FC236}">
                      <a16:creationId xmlns:a16="http://schemas.microsoft.com/office/drawing/2014/main" id="{09886F76-8DD9-FA29-3BA2-45C624D97605}"/>
                    </a:ext>
                  </a:extLst>
                </p14:cNvPr>
                <p14:cNvContentPartPr/>
                <p14:nvPr/>
              </p14:nvContentPartPr>
              <p14:xfrm>
                <a:off x="2763500" y="4929592"/>
                <a:ext cx="151560" cy="5400"/>
              </p14:xfrm>
            </p:contentPart>
          </mc:Choice>
          <mc:Fallback>
            <p:pic>
              <p:nvPicPr>
                <p:cNvPr id="5131" name="Rukopis 5130">
                  <a:extLst>
                    <a:ext uri="{FF2B5EF4-FFF2-40B4-BE49-F238E27FC236}">
                      <a16:creationId xmlns:a16="http://schemas.microsoft.com/office/drawing/2014/main" id="{09886F76-8DD9-FA29-3BA2-45C624D976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54860" y="4920952"/>
                  <a:ext cx="1692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7" name="Skupina 5136">
            <a:extLst>
              <a:ext uri="{FF2B5EF4-FFF2-40B4-BE49-F238E27FC236}">
                <a16:creationId xmlns:a16="http://schemas.microsoft.com/office/drawing/2014/main" id="{596F282D-FCB6-60CA-F4B1-9277CEE8E2AF}"/>
              </a:ext>
            </a:extLst>
          </p:cNvPr>
          <p:cNvGrpSpPr/>
          <p:nvPr/>
        </p:nvGrpSpPr>
        <p:grpSpPr>
          <a:xfrm>
            <a:off x="2502500" y="5972152"/>
            <a:ext cx="532080" cy="199440"/>
            <a:chOff x="2502500" y="5972152"/>
            <a:chExt cx="53208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133" name="Rukopis 5132">
                  <a:extLst>
                    <a:ext uri="{FF2B5EF4-FFF2-40B4-BE49-F238E27FC236}">
                      <a16:creationId xmlns:a16="http://schemas.microsoft.com/office/drawing/2014/main" id="{739532F3-52A3-D0F6-4F16-B702667E3A1C}"/>
                    </a:ext>
                  </a:extLst>
                </p14:cNvPr>
                <p14:cNvContentPartPr/>
                <p14:nvPr/>
              </p14:nvContentPartPr>
              <p14:xfrm>
                <a:off x="2502500" y="5972152"/>
                <a:ext cx="153720" cy="198720"/>
              </p14:xfrm>
            </p:contentPart>
          </mc:Choice>
          <mc:Fallback>
            <p:pic>
              <p:nvPicPr>
                <p:cNvPr id="5133" name="Rukopis 5132">
                  <a:extLst>
                    <a:ext uri="{FF2B5EF4-FFF2-40B4-BE49-F238E27FC236}">
                      <a16:creationId xmlns:a16="http://schemas.microsoft.com/office/drawing/2014/main" id="{739532F3-52A3-D0F6-4F16-B702667E3A1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93500" y="5963512"/>
                  <a:ext cx="171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134" name="Rukopis 5133">
                  <a:extLst>
                    <a:ext uri="{FF2B5EF4-FFF2-40B4-BE49-F238E27FC236}">
                      <a16:creationId xmlns:a16="http://schemas.microsoft.com/office/drawing/2014/main" id="{7DA26A6D-77FA-76BB-161D-73572D36309F}"/>
                    </a:ext>
                  </a:extLst>
                </p14:cNvPr>
                <p14:cNvContentPartPr/>
                <p14:nvPr/>
              </p14:nvContentPartPr>
              <p14:xfrm>
                <a:off x="2553620" y="6070792"/>
                <a:ext cx="121320" cy="23040"/>
              </p14:xfrm>
            </p:contentPart>
          </mc:Choice>
          <mc:Fallback>
            <p:pic>
              <p:nvPicPr>
                <p:cNvPr id="5134" name="Rukopis 5133">
                  <a:extLst>
                    <a:ext uri="{FF2B5EF4-FFF2-40B4-BE49-F238E27FC236}">
                      <a16:creationId xmlns:a16="http://schemas.microsoft.com/office/drawing/2014/main" id="{7DA26A6D-77FA-76BB-161D-73572D36309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44620" y="6062152"/>
                  <a:ext cx="138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135" name="Rukopis 5134">
                  <a:extLst>
                    <a:ext uri="{FF2B5EF4-FFF2-40B4-BE49-F238E27FC236}">
                      <a16:creationId xmlns:a16="http://schemas.microsoft.com/office/drawing/2014/main" id="{210820AA-49DA-624E-3213-61B0D6F86FF1}"/>
                    </a:ext>
                  </a:extLst>
                </p14:cNvPr>
                <p14:cNvContentPartPr/>
                <p14:nvPr/>
              </p14:nvContentPartPr>
              <p14:xfrm>
                <a:off x="2750540" y="5999872"/>
                <a:ext cx="155880" cy="155160"/>
              </p14:xfrm>
            </p:contentPart>
          </mc:Choice>
          <mc:Fallback>
            <p:pic>
              <p:nvPicPr>
                <p:cNvPr id="5135" name="Rukopis 5134">
                  <a:extLst>
                    <a:ext uri="{FF2B5EF4-FFF2-40B4-BE49-F238E27FC236}">
                      <a16:creationId xmlns:a16="http://schemas.microsoft.com/office/drawing/2014/main" id="{210820AA-49DA-624E-3213-61B0D6F86FF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41540" y="5990872"/>
                  <a:ext cx="173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136" name="Rukopis 5135">
                  <a:extLst>
                    <a:ext uri="{FF2B5EF4-FFF2-40B4-BE49-F238E27FC236}">
                      <a16:creationId xmlns:a16="http://schemas.microsoft.com/office/drawing/2014/main" id="{515BEB6F-F1D1-23C4-B5DD-7E515399FFBE}"/>
                    </a:ext>
                  </a:extLst>
                </p14:cNvPr>
                <p14:cNvContentPartPr/>
                <p14:nvPr/>
              </p14:nvContentPartPr>
              <p14:xfrm>
                <a:off x="2927300" y="6011752"/>
                <a:ext cx="107280" cy="159840"/>
              </p14:xfrm>
            </p:contentPart>
          </mc:Choice>
          <mc:Fallback>
            <p:pic>
              <p:nvPicPr>
                <p:cNvPr id="5136" name="Rukopis 5135">
                  <a:extLst>
                    <a:ext uri="{FF2B5EF4-FFF2-40B4-BE49-F238E27FC236}">
                      <a16:creationId xmlns:a16="http://schemas.microsoft.com/office/drawing/2014/main" id="{515BEB6F-F1D1-23C4-B5DD-7E515399FFB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18300" y="6003112"/>
                  <a:ext cx="1249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8" name="Skupina 5207">
            <a:extLst>
              <a:ext uri="{FF2B5EF4-FFF2-40B4-BE49-F238E27FC236}">
                <a16:creationId xmlns:a16="http://schemas.microsoft.com/office/drawing/2014/main" id="{B4D6F644-CF50-6133-31EC-7BEC79D5B3D5}"/>
              </a:ext>
            </a:extLst>
          </p:cNvPr>
          <p:cNvGrpSpPr/>
          <p:nvPr/>
        </p:nvGrpSpPr>
        <p:grpSpPr>
          <a:xfrm>
            <a:off x="2546780" y="5649952"/>
            <a:ext cx="473400" cy="201960"/>
            <a:chOff x="2546780" y="5649952"/>
            <a:chExt cx="47340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204" name="Rukopis 5203">
                  <a:extLst>
                    <a:ext uri="{FF2B5EF4-FFF2-40B4-BE49-F238E27FC236}">
                      <a16:creationId xmlns:a16="http://schemas.microsoft.com/office/drawing/2014/main" id="{88ECA06A-D184-DDB2-188A-360E6216B8BE}"/>
                    </a:ext>
                  </a:extLst>
                </p14:cNvPr>
                <p14:cNvContentPartPr/>
                <p14:nvPr/>
              </p14:nvContentPartPr>
              <p14:xfrm>
                <a:off x="2546780" y="5700712"/>
                <a:ext cx="199800" cy="151200"/>
              </p14:xfrm>
            </p:contentPart>
          </mc:Choice>
          <mc:Fallback>
            <p:pic>
              <p:nvPicPr>
                <p:cNvPr id="5204" name="Rukopis 5203">
                  <a:extLst>
                    <a:ext uri="{FF2B5EF4-FFF2-40B4-BE49-F238E27FC236}">
                      <a16:creationId xmlns:a16="http://schemas.microsoft.com/office/drawing/2014/main" id="{88ECA06A-D184-DDB2-188A-360E6216B8B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38140" y="5692072"/>
                  <a:ext cx="217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205" name="Rukopis 5204">
                  <a:extLst>
                    <a:ext uri="{FF2B5EF4-FFF2-40B4-BE49-F238E27FC236}">
                      <a16:creationId xmlns:a16="http://schemas.microsoft.com/office/drawing/2014/main" id="{1A66161E-5196-06E2-DDEB-C112915097DF}"/>
                    </a:ext>
                  </a:extLst>
                </p14:cNvPr>
                <p14:cNvContentPartPr/>
                <p14:nvPr/>
              </p14:nvContentPartPr>
              <p14:xfrm>
                <a:off x="2855660" y="5682712"/>
                <a:ext cx="99720" cy="166320"/>
              </p14:xfrm>
            </p:contentPart>
          </mc:Choice>
          <mc:Fallback>
            <p:pic>
              <p:nvPicPr>
                <p:cNvPr id="5205" name="Rukopis 5204">
                  <a:extLst>
                    <a:ext uri="{FF2B5EF4-FFF2-40B4-BE49-F238E27FC236}">
                      <a16:creationId xmlns:a16="http://schemas.microsoft.com/office/drawing/2014/main" id="{1A66161E-5196-06E2-DDEB-C112915097D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46660" y="5673712"/>
                  <a:ext cx="117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206" name="Rukopis 5205">
                  <a:extLst>
                    <a:ext uri="{FF2B5EF4-FFF2-40B4-BE49-F238E27FC236}">
                      <a16:creationId xmlns:a16="http://schemas.microsoft.com/office/drawing/2014/main" id="{B6C4F812-BC9E-10B3-264D-ACE29A6A2F7A}"/>
                    </a:ext>
                  </a:extLst>
                </p14:cNvPr>
                <p14:cNvContentPartPr/>
                <p14:nvPr/>
              </p14:nvContentPartPr>
              <p14:xfrm>
                <a:off x="2891660" y="5759032"/>
                <a:ext cx="72000" cy="11880"/>
              </p14:xfrm>
            </p:contentPart>
          </mc:Choice>
          <mc:Fallback>
            <p:pic>
              <p:nvPicPr>
                <p:cNvPr id="5206" name="Rukopis 5205">
                  <a:extLst>
                    <a:ext uri="{FF2B5EF4-FFF2-40B4-BE49-F238E27FC236}">
                      <a16:creationId xmlns:a16="http://schemas.microsoft.com/office/drawing/2014/main" id="{B6C4F812-BC9E-10B3-264D-ACE29A6A2F7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82660" y="5750032"/>
                  <a:ext cx="89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207" name="Rukopis 5206">
                  <a:extLst>
                    <a:ext uri="{FF2B5EF4-FFF2-40B4-BE49-F238E27FC236}">
                      <a16:creationId xmlns:a16="http://schemas.microsoft.com/office/drawing/2014/main" id="{C59AADFE-7730-6361-9204-88431EB2026A}"/>
                    </a:ext>
                  </a:extLst>
                </p14:cNvPr>
                <p14:cNvContentPartPr/>
                <p14:nvPr/>
              </p14:nvContentPartPr>
              <p14:xfrm>
                <a:off x="2872940" y="5649952"/>
                <a:ext cx="147240" cy="33120"/>
              </p14:xfrm>
            </p:contentPart>
          </mc:Choice>
          <mc:Fallback>
            <p:pic>
              <p:nvPicPr>
                <p:cNvPr id="5207" name="Rukopis 5206">
                  <a:extLst>
                    <a:ext uri="{FF2B5EF4-FFF2-40B4-BE49-F238E27FC236}">
                      <a16:creationId xmlns:a16="http://schemas.microsoft.com/office/drawing/2014/main" id="{C59AADFE-7730-6361-9204-88431EB2026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63940" y="5640952"/>
                  <a:ext cx="1648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3" name="Skupina 5212">
            <a:extLst>
              <a:ext uri="{FF2B5EF4-FFF2-40B4-BE49-F238E27FC236}">
                <a16:creationId xmlns:a16="http://schemas.microsoft.com/office/drawing/2014/main" id="{1E315355-CC68-4FAC-6DEB-7D4AB3C105EE}"/>
              </a:ext>
            </a:extLst>
          </p:cNvPr>
          <p:cNvGrpSpPr/>
          <p:nvPr/>
        </p:nvGrpSpPr>
        <p:grpSpPr>
          <a:xfrm>
            <a:off x="2874380" y="6333592"/>
            <a:ext cx="437760" cy="156600"/>
            <a:chOff x="2874380" y="6333592"/>
            <a:chExt cx="43776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209" name="Rukopis 5208">
                  <a:extLst>
                    <a:ext uri="{FF2B5EF4-FFF2-40B4-BE49-F238E27FC236}">
                      <a16:creationId xmlns:a16="http://schemas.microsoft.com/office/drawing/2014/main" id="{26DAF71A-1E40-3659-7FE3-1FC7954AFF5C}"/>
                    </a:ext>
                  </a:extLst>
                </p14:cNvPr>
                <p14:cNvContentPartPr/>
                <p14:nvPr/>
              </p14:nvContentPartPr>
              <p14:xfrm>
                <a:off x="2874380" y="6350152"/>
                <a:ext cx="173160" cy="140040"/>
              </p14:xfrm>
            </p:contentPart>
          </mc:Choice>
          <mc:Fallback>
            <p:pic>
              <p:nvPicPr>
                <p:cNvPr id="5209" name="Rukopis 5208">
                  <a:extLst>
                    <a:ext uri="{FF2B5EF4-FFF2-40B4-BE49-F238E27FC236}">
                      <a16:creationId xmlns:a16="http://schemas.microsoft.com/office/drawing/2014/main" id="{26DAF71A-1E40-3659-7FE3-1FC7954AFF5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65380" y="6341152"/>
                  <a:ext cx="190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210" name="Rukopis 5209">
                  <a:extLst>
                    <a:ext uri="{FF2B5EF4-FFF2-40B4-BE49-F238E27FC236}">
                      <a16:creationId xmlns:a16="http://schemas.microsoft.com/office/drawing/2014/main" id="{9E579BC4-2BF7-8880-7A4E-E700D0D4D9F9}"/>
                    </a:ext>
                  </a:extLst>
                </p14:cNvPr>
                <p14:cNvContentPartPr/>
                <p14:nvPr/>
              </p14:nvContentPartPr>
              <p14:xfrm>
                <a:off x="3097220" y="6342952"/>
                <a:ext cx="96840" cy="137880"/>
              </p14:xfrm>
            </p:contentPart>
          </mc:Choice>
          <mc:Fallback>
            <p:pic>
              <p:nvPicPr>
                <p:cNvPr id="5210" name="Rukopis 5209">
                  <a:extLst>
                    <a:ext uri="{FF2B5EF4-FFF2-40B4-BE49-F238E27FC236}">
                      <a16:creationId xmlns:a16="http://schemas.microsoft.com/office/drawing/2014/main" id="{9E579BC4-2BF7-8880-7A4E-E700D0D4D9F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88580" y="6333952"/>
                  <a:ext cx="114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5211" name="Rukopis 5210">
                  <a:extLst>
                    <a:ext uri="{FF2B5EF4-FFF2-40B4-BE49-F238E27FC236}">
                      <a16:creationId xmlns:a16="http://schemas.microsoft.com/office/drawing/2014/main" id="{AD1FDC94-A6ED-C77D-C6CB-E92D94BF2697}"/>
                    </a:ext>
                  </a:extLst>
                </p14:cNvPr>
                <p14:cNvContentPartPr/>
                <p14:nvPr/>
              </p14:nvContentPartPr>
              <p14:xfrm>
                <a:off x="3146180" y="6413512"/>
                <a:ext cx="63720" cy="20520"/>
              </p14:xfrm>
            </p:contentPart>
          </mc:Choice>
          <mc:Fallback>
            <p:pic>
              <p:nvPicPr>
                <p:cNvPr id="5211" name="Rukopis 5210">
                  <a:extLst>
                    <a:ext uri="{FF2B5EF4-FFF2-40B4-BE49-F238E27FC236}">
                      <a16:creationId xmlns:a16="http://schemas.microsoft.com/office/drawing/2014/main" id="{AD1FDC94-A6ED-C77D-C6CB-E92D94BF269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37540" y="6404512"/>
                  <a:ext cx="81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212" name="Rukopis 5211">
                  <a:extLst>
                    <a:ext uri="{FF2B5EF4-FFF2-40B4-BE49-F238E27FC236}">
                      <a16:creationId xmlns:a16="http://schemas.microsoft.com/office/drawing/2014/main" id="{6A984675-14A8-6EC7-D618-4DD14589FA16}"/>
                    </a:ext>
                  </a:extLst>
                </p14:cNvPr>
                <p14:cNvContentPartPr/>
                <p14:nvPr/>
              </p14:nvContentPartPr>
              <p14:xfrm>
                <a:off x="3157700" y="6333592"/>
                <a:ext cx="154440" cy="18000"/>
              </p14:xfrm>
            </p:contentPart>
          </mc:Choice>
          <mc:Fallback>
            <p:pic>
              <p:nvPicPr>
                <p:cNvPr id="5212" name="Rukopis 5211">
                  <a:extLst>
                    <a:ext uri="{FF2B5EF4-FFF2-40B4-BE49-F238E27FC236}">
                      <a16:creationId xmlns:a16="http://schemas.microsoft.com/office/drawing/2014/main" id="{6A984675-14A8-6EC7-D618-4DD14589FA1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48700" y="6324952"/>
                  <a:ext cx="17208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8" name="Skupina 5217">
            <a:extLst>
              <a:ext uri="{FF2B5EF4-FFF2-40B4-BE49-F238E27FC236}">
                <a16:creationId xmlns:a16="http://schemas.microsoft.com/office/drawing/2014/main" id="{FF908CAD-4AAD-0B66-9A0E-F4143847459E}"/>
              </a:ext>
            </a:extLst>
          </p:cNvPr>
          <p:cNvGrpSpPr/>
          <p:nvPr/>
        </p:nvGrpSpPr>
        <p:grpSpPr>
          <a:xfrm>
            <a:off x="3571700" y="6569392"/>
            <a:ext cx="441000" cy="205560"/>
            <a:chOff x="3571700" y="6569392"/>
            <a:chExt cx="44100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214" name="Rukopis 5213">
                  <a:extLst>
                    <a:ext uri="{FF2B5EF4-FFF2-40B4-BE49-F238E27FC236}">
                      <a16:creationId xmlns:a16="http://schemas.microsoft.com/office/drawing/2014/main" id="{E2445BE1-EB30-5338-4BB1-12FE71EF6F0D}"/>
                    </a:ext>
                  </a:extLst>
                </p14:cNvPr>
                <p14:cNvContentPartPr/>
                <p14:nvPr/>
              </p14:nvContentPartPr>
              <p14:xfrm>
                <a:off x="3571700" y="6569392"/>
                <a:ext cx="112680" cy="175680"/>
              </p14:xfrm>
            </p:contentPart>
          </mc:Choice>
          <mc:Fallback>
            <p:pic>
              <p:nvPicPr>
                <p:cNvPr id="5214" name="Rukopis 5213">
                  <a:extLst>
                    <a:ext uri="{FF2B5EF4-FFF2-40B4-BE49-F238E27FC236}">
                      <a16:creationId xmlns:a16="http://schemas.microsoft.com/office/drawing/2014/main" id="{E2445BE1-EB30-5338-4BB1-12FE71EF6F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62700" y="6560392"/>
                  <a:ext cx="1303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215" name="Rukopis 5214">
                  <a:extLst>
                    <a:ext uri="{FF2B5EF4-FFF2-40B4-BE49-F238E27FC236}">
                      <a16:creationId xmlns:a16="http://schemas.microsoft.com/office/drawing/2014/main" id="{0DB62B05-6AA7-2213-608F-C8B37345F80D}"/>
                    </a:ext>
                  </a:extLst>
                </p14:cNvPr>
                <p14:cNvContentPartPr/>
                <p14:nvPr/>
              </p14:nvContentPartPr>
              <p14:xfrm>
                <a:off x="3603740" y="6643192"/>
                <a:ext cx="98280" cy="16560"/>
              </p14:xfrm>
            </p:contentPart>
          </mc:Choice>
          <mc:Fallback>
            <p:pic>
              <p:nvPicPr>
                <p:cNvPr id="5215" name="Rukopis 5214">
                  <a:extLst>
                    <a:ext uri="{FF2B5EF4-FFF2-40B4-BE49-F238E27FC236}">
                      <a16:creationId xmlns:a16="http://schemas.microsoft.com/office/drawing/2014/main" id="{0DB62B05-6AA7-2213-608F-C8B37345F80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594740" y="6634192"/>
                  <a:ext cx="115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216" name="Rukopis 5215">
                  <a:extLst>
                    <a:ext uri="{FF2B5EF4-FFF2-40B4-BE49-F238E27FC236}">
                      <a16:creationId xmlns:a16="http://schemas.microsoft.com/office/drawing/2014/main" id="{372C2D3B-61FF-4FBE-417C-0F29BD88167F}"/>
                    </a:ext>
                  </a:extLst>
                </p14:cNvPr>
                <p14:cNvContentPartPr/>
                <p14:nvPr/>
              </p14:nvContentPartPr>
              <p14:xfrm>
                <a:off x="3726500" y="6597832"/>
                <a:ext cx="159480" cy="133200"/>
              </p14:xfrm>
            </p:contentPart>
          </mc:Choice>
          <mc:Fallback>
            <p:pic>
              <p:nvPicPr>
                <p:cNvPr id="5216" name="Rukopis 5215">
                  <a:extLst>
                    <a:ext uri="{FF2B5EF4-FFF2-40B4-BE49-F238E27FC236}">
                      <a16:creationId xmlns:a16="http://schemas.microsoft.com/office/drawing/2014/main" id="{372C2D3B-61FF-4FBE-417C-0F29BD88167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17500" y="6589192"/>
                  <a:ext cx="177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217" name="Rukopis 5216">
                  <a:extLst>
                    <a:ext uri="{FF2B5EF4-FFF2-40B4-BE49-F238E27FC236}">
                      <a16:creationId xmlns:a16="http://schemas.microsoft.com/office/drawing/2014/main" id="{29FE4D49-19A6-B4B5-988D-1828D4D51325}"/>
                    </a:ext>
                  </a:extLst>
                </p14:cNvPr>
                <p14:cNvContentPartPr/>
                <p14:nvPr/>
              </p14:nvContentPartPr>
              <p14:xfrm>
                <a:off x="3897500" y="6617272"/>
                <a:ext cx="115200" cy="157680"/>
              </p14:xfrm>
            </p:contentPart>
          </mc:Choice>
          <mc:Fallback>
            <p:pic>
              <p:nvPicPr>
                <p:cNvPr id="5217" name="Rukopis 5216">
                  <a:extLst>
                    <a:ext uri="{FF2B5EF4-FFF2-40B4-BE49-F238E27FC236}">
                      <a16:creationId xmlns:a16="http://schemas.microsoft.com/office/drawing/2014/main" id="{29FE4D49-19A6-B4B5-988D-1828D4D5132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88860" y="6608272"/>
                  <a:ext cx="1328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44" name="Skupina 5243">
            <a:extLst>
              <a:ext uri="{FF2B5EF4-FFF2-40B4-BE49-F238E27FC236}">
                <a16:creationId xmlns:a16="http://schemas.microsoft.com/office/drawing/2014/main" id="{A7BF6665-4641-FB63-ABCA-59573B2665ED}"/>
              </a:ext>
            </a:extLst>
          </p:cNvPr>
          <p:cNvGrpSpPr/>
          <p:nvPr/>
        </p:nvGrpSpPr>
        <p:grpSpPr>
          <a:xfrm>
            <a:off x="4708580" y="5586592"/>
            <a:ext cx="3269880" cy="1199160"/>
            <a:chOff x="4708580" y="5586592"/>
            <a:chExt cx="3269880" cy="11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219" name="Rukopis 5218">
                  <a:extLst>
                    <a:ext uri="{FF2B5EF4-FFF2-40B4-BE49-F238E27FC236}">
                      <a16:creationId xmlns:a16="http://schemas.microsoft.com/office/drawing/2014/main" id="{526023E0-130F-4FDC-DB51-D8CE00A3831F}"/>
                    </a:ext>
                  </a:extLst>
                </p14:cNvPr>
                <p14:cNvContentPartPr/>
                <p14:nvPr/>
              </p14:nvContentPartPr>
              <p14:xfrm>
                <a:off x="4737020" y="5674072"/>
                <a:ext cx="83880" cy="166680"/>
              </p14:xfrm>
            </p:contentPart>
          </mc:Choice>
          <mc:Fallback>
            <p:pic>
              <p:nvPicPr>
                <p:cNvPr id="5219" name="Rukopis 5218">
                  <a:extLst>
                    <a:ext uri="{FF2B5EF4-FFF2-40B4-BE49-F238E27FC236}">
                      <a16:creationId xmlns:a16="http://schemas.microsoft.com/office/drawing/2014/main" id="{526023E0-130F-4FDC-DB51-D8CE00A3831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28380" y="5665432"/>
                  <a:ext cx="101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220" name="Rukopis 5219">
                  <a:extLst>
                    <a:ext uri="{FF2B5EF4-FFF2-40B4-BE49-F238E27FC236}">
                      <a16:creationId xmlns:a16="http://schemas.microsoft.com/office/drawing/2014/main" id="{B94D5EF1-8A4F-268D-F21C-2DD58806C567}"/>
                    </a:ext>
                  </a:extLst>
                </p14:cNvPr>
                <p14:cNvContentPartPr/>
                <p14:nvPr/>
              </p14:nvContentPartPr>
              <p14:xfrm>
                <a:off x="4708580" y="5683072"/>
                <a:ext cx="233280" cy="21600"/>
              </p14:xfrm>
            </p:contentPart>
          </mc:Choice>
          <mc:Fallback>
            <p:pic>
              <p:nvPicPr>
                <p:cNvPr id="5220" name="Rukopis 5219">
                  <a:extLst>
                    <a:ext uri="{FF2B5EF4-FFF2-40B4-BE49-F238E27FC236}">
                      <a16:creationId xmlns:a16="http://schemas.microsoft.com/office/drawing/2014/main" id="{B94D5EF1-8A4F-268D-F21C-2DD58806C56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99580" y="5674432"/>
                  <a:ext cx="250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221" name="Rukopis 5220">
                  <a:extLst>
                    <a:ext uri="{FF2B5EF4-FFF2-40B4-BE49-F238E27FC236}">
                      <a16:creationId xmlns:a16="http://schemas.microsoft.com/office/drawing/2014/main" id="{04FE0736-4E65-9070-CC79-6E24961AFFA4}"/>
                    </a:ext>
                  </a:extLst>
                </p14:cNvPr>
                <p14:cNvContentPartPr/>
                <p14:nvPr/>
              </p14:nvContentPartPr>
              <p14:xfrm>
                <a:off x="4878140" y="5737432"/>
                <a:ext cx="341280" cy="130680"/>
              </p14:xfrm>
            </p:contentPart>
          </mc:Choice>
          <mc:Fallback>
            <p:pic>
              <p:nvPicPr>
                <p:cNvPr id="5221" name="Rukopis 5220">
                  <a:extLst>
                    <a:ext uri="{FF2B5EF4-FFF2-40B4-BE49-F238E27FC236}">
                      <a16:creationId xmlns:a16="http://schemas.microsoft.com/office/drawing/2014/main" id="{04FE0736-4E65-9070-CC79-6E24961AFFA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69500" y="5728792"/>
                  <a:ext cx="358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222" name="Rukopis 5221">
                  <a:extLst>
                    <a:ext uri="{FF2B5EF4-FFF2-40B4-BE49-F238E27FC236}">
                      <a16:creationId xmlns:a16="http://schemas.microsoft.com/office/drawing/2014/main" id="{2D261684-6D01-9580-7896-1309163DB4E2}"/>
                    </a:ext>
                  </a:extLst>
                </p14:cNvPr>
                <p14:cNvContentPartPr/>
                <p14:nvPr/>
              </p14:nvContentPartPr>
              <p14:xfrm>
                <a:off x="5247860" y="5598472"/>
                <a:ext cx="265320" cy="309960"/>
              </p14:xfrm>
            </p:contentPart>
          </mc:Choice>
          <mc:Fallback>
            <p:pic>
              <p:nvPicPr>
                <p:cNvPr id="5222" name="Rukopis 5221">
                  <a:extLst>
                    <a:ext uri="{FF2B5EF4-FFF2-40B4-BE49-F238E27FC236}">
                      <a16:creationId xmlns:a16="http://schemas.microsoft.com/office/drawing/2014/main" id="{2D261684-6D01-9580-7896-1309163DB4E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38860" y="5589832"/>
                  <a:ext cx="2829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5223" name="Rukopis 5222">
                  <a:extLst>
                    <a:ext uri="{FF2B5EF4-FFF2-40B4-BE49-F238E27FC236}">
                      <a16:creationId xmlns:a16="http://schemas.microsoft.com/office/drawing/2014/main" id="{159F407F-EF62-2B58-EE63-0F42A2887D8B}"/>
                    </a:ext>
                  </a:extLst>
                </p14:cNvPr>
                <p14:cNvContentPartPr/>
                <p14:nvPr/>
              </p14:nvContentPartPr>
              <p14:xfrm>
                <a:off x="5615780" y="5631232"/>
                <a:ext cx="223200" cy="238680"/>
              </p14:xfrm>
            </p:contentPart>
          </mc:Choice>
          <mc:Fallback>
            <p:pic>
              <p:nvPicPr>
                <p:cNvPr id="5223" name="Rukopis 5222">
                  <a:extLst>
                    <a:ext uri="{FF2B5EF4-FFF2-40B4-BE49-F238E27FC236}">
                      <a16:creationId xmlns:a16="http://schemas.microsoft.com/office/drawing/2014/main" id="{159F407F-EF62-2B58-EE63-0F42A2887D8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07140" y="5622592"/>
                  <a:ext cx="2408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224" name="Rukopis 5223">
                  <a:extLst>
                    <a:ext uri="{FF2B5EF4-FFF2-40B4-BE49-F238E27FC236}">
                      <a16:creationId xmlns:a16="http://schemas.microsoft.com/office/drawing/2014/main" id="{9627E649-1896-D3BB-116D-71402742B742}"/>
                    </a:ext>
                  </a:extLst>
                </p14:cNvPr>
                <p14:cNvContentPartPr/>
                <p14:nvPr/>
              </p14:nvContentPartPr>
              <p14:xfrm>
                <a:off x="5858780" y="5725192"/>
                <a:ext cx="396720" cy="253080"/>
              </p14:xfrm>
            </p:contentPart>
          </mc:Choice>
          <mc:Fallback>
            <p:pic>
              <p:nvPicPr>
                <p:cNvPr id="5224" name="Rukopis 5223">
                  <a:extLst>
                    <a:ext uri="{FF2B5EF4-FFF2-40B4-BE49-F238E27FC236}">
                      <a16:creationId xmlns:a16="http://schemas.microsoft.com/office/drawing/2014/main" id="{9627E649-1896-D3BB-116D-71402742B74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49780" y="5716552"/>
                  <a:ext cx="414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5225" name="Rukopis 5224">
                  <a:extLst>
                    <a:ext uri="{FF2B5EF4-FFF2-40B4-BE49-F238E27FC236}">
                      <a16:creationId xmlns:a16="http://schemas.microsoft.com/office/drawing/2014/main" id="{027B359B-473C-9FB8-E7FE-FCDDD1F54D55}"/>
                    </a:ext>
                  </a:extLst>
                </p14:cNvPr>
                <p14:cNvContentPartPr/>
                <p14:nvPr/>
              </p14:nvContentPartPr>
              <p14:xfrm>
                <a:off x="6149660" y="5628712"/>
                <a:ext cx="68040" cy="37800"/>
              </p14:xfrm>
            </p:contentPart>
          </mc:Choice>
          <mc:Fallback>
            <p:pic>
              <p:nvPicPr>
                <p:cNvPr id="5225" name="Rukopis 5224">
                  <a:extLst>
                    <a:ext uri="{FF2B5EF4-FFF2-40B4-BE49-F238E27FC236}">
                      <a16:creationId xmlns:a16="http://schemas.microsoft.com/office/drawing/2014/main" id="{027B359B-473C-9FB8-E7FE-FCDDD1F54D5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41020" y="5620072"/>
                  <a:ext cx="85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5226" name="Rukopis 5225">
                  <a:extLst>
                    <a:ext uri="{FF2B5EF4-FFF2-40B4-BE49-F238E27FC236}">
                      <a16:creationId xmlns:a16="http://schemas.microsoft.com/office/drawing/2014/main" id="{8C6AA511-5849-701A-7FE0-0E9A7CAA53DF}"/>
                    </a:ext>
                  </a:extLst>
                </p14:cNvPr>
                <p14:cNvContentPartPr/>
                <p14:nvPr/>
              </p14:nvContentPartPr>
              <p14:xfrm>
                <a:off x="6621620" y="5748952"/>
                <a:ext cx="545400" cy="119880"/>
              </p14:xfrm>
            </p:contentPart>
          </mc:Choice>
          <mc:Fallback>
            <p:pic>
              <p:nvPicPr>
                <p:cNvPr id="5226" name="Rukopis 5225">
                  <a:extLst>
                    <a:ext uri="{FF2B5EF4-FFF2-40B4-BE49-F238E27FC236}">
                      <a16:creationId xmlns:a16="http://schemas.microsoft.com/office/drawing/2014/main" id="{8C6AA511-5849-701A-7FE0-0E9A7CAA53D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12980" y="5740312"/>
                  <a:ext cx="563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227" name="Rukopis 5226">
                  <a:extLst>
                    <a:ext uri="{FF2B5EF4-FFF2-40B4-BE49-F238E27FC236}">
                      <a16:creationId xmlns:a16="http://schemas.microsoft.com/office/drawing/2014/main" id="{28303D59-2E9A-142D-C7E4-713BE2F91E29}"/>
                    </a:ext>
                  </a:extLst>
                </p14:cNvPr>
                <p14:cNvContentPartPr/>
                <p14:nvPr/>
              </p14:nvContentPartPr>
              <p14:xfrm>
                <a:off x="7241540" y="5586592"/>
                <a:ext cx="78120" cy="119520"/>
              </p14:xfrm>
            </p:contentPart>
          </mc:Choice>
          <mc:Fallback>
            <p:pic>
              <p:nvPicPr>
                <p:cNvPr id="5227" name="Rukopis 5226">
                  <a:extLst>
                    <a:ext uri="{FF2B5EF4-FFF2-40B4-BE49-F238E27FC236}">
                      <a16:creationId xmlns:a16="http://schemas.microsoft.com/office/drawing/2014/main" id="{28303D59-2E9A-142D-C7E4-713BE2F91E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32900" y="5577952"/>
                  <a:ext cx="95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230" name="Rukopis 5229">
                  <a:extLst>
                    <a:ext uri="{FF2B5EF4-FFF2-40B4-BE49-F238E27FC236}">
                      <a16:creationId xmlns:a16="http://schemas.microsoft.com/office/drawing/2014/main" id="{5E45D728-3F01-B0B4-F2D1-42992191D04A}"/>
                    </a:ext>
                  </a:extLst>
                </p14:cNvPr>
                <p14:cNvContentPartPr/>
                <p14:nvPr/>
              </p14:nvContentPartPr>
              <p14:xfrm>
                <a:off x="4737020" y="6094192"/>
                <a:ext cx="218880" cy="154440"/>
              </p14:xfrm>
            </p:contentPart>
          </mc:Choice>
          <mc:Fallback>
            <p:pic>
              <p:nvPicPr>
                <p:cNvPr id="5230" name="Rukopis 5229">
                  <a:extLst>
                    <a:ext uri="{FF2B5EF4-FFF2-40B4-BE49-F238E27FC236}">
                      <a16:creationId xmlns:a16="http://schemas.microsoft.com/office/drawing/2014/main" id="{5E45D728-3F01-B0B4-F2D1-42992191D04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28380" y="6085552"/>
                  <a:ext cx="2365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231" name="Rukopis 5230">
                  <a:extLst>
                    <a:ext uri="{FF2B5EF4-FFF2-40B4-BE49-F238E27FC236}">
                      <a16:creationId xmlns:a16="http://schemas.microsoft.com/office/drawing/2014/main" id="{FA5BE5C6-B642-6BF4-CBFA-87A52F140102}"/>
                    </a:ext>
                  </a:extLst>
                </p14:cNvPr>
                <p14:cNvContentPartPr/>
                <p14:nvPr/>
              </p14:nvContentPartPr>
              <p14:xfrm>
                <a:off x="5042660" y="6042352"/>
                <a:ext cx="411120" cy="297360"/>
              </p14:xfrm>
            </p:contentPart>
          </mc:Choice>
          <mc:Fallback>
            <p:pic>
              <p:nvPicPr>
                <p:cNvPr id="5231" name="Rukopis 5230">
                  <a:extLst>
                    <a:ext uri="{FF2B5EF4-FFF2-40B4-BE49-F238E27FC236}">
                      <a16:creationId xmlns:a16="http://schemas.microsoft.com/office/drawing/2014/main" id="{FA5BE5C6-B642-6BF4-CBFA-87A52F14010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33660" y="6033712"/>
                  <a:ext cx="4287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232" name="Rukopis 5231">
                  <a:extLst>
                    <a:ext uri="{FF2B5EF4-FFF2-40B4-BE49-F238E27FC236}">
                      <a16:creationId xmlns:a16="http://schemas.microsoft.com/office/drawing/2014/main" id="{C9534553-1DE9-5092-50EB-17F4B7740495}"/>
                    </a:ext>
                  </a:extLst>
                </p14:cNvPr>
                <p14:cNvContentPartPr/>
                <p14:nvPr/>
              </p14:nvContentPartPr>
              <p14:xfrm>
                <a:off x="5557100" y="6051352"/>
                <a:ext cx="453600" cy="174960"/>
              </p14:xfrm>
            </p:contentPart>
          </mc:Choice>
          <mc:Fallback>
            <p:pic>
              <p:nvPicPr>
                <p:cNvPr id="5232" name="Rukopis 5231">
                  <a:extLst>
                    <a:ext uri="{FF2B5EF4-FFF2-40B4-BE49-F238E27FC236}">
                      <a16:creationId xmlns:a16="http://schemas.microsoft.com/office/drawing/2014/main" id="{C9534553-1DE9-5092-50EB-17F4B774049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48460" y="6042712"/>
                  <a:ext cx="4712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233" name="Rukopis 5232">
                  <a:extLst>
                    <a:ext uri="{FF2B5EF4-FFF2-40B4-BE49-F238E27FC236}">
                      <a16:creationId xmlns:a16="http://schemas.microsoft.com/office/drawing/2014/main" id="{DD76E2D7-E85A-E8BF-20A3-4CC92FAD5F82}"/>
                    </a:ext>
                  </a:extLst>
                </p14:cNvPr>
                <p14:cNvContentPartPr/>
                <p14:nvPr/>
              </p14:nvContentPartPr>
              <p14:xfrm>
                <a:off x="6046340" y="6195352"/>
                <a:ext cx="360" cy="360"/>
              </p14:xfrm>
            </p:contentPart>
          </mc:Choice>
          <mc:Fallback>
            <p:pic>
              <p:nvPicPr>
                <p:cNvPr id="5233" name="Rukopis 5232">
                  <a:extLst>
                    <a:ext uri="{FF2B5EF4-FFF2-40B4-BE49-F238E27FC236}">
                      <a16:creationId xmlns:a16="http://schemas.microsoft.com/office/drawing/2014/main" id="{DD76E2D7-E85A-E8BF-20A3-4CC92FAD5F8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37340" y="618635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5234" name="Rukopis 5233">
                  <a:extLst>
                    <a:ext uri="{FF2B5EF4-FFF2-40B4-BE49-F238E27FC236}">
                      <a16:creationId xmlns:a16="http://schemas.microsoft.com/office/drawing/2014/main" id="{7ECE3879-B3C1-0F20-03E1-2664867CA668}"/>
                    </a:ext>
                  </a:extLst>
                </p14:cNvPr>
                <p14:cNvContentPartPr/>
                <p14:nvPr/>
              </p14:nvContentPartPr>
              <p14:xfrm>
                <a:off x="6204380" y="6000952"/>
                <a:ext cx="1201680" cy="237600"/>
              </p14:xfrm>
            </p:contentPart>
          </mc:Choice>
          <mc:Fallback>
            <p:pic>
              <p:nvPicPr>
                <p:cNvPr id="5234" name="Rukopis 5233">
                  <a:extLst>
                    <a:ext uri="{FF2B5EF4-FFF2-40B4-BE49-F238E27FC236}">
                      <a16:creationId xmlns:a16="http://schemas.microsoft.com/office/drawing/2014/main" id="{7ECE3879-B3C1-0F20-03E1-2664867CA66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195740" y="5992312"/>
                  <a:ext cx="12193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5235" name="Rukopis 5234">
                  <a:extLst>
                    <a:ext uri="{FF2B5EF4-FFF2-40B4-BE49-F238E27FC236}">
                      <a16:creationId xmlns:a16="http://schemas.microsoft.com/office/drawing/2014/main" id="{C78C1F5F-B8A5-5AEF-A969-E82AF8869A8B}"/>
                    </a:ext>
                  </a:extLst>
                </p14:cNvPr>
                <p14:cNvContentPartPr/>
                <p14:nvPr/>
              </p14:nvContentPartPr>
              <p14:xfrm>
                <a:off x="5413460" y="6477232"/>
                <a:ext cx="213120" cy="175680"/>
              </p14:xfrm>
            </p:contentPart>
          </mc:Choice>
          <mc:Fallback>
            <p:pic>
              <p:nvPicPr>
                <p:cNvPr id="5235" name="Rukopis 5234">
                  <a:extLst>
                    <a:ext uri="{FF2B5EF4-FFF2-40B4-BE49-F238E27FC236}">
                      <a16:creationId xmlns:a16="http://schemas.microsoft.com/office/drawing/2014/main" id="{C78C1F5F-B8A5-5AEF-A969-E82AF8869A8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404460" y="6468592"/>
                  <a:ext cx="230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5236" name="Rukopis 5235">
                  <a:extLst>
                    <a:ext uri="{FF2B5EF4-FFF2-40B4-BE49-F238E27FC236}">
                      <a16:creationId xmlns:a16="http://schemas.microsoft.com/office/drawing/2014/main" id="{05774238-5EC3-63A3-EAF3-14A5CDD5A17E}"/>
                    </a:ext>
                  </a:extLst>
                </p14:cNvPr>
                <p14:cNvContentPartPr/>
                <p14:nvPr/>
              </p14:nvContentPartPr>
              <p14:xfrm>
                <a:off x="5640620" y="6507112"/>
                <a:ext cx="567000" cy="113040"/>
              </p14:xfrm>
            </p:contentPart>
          </mc:Choice>
          <mc:Fallback>
            <p:pic>
              <p:nvPicPr>
                <p:cNvPr id="5236" name="Rukopis 5235">
                  <a:extLst>
                    <a:ext uri="{FF2B5EF4-FFF2-40B4-BE49-F238E27FC236}">
                      <a16:creationId xmlns:a16="http://schemas.microsoft.com/office/drawing/2014/main" id="{05774238-5EC3-63A3-EAF3-14A5CDD5A17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631620" y="6498472"/>
                  <a:ext cx="584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5237" name="Rukopis 5236">
                  <a:extLst>
                    <a:ext uri="{FF2B5EF4-FFF2-40B4-BE49-F238E27FC236}">
                      <a16:creationId xmlns:a16="http://schemas.microsoft.com/office/drawing/2014/main" id="{D7FFCF79-00BD-B8C2-0479-64714AD594B7}"/>
                    </a:ext>
                  </a:extLst>
                </p14:cNvPr>
                <p14:cNvContentPartPr/>
                <p14:nvPr/>
              </p14:nvContentPartPr>
              <p14:xfrm>
                <a:off x="6266300" y="6386872"/>
                <a:ext cx="47880" cy="89640"/>
              </p14:xfrm>
            </p:contentPart>
          </mc:Choice>
          <mc:Fallback>
            <p:pic>
              <p:nvPicPr>
                <p:cNvPr id="5237" name="Rukopis 5236">
                  <a:extLst>
                    <a:ext uri="{FF2B5EF4-FFF2-40B4-BE49-F238E27FC236}">
                      <a16:creationId xmlns:a16="http://schemas.microsoft.com/office/drawing/2014/main" id="{D7FFCF79-00BD-B8C2-0479-64714AD594B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257660" y="6377872"/>
                  <a:ext cx="655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5238" name="Rukopis 5237">
                  <a:extLst>
                    <a:ext uri="{FF2B5EF4-FFF2-40B4-BE49-F238E27FC236}">
                      <a16:creationId xmlns:a16="http://schemas.microsoft.com/office/drawing/2014/main" id="{F2B622AE-4F5F-217F-3E9A-B9B292C583AD}"/>
                    </a:ext>
                  </a:extLst>
                </p14:cNvPr>
                <p14:cNvContentPartPr/>
                <p14:nvPr/>
              </p14:nvContentPartPr>
              <p14:xfrm>
                <a:off x="6455660" y="6495592"/>
                <a:ext cx="268560" cy="282600"/>
              </p14:xfrm>
            </p:contentPart>
          </mc:Choice>
          <mc:Fallback>
            <p:pic>
              <p:nvPicPr>
                <p:cNvPr id="5238" name="Rukopis 5237">
                  <a:extLst>
                    <a:ext uri="{FF2B5EF4-FFF2-40B4-BE49-F238E27FC236}">
                      <a16:creationId xmlns:a16="http://schemas.microsoft.com/office/drawing/2014/main" id="{F2B622AE-4F5F-217F-3E9A-B9B292C583A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447020" y="6486592"/>
                  <a:ext cx="2862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5239" name="Rukopis 5238">
                  <a:extLst>
                    <a:ext uri="{FF2B5EF4-FFF2-40B4-BE49-F238E27FC236}">
                      <a16:creationId xmlns:a16="http://schemas.microsoft.com/office/drawing/2014/main" id="{0E494CC0-FEEF-2BD6-52E1-CCCC85DE3E8F}"/>
                    </a:ext>
                  </a:extLst>
                </p14:cNvPr>
                <p14:cNvContentPartPr/>
                <p14:nvPr/>
              </p14:nvContentPartPr>
              <p14:xfrm>
                <a:off x="6676340" y="6455992"/>
                <a:ext cx="9000" cy="19080"/>
              </p14:xfrm>
            </p:contentPart>
          </mc:Choice>
          <mc:Fallback>
            <p:pic>
              <p:nvPicPr>
                <p:cNvPr id="5239" name="Rukopis 5238">
                  <a:extLst>
                    <a:ext uri="{FF2B5EF4-FFF2-40B4-BE49-F238E27FC236}">
                      <a16:creationId xmlns:a16="http://schemas.microsoft.com/office/drawing/2014/main" id="{0E494CC0-FEEF-2BD6-52E1-CCCC85DE3E8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67340" y="6447352"/>
                  <a:ext cx="26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5240" name="Rukopis 5239">
                  <a:extLst>
                    <a:ext uri="{FF2B5EF4-FFF2-40B4-BE49-F238E27FC236}">
                      <a16:creationId xmlns:a16="http://schemas.microsoft.com/office/drawing/2014/main" id="{B8ACFA3A-EDF4-4F9F-E631-2D5FFC9A4D64}"/>
                    </a:ext>
                  </a:extLst>
                </p14:cNvPr>
                <p14:cNvContentPartPr/>
                <p14:nvPr/>
              </p14:nvContentPartPr>
              <p14:xfrm>
                <a:off x="6791540" y="6421072"/>
                <a:ext cx="470880" cy="205920"/>
              </p14:xfrm>
            </p:contentPart>
          </mc:Choice>
          <mc:Fallback>
            <p:pic>
              <p:nvPicPr>
                <p:cNvPr id="5240" name="Rukopis 5239">
                  <a:extLst>
                    <a:ext uri="{FF2B5EF4-FFF2-40B4-BE49-F238E27FC236}">
                      <a16:creationId xmlns:a16="http://schemas.microsoft.com/office/drawing/2014/main" id="{B8ACFA3A-EDF4-4F9F-E631-2D5FFC9A4D6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782540" y="6412072"/>
                  <a:ext cx="488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5241" name="Rukopis 5240">
                  <a:extLst>
                    <a:ext uri="{FF2B5EF4-FFF2-40B4-BE49-F238E27FC236}">
                      <a16:creationId xmlns:a16="http://schemas.microsoft.com/office/drawing/2014/main" id="{4C4D625D-4466-C607-B634-AEDA3B563D99}"/>
                    </a:ext>
                  </a:extLst>
                </p14:cNvPr>
                <p14:cNvContentPartPr/>
                <p14:nvPr/>
              </p14:nvContentPartPr>
              <p14:xfrm>
                <a:off x="7302020" y="6426472"/>
                <a:ext cx="10440" cy="32040"/>
              </p14:xfrm>
            </p:contentPart>
          </mc:Choice>
          <mc:Fallback>
            <p:pic>
              <p:nvPicPr>
                <p:cNvPr id="5241" name="Rukopis 5240">
                  <a:extLst>
                    <a:ext uri="{FF2B5EF4-FFF2-40B4-BE49-F238E27FC236}">
                      <a16:creationId xmlns:a16="http://schemas.microsoft.com/office/drawing/2014/main" id="{4C4D625D-4466-C607-B634-AEDA3B563D9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293380" y="6417472"/>
                  <a:ext cx="28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5242" name="Rukopis 5241">
                  <a:extLst>
                    <a:ext uri="{FF2B5EF4-FFF2-40B4-BE49-F238E27FC236}">
                      <a16:creationId xmlns:a16="http://schemas.microsoft.com/office/drawing/2014/main" id="{955FB58C-592A-593C-8C0D-4F99F4484F42}"/>
                    </a:ext>
                  </a:extLst>
                </p14:cNvPr>
                <p14:cNvContentPartPr/>
                <p14:nvPr/>
              </p14:nvContentPartPr>
              <p14:xfrm>
                <a:off x="7350980" y="6503872"/>
                <a:ext cx="83880" cy="99360"/>
              </p14:xfrm>
            </p:contentPart>
          </mc:Choice>
          <mc:Fallback>
            <p:pic>
              <p:nvPicPr>
                <p:cNvPr id="5242" name="Rukopis 5241">
                  <a:extLst>
                    <a:ext uri="{FF2B5EF4-FFF2-40B4-BE49-F238E27FC236}">
                      <a16:creationId xmlns:a16="http://schemas.microsoft.com/office/drawing/2014/main" id="{955FB58C-592A-593C-8C0D-4F99F4484F4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341980" y="6494872"/>
                  <a:ext cx="101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5243" name="Rukopis 5242">
                  <a:extLst>
                    <a:ext uri="{FF2B5EF4-FFF2-40B4-BE49-F238E27FC236}">
                      <a16:creationId xmlns:a16="http://schemas.microsoft.com/office/drawing/2014/main" id="{2FD05FE8-C3E2-43D9-9357-65081C1B7D93}"/>
                    </a:ext>
                  </a:extLst>
                </p14:cNvPr>
                <p14:cNvContentPartPr/>
                <p14:nvPr/>
              </p14:nvContentPartPr>
              <p14:xfrm>
                <a:off x="7446020" y="6325672"/>
                <a:ext cx="532440" cy="460080"/>
              </p14:xfrm>
            </p:contentPart>
          </mc:Choice>
          <mc:Fallback>
            <p:pic>
              <p:nvPicPr>
                <p:cNvPr id="5243" name="Rukopis 5242">
                  <a:extLst>
                    <a:ext uri="{FF2B5EF4-FFF2-40B4-BE49-F238E27FC236}">
                      <a16:creationId xmlns:a16="http://schemas.microsoft.com/office/drawing/2014/main" id="{2FD05FE8-C3E2-43D9-9357-65081C1B7D9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437380" y="6317032"/>
                  <a:ext cx="550080" cy="477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kupina 3">
            <a:extLst>
              <a:ext uri="{FF2B5EF4-FFF2-40B4-BE49-F238E27FC236}">
                <a16:creationId xmlns:a16="http://schemas.microsoft.com/office/drawing/2014/main" id="{1D933197-9E7D-B593-C262-25D094E88BFF}"/>
              </a:ext>
            </a:extLst>
          </p:cNvPr>
          <p:cNvGrpSpPr/>
          <p:nvPr/>
        </p:nvGrpSpPr>
        <p:grpSpPr>
          <a:xfrm>
            <a:off x="705020" y="467767"/>
            <a:ext cx="256320" cy="248400"/>
            <a:chOff x="705020" y="467767"/>
            <a:chExt cx="25632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Rukopis 1">
                  <a:extLst>
                    <a:ext uri="{FF2B5EF4-FFF2-40B4-BE49-F238E27FC236}">
                      <a16:creationId xmlns:a16="http://schemas.microsoft.com/office/drawing/2014/main" id="{8F623188-F7F3-C483-976B-257E579927E6}"/>
                    </a:ext>
                  </a:extLst>
                </p14:cNvPr>
                <p14:cNvContentPartPr/>
                <p14:nvPr/>
              </p14:nvContentPartPr>
              <p14:xfrm>
                <a:off x="705020" y="544087"/>
                <a:ext cx="198720" cy="136440"/>
              </p14:xfrm>
            </p:contentPart>
          </mc:Choice>
          <mc:Fallback>
            <p:pic>
              <p:nvPicPr>
                <p:cNvPr id="2" name="Rukopis 1">
                  <a:extLst>
                    <a:ext uri="{FF2B5EF4-FFF2-40B4-BE49-F238E27FC236}">
                      <a16:creationId xmlns:a16="http://schemas.microsoft.com/office/drawing/2014/main" id="{8F623188-F7F3-C483-976B-257E579927E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6380" y="535447"/>
                  <a:ext cx="216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Rukopis 2">
                  <a:extLst>
                    <a:ext uri="{FF2B5EF4-FFF2-40B4-BE49-F238E27FC236}">
                      <a16:creationId xmlns:a16="http://schemas.microsoft.com/office/drawing/2014/main" id="{A973967C-B2F1-79FB-FBF0-DA0ABABC7927}"/>
                    </a:ext>
                  </a:extLst>
                </p14:cNvPr>
                <p14:cNvContentPartPr/>
                <p14:nvPr/>
              </p14:nvContentPartPr>
              <p14:xfrm>
                <a:off x="899060" y="467767"/>
                <a:ext cx="62280" cy="248400"/>
              </p14:xfrm>
            </p:contentPart>
          </mc:Choice>
          <mc:Fallback>
            <p:pic>
              <p:nvPicPr>
                <p:cNvPr id="3" name="Rukopis 2">
                  <a:extLst>
                    <a:ext uri="{FF2B5EF4-FFF2-40B4-BE49-F238E27FC236}">
                      <a16:creationId xmlns:a16="http://schemas.microsoft.com/office/drawing/2014/main" id="{A973967C-B2F1-79FB-FBF0-DA0ABABC792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0420" y="458767"/>
                  <a:ext cx="79920" cy="26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Rukopis 8">
                <a:extLst>
                  <a:ext uri="{FF2B5EF4-FFF2-40B4-BE49-F238E27FC236}">
                    <a16:creationId xmlns:a16="http://schemas.microsoft.com/office/drawing/2014/main" id="{08FB5F41-5E6B-DC64-4A44-E216DD63DF4E}"/>
                  </a:ext>
                </a:extLst>
              </p14:cNvPr>
              <p14:cNvContentPartPr/>
              <p14:nvPr/>
            </p14:nvContentPartPr>
            <p14:xfrm>
              <a:off x="1534820" y="454087"/>
              <a:ext cx="127080" cy="152640"/>
            </p14:xfrm>
          </p:contentPart>
        </mc:Choice>
        <mc:Fallback>
          <p:pic>
            <p:nvPicPr>
              <p:cNvPr id="9" name="Rukopis 8">
                <a:extLst>
                  <a:ext uri="{FF2B5EF4-FFF2-40B4-BE49-F238E27FC236}">
                    <a16:creationId xmlns:a16="http://schemas.microsoft.com/office/drawing/2014/main" id="{08FB5F41-5E6B-DC64-4A44-E216DD63DF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25820" y="445447"/>
                <a:ext cx="1447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Rukopis 9">
                <a:extLst>
                  <a:ext uri="{FF2B5EF4-FFF2-40B4-BE49-F238E27FC236}">
                    <a16:creationId xmlns:a16="http://schemas.microsoft.com/office/drawing/2014/main" id="{6273DAD6-A409-0872-08B6-8FAE8B27C26D}"/>
                  </a:ext>
                </a:extLst>
              </p14:cNvPr>
              <p14:cNvContentPartPr/>
              <p14:nvPr/>
            </p14:nvContentPartPr>
            <p14:xfrm>
              <a:off x="1629860" y="707887"/>
              <a:ext cx="4680" cy="179640"/>
            </p14:xfrm>
          </p:contentPart>
        </mc:Choice>
        <mc:Fallback>
          <p:pic>
            <p:nvPicPr>
              <p:cNvPr id="10" name="Rukopis 9">
                <a:extLst>
                  <a:ext uri="{FF2B5EF4-FFF2-40B4-BE49-F238E27FC236}">
                    <a16:creationId xmlns:a16="http://schemas.microsoft.com/office/drawing/2014/main" id="{6273DAD6-A409-0872-08B6-8FAE8B27C2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21220" y="699247"/>
                <a:ext cx="2232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Skupina 22">
            <a:extLst>
              <a:ext uri="{FF2B5EF4-FFF2-40B4-BE49-F238E27FC236}">
                <a16:creationId xmlns:a16="http://schemas.microsoft.com/office/drawing/2014/main" id="{3777B3E2-1BAB-D5F6-40B2-7F5CB901E54B}"/>
              </a:ext>
            </a:extLst>
          </p:cNvPr>
          <p:cNvGrpSpPr/>
          <p:nvPr/>
        </p:nvGrpSpPr>
        <p:grpSpPr>
          <a:xfrm>
            <a:off x="1309100" y="989407"/>
            <a:ext cx="555480" cy="536040"/>
            <a:chOff x="1309100" y="989407"/>
            <a:chExt cx="55548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Rukopis 16">
                  <a:extLst>
                    <a:ext uri="{FF2B5EF4-FFF2-40B4-BE49-F238E27FC236}">
                      <a16:creationId xmlns:a16="http://schemas.microsoft.com/office/drawing/2014/main" id="{4E2A249B-D61F-560C-5903-D3CA64E6588E}"/>
                    </a:ext>
                  </a:extLst>
                </p14:cNvPr>
                <p14:cNvContentPartPr/>
                <p14:nvPr/>
              </p14:nvContentPartPr>
              <p14:xfrm>
                <a:off x="1499180" y="1054927"/>
                <a:ext cx="176400" cy="6120"/>
              </p14:xfrm>
            </p:contentPart>
          </mc:Choice>
          <mc:Fallback>
            <p:pic>
              <p:nvPicPr>
                <p:cNvPr id="17" name="Rukopis 16">
                  <a:extLst>
                    <a:ext uri="{FF2B5EF4-FFF2-40B4-BE49-F238E27FC236}">
                      <a16:creationId xmlns:a16="http://schemas.microsoft.com/office/drawing/2014/main" id="{4E2A249B-D61F-560C-5903-D3CA64E658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90180" y="1045927"/>
                  <a:ext cx="194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Rukopis 17">
                  <a:extLst>
                    <a:ext uri="{FF2B5EF4-FFF2-40B4-BE49-F238E27FC236}">
                      <a16:creationId xmlns:a16="http://schemas.microsoft.com/office/drawing/2014/main" id="{00F77C4E-51DB-5555-89C2-02A64711B2FD}"/>
                    </a:ext>
                  </a:extLst>
                </p14:cNvPr>
                <p14:cNvContentPartPr/>
                <p14:nvPr/>
              </p14:nvContentPartPr>
              <p14:xfrm>
                <a:off x="1474700" y="1128727"/>
                <a:ext cx="184320" cy="16560"/>
              </p14:xfrm>
            </p:contentPart>
          </mc:Choice>
          <mc:Fallback>
            <p:pic>
              <p:nvPicPr>
                <p:cNvPr id="18" name="Rukopis 17">
                  <a:extLst>
                    <a:ext uri="{FF2B5EF4-FFF2-40B4-BE49-F238E27FC236}">
                      <a16:creationId xmlns:a16="http://schemas.microsoft.com/office/drawing/2014/main" id="{00F77C4E-51DB-5555-89C2-02A64711B2F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5700" y="1119727"/>
                  <a:ext cx="201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Rukopis 18">
                  <a:extLst>
                    <a:ext uri="{FF2B5EF4-FFF2-40B4-BE49-F238E27FC236}">
                      <a16:creationId xmlns:a16="http://schemas.microsoft.com/office/drawing/2014/main" id="{CA01242D-B29A-7D86-4C08-246AF80CA4C1}"/>
                    </a:ext>
                  </a:extLst>
                </p14:cNvPr>
                <p14:cNvContentPartPr/>
                <p14:nvPr/>
              </p14:nvContentPartPr>
              <p14:xfrm>
                <a:off x="1614020" y="989407"/>
                <a:ext cx="137880" cy="239760"/>
              </p14:xfrm>
            </p:contentPart>
          </mc:Choice>
          <mc:Fallback>
            <p:pic>
              <p:nvPicPr>
                <p:cNvPr id="19" name="Rukopis 18">
                  <a:extLst>
                    <a:ext uri="{FF2B5EF4-FFF2-40B4-BE49-F238E27FC236}">
                      <a16:creationId xmlns:a16="http://schemas.microsoft.com/office/drawing/2014/main" id="{CA01242D-B29A-7D86-4C08-246AF80CA4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5380" y="980767"/>
                  <a:ext cx="155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Rukopis 20">
                  <a:extLst>
                    <a:ext uri="{FF2B5EF4-FFF2-40B4-BE49-F238E27FC236}">
                      <a16:creationId xmlns:a16="http://schemas.microsoft.com/office/drawing/2014/main" id="{80110281-E6FD-C66D-1C90-B0C708FE988B}"/>
                    </a:ext>
                  </a:extLst>
                </p14:cNvPr>
                <p14:cNvContentPartPr/>
                <p14:nvPr/>
              </p14:nvContentPartPr>
              <p14:xfrm>
                <a:off x="1309100" y="1276327"/>
                <a:ext cx="216000" cy="204480"/>
              </p14:xfrm>
            </p:contentPart>
          </mc:Choice>
          <mc:Fallback>
            <p:pic>
              <p:nvPicPr>
                <p:cNvPr id="21" name="Rukopis 20">
                  <a:extLst>
                    <a:ext uri="{FF2B5EF4-FFF2-40B4-BE49-F238E27FC236}">
                      <a16:creationId xmlns:a16="http://schemas.microsoft.com/office/drawing/2014/main" id="{80110281-E6FD-C66D-1C90-B0C708FE988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00460" y="1267327"/>
                  <a:ext cx="233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Rukopis 21">
                  <a:extLst>
                    <a:ext uri="{FF2B5EF4-FFF2-40B4-BE49-F238E27FC236}">
                      <a16:creationId xmlns:a16="http://schemas.microsoft.com/office/drawing/2014/main" id="{971FF61F-0E6C-E58D-550F-92E717F54815}"/>
                    </a:ext>
                  </a:extLst>
                </p14:cNvPr>
                <p14:cNvContentPartPr/>
                <p14:nvPr/>
              </p14:nvContentPartPr>
              <p14:xfrm>
                <a:off x="1673060" y="1311967"/>
                <a:ext cx="191520" cy="213480"/>
              </p14:xfrm>
            </p:contentPart>
          </mc:Choice>
          <mc:Fallback>
            <p:pic>
              <p:nvPicPr>
                <p:cNvPr id="22" name="Rukopis 21">
                  <a:extLst>
                    <a:ext uri="{FF2B5EF4-FFF2-40B4-BE49-F238E27FC236}">
                      <a16:creationId xmlns:a16="http://schemas.microsoft.com/office/drawing/2014/main" id="{971FF61F-0E6C-E58D-550F-92E717F5481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64420" y="1302967"/>
                  <a:ext cx="20916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" name="Rukopis 23">
                <a:extLst>
                  <a:ext uri="{FF2B5EF4-FFF2-40B4-BE49-F238E27FC236}">
                    <a16:creationId xmlns:a16="http://schemas.microsoft.com/office/drawing/2014/main" id="{DFE78685-4EBA-601D-53C7-EEFE358171C6}"/>
                  </a:ext>
                </a:extLst>
              </p14:cNvPr>
              <p14:cNvContentPartPr/>
              <p14:nvPr/>
            </p14:nvContentPartPr>
            <p14:xfrm>
              <a:off x="1102100" y="1587727"/>
              <a:ext cx="128520" cy="146520"/>
            </p14:xfrm>
          </p:contentPart>
        </mc:Choice>
        <mc:Fallback>
          <p:pic>
            <p:nvPicPr>
              <p:cNvPr id="24" name="Rukopis 23">
                <a:extLst>
                  <a:ext uri="{FF2B5EF4-FFF2-40B4-BE49-F238E27FC236}">
                    <a16:creationId xmlns:a16="http://schemas.microsoft.com/office/drawing/2014/main" id="{DFE78685-4EBA-601D-53C7-EEFE358171C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3100" y="1578727"/>
                <a:ext cx="14616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Skupina 27">
            <a:extLst>
              <a:ext uri="{FF2B5EF4-FFF2-40B4-BE49-F238E27FC236}">
                <a16:creationId xmlns:a16="http://schemas.microsoft.com/office/drawing/2014/main" id="{DEB8278F-3952-9D44-29E7-F17D7734A853}"/>
              </a:ext>
            </a:extLst>
          </p:cNvPr>
          <p:cNvGrpSpPr/>
          <p:nvPr/>
        </p:nvGrpSpPr>
        <p:grpSpPr>
          <a:xfrm>
            <a:off x="1048820" y="1838287"/>
            <a:ext cx="117000" cy="438480"/>
            <a:chOff x="1048820" y="1838287"/>
            <a:chExt cx="11700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Rukopis 24">
                  <a:extLst>
                    <a:ext uri="{FF2B5EF4-FFF2-40B4-BE49-F238E27FC236}">
                      <a16:creationId xmlns:a16="http://schemas.microsoft.com/office/drawing/2014/main" id="{B8498D21-6C7A-C441-510F-5B4F0C01EED0}"/>
                    </a:ext>
                  </a:extLst>
                </p14:cNvPr>
                <p14:cNvContentPartPr/>
                <p14:nvPr/>
              </p14:nvContentPartPr>
              <p14:xfrm>
                <a:off x="1132340" y="1838287"/>
                <a:ext cx="8640" cy="192600"/>
              </p14:xfrm>
            </p:contentPart>
          </mc:Choice>
          <mc:Fallback>
            <p:pic>
              <p:nvPicPr>
                <p:cNvPr id="25" name="Rukopis 24">
                  <a:extLst>
                    <a:ext uri="{FF2B5EF4-FFF2-40B4-BE49-F238E27FC236}">
                      <a16:creationId xmlns:a16="http://schemas.microsoft.com/office/drawing/2014/main" id="{B8498D21-6C7A-C441-510F-5B4F0C01EE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23340" y="1829287"/>
                  <a:ext cx="26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Rukopis 25">
                  <a:extLst>
                    <a:ext uri="{FF2B5EF4-FFF2-40B4-BE49-F238E27FC236}">
                      <a16:creationId xmlns:a16="http://schemas.microsoft.com/office/drawing/2014/main" id="{F396B36E-A744-CF87-6C14-550F2308460A}"/>
                    </a:ext>
                  </a:extLst>
                </p14:cNvPr>
                <p14:cNvContentPartPr/>
                <p14:nvPr/>
              </p14:nvContentPartPr>
              <p14:xfrm>
                <a:off x="1048820" y="2102167"/>
                <a:ext cx="81000" cy="174600"/>
              </p14:xfrm>
            </p:contentPart>
          </mc:Choice>
          <mc:Fallback>
            <p:pic>
              <p:nvPicPr>
                <p:cNvPr id="26" name="Rukopis 25">
                  <a:extLst>
                    <a:ext uri="{FF2B5EF4-FFF2-40B4-BE49-F238E27FC236}">
                      <a16:creationId xmlns:a16="http://schemas.microsoft.com/office/drawing/2014/main" id="{F396B36E-A744-CF87-6C14-550F2308460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40180" y="2093527"/>
                  <a:ext cx="98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Rukopis 26">
                  <a:extLst>
                    <a:ext uri="{FF2B5EF4-FFF2-40B4-BE49-F238E27FC236}">
                      <a16:creationId xmlns:a16="http://schemas.microsoft.com/office/drawing/2014/main" id="{C986E860-945F-15AF-23BB-E5EB1E89417A}"/>
                    </a:ext>
                  </a:extLst>
                </p14:cNvPr>
                <p14:cNvContentPartPr/>
                <p14:nvPr/>
              </p14:nvContentPartPr>
              <p14:xfrm>
                <a:off x="1048820" y="2106127"/>
                <a:ext cx="117000" cy="146520"/>
              </p14:xfrm>
            </p:contentPart>
          </mc:Choice>
          <mc:Fallback>
            <p:pic>
              <p:nvPicPr>
                <p:cNvPr id="27" name="Rukopis 26">
                  <a:extLst>
                    <a:ext uri="{FF2B5EF4-FFF2-40B4-BE49-F238E27FC236}">
                      <a16:creationId xmlns:a16="http://schemas.microsoft.com/office/drawing/2014/main" id="{C986E860-945F-15AF-23BB-E5EB1E8941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0180" y="2097127"/>
                  <a:ext cx="13464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Rukopis 28">
                <a:extLst>
                  <a:ext uri="{FF2B5EF4-FFF2-40B4-BE49-F238E27FC236}">
                    <a16:creationId xmlns:a16="http://schemas.microsoft.com/office/drawing/2014/main" id="{CDF26836-C5DF-DE40-0A00-CAE5D3EBCAA7}"/>
                  </a:ext>
                </a:extLst>
              </p14:cNvPr>
              <p14:cNvContentPartPr/>
              <p14:nvPr/>
            </p14:nvContentPartPr>
            <p14:xfrm>
              <a:off x="1877900" y="1594927"/>
              <a:ext cx="99360" cy="160200"/>
            </p14:xfrm>
          </p:contentPart>
        </mc:Choice>
        <mc:Fallback>
          <p:pic>
            <p:nvPicPr>
              <p:cNvPr id="29" name="Rukopis 28">
                <a:extLst>
                  <a:ext uri="{FF2B5EF4-FFF2-40B4-BE49-F238E27FC236}">
                    <a16:creationId xmlns:a16="http://schemas.microsoft.com/office/drawing/2014/main" id="{CDF26836-C5DF-DE40-0A00-CAE5D3EBCAA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69260" y="1585927"/>
                <a:ext cx="11700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Skupina 33">
            <a:extLst>
              <a:ext uri="{FF2B5EF4-FFF2-40B4-BE49-F238E27FC236}">
                <a16:creationId xmlns:a16="http://schemas.microsoft.com/office/drawing/2014/main" id="{F2AA0A52-DC1C-EF9C-C758-1344639E509D}"/>
              </a:ext>
            </a:extLst>
          </p:cNvPr>
          <p:cNvGrpSpPr/>
          <p:nvPr/>
        </p:nvGrpSpPr>
        <p:grpSpPr>
          <a:xfrm>
            <a:off x="1857380" y="1880047"/>
            <a:ext cx="118440" cy="344880"/>
            <a:chOff x="1857380" y="1880047"/>
            <a:chExt cx="118440" cy="34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Rukopis 29">
                  <a:extLst>
                    <a:ext uri="{FF2B5EF4-FFF2-40B4-BE49-F238E27FC236}">
                      <a16:creationId xmlns:a16="http://schemas.microsoft.com/office/drawing/2014/main" id="{8104CA6F-707A-C84F-04E0-118C952DDE95}"/>
                    </a:ext>
                  </a:extLst>
                </p14:cNvPr>
                <p14:cNvContentPartPr/>
                <p14:nvPr/>
              </p14:nvContentPartPr>
              <p14:xfrm>
                <a:off x="1927940" y="1880047"/>
                <a:ext cx="360" cy="122040"/>
              </p14:xfrm>
            </p:contentPart>
          </mc:Choice>
          <mc:Fallback>
            <p:pic>
              <p:nvPicPr>
                <p:cNvPr id="30" name="Rukopis 29">
                  <a:extLst>
                    <a:ext uri="{FF2B5EF4-FFF2-40B4-BE49-F238E27FC236}">
                      <a16:creationId xmlns:a16="http://schemas.microsoft.com/office/drawing/2014/main" id="{8104CA6F-707A-C84F-04E0-118C952DDE9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18940" y="1871407"/>
                  <a:ext cx="18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Rukopis 30">
                  <a:extLst>
                    <a:ext uri="{FF2B5EF4-FFF2-40B4-BE49-F238E27FC236}">
                      <a16:creationId xmlns:a16="http://schemas.microsoft.com/office/drawing/2014/main" id="{B267A174-25EA-E994-6957-43E8E0C24E51}"/>
                    </a:ext>
                  </a:extLst>
                </p14:cNvPr>
                <p14:cNvContentPartPr/>
                <p14:nvPr/>
              </p14:nvContentPartPr>
              <p14:xfrm>
                <a:off x="1857380" y="2072287"/>
                <a:ext cx="118440" cy="152640"/>
              </p14:xfrm>
            </p:contentPart>
          </mc:Choice>
          <mc:Fallback>
            <p:pic>
              <p:nvPicPr>
                <p:cNvPr id="31" name="Rukopis 30">
                  <a:extLst>
                    <a:ext uri="{FF2B5EF4-FFF2-40B4-BE49-F238E27FC236}">
                      <a16:creationId xmlns:a16="http://schemas.microsoft.com/office/drawing/2014/main" id="{B267A174-25EA-E994-6957-43E8E0C24E5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48380" y="2063647"/>
                  <a:ext cx="13608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2" name="Rukopis 31">
                <a:extLst>
                  <a:ext uri="{FF2B5EF4-FFF2-40B4-BE49-F238E27FC236}">
                    <a16:creationId xmlns:a16="http://schemas.microsoft.com/office/drawing/2014/main" id="{3459DA77-45C9-4D4C-DCB2-6D19E88FE956}"/>
                  </a:ext>
                </a:extLst>
              </p14:cNvPr>
              <p14:cNvContentPartPr/>
              <p14:nvPr/>
            </p14:nvContentPartPr>
            <p14:xfrm>
              <a:off x="1896260" y="2331487"/>
              <a:ext cx="6120" cy="136440"/>
            </p14:xfrm>
          </p:contentPart>
        </mc:Choice>
        <mc:Fallback>
          <p:pic>
            <p:nvPicPr>
              <p:cNvPr id="32" name="Rukopis 31">
                <a:extLst>
                  <a:ext uri="{FF2B5EF4-FFF2-40B4-BE49-F238E27FC236}">
                    <a16:creationId xmlns:a16="http://schemas.microsoft.com/office/drawing/2014/main" id="{3459DA77-45C9-4D4C-DCB2-6D19E88FE95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87260" y="2322487"/>
                <a:ext cx="237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3" name="Rukopis 32">
                <a:extLst>
                  <a:ext uri="{FF2B5EF4-FFF2-40B4-BE49-F238E27FC236}">
                    <a16:creationId xmlns:a16="http://schemas.microsoft.com/office/drawing/2014/main" id="{3DB2B960-ACAA-0578-C473-525C2F8619F4}"/>
                  </a:ext>
                </a:extLst>
              </p14:cNvPr>
              <p14:cNvContentPartPr/>
              <p14:nvPr/>
            </p14:nvContentPartPr>
            <p14:xfrm>
              <a:off x="1817060" y="2595007"/>
              <a:ext cx="201600" cy="299520"/>
            </p14:xfrm>
          </p:contentPart>
        </mc:Choice>
        <mc:Fallback>
          <p:pic>
            <p:nvPicPr>
              <p:cNvPr id="33" name="Rukopis 32">
                <a:extLst>
                  <a:ext uri="{FF2B5EF4-FFF2-40B4-BE49-F238E27FC236}">
                    <a16:creationId xmlns:a16="http://schemas.microsoft.com/office/drawing/2014/main" id="{3DB2B960-ACAA-0578-C473-525C2F8619F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08060" y="2586007"/>
                <a:ext cx="219240" cy="31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Skupina 36">
            <a:extLst>
              <a:ext uri="{FF2B5EF4-FFF2-40B4-BE49-F238E27FC236}">
                <a16:creationId xmlns:a16="http://schemas.microsoft.com/office/drawing/2014/main" id="{36ACAA04-11B8-B879-3DFB-F3DDC3E8A95C}"/>
              </a:ext>
            </a:extLst>
          </p:cNvPr>
          <p:cNvGrpSpPr/>
          <p:nvPr/>
        </p:nvGrpSpPr>
        <p:grpSpPr>
          <a:xfrm>
            <a:off x="2893100" y="379207"/>
            <a:ext cx="394560" cy="365760"/>
            <a:chOff x="2893100" y="379207"/>
            <a:chExt cx="39456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Rukopis 34">
                  <a:extLst>
                    <a:ext uri="{FF2B5EF4-FFF2-40B4-BE49-F238E27FC236}">
                      <a16:creationId xmlns:a16="http://schemas.microsoft.com/office/drawing/2014/main" id="{D65F6B8B-54E3-C23D-691A-81FF5DC63239}"/>
                    </a:ext>
                  </a:extLst>
                </p14:cNvPr>
                <p14:cNvContentPartPr/>
                <p14:nvPr/>
              </p14:nvContentPartPr>
              <p14:xfrm>
                <a:off x="2893100" y="379207"/>
                <a:ext cx="275040" cy="296640"/>
              </p14:xfrm>
            </p:contentPart>
          </mc:Choice>
          <mc:Fallback>
            <p:pic>
              <p:nvPicPr>
                <p:cNvPr id="35" name="Rukopis 34">
                  <a:extLst>
                    <a:ext uri="{FF2B5EF4-FFF2-40B4-BE49-F238E27FC236}">
                      <a16:creationId xmlns:a16="http://schemas.microsoft.com/office/drawing/2014/main" id="{D65F6B8B-54E3-C23D-691A-81FF5DC632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84100" y="370567"/>
                  <a:ext cx="2926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Rukopis 35">
                  <a:extLst>
                    <a:ext uri="{FF2B5EF4-FFF2-40B4-BE49-F238E27FC236}">
                      <a16:creationId xmlns:a16="http://schemas.microsoft.com/office/drawing/2014/main" id="{8DBB2025-D062-3ECE-98FC-601785B476B2}"/>
                    </a:ext>
                  </a:extLst>
                </p14:cNvPr>
                <p14:cNvContentPartPr/>
                <p14:nvPr/>
              </p14:nvContentPartPr>
              <p14:xfrm>
                <a:off x="3231140" y="422407"/>
                <a:ext cx="56520" cy="322560"/>
              </p14:xfrm>
            </p:contentPart>
          </mc:Choice>
          <mc:Fallback>
            <p:pic>
              <p:nvPicPr>
                <p:cNvPr id="36" name="Rukopis 35">
                  <a:extLst>
                    <a:ext uri="{FF2B5EF4-FFF2-40B4-BE49-F238E27FC236}">
                      <a16:creationId xmlns:a16="http://schemas.microsoft.com/office/drawing/2014/main" id="{8DBB2025-D062-3ECE-98FC-601785B476B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22140" y="413767"/>
                  <a:ext cx="7416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Skupina 39">
            <a:extLst>
              <a:ext uri="{FF2B5EF4-FFF2-40B4-BE49-F238E27FC236}">
                <a16:creationId xmlns:a16="http://schemas.microsoft.com/office/drawing/2014/main" id="{ADADFFCE-3E95-8D52-867E-F09A614C0D50}"/>
              </a:ext>
            </a:extLst>
          </p:cNvPr>
          <p:cNvGrpSpPr/>
          <p:nvPr/>
        </p:nvGrpSpPr>
        <p:grpSpPr>
          <a:xfrm>
            <a:off x="3779060" y="432487"/>
            <a:ext cx="164520" cy="227160"/>
            <a:chOff x="3779060" y="432487"/>
            <a:chExt cx="16452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Rukopis 37">
                  <a:extLst>
                    <a:ext uri="{FF2B5EF4-FFF2-40B4-BE49-F238E27FC236}">
                      <a16:creationId xmlns:a16="http://schemas.microsoft.com/office/drawing/2014/main" id="{38C9DD81-182F-8598-6424-7CB72BB6D6D7}"/>
                    </a:ext>
                  </a:extLst>
                </p14:cNvPr>
                <p14:cNvContentPartPr/>
                <p14:nvPr/>
              </p14:nvContentPartPr>
              <p14:xfrm>
                <a:off x="3779060" y="432487"/>
                <a:ext cx="134280" cy="205920"/>
              </p14:xfrm>
            </p:contentPart>
          </mc:Choice>
          <mc:Fallback>
            <p:pic>
              <p:nvPicPr>
                <p:cNvPr id="38" name="Rukopis 37">
                  <a:extLst>
                    <a:ext uri="{FF2B5EF4-FFF2-40B4-BE49-F238E27FC236}">
                      <a16:creationId xmlns:a16="http://schemas.microsoft.com/office/drawing/2014/main" id="{38C9DD81-182F-8598-6424-7CB72BB6D6D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70420" y="423487"/>
                  <a:ext cx="151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Rukopis 38">
                  <a:extLst>
                    <a:ext uri="{FF2B5EF4-FFF2-40B4-BE49-F238E27FC236}">
                      <a16:creationId xmlns:a16="http://schemas.microsoft.com/office/drawing/2014/main" id="{2DE1CEEC-5FF1-1C9D-2F05-E1A1058CA78E}"/>
                    </a:ext>
                  </a:extLst>
                </p14:cNvPr>
                <p14:cNvContentPartPr/>
                <p14:nvPr/>
              </p14:nvContentPartPr>
              <p14:xfrm>
                <a:off x="3781580" y="465607"/>
                <a:ext cx="162000" cy="194040"/>
              </p14:xfrm>
            </p:contentPart>
          </mc:Choice>
          <mc:Fallback>
            <p:pic>
              <p:nvPicPr>
                <p:cNvPr id="39" name="Rukopis 38">
                  <a:extLst>
                    <a:ext uri="{FF2B5EF4-FFF2-40B4-BE49-F238E27FC236}">
                      <a16:creationId xmlns:a16="http://schemas.microsoft.com/office/drawing/2014/main" id="{2DE1CEEC-5FF1-1C9D-2F05-E1A1058CA7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72580" y="456967"/>
                  <a:ext cx="17964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Skupina 49">
            <a:extLst>
              <a:ext uri="{FF2B5EF4-FFF2-40B4-BE49-F238E27FC236}">
                <a16:creationId xmlns:a16="http://schemas.microsoft.com/office/drawing/2014/main" id="{8A42436E-63FA-0F4E-6336-C89FA12F308E}"/>
              </a:ext>
            </a:extLst>
          </p:cNvPr>
          <p:cNvGrpSpPr/>
          <p:nvPr/>
        </p:nvGrpSpPr>
        <p:grpSpPr>
          <a:xfrm>
            <a:off x="3431660" y="1341487"/>
            <a:ext cx="262800" cy="390600"/>
            <a:chOff x="3431660" y="1341487"/>
            <a:chExt cx="26280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8" name="Rukopis 47">
                  <a:extLst>
                    <a:ext uri="{FF2B5EF4-FFF2-40B4-BE49-F238E27FC236}">
                      <a16:creationId xmlns:a16="http://schemas.microsoft.com/office/drawing/2014/main" id="{243F82C1-5634-3425-2862-D7388950350A}"/>
                    </a:ext>
                  </a:extLst>
                </p14:cNvPr>
                <p14:cNvContentPartPr/>
                <p14:nvPr/>
              </p14:nvContentPartPr>
              <p14:xfrm>
                <a:off x="3431660" y="1424647"/>
                <a:ext cx="168120" cy="209520"/>
              </p14:xfrm>
            </p:contentPart>
          </mc:Choice>
          <mc:Fallback>
            <p:pic>
              <p:nvPicPr>
                <p:cNvPr id="48" name="Rukopis 47">
                  <a:extLst>
                    <a:ext uri="{FF2B5EF4-FFF2-40B4-BE49-F238E27FC236}">
                      <a16:creationId xmlns:a16="http://schemas.microsoft.com/office/drawing/2014/main" id="{243F82C1-5634-3425-2862-D7388950350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22660" y="1416007"/>
                  <a:ext cx="185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9" name="Rukopis 48">
                  <a:extLst>
                    <a:ext uri="{FF2B5EF4-FFF2-40B4-BE49-F238E27FC236}">
                      <a16:creationId xmlns:a16="http://schemas.microsoft.com/office/drawing/2014/main" id="{3C2091E8-06E4-9C4A-3142-ADE55EFF7C26}"/>
                    </a:ext>
                  </a:extLst>
                </p14:cNvPr>
                <p14:cNvContentPartPr/>
                <p14:nvPr/>
              </p14:nvContentPartPr>
              <p14:xfrm>
                <a:off x="3606620" y="1341487"/>
                <a:ext cx="87840" cy="390600"/>
              </p14:xfrm>
            </p:contentPart>
          </mc:Choice>
          <mc:Fallback>
            <p:pic>
              <p:nvPicPr>
                <p:cNvPr id="49" name="Rukopis 48">
                  <a:extLst>
                    <a:ext uri="{FF2B5EF4-FFF2-40B4-BE49-F238E27FC236}">
                      <a16:creationId xmlns:a16="http://schemas.microsoft.com/office/drawing/2014/main" id="{3C2091E8-06E4-9C4A-3142-ADE55EFF7C2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97620" y="1332847"/>
                  <a:ext cx="105480" cy="40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Skupina 58">
            <a:extLst>
              <a:ext uri="{FF2B5EF4-FFF2-40B4-BE49-F238E27FC236}">
                <a16:creationId xmlns:a16="http://schemas.microsoft.com/office/drawing/2014/main" id="{FFBEDD23-9C3C-F4AC-30E2-D830DBF4483E}"/>
              </a:ext>
            </a:extLst>
          </p:cNvPr>
          <p:cNvGrpSpPr/>
          <p:nvPr/>
        </p:nvGrpSpPr>
        <p:grpSpPr>
          <a:xfrm>
            <a:off x="4329860" y="1316647"/>
            <a:ext cx="888120" cy="853920"/>
            <a:chOff x="4329860" y="1316647"/>
            <a:chExt cx="888120" cy="85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Rukopis 50">
                  <a:extLst>
                    <a:ext uri="{FF2B5EF4-FFF2-40B4-BE49-F238E27FC236}">
                      <a16:creationId xmlns:a16="http://schemas.microsoft.com/office/drawing/2014/main" id="{00F6790F-8D81-3B17-A409-E4869BDB52AC}"/>
                    </a:ext>
                  </a:extLst>
                </p14:cNvPr>
                <p14:cNvContentPartPr/>
                <p14:nvPr/>
              </p14:nvContentPartPr>
              <p14:xfrm>
                <a:off x="4535780" y="1420687"/>
                <a:ext cx="180000" cy="10080"/>
              </p14:xfrm>
            </p:contentPart>
          </mc:Choice>
          <mc:Fallback>
            <p:pic>
              <p:nvPicPr>
                <p:cNvPr id="51" name="Rukopis 50">
                  <a:extLst>
                    <a:ext uri="{FF2B5EF4-FFF2-40B4-BE49-F238E27FC236}">
                      <a16:creationId xmlns:a16="http://schemas.microsoft.com/office/drawing/2014/main" id="{00F6790F-8D81-3B17-A409-E4869BDB52A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27140" y="1411687"/>
                  <a:ext cx="197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2" name="Rukopis 51">
                  <a:extLst>
                    <a:ext uri="{FF2B5EF4-FFF2-40B4-BE49-F238E27FC236}">
                      <a16:creationId xmlns:a16="http://schemas.microsoft.com/office/drawing/2014/main" id="{D2626D78-23E1-F09B-B715-90EBB23F4395}"/>
                    </a:ext>
                  </a:extLst>
                </p14:cNvPr>
                <p14:cNvContentPartPr/>
                <p14:nvPr/>
              </p14:nvContentPartPr>
              <p14:xfrm>
                <a:off x="4597700" y="1488007"/>
                <a:ext cx="137160" cy="27720"/>
              </p14:xfrm>
            </p:contentPart>
          </mc:Choice>
          <mc:Fallback>
            <p:pic>
              <p:nvPicPr>
                <p:cNvPr id="52" name="Rukopis 51">
                  <a:extLst>
                    <a:ext uri="{FF2B5EF4-FFF2-40B4-BE49-F238E27FC236}">
                      <a16:creationId xmlns:a16="http://schemas.microsoft.com/office/drawing/2014/main" id="{D2626D78-23E1-F09B-B715-90EBB23F439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88700" y="1479007"/>
                  <a:ext cx="154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3" name="Rukopis 52">
                  <a:extLst>
                    <a:ext uri="{FF2B5EF4-FFF2-40B4-BE49-F238E27FC236}">
                      <a16:creationId xmlns:a16="http://schemas.microsoft.com/office/drawing/2014/main" id="{193D95B1-168F-C154-11F9-DA47EA2F6B27}"/>
                    </a:ext>
                  </a:extLst>
                </p14:cNvPr>
                <p14:cNvContentPartPr/>
                <p14:nvPr/>
              </p14:nvContentPartPr>
              <p14:xfrm>
                <a:off x="4685180" y="1316647"/>
                <a:ext cx="182880" cy="284400"/>
              </p14:xfrm>
            </p:contentPart>
          </mc:Choice>
          <mc:Fallback>
            <p:pic>
              <p:nvPicPr>
                <p:cNvPr id="53" name="Rukopis 52">
                  <a:extLst>
                    <a:ext uri="{FF2B5EF4-FFF2-40B4-BE49-F238E27FC236}">
                      <a16:creationId xmlns:a16="http://schemas.microsoft.com/office/drawing/2014/main" id="{193D95B1-168F-C154-11F9-DA47EA2F6B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76180" y="1308007"/>
                  <a:ext cx="2005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5" name="Rukopis 54">
                  <a:extLst>
                    <a:ext uri="{FF2B5EF4-FFF2-40B4-BE49-F238E27FC236}">
                      <a16:creationId xmlns:a16="http://schemas.microsoft.com/office/drawing/2014/main" id="{5857254D-DB0D-DC38-D764-37259B8F76D0}"/>
                    </a:ext>
                  </a:extLst>
                </p14:cNvPr>
                <p14:cNvContentPartPr/>
                <p14:nvPr/>
              </p14:nvContentPartPr>
              <p14:xfrm>
                <a:off x="4839260" y="1671967"/>
                <a:ext cx="115560" cy="192600"/>
              </p14:xfrm>
            </p:contentPart>
          </mc:Choice>
          <mc:Fallback>
            <p:pic>
              <p:nvPicPr>
                <p:cNvPr id="55" name="Rukopis 54">
                  <a:extLst>
                    <a:ext uri="{FF2B5EF4-FFF2-40B4-BE49-F238E27FC236}">
                      <a16:creationId xmlns:a16="http://schemas.microsoft.com/office/drawing/2014/main" id="{5857254D-DB0D-DC38-D764-37259B8F76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30620" y="1662967"/>
                  <a:ext cx="133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6" name="Rukopis 55">
                  <a:extLst>
                    <a:ext uri="{FF2B5EF4-FFF2-40B4-BE49-F238E27FC236}">
                      <a16:creationId xmlns:a16="http://schemas.microsoft.com/office/drawing/2014/main" id="{DB3F7667-4350-FB42-A31B-2A8E3E400151}"/>
                    </a:ext>
                  </a:extLst>
                </p14:cNvPr>
                <p14:cNvContentPartPr/>
                <p14:nvPr/>
              </p14:nvContentPartPr>
              <p14:xfrm>
                <a:off x="4329860" y="1668007"/>
                <a:ext cx="324360" cy="246600"/>
              </p14:xfrm>
            </p:contentPart>
          </mc:Choice>
          <mc:Fallback>
            <p:pic>
              <p:nvPicPr>
                <p:cNvPr id="56" name="Rukopis 55">
                  <a:extLst>
                    <a:ext uri="{FF2B5EF4-FFF2-40B4-BE49-F238E27FC236}">
                      <a16:creationId xmlns:a16="http://schemas.microsoft.com/office/drawing/2014/main" id="{DB3F7667-4350-FB42-A31B-2A8E3E4001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20860" y="1659007"/>
                  <a:ext cx="342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" name="Rukopis 57">
                  <a:extLst>
                    <a:ext uri="{FF2B5EF4-FFF2-40B4-BE49-F238E27FC236}">
                      <a16:creationId xmlns:a16="http://schemas.microsoft.com/office/drawing/2014/main" id="{787F34DB-F617-91F8-7FE5-FC4ED52278D1}"/>
                    </a:ext>
                  </a:extLst>
                </p14:cNvPr>
                <p14:cNvContentPartPr/>
                <p14:nvPr/>
              </p14:nvContentPartPr>
              <p14:xfrm>
                <a:off x="4940060" y="1956007"/>
                <a:ext cx="277920" cy="214560"/>
              </p14:xfrm>
            </p:contentPart>
          </mc:Choice>
          <mc:Fallback>
            <p:pic>
              <p:nvPicPr>
                <p:cNvPr id="58" name="Rukopis 57">
                  <a:extLst>
                    <a:ext uri="{FF2B5EF4-FFF2-40B4-BE49-F238E27FC236}">
                      <a16:creationId xmlns:a16="http://schemas.microsoft.com/office/drawing/2014/main" id="{787F34DB-F617-91F8-7FE5-FC4ED52278D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31060" y="1947007"/>
                  <a:ext cx="29556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Skupina 62">
            <a:extLst>
              <a:ext uri="{FF2B5EF4-FFF2-40B4-BE49-F238E27FC236}">
                <a16:creationId xmlns:a16="http://schemas.microsoft.com/office/drawing/2014/main" id="{E1572A8A-7733-135E-50D6-8F84779B1C27}"/>
              </a:ext>
            </a:extLst>
          </p:cNvPr>
          <p:cNvGrpSpPr/>
          <p:nvPr/>
        </p:nvGrpSpPr>
        <p:grpSpPr>
          <a:xfrm>
            <a:off x="3937460" y="2010007"/>
            <a:ext cx="437760" cy="546480"/>
            <a:chOff x="3937460" y="2010007"/>
            <a:chExt cx="437760" cy="54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Rukopis 59">
                  <a:extLst>
                    <a:ext uri="{FF2B5EF4-FFF2-40B4-BE49-F238E27FC236}">
                      <a16:creationId xmlns:a16="http://schemas.microsoft.com/office/drawing/2014/main" id="{B229C290-3D25-D329-DFDD-10804EC10526}"/>
                    </a:ext>
                  </a:extLst>
                </p14:cNvPr>
                <p14:cNvContentPartPr/>
                <p14:nvPr/>
              </p14:nvContentPartPr>
              <p14:xfrm>
                <a:off x="4181900" y="2010007"/>
                <a:ext cx="160200" cy="208800"/>
              </p14:xfrm>
            </p:contentPart>
          </mc:Choice>
          <mc:Fallback>
            <p:pic>
              <p:nvPicPr>
                <p:cNvPr id="60" name="Rukopis 59">
                  <a:extLst>
                    <a:ext uri="{FF2B5EF4-FFF2-40B4-BE49-F238E27FC236}">
                      <a16:creationId xmlns:a16="http://schemas.microsoft.com/office/drawing/2014/main" id="{B229C290-3D25-D329-DFDD-10804EC105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73260" y="2001367"/>
                  <a:ext cx="177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1" name="Rukopis 60">
                  <a:extLst>
                    <a:ext uri="{FF2B5EF4-FFF2-40B4-BE49-F238E27FC236}">
                      <a16:creationId xmlns:a16="http://schemas.microsoft.com/office/drawing/2014/main" id="{FE244C63-F19B-A66A-C660-CC99FC51FF69}"/>
                    </a:ext>
                  </a:extLst>
                </p14:cNvPr>
                <p14:cNvContentPartPr/>
                <p14:nvPr/>
              </p14:nvContentPartPr>
              <p14:xfrm>
                <a:off x="3937460" y="2320327"/>
                <a:ext cx="171720" cy="236160"/>
              </p14:xfrm>
            </p:contentPart>
          </mc:Choice>
          <mc:Fallback>
            <p:pic>
              <p:nvPicPr>
                <p:cNvPr id="61" name="Rukopis 60">
                  <a:extLst>
                    <a:ext uri="{FF2B5EF4-FFF2-40B4-BE49-F238E27FC236}">
                      <a16:creationId xmlns:a16="http://schemas.microsoft.com/office/drawing/2014/main" id="{FE244C63-F19B-A66A-C660-CC99FC51FF6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28460" y="2311687"/>
                  <a:ext cx="1893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2" name="Rukopis 61">
                  <a:extLst>
                    <a:ext uri="{FF2B5EF4-FFF2-40B4-BE49-F238E27FC236}">
                      <a16:creationId xmlns:a16="http://schemas.microsoft.com/office/drawing/2014/main" id="{5917BAA7-A753-C691-83F9-930E2F482C49}"/>
                    </a:ext>
                  </a:extLst>
                </p14:cNvPr>
                <p14:cNvContentPartPr/>
                <p14:nvPr/>
              </p14:nvContentPartPr>
              <p14:xfrm>
                <a:off x="4240940" y="2317807"/>
                <a:ext cx="134280" cy="187920"/>
              </p14:xfrm>
            </p:contentPart>
          </mc:Choice>
          <mc:Fallback>
            <p:pic>
              <p:nvPicPr>
                <p:cNvPr id="62" name="Rukopis 61">
                  <a:extLst>
                    <a:ext uri="{FF2B5EF4-FFF2-40B4-BE49-F238E27FC236}">
                      <a16:creationId xmlns:a16="http://schemas.microsoft.com/office/drawing/2014/main" id="{5917BAA7-A753-C691-83F9-930E2F482C4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31940" y="2308807"/>
                  <a:ext cx="15192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Skupina 68">
            <a:extLst>
              <a:ext uri="{FF2B5EF4-FFF2-40B4-BE49-F238E27FC236}">
                <a16:creationId xmlns:a16="http://schemas.microsoft.com/office/drawing/2014/main" id="{F3B7EF64-9108-800C-9B70-8F88AC4EA027}"/>
              </a:ext>
            </a:extLst>
          </p:cNvPr>
          <p:cNvGrpSpPr/>
          <p:nvPr/>
        </p:nvGrpSpPr>
        <p:grpSpPr>
          <a:xfrm>
            <a:off x="3761780" y="2661607"/>
            <a:ext cx="118440" cy="403560"/>
            <a:chOff x="3761780" y="2661607"/>
            <a:chExt cx="11844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Rukopis 63">
                  <a:extLst>
                    <a:ext uri="{FF2B5EF4-FFF2-40B4-BE49-F238E27FC236}">
                      <a16:creationId xmlns:a16="http://schemas.microsoft.com/office/drawing/2014/main" id="{9149D830-1D94-2534-5951-CFDE37239CA6}"/>
                    </a:ext>
                  </a:extLst>
                </p14:cNvPr>
                <p14:cNvContentPartPr/>
                <p14:nvPr/>
              </p14:nvContentPartPr>
              <p14:xfrm>
                <a:off x="3761780" y="2661607"/>
                <a:ext cx="118440" cy="154440"/>
              </p14:xfrm>
            </p:contentPart>
          </mc:Choice>
          <mc:Fallback>
            <p:pic>
              <p:nvPicPr>
                <p:cNvPr id="64" name="Rukopis 63">
                  <a:extLst>
                    <a:ext uri="{FF2B5EF4-FFF2-40B4-BE49-F238E27FC236}">
                      <a16:creationId xmlns:a16="http://schemas.microsoft.com/office/drawing/2014/main" id="{9149D830-1D94-2534-5951-CFDE37239CA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53140" y="2652607"/>
                  <a:ext cx="136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Rukopis 64">
                  <a:extLst>
                    <a:ext uri="{FF2B5EF4-FFF2-40B4-BE49-F238E27FC236}">
                      <a16:creationId xmlns:a16="http://schemas.microsoft.com/office/drawing/2014/main" id="{28DD872A-6705-256A-B3C2-29C34E10C097}"/>
                    </a:ext>
                  </a:extLst>
                </p14:cNvPr>
                <p14:cNvContentPartPr/>
                <p14:nvPr/>
              </p14:nvContentPartPr>
              <p14:xfrm>
                <a:off x="3783380" y="2908207"/>
                <a:ext cx="1800" cy="156960"/>
              </p14:xfrm>
            </p:contentPart>
          </mc:Choice>
          <mc:Fallback>
            <p:pic>
              <p:nvPicPr>
                <p:cNvPr id="65" name="Rukopis 64">
                  <a:extLst>
                    <a:ext uri="{FF2B5EF4-FFF2-40B4-BE49-F238E27FC236}">
                      <a16:creationId xmlns:a16="http://schemas.microsoft.com/office/drawing/2014/main" id="{28DD872A-6705-256A-B3C2-29C34E10C09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74740" y="2899207"/>
                  <a:ext cx="1944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Skupina 71">
            <a:extLst>
              <a:ext uri="{FF2B5EF4-FFF2-40B4-BE49-F238E27FC236}">
                <a16:creationId xmlns:a16="http://schemas.microsoft.com/office/drawing/2014/main" id="{061A3698-637A-C586-A554-3009AE18539A}"/>
              </a:ext>
            </a:extLst>
          </p:cNvPr>
          <p:cNvGrpSpPr/>
          <p:nvPr/>
        </p:nvGrpSpPr>
        <p:grpSpPr>
          <a:xfrm>
            <a:off x="3672860" y="3131407"/>
            <a:ext cx="168840" cy="176760"/>
            <a:chOff x="3672860" y="3131407"/>
            <a:chExt cx="16884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0" name="Rukopis 69">
                  <a:extLst>
                    <a:ext uri="{FF2B5EF4-FFF2-40B4-BE49-F238E27FC236}">
                      <a16:creationId xmlns:a16="http://schemas.microsoft.com/office/drawing/2014/main" id="{42DEA40F-D025-DB4C-07FC-5C5C68518E58}"/>
                    </a:ext>
                  </a:extLst>
                </p14:cNvPr>
                <p14:cNvContentPartPr/>
                <p14:nvPr/>
              </p14:nvContentPartPr>
              <p14:xfrm>
                <a:off x="3686900" y="3140407"/>
                <a:ext cx="112680" cy="167400"/>
              </p14:xfrm>
            </p:contentPart>
          </mc:Choice>
          <mc:Fallback>
            <p:pic>
              <p:nvPicPr>
                <p:cNvPr id="70" name="Rukopis 69">
                  <a:extLst>
                    <a:ext uri="{FF2B5EF4-FFF2-40B4-BE49-F238E27FC236}">
                      <a16:creationId xmlns:a16="http://schemas.microsoft.com/office/drawing/2014/main" id="{42DEA40F-D025-DB4C-07FC-5C5C68518E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78260" y="3131407"/>
                  <a:ext cx="130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1" name="Rukopis 70">
                  <a:extLst>
                    <a:ext uri="{FF2B5EF4-FFF2-40B4-BE49-F238E27FC236}">
                      <a16:creationId xmlns:a16="http://schemas.microsoft.com/office/drawing/2014/main" id="{5AE69533-524F-B309-5768-1DAB5F56572C}"/>
                    </a:ext>
                  </a:extLst>
                </p14:cNvPr>
                <p14:cNvContentPartPr/>
                <p14:nvPr/>
              </p14:nvContentPartPr>
              <p14:xfrm>
                <a:off x="3672860" y="3131407"/>
                <a:ext cx="168840" cy="176760"/>
              </p14:xfrm>
            </p:contentPart>
          </mc:Choice>
          <mc:Fallback>
            <p:pic>
              <p:nvPicPr>
                <p:cNvPr id="71" name="Rukopis 70">
                  <a:extLst>
                    <a:ext uri="{FF2B5EF4-FFF2-40B4-BE49-F238E27FC236}">
                      <a16:creationId xmlns:a16="http://schemas.microsoft.com/office/drawing/2014/main" id="{5AE69533-524F-B309-5768-1DAB5F56572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63860" y="3122407"/>
                  <a:ext cx="18648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3" name="Rukopis 72">
                <a:extLst>
                  <a:ext uri="{FF2B5EF4-FFF2-40B4-BE49-F238E27FC236}">
                    <a16:creationId xmlns:a16="http://schemas.microsoft.com/office/drawing/2014/main" id="{F1C25EC5-AF50-620D-3BC1-07E4722A5B8E}"/>
                  </a:ext>
                </a:extLst>
              </p14:cNvPr>
              <p14:cNvContentPartPr/>
              <p14:nvPr/>
            </p14:nvContentPartPr>
            <p14:xfrm>
              <a:off x="4297100" y="2688607"/>
              <a:ext cx="247680" cy="318960"/>
            </p14:xfrm>
          </p:contentPart>
        </mc:Choice>
        <mc:Fallback>
          <p:pic>
            <p:nvPicPr>
              <p:cNvPr id="73" name="Rukopis 72">
                <a:extLst>
                  <a:ext uri="{FF2B5EF4-FFF2-40B4-BE49-F238E27FC236}">
                    <a16:creationId xmlns:a16="http://schemas.microsoft.com/office/drawing/2014/main" id="{F1C25EC5-AF50-620D-3BC1-07E4722A5B8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288100" y="2679607"/>
                <a:ext cx="265320" cy="33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Skupina 120">
            <a:extLst>
              <a:ext uri="{FF2B5EF4-FFF2-40B4-BE49-F238E27FC236}">
                <a16:creationId xmlns:a16="http://schemas.microsoft.com/office/drawing/2014/main" id="{35D4E808-3C09-4AE8-E8B6-A3CF44778B9F}"/>
              </a:ext>
            </a:extLst>
          </p:cNvPr>
          <p:cNvGrpSpPr/>
          <p:nvPr/>
        </p:nvGrpSpPr>
        <p:grpSpPr>
          <a:xfrm>
            <a:off x="4252100" y="3839527"/>
            <a:ext cx="378000" cy="432360"/>
            <a:chOff x="4252100" y="3839527"/>
            <a:chExt cx="37800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9" name="Rukopis 118">
                  <a:extLst>
                    <a:ext uri="{FF2B5EF4-FFF2-40B4-BE49-F238E27FC236}">
                      <a16:creationId xmlns:a16="http://schemas.microsoft.com/office/drawing/2014/main" id="{DD7CF9D1-6E1B-8F9E-8BF5-BAE7210B9ED3}"/>
                    </a:ext>
                  </a:extLst>
                </p14:cNvPr>
                <p14:cNvContentPartPr/>
                <p14:nvPr/>
              </p14:nvContentPartPr>
              <p14:xfrm>
                <a:off x="4252100" y="3905407"/>
                <a:ext cx="292680" cy="275400"/>
              </p14:xfrm>
            </p:contentPart>
          </mc:Choice>
          <mc:Fallback>
            <p:pic>
              <p:nvPicPr>
                <p:cNvPr id="119" name="Rukopis 118">
                  <a:extLst>
                    <a:ext uri="{FF2B5EF4-FFF2-40B4-BE49-F238E27FC236}">
                      <a16:creationId xmlns:a16="http://schemas.microsoft.com/office/drawing/2014/main" id="{DD7CF9D1-6E1B-8F9E-8BF5-BAE7210B9ED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43100" y="3896767"/>
                  <a:ext cx="3103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0" name="Rukopis 119">
                  <a:extLst>
                    <a:ext uri="{FF2B5EF4-FFF2-40B4-BE49-F238E27FC236}">
                      <a16:creationId xmlns:a16="http://schemas.microsoft.com/office/drawing/2014/main" id="{58885562-F71E-6429-6C34-DA5F32CBF472}"/>
                    </a:ext>
                  </a:extLst>
                </p14:cNvPr>
                <p14:cNvContentPartPr/>
                <p14:nvPr/>
              </p14:nvContentPartPr>
              <p14:xfrm>
                <a:off x="4501220" y="3839527"/>
                <a:ext cx="128880" cy="432360"/>
              </p14:xfrm>
            </p:contentPart>
          </mc:Choice>
          <mc:Fallback>
            <p:pic>
              <p:nvPicPr>
                <p:cNvPr id="120" name="Rukopis 119">
                  <a:extLst>
                    <a:ext uri="{FF2B5EF4-FFF2-40B4-BE49-F238E27FC236}">
                      <a16:creationId xmlns:a16="http://schemas.microsoft.com/office/drawing/2014/main" id="{58885562-F71E-6429-6C34-DA5F32CBF4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92580" y="3830887"/>
                  <a:ext cx="146520" cy="45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Skupina 135">
            <a:extLst>
              <a:ext uri="{FF2B5EF4-FFF2-40B4-BE49-F238E27FC236}">
                <a16:creationId xmlns:a16="http://schemas.microsoft.com/office/drawing/2014/main" id="{0A9BB96F-5010-18AA-FDA0-39C63DB21784}"/>
              </a:ext>
            </a:extLst>
          </p:cNvPr>
          <p:cNvGrpSpPr/>
          <p:nvPr/>
        </p:nvGrpSpPr>
        <p:grpSpPr>
          <a:xfrm>
            <a:off x="5462060" y="3561247"/>
            <a:ext cx="1233360" cy="948240"/>
            <a:chOff x="5462060" y="3561247"/>
            <a:chExt cx="1233360" cy="94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2" name="Rukopis 121">
                  <a:extLst>
                    <a:ext uri="{FF2B5EF4-FFF2-40B4-BE49-F238E27FC236}">
                      <a16:creationId xmlns:a16="http://schemas.microsoft.com/office/drawing/2014/main" id="{B978D21D-16C3-7150-ADD8-32893C8AF57B}"/>
                    </a:ext>
                  </a:extLst>
                </p14:cNvPr>
                <p14:cNvContentPartPr/>
                <p14:nvPr/>
              </p14:nvContentPartPr>
              <p14:xfrm>
                <a:off x="5998820" y="3690847"/>
                <a:ext cx="197280" cy="18000"/>
              </p14:xfrm>
            </p:contentPart>
          </mc:Choice>
          <mc:Fallback>
            <p:pic>
              <p:nvPicPr>
                <p:cNvPr id="122" name="Rukopis 121">
                  <a:extLst>
                    <a:ext uri="{FF2B5EF4-FFF2-40B4-BE49-F238E27FC236}">
                      <a16:creationId xmlns:a16="http://schemas.microsoft.com/office/drawing/2014/main" id="{B978D21D-16C3-7150-ADD8-32893C8AF57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90180" y="3681847"/>
                  <a:ext cx="214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3" name="Rukopis 122">
                  <a:extLst>
                    <a:ext uri="{FF2B5EF4-FFF2-40B4-BE49-F238E27FC236}">
                      <a16:creationId xmlns:a16="http://schemas.microsoft.com/office/drawing/2014/main" id="{4BD9D10E-2D45-3657-1058-4E59DD0B74F9}"/>
                    </a:ext>
                  </a:extLst>
                </p14:cNvPr>
                <p14:cNvContentPartPr/>
                <p14:nvPr/>
              </p14:nvContentPartPr>
              <p14:xfrm>
                <a:off x="6007460" y="3786607"/>
                <a:ext cx="217440" cy="12600"/>
              </p14:xfrm>
            </p:contentPart>
          </mc:Choice>
          <mc:Fallback>
            <p:pic>
              <p:nvPicPr>
                <p:cNvPr id="123" name="Rukopis 122">
                  <a:extLst>
                    <a:ext uri="{FF2B5EF4-FFF2-40B4-BE49-F238E27FC236}">
                      <a16:creationId xmlns:a16="http://schemas.microsoft.com/office/drawing/2014/main" id="{4BD9D10E-2D45-3657-1058-4E59DD0B74F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98460" y="3777607"/>
                  <a:ext cx="235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4" name="Rukopis 123">
                  <a:extLst>
                    <a:ext uri="{FF2B5EF4-FFF2-40B4-BE49-F238E27FC236}">
                      <a16:creationId xmlns:a16="http://schemas.microsoft.com/office/drawing/2014/main" id="{2CEA26CF-53D2-8E92-BB39-E61391DCD41A}"/>
                    </a:ext>
                  </a:extLst>
                </p14:cNvPr>
                <p14:cNvContentPartPr/>
                <p14:nvPr/>
              </p14:nvContentPartPr>
              <p14:xfrm>
                <a:off x="6236060" y="3587887"/>
                <a:ext cx="180720" cy="307080"/>
              </p14:xfrm>
            </p:contentPart>
          </mc:Choice>
          <mc:Fallback>
            <p:pic>
              <p:nvPicPr>
                <p:cNvPr id="124" name="Rukopis 123">
                  <a:extLst>
                    <a:ext uri="{FF2B5EF4-FFF2-40B4-BE49-F238E27FC236}">
                      <a16:creationId xmlns:a16="http://schemas.microsoft.com/office/drawing/2014/main" id="{2CEA26CF-53D2-8E92-BB39-E61391DCD41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27420" y="3578887"/>
                  <a:ext cx="1983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5" name="Rukopis 124">
                  <a:extLst>
                    <a:ext uri="{FF2B5EF4-FFF2-40B4-BE49-F238E27FC236}">
                      <a16:creationId xmlns:a16="http://schemas.microsoft.com/office/drawing/2014/main" id="{8E826FFC-6A14-D29D-1F2B-3BC5EC5CC7BE}"/>
                    </a:ext>
                  </a:extLst>
                </p14:cNvPr>
                <p14:cNvContentPartPr/>
                <p14:nvPr/>
              </p14:nvContentPartPr>
              <p14:xfrm>
                <a:off x="5813060" y="3561247"/>
                <a:ext cx="209160" cy="307800"/>
              </p14:xfrm>
            </p:contentPart>
          </mc:Choice>
          <mc:Fallback>
            <p:pic>
              <p:nvPicPr>
                <p:cNvPr id="125" name="Rukopis 124">
                  <a:extLst>
                    <a:ext uri="{FF2B5EF4-FFF2-40B4-BE49-F238E27FC236}">
                      <a16:creationId xmlns:a16="http://schemas.microsoft.com/office/drawing/2014/main" id="{8E826FFC-6A14-D29D-1F2B-3BC5EC5CC7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04060" y="3552607"/>
                  <a:ext cx="2268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7" name="Rukopis 126">
                  <a:extLst>
                    <a:ext uri="{FF2B5EF4-FFF2-40B4-BE49-F238E27FC236}">
                      <a16:creationId xmlns:a16="http://schemas.microsoft.com/office/drawing/2014/main" id="{F6C0423E-86EA-80EC-6DDC-A2F2B84E2387}"/>
                    </a:ext>
                  </a:extLst>
                </p14:cNvPr>
                <p14:cNvContentPartPr/>
                <p14:nvPr/>
              </p14:nvContentPartPr>
              <p14:xfrm>
                <a:off x="5662220" y="3976327"/>
                <a:ext cx="174600" cy="190440"/>
              </p14:xfrm>
            </p:contentPart>
          </mc:Choice>
          <mc:Fallback>
            <p:pic>
              <p:nvPicPr>
                <p:cNvPr id="127" name="Rukopis 126">
                  <a:extLst>
                    <a:ext uri="{FF2B5EF4-FFF2-40B4-BE49-F238E27FC236}">
                      <a16:creationId xmlns:a16="http://schemas.microsoft.com/office/drawing/2014/main" id="{F6C0423E-86EA-80EC-6DDC-A2F2B84E238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53220" y="3967327"/>
                  <a:ext cx="1922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8" name="Rukopis 127">
                  <a:extLst>
                    <a:ext uri="{FF2B5EF4-FFF2-40B4-BE49-F238E27FC236}">
                      <a16:creationId xmlns:a16="http://schemas.microsoft.com/office/drawing/2014/main" id="{DF2D7C6D-9116-F2C3-B930-611302A1AC38}"/>
                    </a:ext>
                  </a:extLst>
                </p14:cNvPr>
                <p14:cNvContentPartPr/>
                <p14:nvPr/>
              </p14:nvContentPartPr>
              <p14:xfrm>
                <a:off x="6433340" y="3954727"/>
                <a:ext cx="128160" cy="209520"/>
              </p14:xfrm>
            </p:contentPart>
          </mc:Choice>
          <mc:Fallback>
            <p:pic>
              <p:nvPicPr>
                <p:cNvPr id="128" name="Rukopis 127">
                  <a:extLst>
                    <a:ext uri="{FF2B5EF4-FFF2-40B4-BE49-F238E27FC236}">
                      <a16:creationId xmlns:a16="http://schemas.microsoft.com/office/drawing/2014/main" id="{DF2D7C6D-9116-F2C3-B930-611302A1AC3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24340" y="3946087"/>
                  <a:ext cx="1458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0" name="Rukopis 129">
                  <a:extLst>
                    <a:ext uri="{FF2B5EF4-FFF2-40B4-BE49-F238E27FC236}">
                      <a16:creationId xmlns:a16="http://schemas.microsoft.com/office/drawing/2014/main" id="{22488205-E5AC-C835-5256-681677AD664B}"/>
                    </a:ext>
                  </a:extLst>
                </p14:cNvPr>
                <p14:cNvContentPartPr/>
                <p14:nvPr/>
              </p14:nvContentPartPr>
              <p14:xfrm>
                <a:off x="5462060" y="4317967"/>
                <a:ext cx="222840" cy="3600"/>
              </p14:xfrm>
            </p:contentPart>
          </mc:Choice>
          <mc:Fallback>
            <p:pic>
              <p:nvPicPr>
                <p:cNvPr id="130" name="Rukopis 129">
                  <a:extLst>
                    <a:ext uri="{FF2B5EF4-FFF2-40B4-BE49-F238E27FC236}">
                      <a16:creationId xmlns:a16="http://schemas.microsoft.com/office/drawing/2014/main" id="{22488205-E5AC-C835-5256-681677AD664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53420" y="4309327"/>
                  <a:ext cx="240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1" name="Rukopis 130">
                  <a:extLst>
                    <a:ext uri="{FF2B5EF4-FFF2-40B4-BE49-F238E27FC236}">
                      <a16:creationId xmlns:a16="http://schemas.microsoft.com/office/drawing/2014/main" id="{27B01758-E362-7161-ADF1-A606C92D100A}"/>
                    </a:ext>
                  </a:extLst>
                </p14:cNvPr>
                <p14:cNvContentPartPr/>
                <p14:nvPr/>
              </p14:nvContentPartPr>
              <p14:xfrm>
                <a:off x="5487980" y="4393567"/>
                <a:ext cx="164520" cy="14760"/>
              </p14:xfrm>
            </p:contentPart>
          </mc:Choice>
          <mc:Fallback>
            <p:pic>
              <p:nvPicPr>
                <p:cNvPr id="131" name="Rukopis 130">
                  <a:extLst>
                    <a:ext uri="{FF2B5EF4-FFF2-40B4-BE49-F238E27FC236}">
                      <a16:creationId xmlns:a16="http://schemas.microsoft.com/office/drawing/2014/main" id="{27B01758-E362-7161-ADF1-A606C92D100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79340" y="4384927"/>
                  <a:ext cx="182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2" name="Rukopis 131">
                  <a:extLst>
                    <a:ext uri="{FF2B5EF4-FFF2-40B4-BE49-F238E27FC236}">
                      <a16:creationId xmlns:a16="http://schemas.microsoft.com/office/drawing/2014/main" id="{BFCF03F4-A449-07F0-0DD4-85C34C3C37B9}"/>
                    </a:ext>
                  </a:extLst>
                </p14:cNvPr>
                <p14:cNvContentPartPr/>
                <p14:nvPr/>
              </p14:nvContentPartPr>
              <p14:xfrm>
                <a:off x="5656460" y="4247047"/>
                <a:ext cx="183240" cy="262440"/>
              </p14:xfrm>
            </p:contentPart>
          </mc:Choice>
          <mc:Fallback>
            <p:pic>
              <p:nvPicPr>
                <p:cNvPr id="132" name="Rukopis 131">
                  <a:extLst>
                    <a:ext uri="{FF2B5EF4-FFF2-40B4-BE49-F238E27FC236}">
                      <a16:creationId xmlns:a16="http://schemas.microsoft.com/office/drawing/2014/main" id="{BFCF03F4-A449-07F0-0DD4-85C34C3C37B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47460" y="4238407"/>
                  <a:ext cx="2008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3" name="Rukopis 132">
                  <a:extLst>
                    <a:ext uri="{FF2B5EF4-FFF2-40B4-BE49-F238E27FC236}">
                      <a16:creationId xmlns:a16="http://schemas.microsoft.com/office/drawing/2014/main" id="{90D43E25-B5B0-C502-1F62-28DD6DF62C16}"/>
                    </a:ext>
                  </a:extLst>
                </p14:cNvPr>
                <p14:cNvContentPartPr/>
                <p14:nvPr/>
              </p14:nvContentPartPr>
              <p14:xfrm>
                <a:off x="6525140" y="4283047"/>
                <a:ext cx="170280" cy="157680"/>
              </p14:xfrm>
            </p:contentPart>
          </mc:Choice>
          <mc:Fallback>
            <p:pic>
              <p:nvPicPr>
                <p:cNvPr id="133" name="Rukopis 132">
                  <a:extLst>
                    <a:ext uri="{FF2B5EF4-FFF2-40B4-BE49-F238E27FC236}">
                      <a16:creationId xmlns:a16="http://schemas.microsoft.com/office/drawing/2014/main" id="{90D43E25-B5B0-C502-1F62-28DD6DF62C1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16500" y="4274047"/>
                  <a:ext cx="1879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4" name="Rukopis 133">
                  <a:extLst>
                    <a:ext uri="{FF2B5EF4-FFF2-40B4-BE49-F238E27FC236}">
                      <a16:creationId xmlns:a16="http://schemas.microsoft.com/office/drawing/2014/main" id="{C19C4AEA-9940-BEBF-DD36-8BBFD637FCFA}"/>
                    </a:ext>
                  </a:extLst>
                </p14:cNvPr>
                <p14:cNvContentPartPr/>
                <p14:nvPr/>
              </p14:nvContentPartPr>
              <p14:xfrm>
                <a:off x="6555380" y="4297447"/>
                <a:ext cx="105480" cy="160560"/>
              </p14:xfrm>
            </p:contentPart>
          </mc:Choice>
          <mc:Fallback>
            <p:pic>
              <p:nvPicPr>
                <p:cNvPr id="134" name="Rukopis 133">
                  <a:extLst>
                    <a:ext uri="{FF2B5EF4-FFF2-40B4-BE49-F238E27FC236}">
                      <a16:creationId xmlns:a16="http://schemas.microsoft.com/office/drawing/2014/main" id="{C19C4AEA-9940-BEBF-DD36-8BBFD637FCF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46740" y="4288447"/>
                  <a:ext cx="123120" cy="17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37" name="Rukopis 136">
                <a:extLst>
                  <a:ext uri="{FF2B5EF4-FFF2-40B4-BE49-F238E27FC236}">
                    <a16:creationId xmlns:a16="http://schemas.microsoft.com/office/drawing/2014/main" id="{8198A027-E363-8FC6-711A-6003515BF4E4}"/>
                  </a:ext>
                </a:extLst>
              </p14:cNvPr>
              <p14:cNvContentPartPr/>
              <p14:nvPr/>
            </p14:nvContentPartPr>
            <p14:xfrm>
              <a:off x="5229140" y="4549807"/>
              <a:ext cx="213120" cy="187920"/>
            </p14:xfrm>
          </p:contentPart>
        </mc:Choice>
        <mc:Fallback>
          <p:pic>
            <p:nvPicPr>
              <p:cNvPr id="137" name="Rukopis 136">
                <a:extLst>
                  <a:ext uri="{FF2B5EF4-FFF2-40B4-BE49-F238E27FC236}">
                    <a16:creationId xmlns:a16="http://schemas.microsoft.com/office/drawing/2014/main" id="{8198A027-E363-8FC6-711A-6003515BF4E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220500" y="4540807"/>
                <a:ext cx="2307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38" name="Rukopis 137">
                <a:extLst>
                  <a:ext uri="{FF2B5EF4-FFF2-40B4-BE49-F238E27FC236}">
                    <a16:creationId xmlns:a16="http://schemas.microsoft.com/office/drawing/2014/main" id="{29E26EE6-5C3B-50CB-07B5-E065A08CC2F4}"/>
                  </a:ext>
                </a:extLst>
              </p14:cNvPr>
              <p14:cNvContentPartPr/>
              <p14:nvPr/>
            </p14:nvContentPartPr>
            <p14:xfrm>
              <a:off x="5693900" y="4616407"/>
              <a:ext cx="197280" cy="174600"/>
            </p14:xfrm>
          </p:contentPart>
        </mc:Choice>
        <mc:Fallback>
          <p:pic>
            <p:nvPicPr>
              <p:cNvPr id="138" name="Rukopis 137">
                <a:extLst>
                  <a:ext uri="{FF2B5EF4-FFF2-40B4-BE49-F238E27FC236}">
                    <a16:creationId xmlns:a16="http://schemas.microsoft.com/office/drawing/2014/main" id="{29E26EE6-5C3B-50CB-07B5-E065A08CC2F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684900" y="4607407"/>
                <a:ext cx="2149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39" name="Rukopis 138">
                <a:extLst>
                  <a:ext uri="{FF2B5EF4-FFF2-40B4-BE49-F238E27FC236}">
                    <a16:creationId xmlns:a16="http://schemas.microsoft.com/office/drawing/2014/main" id="{9A813FDE-F30B-5561-F289-27AE996B8C33}"/>
                  </a:ext>
                </a:extLst>
              </p14:cNvPr>
              <p14:cNvContentPartPr/>
              <p14:nvPr/>
            </p14:nvContentPartPr>
            <p14:xfrm>
              <a:off x="5039060" y="4903687"/>
              <a:ext cx="171720" cy="206280"/>
            </p14:xfrm>
          </p:contentPart>
        </mc:Choice>
        <mc:Fallback>
          <p:pic>
            <p:nvPicPr>
              <p:cNvPr id="139" name="Rukopis 138">
                <a:extLst>
                  <a:ext uri="{FF2B5EF4-FFF2-40B4-BE49-F238E27FC236}">
                    <a16:creationId xmlns:a16="http://schemas.microsoft.com/office/drawing/2014/main" id="{9A813FDE-F30B-5561-F289-27AE996B8C3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030420" y="4895047"/>
                <a:ext cx="1893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40" name="Rukopis 139">
                <a:extLst>
                  <a:ext uri="{FF2B5EF4-FFF2-40B4-BE49-F238E27FC236}">
                    <a16:creationId xmlns:a16="http://schemas.microsoft.com/office/drawing/2014/main" id="{2E6B7192-723A-CBDA-A6A9-0851B778E54E}"/>
                  </a:ext>
                </a:extLst>
              </p14:cNvPr>
              <p14:cNvContentPartPr/>
              <p14:nvPr/>
            </p14:nvContentPartPr>
            <p14:xfrm>
              <a:off x="5844740" y="4966327"/>
              <a:ext cx="401760" cy="150840"/>
            </p14:xfrm>
          </p:contentPart>
        </mc:Choice>
        <mc:Fallback>
          <p:pic>
            <p:nvPicPr>
              <p:cNvPr id="140" name="Rukopis 139">
                <a:extLst>
                  <a:ext uri="{FF2B5EF4-FFF2-40B4-BE49-F238E27FC236}">
                    <a16:creationId xmlns:a16="http://schemas.microsoft.com/office/drawing/2014/main" id="{2E6B7192-723A-CBDA-A6A9-0851B778E54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836100" y="4957327"/>
                <a:ext cx="419400" cy="16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Skupina 151">
            <a:extLst>
              <a:ext uri="{FF2B5EF4-FFF2-40B4-BE49-F238E27FC236}">
                <a16:creationId xmlns:a16="http://schemas.microsoft.com/office/drawing/2014/main" id="{0233EE68-6677-9762-C9FC-3879F992EB1E}"/>
              </a:ext>
            </a:extLst>
          </p:cNvPr>
          <p:cNvGrpSpPr/>
          <p:nvPr/>
        </p:nvGrpSpPr>
        <p:grpSpPr>
          <a:xfrm>
            <a:off x="4614260" y="5244967"/>
            <a:ext cx="953640" cy="727200"/>
            <a:chOff x="4614260" y="5244967"/>
            <a:chExt cx="953640" cy="72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1" name="Rukopis 140">
                  <a:extLst>
                    <a:ext uri="{FF2B5EF4-FFF2-40B4-BE49-F238E27FC236}">
                      <a16:creationId xmlns:a16="http://schemas.microsoft.com/office/drawing/2014/main" id="{6B53821F-CC01-74A4-2C8D-3CC84270D0ED}"/>
                    </a:ext>
                  </a:extLst>
                </p14:cNvPr>
                <p14:cNvContentPartPr/>
                <p14:nvPr/>
              </p14:nvContentPartPr>
              <p14:xfrm>
                <a:off x="4758980" y="5244967"/>
                <a:ext cx="239040" cy="172080"/>
              </p14:xfrm>
            </p:contentPart>
          </mc:Choice>
          <mc:Fallback>
            <p:pic>
              <p:nvPicPr>
                <p:cNvPr id="141" name="Rukopis 140">
                  <a:extLst>
                    <a:ext uri="{FF2B5EF4-FFF2-40B4-BE49-F238E27FC236}">
                      <a16:creationId xmlns:a16="http://schemas.microsoft.com/office/drawing/2014/main" id="{6B53821F-CC01-74A4-2C8D-3CC84270D0E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49980" y="5235967"/>
                  <a:ext cx="256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2" name="Rukopis 141">
                  <a:extLst>
                    <a:ext uri="{FF2B5EF4-FFF2-40B4-BE49-F238E27FC236}">
                      <a16:creationId xmlns:a16="http://schemas.microsoft.com/office/drawing/2014/main" id="{5B6BD95D-E7ED-2810-A6C9-616B19DBF1AA}"/>
                    </a:ext>
                  </a:extLst>
                </p14:cNvPr>
                <p14:cNvContentPartPr/>
                <p14:nvPr/>
              </p14:nvContentPartPr>
              <p14:xfrm>
                <a:off x="4614260" y="5477167"/>
                <a:ext cx="169560" cy="220320"/>
              </p14:xfrm>
            </p:contentPart>
          </mc:Choice>
          <mc:Fallback>
            <p:pic>
              <p:nvPicPr>
                <p:cNvPr id="142" name="Rukopis 141">
                  <a:extLst>
                    <a:ext uri="{FF2B5EF4-FFF2-40B4-BE49-F238E27FC236}">
                      <a16:creationId xmlns:a16="http://schemas.microsoft.com/office/drawing/2014/main" id="{5B6BD95D-E7ED-2810-A6C9-616B19DBF1A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05620" y="5468527"/>
                  <a:ext cx="187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4" name="Rukopis 143">
                  <a:extLst>
                    <a:ext uri="{FF2B5EF4-FFF2-40B4-BE49-F238E27FC236}">
                      <a16:creationId xmlns:a16="http://schemas.microsoft.com/office/drawing/2014/main" id="{218F3DFF-1D60-1774-6F13-71F5B0AA8E88}"/>
                    </a:ext>
                  </a:extLst>
                </p14:cNvPr>
                <p14:cNvContentPartPr/>
                <p14:nvPr/>
              </p14:nvContentPartPr>
              <p14:xfrm>
                <a:off x="5115380" y="5244967"/>
                <a:ext cx="180000" cy="149400"/>
              </p14:xfrm>
            </p:contentPart>
          </mc:Choice>
          <mc:Fallback>
            <p:pic>
              <p:nvPicPr>
                <p:cNvPr id="144" name="Rukopis 143">
                  <a:extLst>
                    <a:ext uri="{FF2B5EF4-FFF2-40B4-BE49-F238E27FC236}">
                      <a16:creationId xmlns:a16="http://schemas.microsoft.com/office/drawing/2014/main" id="{218F3DFF-1D60-1774-6F13-71F5B0AA8E8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06740" y="5235967"/>
                  <a:ext cx="197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5" name="Rukopis 144">
                  <a:extLst>
                    <a:ext uri="{FF2B5EF4-FFF2-40B4-BE49-F238E27FC236}">
                      <a16:creationId xmlns:a16="http://schemas.microsoft.com/office/drawing/2014/main" id="{CDAC8AFE-1CE7-08F6-854E-38F66300EF29}"/>
                    </a:ext>
                  </a:extLst>
                </p14:cNvPr>
                <p14:cNvContentPartPr/>
                <p14:nvPr/>
              </p14:nvContentPartPr>
              <p14:xfrm>
                <a:off x="5329940" y="5471407"/>
                <a:ext cx="237960" cy="194040"/>
              </p14:xfrm>
            </p:contentPart>
          </mc:Choice>
          <mc:Fallback>
            <p:pic>
              <p:nvPicPr>
                <p:cNvPr id="145" name="Rukopis 144">
                  <a:extLst>
                    <a:ext uri="{FF2B5EF4-FFF2-40B4-BE49-F238E27FC236}">
                      <a16:creationId xmlns:a16="http://schemas.microsoft.com/office/drawing/2014/main" id="{CDAC8AFE-1CE7-08F6-854E-38F66300EF2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20940" y="5462407"/>
                  <a:ext cx="255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46" name="Rukopis 145">
                  <a:extLst>
                    <a:ext uri="{FF2B5EF4-FFF2-40B4-BE49-F238E27FC236}">
                      <a16:creationId xmlns:a16="http://schemas.microsoft.com/office/drawing/2014/main" id="{C145C6F4-5B99-9A6D-0860-CA8ACA3C663D}"/>
                    </a:ext>
                  </a:extLst>
                </p14:cNvPr>
                <p14:cNvContentPartPr/>
                <p14:nvPr/>
              </p14:nvContentPartPr>
              <p14:xfrm>
                <a:off x="4729820" y="5797207"/>
                <a:ext cx="1800" cy="174960"/>
              </p14:xfrm>
            </p:contentPart>
          </mc:Choice>
          <mc:Fallback>
            <p:pic>
              <p:nvPicPr>
                <p:cNvPr id="146" name="Rukopis 145">
                  <a:extLst>
                    <a:ext uri="{FF2B5EF4-FFF2-40B4-BE49-F238E27FC236}">
                      <a16:creationId xmlns:a16="http://schemas.microsoft.com/office/drawing/2014/main" id="{C145C6F4-5B99-9A6D-0860-CA8ACA3C663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21180" y="5788207"/>
                  <a:ext cx="1944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Skupina 154">
            <a:extLst>
              <a:ext uri="{FF2B5EF4-FFF2-40B4-BE49-F238E27FC236}">
                <a16:creationId xmlns:a16="http://schemas.microsoft.com/office/drawing/2014/main" id="{10E6D133-6288-3064-E96C-489C244D19BD}"/>
              </a:ext>
            </a:extLst>
          </p:cNvPr>
          <p:cNvGrpSpPr/>
          <p:nvPr/>
        </p:nvGrpSpPr>
        <p:grpSpPr>
          <a:xfrm>
            <a:off x="4127180" y="6115087"/>
            <a:ext cx="1106640" cy="660960"/>
            <a:chOff x="4127180" y="6115087"/>
            <a:chExt cx="1106640" cy="66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7" name="Rukopis 146">
                  <a:extLst>
                    <a:ext uri="{FF2B5EF4-FFF2-40B4-BE49-F238E27FC236}">
                      <a16:creationId xmlns:a16="http://schemas.microsoft.com/office/drawing/2014/main" id="{250FACBA-C7FF-D845-4DED-886979674EA1}"/>
                    </a:ext>
                  </a:extLst>
                </p14:cNvPr>
                <p14:cNvContentPartPr/>
                <p14:nvPr/>
              </p14:nvContentPartPr>
              <p14:xfrm>
                <a:off x="4650980" y="6115087"/>
                <a:ext cx="150120" cy="158040"/>
              </p14:xfrm>
            </p:contentPart>
          </mc:Choice>
          <mc:Fallback>
            <p:pic>
              <p:nvPicPr>
                <p:cNvPr id="147" name="Rukopis 146">
                  <a:extLst>
                    <a:ext uri="{FF2B5EF4-FFF2-40B4-BE49-F238E27FC236}">
                      <a16:creationId xmlns:a16="http://schemas.microsoft.com/office/drawing/2014/main" id="{250FACBA-C7FF-D845-4DED-886979674EA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641980" y="6106087"/>
                  <a:ext cx="1677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8" name="Rukopis 147">
                  <a:extLst>
                    <a:ext uri="{FF2B5EF4-FFF2-40B4-BE49-F238E27FC236}">
                      <a16:creationId xmlns:a16="http://schemas.microsoft.com/office/drawing/2014/main" id="{E9C57839-7CA3-7B1D-AF6E-659D5D3F45DE}"/>
                    </a:ext>
                  </a:extLst>
                </p14:cNvPr>
                <p14:cNvContentPartPr/>
                <p14:nvPr/>
              </p14:nvContentPartPr>
              <p14:xfrm>
                <a:off x="4390340" y="6362047"/>
                <a:ext cx="187200" cy="164160"/>
              </p14:xfrm>
            </p:contentPart>
          </mc:Choice>
          <mc:Fallback>
            <p:pic>
              <p:nvPicPr>
                <p:cNvPr id="148" name="Rukopis 147">
                  <a:extLst>
                    <a:ext uri="{FF2B5EF4-FFF2-40B4-BE49-F238E27FC236}">
                      <a16:creationId xmlns:a16="http://schemas.microsoft.com/office/drawing/2014/main" id="{E9C57839-7CA3-7B1D-AF6E-659D5D3F45D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81700" y="6353407"/>
                  <a:ext cx="2048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9" name="Rukopis 148">
                  <a:extLst>
                    <a:ext uri="{FF2B5EF4-FFF2-40B4-BE49-F238E27FC236}">
                      <a16:creationId xmlns:a16="http://schemas.microsoft.com/office/drawing/2014/main" id="{F2EA0E5D-C141-BC49-87B5-7461DCAF22D4}"/>
                    </a:ext>
                  </a:extLst>
                </p14:cNvPr>
                <p14:cNvContentPartPr/>
                <p14:nvPr/>
              </p14:nvContentPartPr>
              <p14:xfrm>
                <a:off x="4127180" y="6595327"/>
                <a:ext cx="147240" cy="126720"/>
              </p14:xfrm>
            </p:contentPart>
          </mc:Choice>
          <mc:Fallback>
            <p:pic>
              <p:nvPicPr>
                <p:cNvPr id="149" name="Rukopis 148">
                  <a:extLst>
                    <a:ext uri="{FF2B5EF4-FFF2-40B4-BE49-F238E27FC236}">
                      <a16:creationId xmlns:a16="http://schemas.microsoft.com/office/drawing/2014/main" id="{F2EA0E5D-C141-BC49-87B5-7461DCAF22D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18540" y="6586327"/>
                  <a:ext cx="164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0" name="Rukopis 149">
                  <a:extLst>
                    <a:ext uri="{FF2B5EF4-FFF2-40B4-BE49-F238E27FC236}">
                      <a16:creationId xmlns:a16="http://schemas.microsoft.com/office/drawing/2014/main" id="{DAF16FB4-9B58-B1A9-B8A9-041E946CCA67}"/>
                    </a:ext>
                  </a:extLst>
                </p14:cNvPr>
                <p14:cNvContentPartPr/>
                <p14:nvPr/>
              </p14:nvContentPartPr>
              <p14:xfrm>
                <a:off x="4163180" y="6546007"/>
                <a:ext cx="114120" cy="137520"/>
              </p14:xfrm>
            </p:contentPart>
          </mc:Choice>
          <mc:Fallback>
            <p:pic>
              <p:nvPicPr>
                <p:cNvPr id="150" name="Rukopis 149">
                  <a:extLst>
                    <a:ext uri="{FF2B5EF4-FFF2-40B4-BE49-F238E27FC236}">
                      <a16:creationId xmlns:a16="http://schemas.microsoft.com/office/drawing/2014/main" id="{DAF16FB4-9B58-B1A9-B8A9-041E946CCA6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54540" y="6537367"/>
                  <a:ext cx="1317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53" name="Rukopis 152">
                  <a:extLst>
                    <a:ext uri="{FF2B5EF4-FFF2-40B4-BE49-F238E27FC236}">
                      <a16:creationId xmlns:a16="http://schemas.microsoft.com/office/drawing/2014/main" id="{AD3FCB00-7C0E-E1A5-DA00-291D3C13B203}"/>
                    </a:ext>
                  </a:extLst>
                </p14:cNvPr>
                <p14:cNvContentPartPr/>
                <p14:nvPr/>
              </p14:nvContentPartPr>
              <p14:xfrm>
                <a:off x="4870940" y="6309127"/>
                <a:ext cx="115560" cy="114840"/>
              </p14:xfrm>
            </p:contentPart>
          </mc:Choice>
          <mc:Fallback>
            <p:pic>
              <p:nvPicPr>
                <p:cNvPr id="153" name="Rukopis 152">
                  <a:extLst>
                    <a:ext uri="{FF2B5EF4-FFF2-40B4-BE49-F238E27FC236}">
                      <a16:creationId xmlns:a16="http://schemas.microsoft.com/office/drawing/2014/main" id="{AD3FCB00-7C0E-E1A5-DA00-291D3C13B2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62300" y="6300487"/>
                  <a:ext cx="133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54" name="Rukopis 153">
                  <a:extLst>
                    <a:ext uri="{FF2B5EF4-FFF2-40B4-BE49-F238E27FC236}">
                      <a16:creationId xmlns:a16="http://schemas.microsoft.com/office/drawing/2014/main" id="{16A83EBE-5147-E664-8BFD-3AFF0C9BED57}"/>
                    </a:ext>
                  </a:extLst>
                </p14:cNvPr>
                <p14:cNvContentPartPr/>
                <p14:nvPr/>
              </p14:nvContentPartPr>
              <p14:xfrm>
                <a:off x="5042300" y="6557167"/>
                <a:ext cx="191520" cy="218880"/>
              </p14:xfrm>
            </p:contentPart>
          </mc:Choice>
          <mc:Fallback>
            <p:pic>
              <p:nvPicPr>
                <p:cNvPr id="154" name="Rukopis 153">
                  <a:extLst>
                    <a:ext uri="{FF2B5EF4-FFF2-40B4-BE49-F238E27FC236}">
                      <a16:creationId xmlns:a16="http://schemas.microsoft.com/office/drawing/2014/main" id="{16A83EBE-5147-E664-8BFD-3AFF0C9BED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33300" y="6548527"/>
                  <a:ext cx="20916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Skupina 160">
            <a:extLst>
              <a:ext uri="{FF2B5EF4-FFF2-40B4-BE49-F238E27FC236}">
                <a16:creationId xmlns:a16="http://schemas.microsoft.com/office/drawing/2014/main" id="{B874EFF4-177A-60C6-A659-B446C25DF987}"/>
              </a:ext>
            </a:extLst>
          </p:cNvPr>
          <p:cNvGrpSpPr/>
          <p:nvPr/>
        </p:nvGrpSpPr>
        <p:grpSpPr>
          <a:xfrm>
            <a:off x="222980" y="245647"/>
            <a:ext cx="304200" cy="635760"/>
            <a:chOff x="222980" y="245647"/>
            <a:chExt cx="304200" cy="63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9" name="Rukopis 158">
                  <a:extLst>
                    <a:ext uri="{FF2B5EF4-FFF2-40B4-BE49-F238E27FC236}">
                      <a16:creationId xmlns:a16="http://schemas.microsoft.com/office/drawing/2014/main" id="{CC87D1C2-EDD1-1CAC-4188-0877C5368D37}"/>
                    </a:ext>
                  </a:extLst>
                </p14:cNvPr>
                <p14:cNvContentPartPr/>
                <p14:nvPr/>
              </p14:nvContentPartPr>
              <p14:xfrm>
                <a:off x="222980" y="361927"/>
                <a:ext cx="173160" cy="287280"/>
              </p14:xfrm>
            </p:contentPart>
          </mc:Choice>
          <mc:Fallback>
            <p:pic>
              <p:nvPicPr>
                <p:cNvPr id="159" name="Rukopis 158">
                  <a:extLst>
                    <a:ext uri="{FF2B5EF4-FFF2-40B4-BE49-F238E27FC236}">
                      <a16:creationId xmlns:a16="http://schemas.microsoft.com/office/drawing/2014/main" id="{CC87D1C2-EDD1-1CAC-4188-0877C5368D3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14340" y="352927"/>
                  <a:ext cx="1908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60" name="Rukopis 159">
                  <a:extLst>
                    <a:ext uri="{FF2B5EF4-FFF2-40B4-BE49-F238E27FC236}">
                      <a16:creationId xmlns:a16="http://schemas.microsoft.com/office/drawing/2014/main" id="{A0E59EE1-84CC-EE83-2C85-1BC855E0C82F}"/>
                    </a:ext>
                  </a:extLst>
                </p14:cNvPr>
                <p14:cNvContentPartPr/>
                <p14:nvPr/>
              </p14:nvContentPartPr>
              <p14:xfrm>
                <a:off x="415940" y="245647"/>
                <a:ext cx="111240" cy="635760"/>
              </p14:xfrm>
            </p:contentPart>
          </mc:Choice>
          <mc:Fallback>
            <p:pic>
              <p:nvPicPr>
                <p:cNvPr id="160" name="Rukopis 159">
                  <a:extLst>
                    <a:ext uri="{FF2B5EF4-FFF2-40B4-BE49-F238E27FC236}">
                      <a16:creationId xmlns:a16="http://schemas.microsoft.com/office/drawing/2014/main" id="{A0E59EE1-84CC-EE83-2C85-1BC855E0C82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6940" y="237007"/>
                  <a:ext cx="128880" cy="65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7040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8CEC96-C731-BAF6-DFC2-749D5708F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Výroková logika</a:t>
            </a:r>
          </a:p>
        </p:txBody>
      </p:sp>
      <p:sp>
        <p:nvSpPr>
          <p:cNvPr id="6147" name="TextovéPole 1">
            <a:extLst>
              <a:ext uri="{FF2B5EF4-FFF2-40B4-BE49-F238E27FC236}">
                <a16:creationId xmlns:a16="http://schemas.microsoft.com/office/drawing/2014/main" id="{63A91547-7C7E-BDD0-6496-5F356AFDB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0A99D0C-6448-4912-A767-47CEE55F11DC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cs-CZ" altLang="cs-CZ" sz="1100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CADBDF26-3B22-5E1A-9168-37FEE02AE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8" y="1038225"/>
            <a:ext cx="7502525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bdélník 9">
            <a:extLst>
              <a:ext uri="{FF2B5EF4-FFF2-40B4-BE49-F238E27FC236}">
                <a16:creationId xmlns:a16="http://schemas.microsoft.com/office/drawing/2014/main" id="{187E88E7-2476-1DD2-3A9E-144A549F3563}"/>
              </a:ext>
            </a:extLst>
          </p:cNvPr>
          <p:cNvSpPr/>
          <p:nvPr/>
        </p:nvSpPr>
        <p:spPr>
          <a:xfrm>
            <a:off x="1657350" y="1136650"/>
            <a:ext cx="434975" cy="204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pic>
        <p:nvPicPr>
          <p:cNvPr id="6150" name="Picture 3">
            <a:extLst>
              <a:ext uri="{FF2B5EF4-FFF2-40B4-BE49-F238E27FC236}">
                <a16:creationId xmlns:a16="http://schemas.microsoft.com/office/drawing/2014/main" id="{8A00D3D4-BA41-735C-EF9F-33554C048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2979738"/>
            <a:ext cx="5049837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Obrázek 2" descr="Obsah obrázku text&#10;&#10;Popis se vygeneroval automaticky.">
            <a:extLst>
              <a:ext uri="{FF2B5EF4-FFF2-40B4-BE49-F238E27FC236}">
                <a16:creationId xmlns:a16="http://schemas.microsoft.com/office/drawing/2014/main" id="{0EF2E6F5-1818-6D05-2BC7-8E6110046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54" y="4243632"/>
            <a:ext cx="8055483" cy="13259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7CA3924C-0B7F-6C59-24B9-0B5DD37B689B}"/>
                  </a:ext>
                </a:extLst>
              </p14:cNvPr>
              <p14:cNvContentPartPr/>
              <p14:nvPr/>
            </p14:nvContentPartPr>
            <p14:xfrm>
              <a:off x="1807823" y="1003473"/>
              <a:ext cx="211983" cy="338784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7CA3924C-0B7F-6C59-24B9-0B5DD37B68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0218" y="985491"/>
                <a:ext cx="247553" cy="374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6E67B75D-FCD0-161A-6185-1DB15D42F41C}"/>
                  </a:ext>
                </a:extLst>
              </p14:cNvPr>
              <p14:cNvContentPartPr/>
              <p14:nvPr/>
            </p14:nvContentPartPr>
            <p14:xfrm>
              <a:off x="1912988" y="1160636"/>
              <a:ext cx="80880" cy="316622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6E67B75D-FCD0-161A-6185-1DB15D42F4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95094" y="1142667"/>
                <a:ext cx="116310" cy="35220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A062743-6CA4-93C9-3C71-4B427F338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Výroková logika</a:t>
            </a:r>
          </a:p>
        </p:txBody>
      </p:sp>
      <p:sp>
        <p:nvSpPr>
          <p:cNvPr id="4099" name="TextovéPole 1">
            <a:extLst>
              <a:ext uri="{FF2B5EF4-FFF2-40B4-BE49-F238E27FC236}">
                <a16:creationId xmlns:a16="http://schemas.microsoft.com/office/drawing/2014/main" id="{B4D68B68-0866-33C0-E1A0-BD8D97861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44EC8A8-0E4C-4C35-81C0-178B28661E47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cs-CZ" altLang="cs-CZ" sz="1100"/>
          </a:p>
        </p:txBody>
      </p:sp>
      <p:pic>
        <p:nvPicPr>
          <p:cNvPr id="4100" name="Picture 12">
            <a:extLst>
              <a:ext uri="{FF2B5EF4-FFF2-40B4-BE49-F238E27FC236}">
                <a16:creationId xmlns:a16="http://schemas.microsoft.com/office/drawing/2014/main" id="{78424943-82A2-6976-7EAD-C717C9963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1060450"/>
            <a:ext cx="7835900" cy="157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Obdélník 21">
            <a:extLst>
              <a:ext uri="{FF2B5EF4-FFF2-40B4-BE49-F238E27FC236}">
                <a16:creationId xmlns:a16="http://schemas.microsoft.com/office/drawing/2014/main" id="{EB09245B-48C4-F60C-F0B1-C06D4E4E1DDF}"/>
              </a:ext>
            </a:extLst>
          </p:cNvPr>
          <p:cNvSpPr/>
          <p:nvPr/>
        </p:nvSpPr>
        <p:spPr>
          <a:xfrm>
            <a:off x="1506538" y="1138238"/>
            <a:ext cx="527050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33ADA065-C6A7-8D28-7DB5-F9F6F8376F98}"/>
                  </a:ext>
                </a:extLst>
              </p14:cNvPr>
              <p14:cNvContentPartPr/>
              <p14:nvPr/>
            </p14:nvContentPartPr>
            <p14:xfrm>
              <a:off x="1642277" y="1001523"/>
              <a:ext cx="297381" cy="302865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33ADA065-C6A7-8D28-7DB5-F9F6F8376F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4297" y="983538"/>
                <a:ext cx="332980" cy="338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FDA541BD-2207-9937-5BEC-E7C513A2AFDF}"/>
                  </a:ext>
                </a:extLst>
              </p14:cNvPr>
              <p14:cNvContentPartPr/>
              <p14:nvPr/>
            </p14:nvContentPartPr>
            <p14:xfrm>
              <a:off x="1854920" y="966180"/>
              <a:ext cx="132956" cy="12858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FDA541BD-2207-9937-5BEC-E7C513A2AF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37312" y="940464"/>
                <a:ext cx="168531" cy="637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6D55B201-1FE8-E413-B92B-886D614B71A8}"/>
                  </a:ext>
                </a:extLst>
              </p14:cNvPr>
              <p14:cNvContentPartPr/>
              <p14:nvPr/>
            </p14:nvContentPartPr>
            <p14:xfrm>
              <a:off x="1988874" y="889174"/>
              <a:ext cx="181136" cy="549750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6D55B201-1FE8-E413-B92B-886D614B71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70904" y="871545"/>
                <a:ext cx="216716" cy="5853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35C9FBB-EE26-7749-BD9C-25CA0033C3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Výroková logika</a:t>
            </a:r>
          </a:p>
        </p:txBody>
      </p:sp>
      <p:sp>
        <p:nvSpPr>
          <p:cNvPr id="8195" name="TextovéPole 1">
            <a:extLst>
              <a:ext uri="{FF2B5EF4-FFF2-40B4-BE49-F238E27FC236}">
                <a16:creationId xmlns:a16="http://schemas.microsoft.com/office/drawing/2014/main" id="{D8DBEA6E-8FA4-688C-0A49-08B0710AC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B25EA74-6D8D-47C2-BF30-C0F6FF4DCCE0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cs-CZ" altLang="cs-CZ" sz="1100"/>
          </a:p>
        </p:txBody>
      </p:sp>
      <p:pic>
        <p:nvPicPr>
          <p:cNvPr id="8196" name="Picture 2">
            <a:extLst>
              <a:ext uri="{FF2B5EF4-FFF2-40B4-BE49-F238E27FC236}">
                <a16:creationId xmlns:a16="http://schemas.microsoft.com/office/drawing/2014/main" id="{4577C3B3-E3C5-2B8B-8121-CCAD1E29F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946150"/>
            <a:ext cx="6334125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2D0D0B3B-C252-C0BE-B6D8-3D760690EB90}"/>
              </a:ext>
            </a:extLst>
          </p:cNvPr>
          <p:cNvSpPr/>
          <p:nvPr/>
        </p:nvSpPr>
        <p:spPr>
          <a:xfrm>
            <a:off x="1562100" y="957263"/>
            <a:ext cx="434975" cy="1682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3ACBCFC2-73A9-10A6-E41D-D17D456CB65B}"/>
                  </a:ext>
                </a:extLst>
              </p14:cNvPr>
              <p14:cNvContentPartPr/>
              <p14:nvPr/>
            </p14:nvContentPartPr>
            <p14:xfrm>
              <a:off x="1680380" y="874886"/>
              <a:ext cx="189257" cy="299462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3ACBCFC2-73A9-10A6-E41D-D17D456CB6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2783" y="856911"/>
                <a:ext cx="224810" cy="335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C1B8F36D-ACBD-2711-8EC4-43C3C3244BC8}"/>
                  </a:ext>
                </a:extLst>
              </p14:cNvPr>
              <p14:cNvContentPartPr/>
              <p14:nvPr/>
            </p14:nvContentPartPr>
            <p14:xfrm>
              <a:off x="1871624" y="803448"/>
              <a:ext cx="155364" cy="560784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C1B8F36D-ACBD-2711-8EC4-43C3C3244B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3684" y="785463"/>
                <a:ext cx="190886" cy="59639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7101F05-2DBB-B0BC-8DF2-14136C7171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Formalizace složených výroků</a:t>
            </a:r>
          </a:p>
        </p:txBody>
      </p:sp>
      <p:sp>
        <p:nvSpPr>
          <p:cNvPr id="9219" name="TextovéPole 1">
            <a:extLst>
              <a:ext uri="{FF2B5EF4-FFF2-40B4-BE49-F238E27FC236}">
                <a16:creationId xmlns:a16="http://schemas.microsoft.com/office/drawing/2014/main" id="{602D0BF8-1251-9279-5C7B-DC5548590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8645BB6-41A3-4279-A618-8681D2F3F93C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cs-CZ" altLang="cs-CZ" sz="1100"/>
          </a:p>
        </p:txBody>
      </p:sp>
      <p:pic>
        <p:nvPicPr>
          <p:cNvPr id="9220" name="Picture 2">
            <a:extLst>
              <a:ext uri="{FF2B5EF4-FFF2-40B4-BE49-F238E27FC236}">
                <a16:creationId xmlns:a16="http://schemas.microsoft.com/office/drawing/2014/main" id="{25277B39-448A-7C4B-FB75-32B4C9710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" y="1570038"/>
            <a:ext cx="797242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D7D1AEA6-B92A-67D3-F06C-3761B7FC4370}"/>
                  </a:ext>
                </a:extLst>
              </p14:cNvPr>
              <p14:cNvContentPartPr/>
              <p14:nvPr/>
            </p14:nvContentPartPr>
            <p14:xfrm>
              <a:off x="840507" y="988623"/>
              <a:ext cx="186570" cy="433049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D7D1AEA6-B92A-67D3-F06C-3761B7FC43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2533" y="970999"/>
                <a:ext cx="222158" cy="4686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DC1D78F1-01D0-E06A-0B4B-6C063DEB0092}"/>
                  </a:ext>
                </a:extLst>
              </p14:cNvPr>
              <p14:cNvContentPartPr/>
              <p14:nvPr/>
            </p14:nvContentPartPr>
            <p14:xfrm>
              <a:off x="854794" y="1296811"/>
              <a:ext cx="222017" cy="20987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DC1D78F1-01D0-E06A-0B4B-6C063DEB00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7191" y="1279381"/>
                <a:ext cx="257583" cy="562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E97580CC-011D-800D-CB47-C6AD03C924C2}"/>
                  </a:ext>
                </a:extLst>
              </p14:cNvPr>
              <p14:cNvContentPartPr/>
              <p14:nvPr/>
            </p14:nvContentPartPr>
            <p14:xfrm>
              <a:off x="1060393" y="1003474"/>
              <a:ext cx="137895" cy="545610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E97580CC-011D-800D-CB47-C6AD03C924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2797" y="985491"/>
                <a:ext cx="173446" cy="58121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92E2021-BA17-829E-4DD3-F5B6A3618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Formalizace složených výroků</a:t>
            </a:r>
          </a:p>
        </p:txBody>
      </p:sp>
      <p:sp>
        <p:nvSpPr>
          <p:cNvPr id="10243" name="TextovéPole 1">
            <a:extLst>
              <a:ext uri="{FF2B5EF4-FFF2-40B4-BE49-F238E27FC236}">
                <a16:creationId xmlns:a16="http://schemas.microsoft.com/office/drawing/2014/main" id="{A60D7661-CEBA-98B5-9AAB-3896FE310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8F4F5D-1611-4111-8F45-809F3B8B769C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cs-CZ" altLang="cs-CZ" sz="1100"/>
          </a:p>
        </p:txBody>
      </p:sp>
      <p:pic>
        <p:nvPicPr>
          <p:cNvPr id="10244" name="Picture 2">
            <a:extLst>
              <a:ext uri="{FF2B5EF4-FFF2-40B4-BE49-F238E27FC236}">
                <a16:creationId xmlns:a16="http://schemas.microsoft.com/office/drawing/2014/main" id="{117F51D7-6665-B453-B1C4-F415EA367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1093788"/>
            <a:ext cx="7839075" cy="56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Obrázek 4">
            <a:extLst>
              <a:ext uri="{FF2B5EF4-FFF2-40B4-BE49-F238E27FC236}">
                <a16:creationId xmlns:a16="http://schemas.microsoft.com/office/drawing/2014/main" id="{9B33A556-B597-96C5-F42F-22CFE3B7D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090612"/>
            <a:ext cx="285750" cy="647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Rukopis 4">
                <a:extLst>
                  <a:ext uri="{FF2B5EF4-FFF2-40B4-BE49-F238E27FC236}">
                    <a16:creationId xmlns:a16="http://schemas.microsoft.com/office/drawing/2014/main" id="{DDD82044-C80C-8DA7-3C85-C459FE67E02F}"/>
                  </a:ext>
                </a:extLst>
              </p14:cNvPr>
              <p14:cNvContentPartPr/>
              <p14:nvPr/>
            </p14:nvContentPartPr>
            <p14:xfrm>
              <a:off x="770561" y="1001942"/>
              <a:ext cx="214487" cy="374443"/>
            </p14:xfrm>
          </p:contentPart>
        </mc:Choice>
        <mc:Fallback xmlns="">
          <p:pic>
            <p:nvPicPr>
              <p:cNvPr id="5" name="Rukopis 4">
                <a:extLst>
                  <a:ext uri="{FF2B5EF4-FFF2-40B4-BE49-F238E27FC236}">
                    <a16:creationId xmlns:a16="http://schemas.microsoft.com/office/drawing/2014/main" id="{DDD82044-C80C-8DA7-3C85-C459FE67E0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2597" y="984317"/>
                <a:ext cx="250055" cy="4100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Rukopis 5">
                <a:extLst>
                  <a:ext uri="{FF2B5EF4-FFF2-40B4-BE49-F238E27FC236}">
                    <a16:creationId xmlns:a16="http://schemas.microsoft.com/office/drawing/2014/main" id="{08A27156-98D4-B75F-2609-E69A13EC0A9A}"/>
                  </a:ext>
                </a:extLst>
              </p14:cNvPr>
              <p14:cNvContentPartPr/>
              <p14:nvPr/>
            </p14:nvContentPartPr>
            <p14:xfrm>
              <a:off x="1045022" y="932035"/>
              <a:ext cx="96180" cy="661343"/>
            </p14:xfrm>
          </p:contentPart>
        </mc:Choice>
        <mc:Fallback xmlns="">
          <p:pic>
            <p:nvPicPr>
              <p:cNvPr id="6" name="Rukopis 5">
                <a:extLst>
                  <a:ext uri="{FF2B5EF4-FFF2-40B4-BE49-F238E27FC236}">
                    <a16:creationId xmlns:a16="http://schemas.microsoft.com/office/drawing/2014/main" id="{08A27156-98D4-B75F-2609-E69A13EC0A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7078" y="914044"/>
                <a:ext cx="131709" cy="69696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AF4C2F6-96CD-37C8-24D7-CC41E611A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Formalizace složených výroků</a:t>
            </a:r>
          </a:p>
        </p:txBody>
      </p:sp>
      <p:sp>
        <p:nvSpPr>
          <p:cNvPr id="11267" name="TextovéPole 1">
            <a:extLst>
              <a:ext uri="{FF2B5EF4-FFF2-40B4-BE49-F238E27FC236}">
                <a16:creationId xmlns:a16="http://schemas.microsoft.com/office/drawing/2014/main" id="{E4030F0F-DC1C-4E98-6E80-43CFF419F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3F2ED34-B3D5-4753-9A53-05DB9AD714D5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cs-CZ" altLang="cs-CZ" sz="1100"/>
          </a:p>
        </p:txBody>
      </p:sp>
      <p:pic>
        <p:nvPicPr>
          <p:cNvPr id="11268" name="Picture 2">
            <a:extLst>
              <a:ext uri="{FF2B5EF4-FFF2-40B4-BE49-F238E27FC236}">
                <a16:creationId xmlns:a16="http://schemas.microsoft.com/office/drawing/2014/main" id="{E0469646-D009-5755-0581-850DA3A8D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665163"/>
            <a:ext cx="738505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3">
            <a:extLst>
              <a:ext uri="{FF2B5EF4-FFF2-40B4-BE49-F238E27FC236}">
                <a16:creationId xmlns:a16="http://schemas.microsoft.com/office/drawing/2014/main" id="{339723A6-1BC7-4A3C-5FAC-73E7FF9B2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8" y="1358900"/>
            <a:ext cx="7350125" cy="545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6CCBB625-6AEF-C1B5-94AA-A6ED6ECFE1E4}"/>
                  </a:ext>
                </a:extLst>
              </p14:cNvPr>
              <p14:cNvContentPartPr/>
              <p14:nvPr/>
            </p14:nvContentPartPr>
            <p14:xfrm>
              <a:off x="910483" y="689148"/>
              <a:ext cx="244349" cy="473787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6CCBB625-6AEF-C1B5-94AA-A6ED6ECFE1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2516" y="671161"/>
                <a:ext cx="279923" cy="509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8D81C8C7-D018-D53E-19F8-97FB229B807E}"/>
                  </a:ext>
                </a:extLst>
              </p14:cNvPr>
              <p14:cNvContentPartPr/>
              <p14:nvPr/>
            </p14:nvContentPartPr>
            <p14:xfrm>
              <a:off x="1101969" y="674861"/>
              <a:ext cx="139432" cy="674604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8D81C8C7-D018-D53E-19F8-97FB229B80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4001" y="657231"/>
                <a:ext cx="175009" cy="71022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72A1AB-CF67-D6CB-CF89-88050EE6C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Formalizace složených výroků</a:t>
            </a:r>
          </a:p>
        </p:txBody>
      </p:sp>
      <p:sp>
        <p:nvSpPr>
          <p:cNvPr id="12291" name="TextovéPole 1">
            <a:extLst>
              <a:ext uri="{FF2B5EF4-FFF2-40B4-BE49-F238E27FC236}">
                <a16:creationId xmlns:a16="http://schemas.microsoft.com/office/drawing/2014/main" id="{44FE7BD5-1CAC-CA57-36BE-3AA48BA91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1844F2E-19E3-40A9-8800-D0C1177D540A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cs-CZ" altLang="cs-CZ" sz="1100"/>
          </a:p>
        </p:txBody>
      </p:sp>
      <p:pic>
        <p:nvPicPr>
          <p:cNvPr id="2" name="Obrázek 2" descr="Obsah obrázku text&#10;&#10;Popis se vygeneroval automaticky.">
            <a:extLst>
              <a:ext uri="{FF2B5EF4-FFF2-40B4-BE49-F238E27FC236}">
                <a16:creationId xmlns:a16="http://schemas.microsoft.com/office/drawing/2014/main" id="{6FB94694-C3EE-9000-D41A-C4C73A3A5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11" y="1267650"/>
            <a:ext cx="6178122" cy="12253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D50B6325-426E-DE43-55FC-76097BEAB972}"/>
                  </a:ext>
                </a:extLst>
              </p14:cNvPr>
              <p14:cNvContentPartPr/>
              <p14:nvPr/>
            </p14:nvContentPartPr>
            <p14:xfrm>
              <a:off x="754782" y="910727"/>
              <a:ext cx="144272" cy="365598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D50B6325-426E-DE43-55FC-76097BEAB9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197" y="892753"/>
                <a:ext cx="179802" cy="401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3E6BC340-04E0-F787-5FD4-148279A97E14}"/>
                  </a:ext>
                </a:extLst>
              </p14:cNvPr>
              <p14:cNvContentPartPr/>
              <p14:nvPr/>
            </p14:nvContentPartPr>
            <p14:xfrm>
              <a:off x="996917" y="989186"/>
              <a:ext cx="116719" cy="284677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3E6BC340-04E0-F787-5FD4-148279A97E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8960" y="971573"/>
                <a:ext cx="152273" cy="3202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Rukopis 4">
                <a:extLst>
                  <a:ext uri="{FF2B5EF4-FFF2-40B4-BE49-F238E27FC236}">
                    <a16:creationId xmlns:a16="http://schemas.microsoft.com/office/drawing/2014/main" id="{04C57500-ADD8-4A54-F102-C55FB4BC365A}"/>
                  </a:ext>
                </a:extLst>
              </p14:cNvPr>
              <p14:cNvContentPartPr/>
              <p14:nvPr/>
            </p14:nvContentPartPr>
            <p14:xfrm>
              <a:off x="1192258" y="817736"/>
              <a:ext cx="120426" cy="578448"/>
            </p14:xfrm>
          </p:contentPart>
        </mc:Choice>
        <mc:Fallback xmlns="">
          <p:pic>
            <p:nvPicPr>
              <p:cNvPr id="5" name="Rukopis 4">
                <a:extLst>
                  <a:ext uri="{FF2B5EF4-FFF2-40B4-BE49-F238E27FC236}">
                    <a16:creationId xmlns:a16="http://schemas.microsoft.com/office/drawing/2014/main" id="{04C57500-ADD8-4A54-F102-C55FB4BC36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4337" y="800109"/>
                <a:ext cx="155909" cy="61406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Vrstvy">
  <a:themeElements>
    <a:clrScheme name="Vrstvy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Vrstvy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rstvy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1872</TotalTime>
  <Words>42</Words>
  <Application>Microsoft Office PowerPoint</Application>
  <PresentationFormat>Předvádění na obrazovce (4:3)</PresentationFormat>
  <Paragraphs>27</Paragraphs>
  <Slides>10</Slides>
  <Notes>8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Vrstvy</vt:lpstr>
      <vt:lpstr>Diskrétní struktury</vt:lpstr>
      <vt:lpstr>Výroková logika</vt:lpstr>
      <vt:lpstr>Prezentace aplikace PowerPoint</vt:lpstr>
      <vt:lpstr>Výroková logika</vt:lpstr>
      <vt:lpstr>Výroková logika</vt:lpstr>
      <vt:lpstr>Výroková logika</vt:lpstr>
      <vt:lpstr>Formalizace složených výroků</vt:lpstr>
      <vt:lpstr>Formalizace složených výroků</vt:lpstr>
      <vt:lpstr>Formalizace složených výroků</vt:lpstr>
      <vt:lpstr>Formalizace složených výroků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</dc:title>
  <dc:creator>doc. Ing. Zbyněk Bureš, Ph.D.</dc:creator>
  <cp:lastModifiedBy>Lenka Kuklišová</cp:lastModifiedBy>
  <cp:revision>392</cp:revision>
  <dcterms:created xsi:type="dcterms:W3CDTF">2009-09-01T07:13:17Z</dcterms:created>
  <dcterms:modified xsi:type="dcterms:W3CDTF">2022-11-05T10:10:36Z</dcterms:modified>
</cp:coreProperties>
</file>