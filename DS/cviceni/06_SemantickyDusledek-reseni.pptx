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notesSlides/notesSlide2.xml" ContentType="application/vnd.openxmlformats-officedocument.presentationml.notesSlide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4013" r:id="rId2"/>
  </p:sldMasterIdLst>
  <p:notesMasterIdLst>
    <p:notesMasterId r:id="rId12"/>
  </p:notesMasterIdLst>
  <p:handoutMasterIdLst>
    <p:handoutMasterId r:id="rId13"/>
  </p:handoutMasterIdLst>
  <p:sldIdLst>
    <p:sldId id="256" r:id="rId3"/>
    <p:sldId id="264" r:id="rId4"/>
    <p:sldId id="259" r:id="rId5"/>
    <p:sldId id="265" r:id="rId6"/>
    <p:sldId id="260" r:id="rId7"/>
    <p:sldId id="266" r:id="rId8"/>
    <p:sldId id="261" r:id="rId9"/>
    <p:sldId id="262" r:id="rId10"/>
    <p:sldId id="267" r:id="rId11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08AF7E-9BEE-41E9-9120-7DFE882F9959}" v="293" dt="2022-11-30T19:46:11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0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ka Kuklišová" userId="0399e331-5c69-4ab0-8875-f968d945d391" providerId="ADAL" clId="{E308AF7E-9BEE-41E9-9120-7DFE882F9959}"/>
    <pc:docChg chg="undo redo custSel addSld modSld">
      <pc:chgData name="Lenka Kuklišová" userId="0399e331-5c69-4ab0-8875-f968d945d391" providerId="ADAL" clId="{E308AF7E-9BEE-41E9-9120-7DFE882F9959}" dt="2022-11-30T19:46:11.804" v="1122"/>
      <pc:docMkLst>
        <pc:docMk/>
      </pc:docMkLst>
      <pc:sldChg chg="addSp delSp modSp mod">
        <pc:chgData name="Lenka Kuklišová" userId="0399e331-5c69-4ab0-8875-f968d945d391" providerId="ADAL" clId="{E308AF7E-9BEE-41E9-9120-7DFE882F9959}" dt="2022-11-30T18:58:48.499" v="9"/>
        <pc:sldMkLst>
          <pc:docMk/>
          <pc:sldMk cId="0" sldId="259"/>
        </pc:sldMkLst>
        <pc:spChg chg="mod">
          <ac:chgData name="Lenka Kuklišová" userId="0399e331-5c69-4ab0-8875-f968d945d391" providerId="ADAL" clId="{E308AF7E-9BEE-41E9-9120-7DFE882F9959}" dt="2022-11-30T18:58:12.225" v="0" actId="20577"/>
          <ac:spMkLst>
            <pc:docMk/>
            <pc:sldMk cId="0" sldId="259"/>
            <ac:spMk id="3" creationId="{A6E535B9-7301-B66B-25A6-D634385FFE93}"/>
          </ac:spMkLst>
        </pc:spChg>
        <pc:grpChg chg="del mod">
          <ac:chgData name="Lenka Kuklišová" userId="0399e331-5c69-4ab0-8875-f968d945d391" providerId="ADAL" clId="{E308AF7E-9BEE-41E9-9120-7DFE882F9959}" dt="2022-11-30T18:58:48.499" v="9"/>
          <ac:grpSpMkLst>
            <pc:docMk/>
            <pc:sldMk cId="0" sldId="259"/>
            <ac:grpSpMk id="10" creationId="{04BAABD6-7A7E-94A6-9A93-AAF940E1A219}"/>
          </ac:grpSpMkLst>
        </pc:grpChg>
        <pc:grpChg chg="mod">
          <ac:chgData name="Lenka Kuklišová" userId="0399e331-5c69-4ab0-8875-f968d945d391" providerId="ADAL" clId="{E308AF7E-9BEE-41E9-9120-7DFE882F9959}" dt="2022-11-30T18:58:48.499" v="9"/>
          <ac:grpSpMkLst>
            <pc:docMk/>
            <pc:sldMk cId="0" sldId="259"/>
            <ac:grpSpMk id="12" creationId="{15DA4A93-321C-97F0-8336-8CA1AF236CAA}"/>
          </ac:grpSpMkLst>
        </pc:grpChg>
        <pc:inkChg chg="add mod">
          <ac:chgData name="Lenka Kuklišová" userId="0399e331-5c69-4ab0-8875-f968d945d391" providerId="ADAL" clId="{E308AF7E-9BEE-41E9-9120-7DFE882F9959}" dt="2022-11-30T18:58:48.499" v="9"/>
          <ac:inkMkLst>
            <pc:docMk/>
            <pc:sldMk cId="0" sldId="259"/>
            <ac:inkMk id="4" creationId="{00A864E0-E401-63B1-55CE-7B2EEB6CE501}"/>
          </ac:inkMkLst>
        </pc:inkChg>
        <pc:inkChg chg="del">
          <ac:chgData name="Lenka Kuklišová" userId="0399e331-5c69-4ab0-8875-f968d945d391" providerId="ADAL" clId="{E308AF7E-9BEE-41E9-9120-7DFE882F9959}" dt="2022-11-30T18:58:19.987" v="3" actId="478"/>
          <ac:inkMkLst>
            <pc:docMk/>
            <pc:sldMk cId="0" sldId="259"/>
            <ac:inkMk id="5" creationId="{960DAE15-C16A-66AA-AE76-1CDB421659F1}"/>
          </ac:inkMkLst>
        </pc:inkChg>
        <pc:inkChg chg="add mod">
          <ac:chgData name="Lenka Kuklišová" userId="0399e331-5c69-4ab0-8875-f968d945d391" providerId="ADAL" clId="{E308AF7E-9BEE-41E9-9120-7DFE882F9959}" dt="2022-11-30T18:58:48.499" v="9"/>
          <ac:inkMkLst>
            <pc:docMk/>
            <pc:sldMk cId="0" sldId="259"/>
            <ac:inkMk id="6" creationId="{43BDD1C8-AF15-2CDD-E7B2-5E2DBB5820CC}"/>
          </ac:inkMkLst>
        </pc:inkChg>
        <pc:inkChg chg="del">
          <ac:chgData name="Lenka Kuklišová" userId="0399e331-5c69-4ab0-8875-f968d945d391" providerId="ADAL" clId="{E308AF7E-9BEE-41E9-9120-7DFE882F9959}" dt="2022-11-30T18:58:18.523" v="2" actId="478"/>
          <ac:inkMkLst>
            <pc:docMk/>
            <pc:sldMk cId="0" sldId="259"/>
            <ac:inkMk id="7" creationId="{BA4622E9-2AA7-A51C-C220-8E1A362B96C7}"/>
          </ac:inkMkLst>
        </pc:inkChg>
        <pc:inkChg chg="del">
          <ac:chgData name="Lenka Kuklišová" userId="0399e331-5c69-4ab0-8875-f968d945d391" providerId="ADAL" clId="{E308AF7E-9BEE-41E9-9120-7DFE882F9959}" dt="2022-11-30T18:58:16.164" v="1" actId="478"/>
          <ac:inkMkLst>
            <pc:docMk/>
            <pc:sldMk cId="0" sldId="259"/>
            <ac:inkMk id="8" creationId="{20C0A2A2-A2FA-705B-DDF2-BCDF8E64423C}"/>
          </ac:inkMkLst>
        </pc:inkChg>
        <pc:inkChg chg="del">
          <ac:chgData name="Lenka Kuklišová" userId="0399e331-5c69-4ab0-8875-f968d945d391" providerId="ADAL" clId="{E308AF7E-9BEE-41E9-9120-7DFE882F9959}" dt="2022-11-30T18:58:22.123" v="4" actId="478"/>
          <ac:inkMkLst>
            <pc:docMk/>
            <pc:sldMk cId="0" sldId="259"/>
            <ac:inkMk id="9" creationId="{49E0C684-B303-5400-CF9A-08BA24A8D059}"/>
          </ac:inkMkLst>
        </pc:inkChg>
        <pc:inkChg chg="add mod">
          <ac:chgData name="Lenka Kuklišová" userId="0399e331-5c69-4ab0-8875-f968d945d391" providerId="ADAL" clId="{E308AF7E-9BEE-41E9-9120-7DFE882F9959}" dt="2022-11-30T18:58:48.499" v="9"/>
          <ac:inkMkLst>
            <pc:docMk/>
            <pc:sldMk cId="0" sldId="259"/>
            <ac:inkMk id="11" creationId="{91823E09-45B5-3E43-9B9E-8ADF305FC785}"/>
          </ac:inkMkLst>
        </pc:inkChg>
      </pc:sldChg>
      <pc:sldChg chg="addSp delSp modSp mod">
        <pc:chgData name="Lenka Kuklišová" userId="0399e331-5c69-4ab0-8875-f968d945d391" providerId="ADAL" clId="{E308AF7E-9BEE-41E9-9120-7DFE882F9959}" dt="2022-11-30T19:10:31.526" v="253"/>
        <pc:sldMkLst>
          <pc:docMk/>
          <pc:sldMk cId="0" sldId="260"/>
        </pc:sldMkLst>
        <pc:grpChg chg="del mod">
          <ac:chgData name="Lenka Kuklišová" userId="0399e331-5c69-4ab0-8875-f968d945d391" providerId="ADAL" clId="{E308AF7E-9BEE-41E9-9120-7DFE882F9959}" dt="2022-11-30T19:09:29.956" v="188"/>
          <ac:grpSpMkLst>
            <pc:docMk/>
            <pc:sldMk cId="0" sldId="260"/>
            <ac:grpSpMk id="8" creationId="{FBD6F0CC-7723-C055-115F-15BE438762C3}"/>
          </ac:grpSpMkLst>
        </pc:grpChg>
        <pc:grpChg chg="del mod">
          <ac:chgData name="Lenka Kuklišová" userId="0399e331-5c69-4ab0-8875-f968d945d391" providerId="ADAL" clId="{E308AF7E-9BEE-41E9-9120-7DFE882F9959}" dt="2022-11-30T19:09:32.333" v="193"/>
          <ac:grpSpMkLst>
            <pc:docMk/>
            <pc:sldMk cId="0" sldId="260"/>
            <ac:grpSpMk id="10" creationId="{5138406C-949D-8F3E-4BD3-14CF5C899813}"/>
          </ac:grpSpMkLst>
        </pc:grpChg>
        <pc:grpChg chg="del mod">
          <ac:chgData name="Lenka Kuklišová" userId="0399e331-5c69-4ab0-8875-f968d945d391" providerId="ADAL" clId="{E308AF7E-9BEE-41E9-9120-7DFE882F9959}" dt="2022-11-30T19:09:36.111" v="197"/>
          <ac:grpSpMkLst>
            <pc:docMk/>
            <pc:sldMk cId="0" sldId="260"/>
            <ac:grpSpMk id="15" creationId="{1C394D1E-5E5F-006B-EA6C-171BC188CBA5}"/>
          </ac:grpSpMkLst>
        </pc:grpChg>
        <pc:grpChg chg="del mod">
          <ac:chgData name="Lenka Kuklišová" userId="0399e331-5c69-4ab0-8875-f968d945d391" providerId="ADAL" clId="{E308AF7E-9BEE-41E9-9120-7DFE882F9959}" dt="2022-11-30T19:09:41.030" v="200"/>
          <ac:grpSpMkLst>
            <pc:docMk/>
            <pc:sldMk cId="0" sldId="260"/>
            <ac:grpSpMk id="19" creationId="{0B54156F-217A-DE2C-18CE-68E865033B8F}"/>
          </ac:grpSpMkLst>
        </pc:grpChg>
        <pc:grpChg chg="del mod">
          <ac:chgData name="Lenka Kuklišová" userId="0399e331-5c69-4ab0-8875-f968d945d391" providerId="ADAL" clId="{E308AF7E-9BEE-41E9-9120-7DFE882F9959}" dt="2022-11-30T19:09:59.778" v="214"/>
          <ac:grpSpMkLst>
            <pc:docMk/>
            <pc:sldMk cId="0" sldId="260"/>
            <ac:grpSpMk id="23" creationId="{1CB55B8A-1DD9-3406-29BF-7845B1C27756}"/>
          </ac:grpSpMkLst>
        </pc:grpChg>
        <pc:grpChg chg="del mod">
          <ac:chgData name="Lenka Kuklišová" userId="0399e331-5c69-4ab0-8875-f968d945d391" providerId="ADAL" clId="{E308AF7E-9BEE-41E9-9120-7DFE882F9959}" dt="2022-11-30T19:10:10.548" v="226"/>
          <ac:grpSpMkLst>
            <pc:docMk/>
            <pc:sldMk cId="0" sldId="260"/>
            <ac:grpSpMk id="28" creationId="{920009F8-301E-4187-8E3F-2DEC2C29E5F2}"/>
          </ac:grpSpMkLst>
        </pc:grpChg>
        <pc:grpChg chg="del mod">
          <ac:chgData name="Lenka Kuklišová" userId="0399e331-5c69-4ab0-8875-f968d945d391" providerId="ADAL" clId="{E308AF7E-9BEE-41E9-9120-7DFE882F9959}" dt="2022-11-30T19:10:14.183" v="230"/>
          <ac:grpSpMkLst>
            <pc:docMk/>
            <pc:sldMk cId="0" sldId="260"/>
            <ac:grpSpMk id="4101" creationId="{5B77DEB6-9756-479B-A4EB-5C4AFBE3593A}"/>
          </ac:grpSpMkLst>
        </pc:grpChg>
        <pc:grpChg chg="del mod">
          <ac:chgData name="Lenka Kuklišová" userId="0399e331-5c69-4ab0-8875-f968d945d391" providerId="ADAL" clId="{E308AF7E-9BEE-41E9-9120-7DFE882F9959}" dt="2022-11-30T19:10:20.691" v="236"/>
          <ac:grpSpMkLst>
            <pc:docMk/>
            <pc:sldMk cId="0" sldId="260"/>
            <ac:grpSpMk id="4105" creationId="{B2196B29-3781-1F94-B451-10140A2489DF}"/>
          </ac:grpSpMkLst>
        </pc:grpChg>
        <pc:grpChg chg="del mod">
          <ac:chgData name="Lenka Kuklišová" userId="0399e331-5c69-4ab0-8875-f968d945d391" providerId="ADAL" clId="{E308AF7E-9BEE-41E9-9120-7DFE882F9959}" dt="2022-11-30T19:10:31.526" v="252"/>
          <ac:grpSpMkLst>
            <pc:docMk/>
            <pc:sldMk cId="0" sldId="260"/>
            <ac:grpSpMk id="4111" creationId="{4937D111-23FE-0C59-6E37-2BAA3A8CBAD5}"/>
          </ac:grpSpMkLst>
        </pc:grpChg>
        <pc:inkChg chg="add del">
          <ac:chgData name="Lenka Kuklišová" userId="0399e331-5c69-4ab0-8875-f968d945d391" providerId="ADAL" clId="{E308AF7E-9BEE-41E9-9120-7DFE882F9959}" dt="2022-11-30T19:09:21.928" v="182" actId="9405"/>
          <ac:inkMkLst>
            <pc:docMk/>
            <pc:sldMk cId="0" sldId="260"/>
            <ac:inkMk id="4" creationId="{A02CB872-2984-93A5-CA28-F4E779241B0F}"/>
          </ac:inkMkLst>
        </pc:inkChg>
        <pc:inkChg chg="add del mod">
          <ac:chgData name="Lenka Kuklišová" userId="0399e331-5c69-4ab0-8875-f968d945d391" providerId="ADAL" clId="{E308AF7E-9BEE-41E9-9120-7DFE882F9959}" dt="2022-11-30T19:09:50.404" v="205"/>
          <ac:inkMkLst>
            <pc:docMk/>
            <pc:sldMk cId="0" sldId="260"/>
            <ac:inkMk id="5" creationId="{1F102588-FAC9-C40E-715A-08058B66CE73}"/>
          </ac:inkMkLst>
        </pc:inkChg>
        <pc:inkChg chg="add del mod">
          <ac:chgData name="Lenka Kuklišová" userId="0399e331-5c69-4ab0-8875-f968d945d391" providerId="ADAL" clId="{E308AF7E-9BEE-41E9-9120-7DFE882F9959}" dt="2022-11-30T19:09:50.403" v="204"/>
          <ac:inkMkLst>
            <pc:docMk/>
            <pc:sldMk cId="0" sldId="260"/>
            <ac:inkMk id="6" creationId="{A7C4B951-F206-02C6-2F61-122400163277}"/>
          </ac:inkMkLst>
        </pc:inkChg>
        <pc:inkChg chg="add del mod">
          <ac:chgData name="Lenka Kuklišová" userId="0399e331-5c69-4ab0-8875-f968d945d391" providerId="ADAL" clId="{E308AF7E-9BEE-41E9-9120-7DFE882F9959}" dt="2022-11-30T19:09:59.776" v="207"/>
          <ac:inkMkLst>
            <pc:docMk/>
            <pc:sldMk cId="0" sldId="260"/>
            <ac:inkMk id="7" creationId="{0DE603DE-DB66-A55F-E2EB-03B48820C502}"/>
          </ac:inkMkLst>
        </pc:inkChg>
        <pc:inkChg chg="add del mod">
          <ac:chgData name="Lenka Kuklišová" userId="0399e331-5c69-4ab0-8875-f968d945d391" providerId="ADAL" clId="{E308AF7E-9BEE-41E9-9120-7DFE882F9959}" dt="2022-11-30T19:09:50.402" v="203"/>
          <ac:inkMkLst>
            <pc:docMk/>
            <pc:sldMk cId="0" sldId="260"/>
            <ac:inkMk id="9" creationId="{45BFD92E-3871-06F0-CB04-1C32AE003EB4}"/>
          </ac:inkMkLst>
        </pc:inkChg>
        <pc:inkChg chg="add del mod">
          <ac:chgData name="Lenka Kuklišová" userId="0399e331-5c69-4ab0-8875-f968d945d391" providerId="ADAL" clId="{E308AF7E-9BEE-41E9-9120-7DFE882F9959}" dt="2022-11-30T19:09:59.778" v="213"/>
          <ac:inkMkLst>
            <pc:docMk/>
            <pc:sldMk cId="0" sldId="260"/>
            <ac:inkMk id="11" creationId="{D8458D00-D8FA-C412-B49A-7E00A4F523FE}"/>
          </ac:inkMkLst>
        </pc:inkChg>
        <pc:inkChg chg="add del mod">
          <ac:chgData name="Lenka Kuklišová" userId="0399e331-5c69-4ab0-8875-f968d945d391" providerId="ADAL" clId="{E308AF7E-9BEE-41E9-9120-7DFE882F9959}" dt="2022-11-30T19:09:59.778" v="214"/>
          <ac:inkMkLst>
            <pc:docMk/>
            <pc:sldMk cId="0" sldId="260"/>
            <ac:inkMk id="12" creationId="{890EFD9E-7C8A-9070-14CE-DA5FB8109440}"/>
          </ac:inkMkLst>
        </pc:inkChg>
        <pc:inkChg chg="add del mod">
          <ac:chgData name="Lenka Kuklišová" userId="0399e331-5c69-4ab0-8875-f968d945d391" providerId="ADAL" clId="{E308AF7E-9BEE-41E9-9120-7DFE882F9959}" dt="2022-11-30T19:09:59.778" v="215"/>
          <ac:inkMkLst>
            <pc:docMk/>
            <pc:sldMk cId="0" sldId="260"/>
            <ac:inkMk id="13" creationId="{9A25D202-0325-29BD-E3BA-80A7926113DA}"/>
          </ac:inkMkLst>
        </pc:inkChg>
        <pc:inkChg chg="add del mod">
          <ac:chgData name="Lenka Kuklišová" userId="0399e331-5c69-4ab0-8875-f968d945d391" providerId="ADAL" clId="{E308AF7E-9BEE-41E9-9120-7DFE882F9959}" dt="2022-11-30T19:09:59.775" v="206"/>
          <ac:inkMkLst>
            <pc:docMk/>
            <pc:sldMk cId="0" sldId="260"/>
            <ac:inkMk id="14" creationId="{07804F45-D64B-CF39-4673-E6206B53BB46}"/>
          </ac:inkMkLst>
        </pc:inkChg>
        <pc:inkChg chg="add del mod">
          <ac:chgData name="Lenka Kuklišová" userId="0399e331-5c69-4ab0-8875-f968d945d391" providerId="ADAL" clId="{E308AF7E-9BEE-41E9-9120-7DFE882F9959}" dt="2022-11-30T19:09:59.776" v="208"/>
          <ac:inkMkLst>
            <pc:docMk/>
            <pc:sldMk cId="0" sldId="260"/>
            <ac:inkMk id="16" creationId="{AB27C057-62E2-8BE7-DE11-11224B4A4203}"/>
          </ac:inkMkLst>
        </pc:inkChg>
        <pc:inkChg chg="add del mod">
          <ac:chgData name="Lenka Kuklišová" userId="0399e331-5c69-4ab0-8875-f968d945d391" providerId="ADAL" clId="{E308AF7E-9BEE-41E9-9120-7DFE882F9959}" dt="2022-11-30T19:09:59.777" v="209"/>
          <ac:inkMkLst>
            <pc:docMk/>
            <pc:sldMk cId="0" sldId="260"/>
            <ac:inkMk id="17" creationId="{966BC30F-D7F8-1601-869F-7B0B7C83545B}"/>
          </ac:inkMkLst>
        </pc:inkChg>
        <pc:inkChg chg="add del mod">
          <ac:chgData name="Lenka Kuklišová" userId="0399e331-5c69-4ab0-8875-f968d945d391" providerId="ADAL" clId="{E308AF7E-9BEE-41E9-9120-7DFE882F9959}" dt="2022-11-30T19:09:59.777" v="211"/>
          <ac:inkMkLst>
            <pc:docMk/>
            <pc:sldMk cId="0" sldId="260"/>
            <ac:inkMk id="18" creationId="{E50A1D16-98C5-5FCE-9C70-CBFD751848AC}"/>
          </ac:inkMkLst>
        </pc:inkChg>
        <pc:inkChg chg="add del mod">
          <ac:chgData name="Lenka Kuklišová" userId="0399e331-5c69-4ab0-8875-f968d945d391" providerId="ADAL" clId="{E308AF7E-9BEE-41E9-9120-7DFE882F9959}" dt="2022-11-30T19:09:50.401" v="202"/>
          <ac:inkMkLst>
            <pc:docMk/>
            <pc:sldMk cId="0" sldId="260"/>
            <ac:inkMk id="20" creationId="{51CE3C89-3850-073E-ECF7-382886ACC79E}"/>
          </ac:inkMkLst>
        </pc:inkChg>
        <pc:inkChg chg="add del mod">
          <ac:chgData name="Lenka Kuklišová" userId="0399e331-5c69-4ab0-8875-f968d945d391" providerId="ADAL" clId="{E308AF7E-9BEE-41E9-9120-7DFE882F9959}" dt="2022-11-30T19:09:50.400" v="201"/>
          <ac:inkMkLst>
            <pc:docMk/>
            <pc:sldMk cId="0" sldId="260"/>
            <ac:inkMk id="21" creationId="{919F3385-5134-65DA-B47C-8DFBA52FF821}"/>
          </ac:inkMkLst>
        </pc:inkChg>
        <pc:inkChg chg="add del mod">
          <ac:chgData name="Lenka Kuklišová" userId="0399e331-5c69-4ab0-8875-f968d945d391" providerId="ADAL" clId="{E308AF7E-9BEE-41E9-9120-7DFE882F9959}" dt="2022-11-30T19:09:59.777" v="210"/>
          <ac:inkMkLst>
            <pc:docMk/>
            <pc:sldMk cId="0" sldId="260"/>
            <ac:inkMk id="24" creationId="{AD16AAAF-B2DB-3802-5212-024DAF7CC6C3}"/>
          </ac:inkMkLst>
        </pc:inkChg>
        <pc:inkChg chg="add del mod">
          <ac:chgData name="Lenka Kuklišová" userId="0399e331-5c69-4ab0-8875-f968d945d391" providerId="ADAL" clId="{E308AF7E-9BEE-41E9-9120-7DFE882F9959}" dt="2022-11-30T19:09:59.778" v="212"/>
          <ac:inkMkLst>
            <pc:docMk/>
            <pc:sldMk cId="0" sldId="260"/>
            <ac:inkMk id="25" creationId="{223087A6-6303-9375-340D-4E7E7A939D4B}"/>
          </ac:inkMkLst>
        </pc:inkChg>
        <pc:inkChg chg="add del mod">
          <ac:chgData name="Lenka Kuklišová" userId="0399e331-5c69-4ab0-8875-f968d945d391" providerId="ADAL" clId="{E308AF7E-9BEE-41E9-9120-7DFE882F9959}" dt="2022-11-30T19:10:31.526" v="252"/>
          <ac:inkMkLst>
            <pc:docMk/>
            <pc:sldMk cId="0" sldId="260"/>
            <ac:inkMk id="26" creationId="{0B461F5C-90E0-A85B-8FA5-AF029C68CD91}"/>
          </ac:inkMkLst>
        </pc:inkChg>
        <pc:inkChg chg="add del mod">
          <ac:chgData name="Lenka Kuklišová" userId="0399e331-5c69-4ab0-8875-f968d945d391" providerId="ADAL" clId="{E308AF7E-9BEE-41E9-9120-7DFE882F9959}" dt="2022-11-30T19:10:31.526" v="253"/>
          <ac:inkMkLst>
            <pc:docMk/>
            <pc:sldMk cId="0" sldId="260"/>
            <ac:inkMk id="27" creationId="{B49AEF51-CDC4-2B44-3A39-6B31B4908F66}"/>
          </ac:inkMkLst>
        </pc:inkChg>
        <pc:inkChg chg="add del mod">
          <ac:chgData name="Lenka Kuklišová" userId="0399e331-5c69-4ab0-8875-f968d945d391" providerId="ADAL" clId="{E308AF7E-9BEE-41E9-9120-7DFE882F9959}" dt="2022-11-30T19:10:31.519" v="237"/>
          <ac:inkMkLst>
            <pc:docMk/>
            <pc:sldMk cId="0" sldId="260"/>
            <ac:inkMk id="29" creationId="{CCE7B1DB-55C2-4FBC-0273-44E57F71F7F5}"/>
          </ac:inkMkLst>
        </pc:inkChg>
        <pc:inkChg chg="add del mod">
          <ac:chgData name="Lenka Kuklišová" userId="0399e331-5c69-4ab0-8875-f968d945d391" providerId="ADAL" clId="{E308AF7E-9BEE-41E9-9120-7DFE882F9959}" dt="2022-11-30T19:10:31.520" v="238"/>
          <ac:inkMkLst>
            <pc:docMk/>
            <pc:sldMk cId="0" sldId="260"/>
            <ac:inkMk id="30" creationId="{23AFC265-4F5B-51C1-BD8A-41175849A7F7}"/>
          </ac:inkMkLst>
        </pc:inkChg>
        <pc:inkChg chg="add del mod">
          <ac:chgData name="Lenka Kuklišová" userId="0399e331-5c69-4ab0-8875-f968d945d391" providerId="ADAL" clId="{E308AF7E-9BEE-41E9-9120-7DFE882F9959}" dt="2022-11-30T19:10:31.521" v="239"/>
          <ac:inkMkLst>
            <pc:docMk/>
            <pc:sldMk cId="0" sldId="260"/>
            <ac:inkMk id="31" creationId="{9D664A59-F015-191C-44DC-E627D33B0BFF}"/>
          </ac:inkMkLst>
        </pc:inkChg>
        <pc:inkChg chg="add del mod">
          <ac:chgData name="Lenka Kuklišová" userId="0399e331-5c69-4ab0-8875-f968d945d391" providerId="ADAL" clId="{E308AF7E-9BEE-41E9-9120-7DFE882F9959}" dt="2022-11-30T19:10:31.521" v="240"/>
          <ac:inkMkLst>
            <pc:docMk/>
            <pc:sldMk cId="0" sldId="260"/>
            <ac:inkMk id="4096" creationId="{E2D6FA7A-1EA4-6752-3E5A-60157B6F443E}"/>
          </ac:inkMkLst>
        </pc:inkChg>
        <pc:inkChg chg="add del mod">
          <ac:chgData name="Lenka Kuklišová" userId="0399e331-5c69-4ab0-8875-f968d945d391" providerId="ADAL" clId="{E308AF7E-9BEE-41E9-9120-7DFE882F9959}" dt="2022-11-30T19:10:31.522" v="241"/>
          <ac:inkMkLst>
            <pc:docMk/>
            <pc:sldMk cId="0" sldId="260"/>
            <ac:inkMk id="4097" creationId="{DCD4E82B-4FD5-FB6A-8EA8-552697A4F2D5}"/>
          </ac:inkMkLst>
        </pc:inkChg>
        <pc:inkChg chg="add del mod">
          <ac:chgData name="Lenka Kuklišová" userId="0399e331-5c69-4ab0-8875-f968d945d391" providerId="ADAL" clId="{E308AF7E-9BEE-41E9-9120-7DFE882F9959}" dt="2022-11-30T19:10:31.522" v="242"/>
          <ac:inkMkLst>
            <pc:docMk/>
            <pc:sldMk cId="0" sldId="260"/>
            <ac:inkMk id="4099" creationId="{A87775A0-2F96-BF06-30F6-11073641F711}"/>
          </ac:inkMkLst>
        </pc:inkChg>
        <pc:inkChg chg="add del mod">
          <ac:chgData name="Lenka Kuklišová" userId="0399e331-5c69-4ab0-8875-f968d945d391" providerId="ADAL" clId="{E308AF7E-9BEE-41E9-9120-7DFE882F9959}" dt="2022-11-30T19:10:31.522" v="243"/>
          <ac:inkMkLst>
            <pc:docMk/>
            <pc:sldMk cId="0" sldId="260"/>
            <ac:inkMk id="4100" creationId="{42A049E5-9AAA-FBF7-29C1-BE99897A3D2F}"/>
          </ac:inkMkLst>
        </pc:inkChg>
        <pc:inkChg chg="add del mod">
          <ac:chgData name="Lenka Kuklišová" userId="0399e331-5c69-4ab0-8875-f968d945d391" providerId="ADAL" clId="{E308AF7E-9BEE-41E9-9120-7DFE882F9959}" dt="2022-11-30T19:10:31.523" v="244"/>
          <ac:inkMkLst>
            <pc:docMk/>
            <pc:sldMk cId="0" sldId="260"/>
            <ac:inkMk id="4102" creationId="{1236916A-3711-F145-702A-A8B418058FF1}"/>
          </ac:inkMkLst>
        </pc:inkChg>
        <pc:inkChg chg="add del mod">
          <ac:chgData name="Lenka Kuklišová" userId="0399e331-5c69-4ab0-8875-f968d945d391" providerId="ADAL" clId="{E308AF7E-9BEE-41E9-9120-7DFE882F9959}" dt="2022-11-30T19:10:31.524" v="245"/>
          <ac:inkMkLst>
            <pc:docMk/>
            <pc:sldMk cId="0" sldId="260"/>
            <ac:inkMk id="4103" creationId="{77595711-D06F-6026-4282-D7D9B06D5853}"/>
          </ac:inkMkLst>
        </pc:inkChg>
        <pc:inkChg chg="add del mod">
          <ac:chgData name="Lenka Kuklišová" userId="0399e331-5c69-4ab0-8875-f968d945d391" providerId="ADAL" clId="{E308AF7E-9BEE-41E9-9120-7DFE882F9959}" dt="2022-11-30T19:10:31.524" v="246"/>
          <ac:inkMkLst>
            <pc:docMk/>
            <pc:sldMk cId="0" sldId="260"/>
            <ac:inkMk id="4104" creationId="{474D9645-1609-E62B-3F3E-700EBA02ADF7}"/>
          </ac:inkMkLst>
        </pc:inkChg>
        <pc:inkChg chg="add del mod">
          <ac:chgData name="Lenka Kuklišová" userId="0399e331-5c69-4ab0-8875-f968d945d391" providerId="ADAL" clId="{E308AF7E-9BEE-41E9-9120-7DFE882F9959}" dt="2022-11-30T19:10:31.524" v="247"/>
          <ac:inkMkLst>
            <pc:docMk/>
            <pc:sldMk cId="0" sldId="260"/>
            <ac:inkMk id="4106" creationId="{AE906FBC-6EC8-7C48-F01E-1BDD2BD4FB24}"/>
          </ac:inkMkLst>
        </pc:inkChg>
        <pc:inkChg chg="add del mod">
          <ac:chgData name="Lenka Kuklišová" userId="0399e331-5c69-4ab0-8875-f968d945d391" providerId="ADAL" clId="{E308AF7E-9BEE-41E9-9120-7DFE882F9959}" dt="2022-11-30T19:10:31.525" v="248"/>
          <ac:inkMkLst>
            <pc:docMk/>
            <pc:sldMk cId="0" sldId="260"/>
            <ac:inkMk id="4107" creationId="{EDEE683C-4743-FEDB-EEE9-FF4B9D69E119}"/>
          </ac:inkMkLst>
        </pc:inkChg>
        <pc:inkChg chg="add del mod">
          <ac:chgData name="Lenka Kuklišová" userId="0399e331-5c69-4ab0-8875-f968d945d391" providerId="ADAL" clId="{E308AF7E-9BEE-41E9-9120-7DFE882F9959}" dt="2022-11-30T19:10:31.525" v="249"/>
          <ac:inkMkLst>
            <pc:docMk/>
            <pc:sldMk cId="0" sldId="260"/>
            <ac:inkMk id="4108" creationId="{76B716FF-A1B5-1A8A-B2CD-ADAF8DC14313}"/>
          </ac:inkMkLst>
        </pc:inkChg>
        <pc:inkChg chg="add del mod">
          <ac:chgData name="Lenka Kuklišová" userId="0399e331-5c69-4ab0-8875-f968d945d391" providerId="ADAL" clId="{E308AF7E-9BEE-41E9-9120-7DFE882F9959}" dt="2022-11-30T19:10:31.525" v="250"/>
          <ac:inkMkLst>
            <pc:docMk/>
            <pc:sldMk cId="0" sldId="260"/>
            <ac:inkMk id="4109" creationId="{9B6ED157-989E-138B-609E-EF5C8EC49D69}"/>
          </ac:inkMkLst>
        </pc:inkChg>
        <pc:inkChg chg="add del mod">
          <ac:chgData name="Lenka Kuklišová" userId="0399e331-5c69-4ab0-8875-f968d945d391" providerId="ADAL" clId="{E308AF7E-9BEE-41E9-9120-7DFE882F9959}" dt="2022-11-30T19:10:31.525" v="251"/>
          <ac:inkMkLst>
            <pc:docMk/>
            <pc:sldMk cId="0" sldId="260"/>
            <ac:inkMk id="4110" creationId="{3609765D-13D2-AB16-EAD6-FC924A2EDCC2}"/>
          </ac:inkMkLst>
        </pc:inkChg>
      </pc:sldChg>
      <pc:sldChg chg="addSp delSp modSp mod">
        <pc:chgData name="Lenka Kuklišová" userId="0399e331-5c69-4ab0-8875-f968d945d391" providerId="ADAL" clId="{E308AF7E-9BEE-41E9-9120-7DFE882F9959}" dt="2022-11-30T19:26:22.074" v="807"/>
        <pc:sldMkLst>
          <pc:docMk/>
          <pc:sldMk cId="0" sldId="262"/>
        </pc:sldMkLst>
        <pc:spChg chg="mod">
          <ac:chgData name="Lenka Kuklišová" userId="0399e331-5c69-4ab0-8875-f968d945d391" providerId="ADAL" clId="{E308AF7E-9BEE-41E9-9120-7DFE882F9959}" dt="2022-11-30T19:23:05.176" v="697" actId="20577"/>
          <ac:spMkLst>
            <pc:docMk/>
            <pc:sldMk cId="0" sldId="262"/>
            <ac:spMk id="8" creationId="{B5292FAD-87A3-1036-B401-902A9B6690B0}"/>
          </ac:spMkLst>
        </pc:spChg>
        <pc:grpChg chg="del mod">
          <ac:chgData name="Lenka Kuklišová" userId="0399e331-5c69-4ab0-8875-f968d945d391" providerId="ADAL" clId="{E308AF7E-9BEE-41E9-9120-7DFE882F9959}" dt="2022-11-30T19:20:54.103" v="568"/>
          <ac:grpSpMkLst>
            <pc:docMk/>
            <pc:sldMk cId="0" sldId="262"/>
            <ac:grpSpMk id="7" creationId="{F37ED478-57E2-D94E-3A81-E123FC9B65D8}"/>
          </ac:grpSpMkLst>
        </pc:grpChg>
        <pc:grpChg chg="del mod">
          <ac:chgData name="Lenka Kuklišová" userId="0399e331-5c69-4ab0-8875-f968d945d391" providerId="ADAL" clId="{E308AF7E-9BEE-41E9-9120-7DFE882F9959}" dt="2022-11-30T19:21:08.248" v="584"/>
          <ac:grpSpMkLst>
            <pc:docMk/>
            <pc:sldMk cId="0" sldId="262"/>
            <ac:grpSpMk id="18" creationId="{26861FCA-8770-E43D-F8FF-9E0EB8B30192}"/>
          </ac:grpSpMkLst>
        </pc:grpChg>
        <pc:grpChg chg="del mod">
          <ac:chgData name="Lenka Kuklišová" userId="0399e331-5c69-4ab0-8875-f968d945d391" providerId="ADAL" clId="{E308AF7E-9BEE-41E9-9120-7DFE882F9959}" dt="2022-11-30T19:21:12.997" v="587"/>
          <ac:grpSpMkLst>
            <pc:docMk/>
            <pc:sldMk cId="0" sldId="262"/>
            <ac:grpSpMk id="24" creationId="{7D3CB6B3-BC1E-5119-E4CC-B6DD2B397A63}"/>
          </ac:grpSpMkLst>
        </pc:grpChg>
        <pc:grpChg chg="del mod">
          <ac:chgData name="Lenka Kuklišová" userId="0399e331-5c69-4ab0-8875-f968d945d391" providerId="ADAL" clId="{E308AF7E-9BEE-41E9-9120-7DFE882F9959}" dt="2022-11-30T19:21:24.591" v="600"/>
          <ac:grpSpMkLst>
            <pc:docMk/>
            <pc:sldMk cId="0" sldId="262"/>
            <ac:grpSpMk id="27" creationId="{3E36423D-584C-4CD2-A45E-35B235440835}"/>
          </ac:grpSpMkLst>
        </pc:grpChg>
        <pc:grpChg chg="del mod">
          <ac:chgData name="Lenka Kuklišová" userId="0399e331-5c69-4ab0-8875-f968d945d391" providerId="ADAL" clId="{E308AF7E-9BEE-41E9-9120-7DFE882F9959}" dt="2022-11-30T19:25:39.116" v="761"/>
          <ac:grpSpMkLst>
            <pc:docMk/>
            <pc:sldMk cId="0" sldId="262"/>
            <ac:grpSpMk id="4097" creationId="{24B46FD4-B8AB-DAC6-6549-94F1D9856FD4}"/>
          </ac:grpSpMkLst>
        </pc:grpChg>
        <pc:grpChg chg="del mod">
          <ac:chgData name="Lenka Kuklišová" userId="0399e331-5c69-4ab0-8875-f968d945d391" providerId="ADAL" clId="{E308AF7E-9BEE-41E9-9120-7DFE882F9959}" dt="2022-11-30T19:25:39.116" v="761"/>
          <ac:grpSpMkLst>
            <pc:docMk/>
            <pc:sldMk cId="0" sldId="262"/>
            <ac:grpSpMk id="4103" creationId="{32C34897-1459-F577-19BA-A7873A09E97F}"/>
          </ac:grpSpMkLst>
        </pc:grpChg>
        <pc:grpChg chg="del mod">
          <ac:chgData name="Lenka Kuklišová" userId="0399e331-5c69-4ab0-8875-f968d945d391" providerId="ADAL" clId="{E308AF7E-9BEE-41E9-9120-7DFE882F9959}" dt="2022-11-30T19:25:45.008" v="764"/>
          <ac:grpSpMkLst>
            <pc:docMk/>
            <pc:sldMk cId="0" sldId="262"/>
            <ac:grpSpMk id="4111" creationId="{818D84D0-75C3-23B0-1220-A2B4ED3E67F0}"/>
          </ac:grpSpMkLst>
        </pc:grpChg>
        <pc:grpChg chg="del mod">
          <ac:chgData name="Lenka Kuklišová" userId="0399e331-5c69-4ab0-8875-f968d945d391" providerId="ADAL" clId="{E308AF7E-9BEE-41E9-9120-7DFE882F9959}" dt="2022-11-30T19:25:45.008" v="764"/>
          <ac:grpSpMkLst>
            <pc:docMk/>
            <pc:sldMk cId="0" sldId="262"/>
            <ac:grpSpMk id="4114" creationId="{86A1E514-17FE-5AA6-EB0D-6F313EF18B49}"/>
          </ac:grpSpMkLst>
        </pc:grpChg>
        <pc:grpChg chg="del mod">
          <ac:chgData name="Lenka Kuklišová" userId="0399e331-5c69-4ab0-8875-f968d945d391" providerId="ADAL" clId="{E308AF7E-9BEE-41E9-9120-7DFE882F9959}" dt="2022-11-30T19:25:45.008" v="764"/>
          <ac:grpSpMkLst>
            <pc:docMk/>
            <pc:sldMk cId="0" sldId="262"/>
            <ac:grpSpMk id="4118" creationId="{0A23E5EB-A1DF-7429-0EDE-E38B5D0C1BB5}"/>
          </ac:grpSpMkLst>
        </pc:grpChg>
        <pc:grpChg chg="del mod">
          <ac:chgData name="Lenka Kuklišová" userId="0399e331-5c69-4ab0-8875-f968d945d391" providerId="ADAL" clId="{E308AF7E-9BEE-41E9-9120-7DFE882F9959}" dt="2022-11-30T19:25:45.008" v="764"/>
          <ac:grpSpMkLst>
            <pc:docMk/>
            <pc:sldMk cId="0" sldId="262"/>
            <ac:grpSpMk id="4124" creationId="{FF33C173-9903-0C73-BDCB-500C741AD25C}"/>
          </ac:grpSpMkLst>
        </pc:grpChg>
        <pc:grpChg chg="mod">
          <ac:chgData name="Lenka Kuklišová" userId="0399e331-5c69-4ab0-8875-f968d945d391" providerId="ADAL" clId="{E308AF7E-9BEE-41E9-9120-7DFE882F9959}" dt="2022-11-30T19:25:45.008" v="764"/>
          <ac:grpSpMkLst>
            <pc:docMk/>
            <pc:sldMk cId="0" sldId="262"/>
            <ac:grpSpMk id="4127" creationId="{F698E805-70CC-5DED-00E4-9F15E74CE507}"/>
          </ac:grpSpMkLst>
        </pc:grpChg>
        <pc:grpChg chg="del mod">
          <ac:chgData name="Lenka Kuklišová" userId="0399e331-5c69-4ab0-8875-f968d945d391" providerId="ADAL" clId="{E308AF7E-9BEE-41E9-9120-7DFE882F9959}" dt="2022-11-30T19:25:39.116" v="761"/>
          <ac:grpSpMkLst>
            <pc:docMk/>
            <pc:sldMk cId="0" sldId="262"/>
            <ac:grpSpMk id="7169" creationId="{ACFE5211-CD94-02E3-CACE-64969E798C9F}"/>
          </ac:grpSpMkLst>
        </pc:grpChg>
        <pc:grpChg chg="del mod">
          <ac:chgData name="Lenka Kuklišová" userId="0399e331-5c69-4ab0-8875-f968d945d391" providerId="ADAL" clId="{E308AF7E-9BEE-41E9-9120-7DFE882F9959}" dt="2022-11-30T19:25:45.008" v="764"/>
          <ac:grpSpMkLst>
            <pc:docMk/>
            <pc:sldMk cId="0" sldId="262"/>
            <ac:grpSpMk id="7174" creationId="{1BC8A5E2-C29B-F41E-9A0C-4B6F778AF1B2}"/>
          </ac:grpSpMkLst>
        </pc:grpChg>
        <pc:grpChg chg="del mod">
          <ac:chgData name="Lenka Kuklišová" userId="0399e331-5c69-4ab0-8875-f968d945d391" providerId="ADAL" clId="{E308AF7E-9BEE-41E9-9120-7DFE882F9959}" dt="2022-11-30T19:23:33.613" v="718"/>
          <ac:grpSpMkLst>
            <pc:docMk/>
            <pc:sldMk cId="0" sldId="262"/>
            <ac:grpSpMk id="7180" creationId="{FD35C7A9-F6B6-CAB7-785F-C9FCB562BF02}"/>
          </ac:grpSpMkLst>
        </pc:grpChg>
        <pc:grpChg chg="del mod">
          <ac:chgData name="Lenka Kuklišová" userId="0399e331-5c69-4ab0-8875-f968d945d391" providerId="ADAL" clId="{E308AF7E-9BEE-41E9-9120-7DFE882F9959}" dt="2022-11-30T19:25:39.116" v="761"/>
          <ac:grpSpMkLst>
            <pc:docMk/>
            <pc:sldMk cId="0" sldId="262"/>
            <ac:grpSpMk id="7186" creationId="{119B0B69-380C-5774-33E8-DB9F5D9688D3}"/>
          </ac:grpSpMkLst>
        </pc:grpChg>
        <pc:grpChg chg="del mod">
          <ac:chgData name="Lenka Kuklišová" userId="0399e331-5c69-4ab0-8875-f968d945d391" providerId="ADAL" clId="{E308AF7E-9BEE-41E9-9120-7DFE882F9959}" dt="2022-11-30T19:25:45.008" v="764"/>
          <ac:grpSpMkLst>
            <pc:docMk/>
            <pc:sldMk cId="0" sldId="262"/>
            <ac:grpSpMk id="7191" creationId="{CBCAA5C9-9F16-E188-41D5-015DD4DA608A}"/>
          </ac:grpSpMkLst>
        </pc:grpChg>
        <pc:grpChg chg="del mod">
          <ac:chgData name="Lenka Kuklišová" userId="0399e331-5c69-4ab0-8875-f968d945d391" providerId="ADAL" clId="{E308AF7E-9BEE-41E9-9120-7DFE882F9959}" dt="2022-11-30T19:25:45.008" v="764"/>
          <ac:grpSpMkLst>
            <pc:docMk/>
            <pc:sldMk cId="0" sldId="262"/>
            <ac:grpSpMk id="7196" creationId="{BB8762CC-F4DF-CB02-79E1-21D3DED2DB63}"/>
          </ac:grpSpMkLst>
        </pc:grpChg>
        <pc:grpChg chg="del mod">
          <ac:chgData name="Lenka Kuklišová" userId="0399e331-5c69-4ab0-8875-f968d945d391" providerId="ADAL" clId="{E308AF7E-9BEE-41E9-9120-7DFE882F9959}" dt="2022-11-30T19:26:15.721" v="793"/>
          <ac:grpSpMkLst>
            <pc:docMk/>
            <pc:sldMk cId="0" sldId="262"/>
            <ac:grpSpMk id="7207" creationId="{67C53F27-A312-C0A8-3951-52DE473AC279}"/>
          </ac:grpSpMkLst>
        </pc:grpChg>
        <pc:grpChg chg="del mod">
          <ac:chgData name="Lenka Kuklišová" userId="0399e331-5c69-4ab0-8875-f968d945d391" providerId="ADAL" clId="{E308AF7E-9BEE-41E9-9120-7DFE882F9959}" dt="2022-11-30T19:26:22.074" v="807"/>
          <ac:grpSpMkLst>
            <pc:docMk/>
            <pc:sldMk cId="0" sldId="262"/>
            <ac:grpSpMk id="7224" creationId="{334B13B8-A6E6-2D4D-4111-542A043A35FD}"/>
          </ac:grpSpMkLst>
        </pc:grpChg>
        <pc:grpChg chg="mod">
          <ac:chgData name="Lenka Kuklišová" userId="0399e331-5c69-4ab0-8875-f968d945d391" providerId="ADAL" clId="{E308AF7E-9BEE-41E9-9120-7DFE882F9959}" dt="2022-11-30T19:26:22.074" v="807"/>
          <ac:grpSpMkLst>
            <pc:docMk/>
            <pc:sldMk cId="0" sldId="262"/>
            <ac:grpSpMk id="7238" creationId="{4F615870-B800-7882-74F0-D3D49895B880}"/>
          </ac:grpSpMkLst>
        </pc:grpChg>
        <pc:inkChg chg="add del mod">
          <ac:chgData name="Lenka Kuklišová" userId="0399e331-5c69-4ab0-8875-f968d945d391" providerId="ADAL" clId="{E308AF7E-9BEE-41E9-9120-7DFE882F9959}" dt="2022-11-30T19:20:54.104" v="569"/>
          <ac:inkMkLst>
            <pc:docMk/>
            <pc:sldMk cId="0" sldId="262"/>
            <ac:inkMk id="5" creationId="{FA08F8C0-184E-F242-6518-4CD96F7CC968}"/>
          </ac:inkMkLst>
        </pc:inkChg>
        <pc:inkChg chg="add del mod">
          <ac:chgData name="Lenka Kuklišová" userId="0399e331-5c69-4ab0-8875-f968d945d391" providerId="ADAL" clId="{E308AF7E-9BEE-41E9-9120-7DFE882F9959}" dt="2022-11-30T19:20:54.103" v="568"/>
          <ac:inkMkLst>
            <pc:docMk/>
            <pc:sldMk cId="0" sldId="262"/>
            <ac:inkMk id="6" creationId="{1AAB7C09-0B54-8B95-5F76-2A42CDA54C04}"/>
          </ac:inkMkLst>
        </pc:inkChg>
        <pc:inkChg chg="add del">
          <ac:chgData name="Lenka Kuklišová" userId="0399e331-5c69-4ab0-8875-f968d945d391" providerId="ADAL" clId="{E308AF7E-9BEE-41E9-9120-7DFE882F9959}" dt="2022-11-30T19:21:24.590" v="597"/>
          <ac:inkMkLst>
            <pc:docMk/>
            <pc:sldMk cId="0" sldId="262"/>
            <ac:inkMk id="9" creationId="{DBE5B994-01A1-127E-C5B0-47E17E397294}"/>
          </ac:inkMkLst>
        </pc:inkChg>
        <pc:inkChg chg="add del">
          <ac:chgData name="Lenka Kuklišová" userId="0399e331-5c69-4ab0-8875-f968d945d391" providerId="ADAL" clId="{E308AF7E-9BEE-41E9-9120-7DFE882F9959}" dt="2022-11-30T19:21:24.590" v="599"/>
          <ac:inkMkLst>
            <pc:docMk/>
            <pc:sldMk cId="0" sldId="262"/>
            <ac:inkMk id="10" creationId="{BF67634E-DDDF-0ECE-A799-DF2E1769CA49}"/>
          </ac:inkMkLst>
        </pc:inkChg>
        <pc:inkChg chg="add del mod">
          <ac:chgData name="Lenka Kuklišová" userId="0399e331-5c69-4ab0-8875-f968d945d391" providerId="ADAL" clId="{E308AF7E-9BEE-41E9-9120-7DFE882F9959}" dt="2022-11-30T19:21:24.586" v="591"/>
          <ac:inkMkLst>
            <pc:docMk/>
            <pc:sldMk cId="0" sldId="262"/>
            <ac:inkMk id="11" creationId="{7418B008-1CDF-5E11-2566-B2C873B0AC39}"/>
          </ac:inkMkLst>
        </pc:inkChg>
        <pc:inkChg chg="add del mod">
          <ac:chgData name="Lenka Kuklišová" userId="0399e331-5c69-4ab0-8875-f968d945d391" providerId="ADAL" clId="{E308AF7E-9BEE-41E9-9120-7DFE882F9959}" dt="2022-11-30T19:21:24.589" v="596"/>
          <ac:inkMkLst>
            <pc:docMk/>
            <pc:sldMk cId="0" sldId="262"/>
            <ac:inkMk id="12" creationId="{B3F3E9F6-A885-8D95-0355-C37A67FF7858}"/>
          </ac:inkMkLst>
        </pc:inkChg>
        <pc:inkChg chg="add del mod">
          <ac:chgData name="Lenka Kuklišová" userId="0399e331-5c69-4ab0-8875-f968d945d391" providerId="ADAL" clId="{E308AF7E-9BEE-41E9-9120-7DFE882F9959}" dt="2022-11-30T19:21:24.566" v="588"/>
          <ac:inkMkLst>
            <pc:docMk/>
            <pc:sldMk cId="0" sldId="262"/>
            <ac:inkMk id="13" creationId="{5546A613-B265-9AA7-4F38-0D4A439AC734}"/>
          </ac:inkMkLst>
        </pc:inkChg>
        <pc:inkChg chg="add del mod">
          <ac:chgData name="Lenka Kuklišová" userId="0399e331-5c69-4ab0-8875-f968d945d391" providerId="ADAL" clId="{E308AF7E-9BEE-41E9-9120-7DFE882F9959}" dt="2022-11-30T19:21:24.590" v="598"/>
          <ac:inkMkLst>
            <pc:docMk/>
            <pc:sldMk cId="0" sldId="262"/>
            <ac:inkMk id="14" creationId="{4D3D7BE7-1D2D-4F7C-B42A-98D35141F875}"/>
          </ac:inkMkLst>
        </pc:inkChg>
        <pc:inkChg chg="add del mod">
          <ac:chgData name="Lenka Kuklišová" userId="0399e331-5c69-4ab0-8875-f968d945d391" providerId="ADAL" clId="{E308AF7E-9BEE-41E9-9120-7DFE882F9959}" dt="2022-11-30T19:21:24.588" v="593"/>
          <ac:inkMkLst>
            <pc:docMk/>
            <pc:sldMk cId="0" sldId="262"/>
            <ac:inkMk id="15" creationId="{AEFE5850-EC5A-0FA4-5D6D-80371CE96FCF}"/>
          </ac:inkMkLst>
        </pc:inkChg>
        <pc:inkChg chg="add del mod">
          <ac:chgData name="Lenka Kuklišová" userId="0399e331-5c69-4ab0-8875-f968d945d391" providerId="ADAL" clId="{E308AF7E-9BEE-41E9-9120-7DFE882F9959}" dt="2022-11-30T19:21:24.583" v="589"/>
          <ac:inkMkLst>
            <pc:docMk/>
            <pc:sldMk cId="0" sldId="262"/>
            <ac:inkMk id="16" creationId="{D3E7B80D-B31F-DB9B-0A3C-34CE153B4FCB}"/>
          </ac:inkMkLst>
        </pc:inkChg>
        <pc:inkChg chg="add del mod">
          <ac:chgData name="Lenka Kuklišová" userId="0399e331-5c69-4ab0-8875-f968d945d391" providerId="ADAL" clId="{E308AF7E-9BEE-41E9-9120-7DFE882F9959}" dt="2022-11-30T19:21:24.591" v="600"/>
          <ac:inkMkLst>
            <pc:docMk/>
            <pc:sldMk cId="0" sldId="262"/>
            <ac:inkMk id="17" creationId="{5008E23F-5E1D-21F9-5CBA-01768C5E6466}"/>
          </ac:inkMkLst>
        </pc:inkChg>
        <pc:inkChg chg="add del mod">
          <ac:chgData name="Lenka Kuklišová" userId="0399e331-5c69-4ab0-8875-f968d945d391" providerId="ADAL" clId="{E308AF7E-9BEE-41E9-9120-7DFE882F9959}" dt="2022-11-30T19:21:24.591" v="601"/>
          <ac:inkMkLst>
            <pc:docMk/>
            <pc:sldMk cId="0" sldId="262"/>
            <ac:inkMk id="19" creationId="{0A333C42-A7FC-50B8-91BD-DB519A5AAD17}"/>
          </ac:inkMkLst>
        </pc:inkChg>
        <pc:inkChg chg="add del mod">
          <ac:chgData name="Lenka Kuklišová" userId="0399e331-5c69-4ab0-8875-f968d945d391" providerId="ADAL" clId="{E308AF7E-9BEE-41E9-9120-7DFE882F9959}" dt="2022-11-30T19:21:24.588" v="592"/>
          <ac:inkMkLst>
            <pc:docMk/>
            <pc:sldMk cId="0" sldId="262"/>
            <ac:inkMk id="20" creationId="{9C5E0181-CB60-8A34-563D-CED9E6883DC0}"/>
          </ac:inkMkLst>
        </pc:inkChg>
        <pc:inkChg chg="add del mod">
          <ac:chgData name="Lenka Kuklišová" userId="0399e331-5c69-4ab0-8875-f968d945d391" providerId="ADAL" clId="{E308AF7E-9BEE-41E9-9120-7DFE882F9959}" dt="2022-11-30T19:21:24.589" v="594"/>
          <ac:inkMkLst>
            <pc:docMk/>
            <pc:sldMk cId="0" sldId="262"/>
            <ac:inkMk id="21" creationId="{F0DBB511-042F-85EA-76B8-DA1B8C1370AA}"/>
          </ac:inkMkLst>
        </pc:inkChg>
        <pc:inkChg chg="add del mod">
          <ac:chgData name="Lenka Kuklišová" userId="0399e331-5c69-4ab0-8875-f968d945d391" providerId="ADAL" clId="{E308AF7E-9BEE-41E9-9120-7DFE882F9959}" dt="2022-11-30T19:21:24.589" v="595"/>
          <ac:inkMkLst>
            <pc:docMk/>
            <pc:sldMk cId="0" sldId="262"/>
            <ac:inkMk id="23" creationId="{CDE29E19-E75E-191A-4C87-C30E2FB046ED}"/>
          </ac:inkMkLst>
        </pc:inkChg>
        <pc:inkChg chg="add del mod">
          <ac:chgData name="Lenka Kuklišová" userId="0399e331-5c69-4ab0-8875-f968d945d391" providerId="ADAL" clId="{E308AF7E-9BEE-41E9-9120-7DFE882F9959}" dt="2022-11-30T19:21:24.584" v="590"/>
          <ac:inkMkLst>
            <pc:docMk/>
            <pc:sldMk cId="0" sldId="262"/>
            <ac:inkMk id="25" creationId="{06995FD5-BB19-3E4D-A425-EE2B8EBC069E}"/>
          </ac:inkMkLst>
        </pc:inkChg>
        <pc:inkChg chg="add del">
          <ac:chgData name="Lenka Kuklišová" userId="0399e331-5c69-4ab0-8875-f968d945d391" providerId="ADAL" clId="{E308AF7E-9BEE-41E9-9120-7DFE882F9959}" dt="2022-11-30T19:21:24.591" v="602"/>
          <ac:inkMkLst>
            <pc:docMk/>
            <pc:sldMk cId="0" sldId="262"/>
            <ac:inkMk id="26" creationId="{F2FCC607-B837-D781-7DEA-AA8C9F250E0C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28" creationId="{B47AEE9D-02DD-F83D-727B-C3EC6ED72525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29" creationId="{54A40445-D96C-48B0-2E2B-019A7A3D2E79}"/>
          </ac:inkMkLst>
        </pc:inkChg>
        <pc:inkChg chg="add del mod">
          <ac:chgData name="Lenka Kuklišová" userId="0399e331-5c69-4ab0-8875-f968d945d391" providerId="ADAL" clId="{E308AF7E-9BEE-41E9-9120-7DFE882F9959}" dt="2022-11-30T19:23:37.137" v="719"/>
          <ac:inkMkLst>
            <pc:docMk/>
            <pc:sldMk cId="0" sldId="262"/>
            <ac:inkMk id="30" creationId="{2C4F5F31-BD80-D307-6190-F7078375BDBF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31" creationId="{81DCF4CE-42E8-8991-809B-9479EDC97918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096" creationId="{89B507F5-2F83-F844-9E13-63E35B095C60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099" creationId="{B8571380-1CFF-2E93-BD64-03FFE59AAC5E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00" creationId="{55EF06EA-0F58-BAE7-5681-C0B84F4C34C1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01" creationId="{7A1B35BA-81CA-8CB4-6457-4F15ABDFD4E1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02" creationId="{BBB60C48-826F-3809-360B-9369C5375CC4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04" creationId="{8506000B-21AB-4A45-F177-6602E29B9FB8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05" creationId="{31713736-FBAD-AF07-EDBE-CD41E7AAB3EF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06" creationId="{66A80749-6BFD-FC3C-CE1B-9C59954BB552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07" creationId="{AD3EB028-66AF-40D3-226B-7B3687752E81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08" creationId="{AB8266BE-8991-DBC5-3DE2-21DDE098635E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09" creationId="{4F9C4568-B61C-467E-BB59-BD90309E3792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10" creationId="{E51C5663-8B55-BDD4-9900-B32676E4FB63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12" creationId="{B1E64E56-C4AC-47DA-4F5C-14B0380C089D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13" creationId="{2EC5008B-B19A-E399-B98F-B436768B191A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15" creationId="{C5159FB9-C14E-9662-2C52-3EBED7EB3018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16" creationId="{831D25FF-33F7-4383-3F5B-31A97F249C92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17" creationId="{C893DC11-6C07-64F3-8893-065703D884A2}"/>
          </ac:inkMkLst>
        </pc:inkChg>
        <pc:inkChg chg="add">
          <ac:chgData name="Lenka Kuklišová" userId="0399e331-5c69-4ab0-8875-f968d945d391" providerId="ADAL" clId="{E308AF7E-9BEE-41E9-9120-7DFE882F9959}" dt="2022-11-30T19:25:01.695" v="756" actId="9405"/>
          <ac:inkMkLst>
            <pc:docMk/>
            <pc:sldMk cId="0" sldId="262"/>
            <ac:inkMk id="4119" creationId="{6EA59F4D-5DB1-99F7-3993-B9BE601DCA6B}"/>
          </ac:inkMkLst>
        </pc:inkChg>
        <pc:inkChg chg="add">
          <ac:chgData name="Lenka Kuklišová" userId="0399e331-5c69-4ab0-8875-f968d945d391" providerId="ADAL" clId="{E308AF7E-9BEE-41E9-9120-7DFE882F9959}" dt="2022-11-30T19:25:04.994" v="757" actId="9405"/>
          <ac:inkMkLst>
            <pc:docMk/>
            <pc:sldMk cId="0" sldId="262"/>
            <ac:inkMk id="4120" creationId="{918D04E9-576F-9E50-44C0-09B55881D42F}"/>
          </ac:inkMkLst>
        </pc:inkChg>
        <pc:inkChg chg="add">
          <ac:chgData name="Lenka Kuklišová" userId="0399e331-5c69-4ab0-8875-f968d945d391" providerId="ADAL" clId="{E308AF7E-9BEE-41E9-9120-7DFE882F9959}" dt="2022-11-30T19:25:07.125" v="758" actId="9405"/>
          <ac:inkMkLst>
            <pc:docMk/>
            <pc:sldMk cId="0" sldId="262"/>
            <ac:inkMk id="4121" creationId="{D42B00CD-2BD2-F944-F1AB-726F4D213380}"/>
          </ac:inkMkLst>
        </pc:inkChg>
        <pc:inkChg chg="add">
          <ac:chgData name="Lenka Kuklišová" userId="0399e331-5c69-4ab0-8875-f968d945d391" providerId="ADAL" clId="{E308AF7E-9BEE-41E9-9120-7DFE882F9959}" dt="2022-11-30T19:25:31.307" v="759" actId="9405"/>
          <ac:inkMkLst>
            <pc:docMk/>
            <pc:sldMk cId="0" sldId="262"/>
            <ac:inkMk id="4122" creationId="{2FDF5589-FC9E-8FBB-54A2-B7EF5865D9EC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23" creationId="{F5A17BB7-E54D-DD00-744C-A9CA9B4BFD1B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25" creationId="{0A89FE87-2FB6-6A35-02EA-D41E24CFC772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4126" creationId="{C6334B66-96BD-2456-498B-03393A07EB5D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68" creationId="{A1D8EA62-C4CA-447B-C62E-F4CD4EC83897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70" creationId="{B150F032-6A39-1472-359E-1892F6A27996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73" creationId="{50017A6E-109A-08ED-C2E3-27B546B69DEF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75" creationId="{09207F06-9382-C1C4-F434-80C6E63C62E9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76" creationId="{4B51F4CE-80B2-479C-E60E-9A2F16EC698B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77" creationId="{FBC42272-81C7-719F-8FCC-B3D8CA5EAB21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78" creationId="{286374DB-F838-851D-CB7D-906F25DF3BB7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79" creationId="{FE540DA7-E213-9AF6-7DF1-6749CAF29C9C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81" creationId="{406E3183-A771-C556-DEA5-8940E7282A17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82" creationId="{5FA869E4-45B3-4C2C-D8D5-B9544FD1D5F8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83" creationId="{589C6D56-4520-E784-A38A-1376B6D372F3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84" creationId="{14169403-5436-7157-BD71-C603F0BF2CC8}"/>
          </ac:inkMkLst>
        </pc:inkChg>
        <pc:inkChg chg="add del">
          <ac:chgData name="Lenka Kuklišová" userId="0399e331-5c69-4ab0-8875-f968d945d391" providerId="ADAL" clId="{E308AF7E-9BEE-41E9-9120-7DFE882F9959}" dt="2022-11-30T19:23:39.141" v="720"/>
          <ac:inkMkLst>
            <pc:docMk/>
            <pc:sldMk cId="0" sldId="262"/>
            <ac:inkMk id="7185" creationId="{22F797CE-4D6E-60AB-28BB-D433F3BD1BCD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87" creationId="{9EE6D931-511E-F604-52E4-DE06025E8AB6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88" creationId="{281F16D5-A5F6-CAD9-D7F2-265E623CC72A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89" creationId="{5E202979-F775-8539-FFBF-7F8F95C346BF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90" creationId="{0E8CEF41-DC16-1183-4F63-42EC05847E9C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92" creationId="{6E0E9EB6-A27B-A602-0B49-F2BD24A078A1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93" creationId="{9B7C897A-7452-2C01-54B1-F1CDE95172B7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94" creationId="{87D11FF6-FD05-420D-6CD6-7B16E6F0AAB4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95" creationId="{4D74625F-8F0C-81F1-2026-51E8F678F084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97" creationId="{7860A739-2ACA-2D97-8888-CED1550B9DCE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98" creationId="{959082CF-913B-D49F-823B-516E9E91DADA}"/>
          </ac:inkMkLst>
        </pc:inkChg>
        <pc:inkChg chg="add mod">
          <ac:chgData name="Lenka Kuklišová" userId="0399e331-5c69-4ab0-8875-f968d945d391" providerId="ADAL" clId="{E308AF7E-9BEE-41E9-9120-7DFE882F9959}" dt="2022-11-30T19:25:45.008" v="764"/>
          <ac:inkMkLst>
            <pc:docMk/>
            <pc:sldMk cId="0" sldId="262"/>
            <ac:inkMk id="7199" creationId="{800FDC94-95D4-3AB6-75AE-1BF091CC5828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00" creationId="{E007503B-CFA7-0EB4-5730-2E3CFC7276E6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01" creationId="{1FE1CF9E-D61D-A145-5B4A-1D42B24DB223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02" creationId="{4C52411C-D0CE-0440-3435-A4A6B365770A}"/>
          </ac:inkMkLst>
        </pc:inkChg>
        <pc:inkChg chg="add del mod">
          <ac:chgData name="Lenka Kuklišová" userId="0399e331-5c69-4ab0-8875-f968d945d391" providerId="ADAL" clId="{E308AF7E-9BEE-41E9-9120-7DFE882F9959}" dt="2022-11-30T19:26:07.332" v="776"/>
          <ac:inkMkLst>
            <pc:docMk/>
            <pc:sldMk cId="0" sldId="262"/>
            <ac:inkMk id="7203" creationId="{0903F536-FBF2-C7B2-BBBB-FEAE5E533CE0}"/>
          </ac:inkMkLst>
        </pc:inkChg>
        <pc:inkChg chg="add del mod">
          <ac:chgData name="Lenka Kuklišová" userId="0399e331-5c69-4ab0-8875-f968d945d391" providerId="ADAL" clId="{E308AF7E-9BEE-41E9-9120-7DFE882F9959}" dt="2022-11-30T19:26:07.332" v="775"/>
          <ac:inkMkLst>
            <pc:docMk/>
            <pc:sldMk cId="0" sldId="262"/>
            <ac:inkMk id="7204" creationId="{7CC591E4-C709-3B09-3429-79A8901E9284}"/>
          </ac:inkMkLst>
        </pc:inkChg>
        <pc:inkChg chg="add del mod">
          <ac:chgData name="Lenka Kuklišová" userId="0399e331-5c69-4ab0-8875-f968d945d391" providerId="ADAL" clId="{E308AF7E-9BEE-41E9-9120-7DFE882F9959}" dt="2022-11-30T19:26:07.350" v="777"/>
          <ac:inkMkLst>
            <pc:docMk/>
            <pc:sldMk cId="0" sldId="262"/>
            <ac:inkMk id="7205" creationId="{4527573F-DA5E-28A0-49B9-81A5D5A62E3F}"/>
          </ac:inkMkLst>
        </pc:inkChg>
        <pc:inkChg chg="add del mod">
          <ac:chgData name="Lenka Kuklišová" userId="0399e331-5c69-4ab0-8875-f968d945d391" providerId="ADAL" clId="{E308AF7E-9BEE-41E9-9120-7DFE882F9959}" dt="2022-11-30T19:26:07.330" v="774"/>
          <ac:inkMkLst>
            <pc:docMk/>
            <pc:sldMk cId="0" sldId="262"/>
            <ac:inkMk id="7206" creationId="{5193F1BC-6D1A-499D-D592-2002A0AB47DF}"/>
          </ac:inkMkLst>
        </pc:inkChg>
        <pc:inkChg chg="add">
          <ac:chgData name="Lenka Kuklišová" userId="0399e331-5c69-4ab0-8875-f968d945d391" providerId="ADAL" clId="{E308AF7E-9BEE-41E9-9120-7DFE882F9959}" dt="2022-11-30T19:26:05.443" v="773" actId="9405"/>
          <ac:inkMkLst>
            <pc:docMk/>
            <pc:sldMk cId="0" sldId="262"/>
            <ac:inkMk id="7208" creationId="{B41BF61C-7387-7835-184F-4632B4A9B57F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09" creationId="{E98CDD55-0886-CF7F-357F-7E4E3998D91B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0" creationId="{176BFC85-E521-4946-8D6B-68C1029B524A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1" creationId="{F4DE29D6-B401-F13D-FA3A-0D2BB5F44356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2" creationId="{4465163C-04BE-658B-454E-396E5B69856D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3" creationId="{C531A0E2-1DE8-4025-647A-8D28DFAB3882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4" creationId="{6CA177E3-A82E-595C-FD1C-6BA7B141F1DA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5" creationId="{B317ECB5-1CF4-95D9-CFF0-D7E1FD39BD3A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6" creationId="{CD19834E-E839-1516-B044-BBCE563F94DD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7" creationId="{D5CD4E49-A8F8-F5E8-EEAA-8BA7D3A4F443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8" creationId="{B38872A9-DDC9-2C53-9CFD-CE51B798071F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19" creationId="{342A9C8E-1A2B-E557-085F-98DC9E880E2D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20" creationId="{7F93686C-861E-3B50-6240-0EFCD413657D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21" creationId="{6B64308F-A376-1FA3-0F39-C0C93BF15621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22" creationId="{1621C1B2-0257-D7AB-E1AD-F76CD169D07B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23" creationId="{CAF421EB-6217-B656-9A36-BB8691D704E7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25" creationId="{C82A174A-B97F-98DC-C9EF-D5FC72C112B4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26" creationId="{FE7854D8-62E0-4D1B-2213-69E57DB9B1CF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27" creationId="{7D8F5B9C-4499-DA59-E60E-CFD8E7714732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28" creationId="{B9421838-3764-D1B3-612E-704DA9437904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29" creationId="{97A287FA-644F-E4F2-7F20-EE34F1B1AAD5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30" creationId="{FB28B8BE-6C89-AD43-5B62-BCA5612025AF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31" creationId="{CB364459-6EE9-8782-EB5F-B8760BA1D135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32" creationId="{8ED82829-96B6-AE29-D703-888AEEE6EB5F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33" creationId="{AA03ADA6-7272-CABD-2152-8B3FA7FF2B51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34" creationId="{8253DDEF-6D6A-D6DB-3A33-6F7409437606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35" creationId="{60F665DE-5B47-20A7-E960-0F8B77C17279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36" creationId="{E15C9526-9052-6943-1BE6-20C4602D453B}"/>
          </ac:inkMkLst>
        </pc:inkChg>
        <pc:inkChg chg="add mod">
          <ac:chgData name="Lenka Kuklišová" userId="0399e331-5c69-4ab0-8875-f968d945d391" providerId="ADAL" clId="{E308AF7E-9BEE-41E9-9120-7DFE882F9959}" dt="2022-11-30T19:26:22.074" v="807"/>
          <ac:inkMkLst>
            <pc:docMk/>
            <pc:sldMk cId="0" sldId="262"/>
            <ac:inkMk id="7237" creationId="{9B4A0EF3-8AB2-5EA9-3861-DABAA0BAC3C4}"/>
          </ac:inkMkLst>
        </pc:inkChg>
      </pc:sldChg>
      <pc:sldChg chg="addSp delSp modSp new mod">
        <pc:chgData name="Lenka Kuklišová" userId="0399e331-5c69-4ab0-8875-f968d945d391" providerId="ADAL" clId="{E308AF7E-9BEE-41E9-9120-7DFE882F9959}" dt="2022-11-30T19:08:27.533" v="180" actId="9405"/>
        <pc:sldMkLst>
          <pc:docMk/>
          <pc:sldMk cId="4043674595" sldId="265"/>
        </pc:sldMkLst>
        <pc:grpChg chg="del mod">
          <ac:chgData name="Lenka Kuklišová" userId="0399e331-5c69-4ab0-8875-f968d945d391" providerId="ADAL" clId="{E308AF7E-9BEE-41E9-9120-7DFE882F9959}" dt="2022-11-30T19:01:59.860" v="39"/>
          <ac:grpSpMkLst>
            <pc:docMk/>
            <pc:sldMk cId="4043674595" sldId="265"/>
            <ac:grpSpMk id="11" creationId="{DBDBEEE4-56FE-344A-6165-FACBEEFAC486}"/>
          </ac:grpSpMkLst>
        </pc:grpChg>
        <pc:grpChg chg="del mod">
          <ac:chgData name="Lenka Kuklišová" userId="0399e331-5c69-4ab0-8875-f968d945d391" providerId="ADAL" clId="{E308AF7E-9BEE-41E9-9120-7DFE882F9959}" dt="2022-11-30T19:02:05.353" v="42"/>
          <ac:grpSpMkLst>
            <pc:docMk/>
            <pc:sldMk cId="4043674595" sldId="265"/>
            <ac:grpSpMk id="14" creationId="{730328CB-8DD6-9DE3-30DB-3CD9B12FC6BC}"/>
          </ac:grpSpMkLst>
        </pc:grpChg>
        <pc:grpChg chg="del mod">
          <ac:chgData name="Lenka Kuklišová" userId="0399e331-5c69-4ab0-8875-f968d945d391" providerId="ADAL" clId="{E308AF7E-9BEE-41E9-9120-7DFE882F9959}" dt="2022-11-30T19:02:07.208" v="44"/>
          <ac:grpSpMkLst>
            <pc:docMk/>
            <pc:sldMk cId="4043674595" sldId="265"/>
            <ac:grpSpMk id="17" creationId="{06606340-0443-DAC0-5087-484AC348DE78}"/>
          </ac:grpSpMkLst>
        </pc:grpChg>
        <pc:grpChg chg="del mod">
          <ac:chgData name="Lenka Kuklišová" userId="0399e331-5c69-4ab0-8875-f968d945d391" providerId="ADAL" clId="{E308AF7E-9BEE-41E9-9120-7DFE882F9959}" dt="2022-11-30T19:02:30.266" v="56"/>
          <ac:grpSpMkLst>
            <pc:docMk/>
            <pc:sldMk cId="4043674595" sldId="265"/>
            <ac:grpSpMk id="19" creationId="{3EBB549E-0505-671D-4BE6-1CA7392B3C34}"/>
          </ac:grpSpMkLst>
        </pc:grpChg>
        <pc:grpChg chg="mod">
          <ac:chgData name="Lenka Kuklišová" userId="0399e331-5c69-4ab0-8875-f968d945d391" providerId="ADAL" clId="{E308AF7E-9BEE-41E9-9120-7DFE882F9959}" dt="2022-11-30T19:02:13.585" v="49"/>
          <ac:grpSpMkLst>
            <pc:docMk/>
            <pc:sldMk cId="4043674595" sldId="265"/>
            <ac:grpSpMk id="22" creationId="{0FBE44C2-7E3D-59F4-EDF2-CBDC36E3811B}"/>
          </ac:grpSpMkLst>
        </pc:grpChg>
        <pc:grpChg chg="mod">
          <ac:chgData name="Lenka Kuklišová" userId="0399e331-5c69-4ab0-8875-f968d945d391" providerId="ADAL" clId="{E308AF7E-9BEE-41E9-9120-7DFE882F9959}" dt="2022-11-30T19:02:27.218" v="54"/>
          <ac:grpSpMkLst>
            <pc:docMk/>
            <pc:sldMk cId="4043674595" sldId="265"/>
            <ac:grpSpMk id="25" creationId="{6444B8DE-8EB4-F3A3-0830-0222DA0AFF77}"/>
          </ac:grpSpMkLst>
        </pc:grpChg>
        <pc:grpChg chg="del mod">
          <ac:chgData name="Lenka Kuklišová" userId="0399e331-5c69-4ab0-8875-f968d945d391" providerId="ADAL" clId="{E308AF7E-9BEE-41E9-9120-7DFE882F9959}" dt="2022-11-30T19:06:52.859" v="122"/>
          <ac:grpSpMkLst>
            <pc:docMk/>
            <pc:sldMk cId="4043674595" sldId="265"/>
            <ac:grpSpMk id="27" creationId="{F962B34D-5711-8192-99CA-4FC72FECE609}"/>
          </ac:grpSpMkLst>
        </pc:grpChg>
        <pc:grpChg chg="del mod">
          <ac:chgData name="Lenka Kuklišová" userId="0399e331-5c69-4ab0-8875-f968d945d391" providerId="ADAL" clId="{E308AF7E-9BEE-41E9-9120-7DFE882F9959}" dt="2022-11-30T19:05:48.821" v="94"/>
          <ac:grpSpMkLst>
            <pc:docMk/>
            <pc:sldMk cId="4043674595" sldId="265"/>
            <ac:grpSpMk id="33" creationId="{702ADF1D-C957-001F-BFB9-87D07DDCD19F}"/>
          </ac:grpSpMkLst>
        </pc:grpChg>
        <pc:grpChg chg="del mod">
          <ac:chgData name="Lenka Kuklišová" userId="0399e331-5c69-4ab0-8875-f968d945d391" providerId="ADAL" clId="{E308AF7E-9BEE-41E9-9120-7DFE882F9959}" dt="2022-11-30T19:05:48.821" v="94"/>
          <ac:grpSpMkLst>
            <pc:docMk/>
            <pc:sldMk cId="4043674595" sldId="265"/>
            <ac:grpSpMk id="39" creationId="{0D7C4F4A-E00E-464C-326C-C75732C351A0}"/>
          </ac:grpSpMkLst>
        </pc:grpChg>
        <pc:grpChg chg="mod">
          <ac:chgData name="Lenka Kuklišová" userId="0399e331-5c69-4ab0-8875-f968d945d391" providerId="ADAL" clId="{E308AF7E-9BEE-41E9-9120-7DFE882F9959}" dt="2022-11-30T19:02:50.562" v="74"/>
          <ac:grpSpMkLst>
            <pc:docMk/>
            <pc:sldMk cId="4043674595" sldId="265"/>
            <ac:grpSpMk id="45" creationId="{00EAEB30-355D-3D08-B78E-44B6B87507BD}"/>
          </ac:grpSpMkLst>
        </pc:grpChg>
        <pc:grpChg chg="del mod">
          <ac:chgData name="Lenka Kuklišová" userId="0399e331-5c69-4ab0-8875-f968d945d391" providerId="ADAL" clId="{E308AF7E-9BEE-41E9-9120-7DFE882F9959}" dt="2022-11-30T19:05:42.860" v="92"/>
          <ac:grpSpMkLst>
            <pc:docMk/>
            <pc:sldMk cId="4043674595" sldId="265"/>
            <ac:grpSpMk id="59" creationId="{371BA1A3-32D2-38C1-31B3-0372E1AB845D}"/>
          </ac:grpSpMkLst>
        </pc:grpChg>
        <pc:grpChg chg="mod">
          <ac:chgData name="Lenka Kuklišová" userId="0399e331-5c69-4ab0-8875-f968d945d391" providerId="ADAL" clId="{E308AF7E-9BEE-41E9-9120-7DFE882F9959}" dt="2022-11-30T19:06:23.990" v="104"/>
          <ac:grpSpMkLst>
            <pc:docMk/>
            <pc:sldMk cId="4043674595" sldId="265"/>
            <ac:grpSpMk id="61" creationId="{BA8B7396-11AC-4D76-2943-BEF84B8A2E07}"/>
          </ac:grpSpMkLst>
        </pc:grpChg>
        <pc:grpChg chg="mod">
          <ac:chgData name="Lenka Kuklišová" userId="0399e331-5c69-4ab0-8875-f968d945d391" providerId="ADAL" clId="{E308AF7E-9BEE-41E9-9120-7DFE882F9959}" dt="2022-11-30T19:06:12.659" v="97"/>
          <ac:grpSpMkLst>
            <pc:docMk/>
            <pc:sldMk cId="4043674595" sldId="265"/>
            <ac:grpSpMk id="63" creationId="{2FC5964F-D584-0A9F-18E6-212086F3021B}"/>
          </ac:grpSpMkLst>
        </pc:grpChg>
        <pc:grpChg chg="del mod">
          <ac:chgData name="Lenka Kuklišová" userId="0399e331-5c69-4ab0-8875-f968d945d391" providerId="ADAL" clId="{E308AF7E-9BEE-41E9-9120-7DFE882F9959}" dt="2022-11-30T19:06:56.468" v="128"/>
          <ac:grpSpMkLst>
            <pc:docMk/>
            <pc:sldMk cId="4043674595" sldId="265"/>
            <ac:grpSpMk id="87" creationId="{D5A19ED6-F70D-4E9E-D3C2-9D33A7C4CDCE}"/>
          </ac:grpSpMkLst>
        </pc:grpChg>
        <pc:grpChg chg="mod">
          <ac:chgData name="Lenka Kuklišová" userId="0399e331-5c69-4ab0-8875-f968d945d391" providerId="ADAL" clId="{E308AF7E-9BEE-41E9-9120-7DFE882F9959}" dt="2022-11-30T19:06:52.859" v="122"/>
          <ac:grpSpMkLst>
            <pc:docMk/>
            <pc:sldMk cId="4043674595" sldId="265"/>
            <ac:grpSpMk id="88" creationId="{94A16EDC-32DF-61B0-60CA-D83F21AA82E1}"/>
          </ac:grpSpMkLst>
        </pc:grpChg>
        <pc:grpChg chg="mod">
          <ac:chgData name="Lenka Kuklišová" userId="0399e331-5c69-4ab0-8875-f968d945d391" providerId="ADAL" clId="{E308AF7E-9BEE-41E9-9120-7DFE882F9959}" dt="2022-11-30T19:06:56.468" v="128"/>
          <ac:grpSpMkLst>
            <pc:docMk/>
            <pc:sldMk cId="4043674595" sldId="265"/>
            <ac:grpSpMk id="94" creationId="{1FD48F0C-79AA-52D6-078F-CD8175A6DC3F}"/>
          </ac:grpSpMkLst>
        </pc:grpChg>
        <pc:grpChg chg="mod">
          <ac:chgData name="Lenka Kuklišová" userId="0399e331-5c69-4ab0-8875-f968d945d391" providerId="ADAL" clId="{E308AF7E-9BEE-41E9-9120-7DFE882F9959}" dt="2022-11-30T19:06:59.719" v="132"/>
          <ac:grpSpMkLst>
            <pc:docMk/>
            <pc:sldMk cId="4043674595" sldId="265"/>
            <ac:grpSpMk id="98" creationId="{C8E6304C-4206-371F-6235-5D47641D674E}"/>
          </ac:grpSpMkLst>
        </pc:grpChg>
        <pc:grpChg chg="del mod">
          <ac:chgData name="Lenka Kuklišová" userId="0399e331-5c69-4ab0-8875-f968d945d391" providerId="ADAL" clId="{E308AF7E-9BEE-41E9-9120-7DFE882F9959}" dt="2022-11-30T19:07:07.353" v="142"/>
          <ac:grpSpMkLst>
            <pc:docMk/>
            <pc:sldMk cId="4043674595" sldId="265"/>
            <ac:grpSpMk id="101" creationId="{19611609-95D5-B082-6376-C12A11A4FA0E}"/>
          </ac:grpSpMkLst>
        </pc:grpChg>
        <pc:grpChg chg="mod">
          <ac:chgData name="Lenka Kuklišová" userId="0399e331-5c69-4ab0-8875-f968d945d391" providerId="ADAL" clId="{E308AF7E-9BEE-41E9-9120-7DFE882F9959}" dt="2022-11-30T19:07:07.353" v="142"/>
          <ac:grpSpMkLst>
            <pc:docMk/>
            <pc:sldMk cId="4043674595" sldId="265"/>
            <ac:grpSpMk id="108" creationId="{46C664C1-CE21-3FF5-CE2D-70C9AD84D102}"/>
          </ac:grpSpMkLst>
        </pc:grpChg>
        <pc:grpChg chg="mod">
          <ac:chgData name="Lenka Kuklišová" userId="0399e331-5c69-4ab0-8875-f968d945d391" providerId="ADAL" clId="{E308AF7E-9BEE-41E9-9120-7DFE882F9959}" dt="2022-11-30T19:07:07.353" v="142"/>
          <ac:grpSpMkLst>
            <pc:docMk/>
            <pc:sldMk cId="4043674595" sldId="265"/>
            <ac:grpSpMk id="109" creationId="{26D2D7B2-66FD-4278-6186-824D42C0E7E7}"/>
          </ac:grpSpMkLst>
        </pc:grpChg>
        <pc:grpChg chg="mod">
          <ac:chgData name="Lenka Kuklišová" userId="0399e331-5c69-4ab0-8875-f968d945d391" providerId="ADAL" clId="{E308AF7E-9BEE-41E9-9120-7DFE882F9959}" dt="2022-11-30T19:07:07.353" v="142"/>
          <ac:grpSpMkLst>
            <pc:docMk/>
            <pc:sldMk cId="4043674595" sldId="265"/>
            <ac:grpSpMk id="110" creationId="{72BC35AF-3253-1A21-433A-3AE697912AE3}"/>
          </ac:grpSpMkLst>
        </pc:grpChg>
        <pc:grpChg chg="mod">
          <ac:chgData name="Lenka Kuklišová" userId="0399e331-5c69-4ab0-8875-f968d945d391" providerId="ADAL" clId="{E308AF7E-9BEE-41E9-9120-7DFE882F9959}" dt="2022-11-30T19:07:21.240" v="151"/>
          <ac:grpSpMkLst>
            <pc:docMk/>
            <pc:sldMk cId="4043674595" sldId="265"/>
            <ac:grpSpMk id="119" creationId="{1A6FDA72-A0D2-7350-FA34-7681FBFDF3B1}"/>
          </ac:grpSpMkLst>
        </pc:grpChg>
        <pc:grpChg chg="mod">
          <ac:chgData name="Lenka Kuklišová" userId="0399e331-5c69-4ab0-8875-f968d945d391" providerId="ADAL" clId="{E308AF7E-9BEE-41E9-9120-7DFE882F9959}" dt="2022-11-30T19:07:21.240" v="151"/>
          <ac:grpSpMkLst>
            <pc:docMk/>
            <pc:sldMk cId="4043674595" sldId="265"/>
            <ac:grpSpMk id="120" creationId="{0C8BBAB1-50D9-BEAD-C22B-2D1B2636112D}"/>
          </ac:grpSpMkLst>
        </pc:grpChg>
        <pc:grpChg chg="mod">
          <ac:chgData name="Lenka Kuklišová" userId="0399e331-5c69-4ab0-8875-f968d945d391" providerId="ADAL" clId="{E308AF7E-9BEE-41E9-9120-7DFE882F9959}" dt="2022-11-30T19:07:35.054" v="160"/>
          <ac:grpSpMkLst>
            <pc:docMk/>
            <pc:sldMk cId="4043674595" sldId="265"/>
            <ac:grpSpMk id="129" creationId="{41C1B49A-F793-05A4-C1B3-B04AD51104F2}"/>
          </ac:grpSpMkLst>
        </pc:grpChg>
        <pc:grpChg chg="mod">
          <ac:chgData name="Lenka Kuklišová" userId="0399e331-5c69-4ab0-8875-f968d945d391" providerId="ADAL" clId="{E308AF7E-9BEE-41E9-9120-7DFE882F9959}" dt="2022-11-30T19:07:35.054" v="160"/>
          <ac:grpSpMkLst>
            <pc:docMk/>
            <pc:sldMk cId="4043674595" sldId="265"/>
            <ac:grpSpMk id="130" creationId="{E7479F43-4759-C08D-679F-0D99EC62BEFC}"/>
          </ac:grpSpMkLst>
        </pc:grpChg>
        <pc:grpChg chg="del mod">
          <ac:chgData name="Lenka Kuklišová" userId="0399e331-5c69-4ab0-8875-f968d945d391" providerId="ADAL" clId="{E308AF7E-9BEE-41E9-9120-7DFE882F9959}" dt="2022-11-30T19:07:49.170" v="170"/>
          <ac:grpSpMkLst>
            <pc:docMk/>
            <pc:sldMk cId="4043674595" sldId="265"/>
            <ac:grpSpMk id="136" creationId="{04B1323A-5FC2-A02B-15E5-96795DAA656C}"/>
          </ac:grpSpMkLst>
        </pc:grpChg>
        <pc:grpChg chg="mod">
          <ac:chgData name="Lenka Kuklišová" userId="0399e331-5c69-4ab0-8875-f968d945d391" providerId="ADAL" clId="{E308AF7E-9BEE-41E9-9120-7DFE882F9959}" dt="2022-11-30T19:07:49.170" v="170"/>
          <ac:grpSpMkLst>
            <pc:docMk/>
            <pc:sldMk cId="4043674595" sldId="265"/>
            <ac:grpSpMk id="140" creationId="{5769B90A-3142-A6C6-6120-5ED7B1D72FED}"/>
          </ac:grpSpMkLst>
        </pc:grpChg>
        <pc:picChg chg="add del mod">
          <ac:chgData name="Lenka Kuklišová" userId="0399e331-5c69-4ab0-8875-f968d945d391" providerId="ADAL" clId="{E308AF7E-9BEE-41E9-9120-7DFE882F9959}" dt="2022-11-30T19:01:32.240" v="30" actId="1076"/>
          <ac:picMkLst>
            <pc:docMk/>
            <pc:sldMk cId="4043674595" sldId="265"/>
            <ac:picMk id="3" creationId="{01A9F931-43B8-5181-29B8-8F75AB882FE6}"/>
          </ac:picMkLst>
        </pc:picChg>
        <pc:picChg chg="add del mod">
          <ac:chgData name="Lenka Kuklišová" userId="0399e331-5c69-4ab0-8875-f968d945d391" providerId="ADAL" clId="{E308AF7E-9BEE-41E9-9120-7DFE882F9959}" dt="2022-11-30T19:01:21.650" v="26" actId="22"/>
          <ac:picMkLst>
            <pc:docMk/>
            <pc:sldMk cId="4043674595" sldId="265"/>
            <ac:picMk id="5" creationId="{8BF451DD-EF37-EB70-3BEA-E8B6A330D70E}"/>
          </ac:picMkLst>
        </pc:picChg>
        <pc:inkChg chg="add">
          <ac:chgData name="Lenka Kuklišová" userId="0399e331-5c69-4ab0-8875-f968d945d391" providerId="ADAL" clId="{E308AF7E-9BEE-41E9-9120-7DFE882F9959}" dt="2022-11-30T19:01:41.855" v="31" actId="9405"/>
          <ac:inkMkLst>
            <pc:docMk/>
            <pc:sldMk cId="4043674595" sldId="265"/>
            <ac:inkMk id="6" creationId="{2534BBA9-E78E-80F9-F843-BCC1309DA866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7" creationId="{DA8E87AB-8E9A-D207-9933-9C973037192C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8" creationId="{AE129DFC-C9EE-6D38-4E4F-86EE4E58BBFB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9" creationId="{18693A09-CFD9-AD3C-B4E0-21DC02FCBB5F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10" creationId="{3101DB61-1DAD-49CC-F30F-89CBFA8C0EC8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12" creationId="{A155595D-8341-A633-A0E6-95BF2BA8379C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13" creationId="{81B1FFC5-0735-CDEA-D823-F8354344E0E1}"/>
          </ac:inkMkLst>
        </pc:inkChg>
        <pc:inkChg chg="add del">
          <ac:chgData name="Lenka Kuklišová" userId="0399e331-5c69-4ab0-8875-f968d945d391" providerId="ADAL" clId="{E308AF7E-9BEE-41E9-9120-7DFE882F9959}" dt="2022-11-30T19:04:04.841" v="84"/>
          <ac:inkMkLst>
            <pc:docMk/>
            <pc:sldMk cId="4043674595" sldId="265"/>
            <ac:inkMk id="15" creationId="{5EC6270B-8CD8-2DAC-714D-37AE6466366A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16" creationId="{4E3BA622-02ED-02EB-E915-EA09832FFE7D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18" creationId="{9ABD7F3F-02DF-7DD6-0645-B05A7AC50056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20" creationId="{387AB4B7-5389-D8CE-87B9-14D3126D91C4}"/>
          </ac:inkMkLst>
        </pc:inkChg>
        <pc:inkChg chg="add del mod">
          <ac:chgData name="Lenka Kuklišová" userId="0399e331-5c69-4ab0-8875-f968d945d391" providerId="ADAL" clId="{E308AF7E-9BEE-41E9-9120-7DFE882F9959}" dt="2022-11-30T19:02:13.585" v="49"/>
          <ac:inkMkLst>
            <pc:docMk/>
            <pc:sldMk cId="4043674595" sldId="265"/>
            <ac:inkMk id="21" creationId="{C7D94C7A-3886-9AE4-BE3D-82E54E51F750}"/>
          </ac:inkMkLst>
        </pc:inkChg>
        <pc:inkChg chg="add mod">
          <ac:chgData name="Lenka Kuklišová" userId="0399e331-5c69-4ab0-8875-f968d945d391" providerId="ADAL" clId="{E308AF7E-9BEE-41E9-9120-7DFE882F9959}" dt="2022-11-30T19:02:27.218" v="54"/>
          <ac:inkMkLst>
            <pc:docMk/>
            <pc:sldMk cId="4043674595" sldId="265"/>
            <ac:inkMk id="23" creationId="{1B6A2060-4C5A-0272-50D1-6DD067B663D2}"/>
          </ac:inkMkLst>
        </pc:inkChg>
        <pc:inkChg chg="add del mod">
          <ac:chgData name="Lenka Kuklišová" userId="0399e331-5c69-4ab0-8875-f968d945d391" providerId="ADAL" clId="{E308AF7E-9BEE-41E9-9120-7DFE882F9959}" dt="2022-11-30T19:02:27.218" v="54"/>
          <ac:inkMkLst>
            <pc:docMk/>
            <pc:sldMk cId="4043674595" sldId="265"/>
            <ac:inkMk id="24" creationId="{F5F11F70-9890-2FBA-0F83-DE0BB79E7608}"/>
          </ac:inkMkLst>
        </pc:inkChg>
        <pc:inkChg chg="add mod">
          <ac:chgData name="Lenka Kuklišová" userId="0399e331-5c69-4ab0-8875-f968d945d391" providerId="ADAL" clId="{E308AF7E-9BEE-41E9-9120-7DFE882F9959}" dt="2022-11-30T19:06:52.859" v="122"/>
          <ac:inkMkLst>
            <pc:docMk/>
            <pc:sldMk cId="4043674595" sldId="265"/>
            <ac:inkMk id="26" creationId="{87B457B8-04FB-B41D-6FE7-8C150DE204E9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28" creationId="{39759FDF-2A80-5E4E-E732-D8C66FDDD6FD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29" creationId="{5836F890-21E4-09CE-5544-8897D9DC8883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30" creationId="{E5E25CD1-7C5A-C421-4D1C-687C74259166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31" creationId="{00D6E7CD-BC73-54E9-129C-129B69E09707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32" creationId="{3DFB23CC-09B1-3501-589C-9232D7BC4C2F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34" creationId="{91BD7C53-7B11-B229-7265-F5F056ACC12E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35" creationId="{3770AEAE-C83B-B401-27C5-DC74AB821BEA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36" creationId="{1E02CBB5-D3A4-6C10-8F8C-44AA0A7082E7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37" creationId="{61DBF65E-F35B-F09D-A628-BD7CFC884948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38" creationId="{9A2FBEBA-0881-4205-9555-B2E719C3D99C}"/>
          </ac:inkMkLst>
        </pc:inkChg>
        <pc:inkChg chg="add mod">
          <ac:chgData name="Lenka Kuklišová" userId="0399e331-5c69-4ab0-8875-f968d945d391" providerId="ADAL" clId="{E308AF7E-9BEE-41E9-9120-7DFE882F9959}" dt="2022-11-30T19:02:50.562" v="74"/>
          <ac:inkMkLst>
            <pc:docMk/>
            <pc:sldMk cId="4043674595" sldId="265"/>
            <ac:inkMk id="40" creationId="{B94AA2E9-0F68-5A15-8A53-CEE96E92F370}"/>
          </ac:inkMkLst>
        </pc:inkChg>
        <pc:inkChg chg="add mod">
          <ac:chgData name="Lenka Kuklišová" userId="0399e331-5c69-4ab0-8875-f968d945d391" providerId="ADAL" clId="{E308AF7E-9BEE-41E9-9120-7DFE882F9959}" dt="2022-11-30T19:02:50.562" v="74"/>
          <ac:inkMkLst>
            <pc:docMk/>
            <pc:sldMk cId="4043674595" sldId="265"/>
            <ac:inkMk id="41" creationId="{6EEA08C8-FB37-7F2E-5281-0F1E8986FFF1}"/>
          </ac:inkMkLst>
        </pc:inkChg>
        <pc:inkChg chg="add mod">
          <ac:chgData name="Lenka Kuklišová" userId="0399e331-5c69-4ab0-8875-f968d945d391" providerId="ADAL" clId="{E308AF7E-9BEE-41E9-9120-7DFE882F9959}" dt="2022-11-30T19:02:50.562" v="74"/>
          <ac:inkMkLst>
            <pc:docMk/>
            <pc:sldMk cId="4043674595" sldId="265"/>
            <ac:inkMk id="42" creationId="{9574F08D-DB0C-EC06-A90A-111273A623FC}"/>
          </ac:inkMkLst>
        </pc:inkChg>
        <pc:inkChg chg="add mod">
          <ac:chgData name="Lenka Kuklišová" userId="0399e331-5c69-4ab0-8875-f968d945d391" providerId="ADAL" clId="{E308AF7E-9BEE-41E9-9120-7DFE882F9959}" dt="2022-11-30T19:02:50.562" v="74"/>
          <ac:inkMkLst>
            <pc:docMk/>
            <pc:sldMk cId="4043674595" sldId="265"/>
            <ac:inkMk id="43" creationId="{CBDFA665-0B73-C34A-E3D5-A60102045516}"/>
          </ac:inkMkLst>
        </pc:inkChg>
        <pc:inkChg chg="add mod">
          <ac:chgData name="Lenka Kuklišová" userId="0399e331-5c69-4ab0-8875-f968d945d391" providerId="ADAL" clId="{E308AF7E-9BEE-41E9-9120-7DFE882F9959}" dt="2022-11-30T19:02:50.562" v="74"/>
          <ac:inkMkLst>
            <pc:docMk/>
            <pc:sldMk cId="4043674595" sldId="265"/>
            <ac:inkMk id="44" creationId="{1534EBD4-9BCD-3736-F5C3-61F1DF64FA37}"/>
          </ac:inkMkLst>
        </pc:inkChg>
        <pc:inkChg chg="add del">
          <ac:chgData name="Lenka Kuklišová" userId="0399e331-5c69-4ab0-8875-f968d945d391" providerId="ADAL" clId="{E308AF7E-9BEE-41E9-9120-7DFE882F9959}" dt="2022-11-30T19:02:57.321" v="76" actId="9405"/>
          <ac:inkMkLst>
            <pc:docMk/>
            <pc:sldMk cId="4043674595" sldId="265"/>
            <ac:inkMk id="46" creationId="{DCC83028-318B-1D74-96D3-378A9E6052F2}"/>
          </ac:inkMkLst>
        </pc:inkChg>
        <pc:inkChg chg="add">
          <ac:chgData name="Lenka Kuklišová" userId="0399e331-5c69-4ab0-8875-f968d945d391" providerId="ADAL" clId="{E308AF7E-9BEE-41E9-9120-7DFE882F9959}" dt="2022-11-30T19:03:07.554" v="77" actId="9405"/>
          <ac:inkMkLst>
            <pc:docMk/>
            <pc:sldMk cId="4043674595" sldId="265"/>
            <ac:inkMk id="47" creationId="{E77679D5-4B5B-708D-0373-59852E3B7160}"/>
          </ac:inkMkLst>
        </pc:inkChg>
        <pc:inkChg chg="add del">
          <ac:chgData name="Lenka Kuklišová" userId="0399e331-5c69-4ab0-8875-f968d945d391" providerId="ADAL" clId="{E308AF7E-9BEE-41E9-9120-7DFE882F9959}" dt="2022-11-30T19:06:38.507" v="112"/>
          <ac:inkMkLst>
            <pc:docMk/>
            <pc:sldMk cId="4043674595" sldId="265"/>
            <ac:inkMk id="48" creationId="{CA0E211C-95D2-27F8-B59F-3E9E107D7EBE}"/>
          </ac:inkMkLst>
        </pc:inkChg>
        <pc:inkChg chg="add del">
          <ac:chgData name="Lenka Kuklišová" userId="0399e331-5c69-4ab0-8875-f968d945d391" providerId="ADAL" clId="{E308AF7E-9BEE-41E9-9120-7DFE882F9959}" dt="2022-11-30T19:06:38.506" v="111"/>
          <ac:inkMkLst>
            <pc:docMk/>
            <pc:sldMk cId="4043674595" sldId="265"/>
            <ac:inkMk id="49" creationId="{72185AD5-8BC6-9183-1D98-C1FF58CE61BC}"/>
          </ac:inkMkLst>
        </pc:inkChg>
        <pc:inkChg chg="add del">
          <ac:chgData name="Lenka Kuklišová" userId="0399e331-5c69-4ab0-8875-f968d945d391" providerId="ADAL" clId="{E308AF7E-9BEE-41E9-9120-7DFE882F9959}" dt="2022-11-30T19:06:38.506" v="110"/>
          <ac:inkMkLst>
            <pc:docMk/>
            <pc:sldMk cId="4043674595" sldId="265"/>
            <ac:inkMk id="50" creationId="{641A0056-4157-C487-399F-B7F195B016C5}"/>
          </ac:inkMkLst>
        </pc:inkChg>
        <pc:inkChg chg="add del">
          <ac:chgData name="Lenka Kuklišová" userId="0399e331-5c69-4ab0-8875-f968d945d391" providerId="ADAL" clId="{E308AF7E-9BEE-41E9-9120-7DFE882F9959}" dt="2022-11-30T19:06:38.505" v="109"/>
          <ac:inkMkLst>
            <pc:docMk/>
            <pc:sldMk cId="4043674595" sldId="265"/>
            <ac:inkMk id="51" creationId="{7C3FD2D5-7C49-32EB-F77A-43DDC2F8DFC8}"/>
          </ac:inkMkLst>
        </pc:inkChg>
        <pc:inkChg chg="add del">
          <ac:chgData name="Lenka Kuklišová" userId="0399e331-5c69-4ab0-8875-f968d945d391" providerId="ADAL" clId="{E308AF7E-9BEE-41E9-9120-7DFE882F9959}" dt="2022-11-30T19:06:38.505" v="108"/>
          <ac:inkMkLst>
            <pc:docMk/>
            <pc:sldMk cId="4043674595" sldId="265"/>
            <ac:inkMk id="52" creationId="{EE3F0D53-7DAA-6518-C2E5-5D992432ED27}"/>
          </ac:inkMkLst>
        </pc:inkChg>
        <pc:inkChg chg="add del">
          <ac:chgData name="Lenka Kuklišová" userId="0399e331-5c69-4ab0-8875-f968d945d391" providerId="ADAL" clId="{E308AF7E-9BEE-41E9-9120-7DFE882F9959}" dt="2022-11-30T19:06:38.504" v="107"/>
          <ac:inkMkLst>
            <pc:docMk/>
            <pc:sldMk cId="4043674595" sldId="265"/>
            <ac:inkMk id="53" creationId="{A841F7AD-DE80-04FB-2487-E86D5F0E0E03}"/>
          </ac:inkMkLst>
        </pc:inkChg>
        <pc:inkChg chg="add del">
          <ac:chgData name="Lenka Kuklišová" userId="0399e331-5c69-4ab0-8875-f968d945d391" providerId="ADAL" clId="{E308AF7E-9BEE-41E9-9120-7DFE882F9959}" dt="2022-11-30T19:06:38.504" v="106"/>
          <ac:inkMkLst>
            <pc:docMk/>
            <pc:sldMk cId="4043674595" sldId="265"/>
            <ac:inkMk id="54" creationId="{8AB5BD25-066D-8315-34BB-AE5C405F146D}"/>
          </ac:inkMkLst>
        </pc:inkChg>
        <pc:inkChg chg="add del">
          <ac:chgData name="Lenka Kuklišová" userId="0399e331-5c69-4ab0-8875-f968d945d391" providerId="ADAL" clId="{E308AF7E-9BEE-41E9-9120-7DFE882F9959}" dt="2022-11-30T19:06:38.503" v="105"/>
          <ac:inkMkLst>
            <pc:docMk/>
            <pc:sldMk cId="4043674595" sldId="265"/>
            <ac:inkMk id="55" creationId="{FFFF4BBC-01A6-E731-F836-D2D730ACD552}"/>
          </ac:inkMkLst>
        </pc:inkChg>
        <pc:inkChg chg="add">
          <ac:chgData name="Lenka Kuklišová" userId="0399e331-5c69-4ab0-8875-f968d945d391" providerId="ADAL" clId="{E308AF7E-9BEE-41E9-9120-7DFE882F9959}" dt="2022-11-30T19:05:21.726" v="87" actId="9405"/>
          <ac:inkMkLst>
            <pc:docMk/>
            <pc:sldMk cId="4043674595" sldId="265"/>
            <ac:inkMk id="56" creationId="{5B11B623-628D-2F66-02A1-31F36FDD2A66}"/>
          </ac:inkMkLst>
        </pc:inkChg>
        <pc:inkChg chg="add mod">
          <ac:chgData name="Lenka Kuklišová" userId="0399e331-5c69-4ab0-8875-f968d945d391" providerId="ADAL" clId="{E308AF7E-9BEE-41E9-9120-7DFE882F9959}" dt="2022-11-30T19:06:23.990" v="104"/>
          <ac:inkMkLst>
            <pc:docMk/>
            <pc:sldMk cId="4043674595" sldId="265"/>
            <ac:inkMk id="57" creationId="{37B76626-0979-0740-280C-9A6122A02F8A}"/>
          </ac:inkMkLst>
        </pc:inkChg>
        <pc:inkChg chg="add del mod">
          <ac:chgData name="Lenka Kuklišová" userId="0399e331-5c69-4ab0-8875-f968d945d391" providerId="ADAL" clId="{E308AF7E-9BEE-41E9-9120-7DFE882F9959}" dt="2022-11-30T19:06:23.990" v="104"/>
          <ac:inkMkLst>
            <pc:docMk/>
            <pc:sldMk cId="4043674595" sldId="265"/>
            <ac:inkMk id="58" creationId="{65D00BA7-E268-C4F2-D1D8-861BA349E718}"/>
          </ac:inkMkLst>
        </pc:inkChg>
        <pc:inkChg chg="add del mod">
          <ac:chgData name="Lenka Kuklišová" userId="0399e331-5c69-4ab0-8875-f968d945d391" providerId="ADAL" clId="{E308AF7E-9BEE-41E9-9120-7DFE882F9959}" dt="2022-11-30T19:06:23.989" v="103"/>
          <ac:inkMkLst>
            <pc:docMk/>
            <pc:sldMk cId="4043674595" sldId="265"/>
            <ac:inkMk id="60" creationId="{4D439828-B82F-DB15-FD20-B674B260F517}"/>
          </ac:inkMkLst>
        </pc:inkChg>
        <pc:inkChg chg="add del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62" creationId="{85CBF03B-BB42-28BF-77E8-E5CA1350971E}"/>
          </ac:inkMkLst>
        </pc:inkChg>
        <pc:inkChg chg="add mod">
          <ac:chgData name="Lenka Kuklišová" userId="0399e331-5c69-4ab0-8875-f968d945d391" providerId="ADAL" clId="{E308AF7E-9BEE-41E9-9120-7DFE882F9959}" dt="2022-11-30T19:06:12.659" v="97"/>
          <ac:inkMkLst>
            <pc:docMk/>
            <pc:sldMk cId="4043674595" sldId="265"/>
            <ac:inkMk id="64" creationId="{B5DD61AD-983A-B6EB-E4A2-A260C267CD0A}"/>
          </ac:inkMkLst>
        </pc:inkChg>
        <pc:inkChg chg="add del mod">
          <ac:chgData name="Lenka Kuklišová" userId="0399e331-5c69-4ab0-8875-f968d945d391" providerId="ADAL" clId="{E308AF7E-9BEE-41E9-9120-7DFE882F9959}" dt="2022-11-30T19:06:20.570" v="102"/>
          <ac:inkMkLst>
            <pc:docMk/>
            <pc:sldMk cId="4043674595" sldId="265"/>
            <ac:inkMk id="65" creationId="{33D1198B-C873-ECCA-9CCE-11659052D199}"/>
          </ac:inkMkLst>
        </pc:inkChg>
        <pc:inkChg chg="add del mod">
          <ac:chgData name="Lenka Kuklišová" userId="0399e331-5c69-4ab0-8875-f968d945d391" providerId="ADAL" clId="{E308AF7E-9BEE-41E9-9120-7DFE882F9959}" dt="2022-11-30T19:06:20.570" v="102"/>
          <ac:inkMkLst>
            <pc:docMk/>
            <pc:sldMk cId="4043674595" sldId="265"/>
            <ac:inkMk id="66" creationId="{46E08259-DBE9-103E-99B0-1C467E7DBB86}"/>
          </ac:inkMkLst>
        </pc:inkChg>
        <pc:inkChg chg="add del mod">
          <ac:chgData name="Lenka Kuklišová" userId="0399e331-5c69-4ab0-8875-f968d945d391" providerId="ADAL" clId="{E308AF7E-9BEE-41E9-9120-7DFE882F9959}" dt="2022-11-30T19:06:19.905" v="101"/>
          <ac:inkMkLst>
            <pc:docMk/>
            <pc:sldMk cId="4043674595" sldId="265"/>
            <ac:inkMk id="67" creationId="{4E90DC6E-577D-B5EF-9BAC-255E327723B0}"/>
          </ac:inkMkLst>
        </pc:inkChg>
        <pc:inkChg chg="add mod">
          <ac:chgData name="Lenka Kuklišová" userId="0399e331-5c69-4ab0-8875-f968d945d391" providerId="ADAL" clId="{E308AF7E-9BEE-41E9-9120-7DFE882F9959}" dt="2022-11-30T19:06:23.990" v="104"/>
          <ac:inkMkLst>
            <pc:docMk/>
            <pc:sldMk cId="4043674595" sldId="265"/>
            <ac:inkMk id="68" creationId="{F725D4CE-4E1C-9D19-58DC-24D777C1209E}"/>
          </ac:inkMkLst>
        </pc:inkChg>
        <pc:inkChg chg="add mod">
          <ac:chgData name="Lenka Kuklišová" userId="0399e331-5c69-4ab0-8875-f968d945d391" providerId="ADAL" clId="{E308AF7E-9BEE-41E9-9120-7DFE882F9959}" dt="2022-11-30T19:06:23.990" v="104"/>
          <ac:inkMkLst>
            <pc:docMk/>
            <pc:sldMk cId="4043674595" sldId="265"/>
            <ac:inkMk id="69" creationId="{BCFC84D8-76AD-9A00-E8A8-553CF207BD70}"/>
          </ac:inkMkLst>
        </pc:inkChg>
        <pc:inkChg chg="add">
          <ac:chgData name="Lenka Kuklišová" userId="0399e331-5c69-4ab0-8875-f968d945d391" providerId="ADAL" clId="{E308AF7E-9BEE-41E9-9120-7DFE882F9959}" dt="2022-11-30T19:06:38.503" v="105"/>
          <ac:inkMkLst>
            <pc:docMk/>
            <pc:sldMk cId="4043674595" sldId="265"/>
            <ac:inkMk id="70" creationId="{2C88FC1E-0640-9B50-C68C-E85DC249630E}"/>
          </ac:inkMkLst>
        </pc:inkChg>
        <pc:inkChg chg="add">
          <ac:chgData name="Lenka Kuklišová" userId="0399e331-5c69-4ab0-8875-f968d945d391" providerId="ADAL" clId="{E308AF7E-9BEE-41E9-9120-7DFE882F9959}" dt="2022-11-30T19:06:38.504" v="106"/>
          <ac:inkMkLst>
            <pc:docMk/>
            <pc:sldMk cId="4043674595" sldId="265"/>
            <ac:inkMk id="71" creationId="{70FEFA26-3BA7-D696-79F8-6B623A3FA00B}"/>
          </ac:inkMkLst>
        </pc:inkChg>
        <pc:inkChg chg="add">
          <ac:chgData name="Lenka Kuklišová" userId="0399e331-5c69-4ab0-8875-f968d945d391" providerId="ADAL" clId="{E308AF7E-9BEE-41E9-9120-7DFE882F9959}" dt="2022-11-30T19:06:38.504" v="107"/>
          <ac:inkMkLst>
            <pc:docMk/>
            <pc:sldMk cId="4043674595" sldId="265"/>
            <ac:inkMk id="72" creationId="{C786E988-DA47-8E15-63C5-ECE65CEA3009}"/>
          </ac:inkMkLst>
        </pc:inkChg>
        <pc:inkChg chg="add">
          <ac:chgData name="Lenka Kuklišová" userId="0399e331-5c69-4ab0-8875-f968d945d391" providerId="ADAL" clId="{E308AF7E-9BEE-41E9-9120-7DFE882F9959}" dt="2022-11-30T19:06:38.505" v="108"/>
          <ac:inkMkLst>
            <pc:docMk/>
            <pc:sldMk cId="4043674595" sldId="265"/>
            <ac:inkMk id="73" creationId="{1174408A-0EF0-D73B-D644-11B98851E23B}"/>
          </ac:inkMkLst>
        </pc:inkChg>
        <pc:inkChg chg="add">
          <ac:chgData name="Lenka Kuklišová" userId="0399e331-5c69-4ab0-8875-f968d945d391" providerId="ADAL" clId="{E308AF7E-9BEE-41E9-9120-7DFE882F9959}" dt="2022-11-30T19:06:38.505" v="109"/>
          <ac:inkMkLst>
            <pc:docMk/>
            <pc:sldMk cId="4043674595" sldId="265"/>
            <ac:inkMk id="74" creationId="{9A655E34-72EA-E44F-0CCD-2484CAF8A227}"/>
          </ac:inkMkLst>
        </pc:inkChg>
        <pc:inkChg chg="add">
          <ac:chgData name="Lenka Kuklišová" userId="0399e331-5c69-4ab0-8875-f968d945d391" providerId="ADAL" clId="{E308AF7E-9BEE-41E9-9120-7DFE882F9959}" dt="2022-11-30T19:06:38.506" v="110"/>
          <ac:inkMkLst>
            <pc:docMk/>
            <pc:sldMk cId="4043674595" sldId="265"/>
            <ac:inkMk id="75" creationId="{410D5DE9-8D8D-5311-CF1B-117340910E70}"/>
          </ac:inkMkLst>
        </pc:inkChg>
        <pc:inkChg chg="add">
          <ac:chgData name="Lenka Kuklišová" userId="0399e331-5c69-4ab0-8875-f968d945d391" providerId="ADAL" clId="{E308AF7E-9BEE-41E9-9120-7DFE882F9959}" dt="2022-11-30T19:06:38.506" v="111"/>
          <ac:inkMkLst>
            <pc:docMk/>
            <pc:sldMk cId="4043674595" sldId="265"/>
            <ac:inkMk id="76" creationId="{4C53A9A1-F8D1-C995-D752-8CF1FAE81E57}"/>
          </ac:inkMkLst>
        </pc:inkChg>
        <pc:inkChg chg="add">
          <ac:chgData name="Lenka Kuklišová" userId="0399e331-5c69-4ab0-8875-f968d945d391" providerId="ADAL" clId="{E308AF7E-9BEE-41E9-9120-7DFE882F9959}" dt="2022-11-30T19:06:38.507" v="112"/>
          <ac:inkMkLst>
            <pc:docMk/>
            <pc:sldMk cId="4043674595" sldId="265"/>
            <ac:inkMk id="77" creationId="{FC0B5A34-8DE4-0620-6F50-29E227E4229F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78" creationId="{F5B062B6-57D4-AD08-45EA-90CA76FB1810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79" creationId="{12857CA4-81E1-2816-E14A-C2A1B5A1BF27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80" creationId="{6E613B55-17B2-2195-0DAD-4B03B5973020}"/>
          </ac:inkMkLst>
        </pc:inkChg>
        <pc:inkChg chg="add mod">
          <ac:chgData name="Lenka Kuklišová" userId="0399e331-5c69-4ab0-8875-f968d945d391" providerId="ADAL" clId="{E308AF7E-9BEE-41E9-9120-7DFE882F9959}" dt="2022-11-30T19:06:52.859" v="122"/>
          <ac:inkMkLst>
            <pc:docMk/>
            <pc:sldMk cId="4043674595" sldId="265"/>
            <ac:inkMk id="81" creationId="{34D1F0B0-EA4F-0965-2F07-E2EBD90D4B4A}"/>
          </ac:inkMkLst>
        </pc:inkChg>
        <pc:inkChg chg="add mod">
          <ac:chgData name="Lenka Kuklišová" userId="0399e331-5c69-4ab0-8875-f968d945d391" providerId="ADAL" clId="{E308AF7E-9BEE-41E9-9120-7DFE882F9959}" dt="2022-11-30T19:06:52.859" v="122"/>
          <ac:inkMkLst>
            <pc:docMk/>
            <pc:sldMk cId="4043674595" sldId="265"/>
            <ac:inkMk id="82" creationId="{F3B3CCE2-743E-5B2A-3B0C-346204F435E7}"/>
          </ac:inkMkLst>
        </pc:inkChg>
        <pc:inkChg chg="add mod">
          <ac:chgData name="Lenka Kuklišová" userId="0399e331-5c69-4ab0-8875-f968d945d391" providerId="ADAL" clId="{E308AF7E-9BEE-41E9-9120-7DFE882F9959}" dt="2022-11-30T19:06:52.859" v="122"/>
          <ac:inkMkLst>
            <pc:docMk/>
            <pc:sldMk cId="4043674595" sldId="265"/>
            <ac:inkMk id="83" creationId="{52A4B6A8-9F6F-2E4F-CD03-F48B22FABD65}"/>
          </ac:inkMkLst>
        </pc:inkChg>
        <pc:inkChg chg="add">
          <ac:chgData name="Lenka Kuklišová" userId="0399e331-5c69-4ab0-8875-f968d945d391" providerId="ADAL" clId="{E308AF7E-9BEE-41E9-9120-7DFE882F9959}" dt="2022-11-30T19:06:49.766" v="119" actId="9405"/>
          <ac:inkMkLst>
            <pc:docMk/>
            <pc:sldMk cId="4043674595" sldId="265"/>
            <ac:inkMk id="84" creationId="{CEC16D0A-0D29-EE33-8410-6A6A702F917D}"/>
          </ac:inkMkLst>
        </pc:inkChg>
        <pc:inkChg chg="add">
          <ac:chgData name="Lenka Kuklišová" userId="0399e331-5c69-4ab0-8875-f968d945d391" providerId="ADAL" clId="{E308AF7E-9BEE-41E9-9120-7DFE882F9959}" dt="2022-11-30T19:06:50.543" v="120" actId="9405"/>
          <ac:inkMkLst>
            <pc:docMk/>
            <pc:sldMk cId="4043674595" sldId="265"/>
            <ac:inkMk id="85" creationId="{76EEC9AE-AC46-1BD1-008B-8ACD42B1EF8B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86" creationId="{F4E004DB-8E8F-95F2-9C07-91AE4901EF2D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89" creationId="{A4E26C5F-A0ED-B792-3D4E-B2C36B8BEE9F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90" creationId="{CECDE34A-B662-BF6C-C354-E9191E8A5038}"/>
          </ac:inkMkLst>
        </pc:inkChg>
        <pc:inkChg chg="add mod">
          <ac:chgData name="Lenka Kuklišová" userId="0399e331-5c69-4ab0-8875-f968d945d391" providerId="ADAL" clId="{E308AF7E-9BEE-41E9-9120-7DFE882F9959}" dt="2022-11-30T19:06:56.468" v="128"/>
          <ac:inkMkLst>
            <pc:docMk/>
            <pc:sldMk cId="4043674595" sldId="265"/>
            <ac:inkMk id="91" creationId="{6B5A7019-082A-F478-2AA5-A0725D35F117}"/>
          </ac:inkMkLst>
        </pc:inkChg>
        <pc:inkChg chg="add">
          <ac:chgData name="Lenka Kuklišová" userId="0399e331-5c69-4ab0-8875-f968d945d391" providerId="ADAL" clId="{E308AF7E-9BEE-41E9-9120-7DFE882F9959}" dt="2022-11-30T19:06:55.004" v="126" actId="9405"/>
          <ac:inkMkLst>
            <pc:docMk/>
            <pc:sldMk cId="4043674595" sldId="265"/>
            <ac:inkMk id="92" creationId="{B1CDB8C7-05C3-0C96-153B-A36503E5765B}"/>
          </ac:inkMkLst>
        </pc:inkChg>
        <pc:inkChg chg="add mod">
          <ac:chgData name="Lenka Kuklišová" userId="0399e331-5c69-4ab0-8875-f968d945d391" providerId="ADAL" clId="{E308AF7E-9BEE-41E9-9120-7DFE882F9959}" dt="2022-11-30T19:06:59.719" v="132"/>
          <ac:inkMkLst>
            <pc:docMk/>
            <pc:sldMk cId="4043674595" sldId="265"/>
            <ac:inkMk id="93" creationId="{BF1F5577-AFBC-851E-0551-C157E3845B5D}"/>
          </ac:inkMkLst>
        </pc:inkChg>
        <pc:inkChg chg="add mod">
          <ac:chgData name="Lenka Kuklišová" userId="0399e331-5c69-4ab0-8875-f968d945d391" providerId="ADAL" clId="{E308AF7E-9BEE-41E9-9120-7DFE882F9959}" dt="2022-11-30T19:06:59.719" v="132"/>
          <ac:inkMkLst>
            <pc:docMk/>
            <pc:sldMk cId="4043674595" sldId="265"/>
            <ac:inkMk id="95" creationId="{78A9E10F-CB44-4AAD-FD7B-F958D19F16DC}"/>
          </ac:inkMkLst>
        </pc:inkChg>
        <pc:inkChg chg="add mod">
          <ac:chgData name="Lenka Kuklišová" userId="0399e331-5c69-4ab0-8875-f968d945d391" providerId="ADAL" clId="{E308AF7E-9BEE-41E9-9120-7DFE882F9959}" dt="2022-11-30T19:06:59.719" v="132"/>
          <ac:inkMkLst>
            <pc:docMk/>
            <pc:sldMk cId="4043674595" sldId="265"/>
            <ac:inkMk id="96" creationId="{D2E2E001-4D0C-2C9A-8995-0667C79B7A13}"/>
          </ac:inkMkLst>
        </pc:inkChg>
        <pc:inkChg chg="add">
          <ac:chgData name="Lenka Kuklišová" userId="0399e331-5c69-4ab0-8875-f968d945d391" providerId="ADAL" clId="{E308AF7E-9BEE-41E9-9120-7DFE882F9959}" dt="2022-11-30T19:06:58.988" v="131" actId="9405"/>
          <ac:inkMkLst>
            <pc:docMk/>
            <pc:sldMk cId="4043674595" sldId="265"/>
            <ac:inkMk id="97" creationId="{28D1D182-D90F-210A-A644-E99A8AC8CFE6}"/>
          </ac:inkMkLst>
        </pc:inkChg>
        <pc:inkChg chg="add mod">
          <ac:chgData name="Lenka Kuklišová" userId="0399e331-5c69-4ab0-8875-f968d945d391" providerId="ADAL" clId="{E308AF7E-9BEE-41E9-9120-7DFE882F9959}" dt="2022-11-30T19:07:07.353" v="142"/>
          <ac:inkMkLst>
            <pc:docMk/>
            <pc:sldMk cId="4043674595" sldId="265"/>
            <ac:inkMk id="99" creationId="{776E6A5F-58FF-9D70-7C08-F9178BAE769B}"/>
          </ac:inkMkLst>
        </pc:inkChg>
        <pc:inkChg chg="add mod">
          <ac:chgData name="Lenka Kuklišová" userId="0399e331-5c69-4ab0-8875-f968d945d391" providerId="ADAL" clId="{E308AF7E-9BEE-41E9-9120-7DFE882F9959}" dt="2022-11-30T19:07:07.353" v="142"/>
          <ac:inkMkLst>
            <pc:docMk/>
            <pc:sldMk cId="4043674595" sldId="265"/>
            <ac:inkMk id="100" creationId="{509E7379-3388-F30B-A314-C13FCA36D814}"/>
          </ac:inkMkLst>
        </pc:inkChg>
        <pc:inkChg chg="add mod">
          <ac:chgData name="Lenka Kuklišová" userId="0399e331-5c69-4ab0-8875-f968d945d391" providerId="ADAL" clId="{E308AF7E-9BEE-41E9-9120-7DFE882F9959}" dt="2022-11-30T19:07:07.353" v="142"/>
          <ac:inkMkLst>
            <pc:docMk/>
            <pc:sldMk cId="4043674595" sldId="265"/>
            <ac:inkMk id="102" creationId="{57972561-198C-2292-D792-14331AE6D76F}"/>
          </ac:inkMkLst>
        </pc:inkChg>
        <pc:inkChg chg="add">
          <ac:chgData name="Lenka Kuklišová" userId="0399e331-5c69-4ab0-8875-f968d945d391" providerId="ADAL" clId="{E308AF7E-9BEE-41E9-9120-7DFE882F9959}" dt="2022-11-30T19:07:03.169" v="137" actId="9405"/>
          <ac:inkMkLst>
            <pc:docMk/>
            <pc:sldMk cId="4043674595" sldId="265"/>
            <ac:inkMk id="103" creationId="{73EF5FC7-D62B-CF8A-B916-9415B42091DD}"/>
          </ac:inkMkLst>
        </pc:inkChg>
        <pc:inkChg chg="add mod">
          <ac:chgData name="Lenka Kuklišová" userId="0399e331-5c69-4ab0-8875-f968d945d391" providerId="ADAL" clId="{E308AF7E-9BEE-41E9-9120-7DFE882F9959}" dt="2022-11-30T19:07:07.353" v="142"/>
          <ac:inkMkLst>
            <pc:docMk/>
            <pc:sldMk cId="4043674595" sldId="265"/>
            <ac:inkMk id="104" creationId="{6B44DF41-0B7C-E3B7-36DE-D42167A4FC35}"/>
          </ac:inkMkLst>
        </pc:inkChg>
        <pc:inkChg chg="add mod">
          <ac:chgData name="Lenka Kuklišová" userId="0399e331-5c69-4ab0-8875-f968d945d391" providerId="ADAL" clId="{E308AF7E-9BEE-41E9-9120-7DFE882F9959}" dt="2022-11-30T19:07:07.353" v="142"/>
          <ac:inkMkLst>
            <pc:docMk/>
            <pc:sldMk cId="4043674595" sldId="265"/>
            <ac:inkMk id="105" creationId="{BC9DC6E3-436C-F40F-CFBD-5F64DCF2A22B}"/>
          </ac:inkMkLst>
        </pc:inkChg>
        <pc:inkChg chg="add mod">
          <ac:chgData name="Lenka Kuklišová" userId="0399e331-5c69-4ab0-8875-f968d945d391" providerId="ADAL" clId="{E308AF7E-9BEE-41E9-9120-7DFE882F9959}" dt="2022-11-30T19:07:07.353" v="142"/>
          <ac:inkMkLst>
            <pc:docMk/>
            <pc:sldMk cId="4043674595" sldId="265"/>
            <ac:inkMk id="106" creationId="{AB2D86AE-DF0E-DC62-1D3E-BCD2A29BB934}"/>
          </ac:inkMkLst>
        </pc:inkChg>
        <pc:inkChg chg="add mod">
          <ac:chgData name="Lenka Kuklišová" userId="0399e331-5c69-4ab0-8875-f968d945d391" providerId="ADAL" clId="{E308AF7E-9BEE-41E9-9120-7DFE882F9959}" dt="2022-11-30T19:07:07.353" v="142"/>
          <ac:inkMkLst>
            <pc:docMk/>
            <pc:sldMk cId="4043674595" sldId="265"/>
            <ac:inkMk id="107" creationId="{04FA07B4-E2E3-3CA3-8E25-B4DC2CF1B542}"/>
          </ac:inkMkLst>
        </pc:inkChg>
        <pc:inkChg chg="add">
          <ac:chgData name="Lenka Kuklišová" userId="0399e331-5c69-4ab0-8875-f968d945d391" providerId="ADAL" clId="{E308AF7E-9BEE-41E9-9120-7DFE882F9959}" dt="2022-11-30T19:07:10.668" v="143" actId="9405"/>
          <ac:inkMkLst>
            <pc:docMk/>
            <pc:sldMk cId="4043674595" sldId="265"/>
            <ac:inkMk id="111" creationId="{A14F5359-3D66-3617-8DAC-E89B8E0BCC64}"/>
          </ac:inkMkLst>
        </pc:inkChg>
        <pc:inkChg chg="add">
          <ac:chgData name="Lenka Kuklišová" userId="0399e331-5c69-4ab0-8875-f968d945d391" providerId="ADAL" clId="{E308AF7E-9BEE-41E9-9120-7DFE882F9959}" dt="2022-11-30T19:07:13.808" v="144" actId="9405"/>
          <ac:inkMkLst>
            <pc:docMk/>
            <pc:sldMk cId="4043674595" sldId="265"/>
            <ac:inkMk id="112" creationId="{65A55F0B-FD38-E9A0-1325-A45A93381500}"/>
          </ac:inkMkLst>
        </pc:inkChg>
        <pc:inkChg chg="add">
          <ac:chgData name="Lenka Kuklišová" userId="0399e331-5c69-4ab0-8875-f968d945d391" providerId="ADAL" clId="{E308AF7E-9BEE-41E9-9120-7DFE882F9959}" dt="2022-11-30T19:07:16.320" v="145" actId="9405"/>
          <ac:inkMkLst>
            <pc:docMk/>
            <pc:sldMk cId="4043674595" sldId="265"/>
            <ac:inkMk id="113" creationId="{69124632-74A5-DAF0-91B4-67B4AC60EB86}"/>
          </ac:inkMkLst>
        </pc:inkChg>
        <pc:inkChg chg="add mod">
          <ac:chgData name="Lenka Kuklišová" userId="0399e331-5c69-4ab0-8875-f968d945d391" providerId="ADAL" clId="{E308AF7E-9BEE-41E9-9120-7DFE882F9959}" dt="2022-11-30T19:07:21.240" v="151"/>
          <ac:inkMkLst>
            <pc:docMk/>
            <pc:sldMk cId="4043674595" sldId="265"/>
            <ac:inkMk id="114" creationId="{46C6A0BD-A97F-D84C-3FF0-7CD315C41267}"/>
          </ac:inkMkLst>
        </pc:inkChg>
        <pc:inkChg chg="add mod">
          <ac:chgData name="Lenka Kuklišová" userId="0399e331-5c69-4ab0-8875-f968d945d391" providerId="ADAL" clId="{E308AF7E-9BEE-41E9-9120-7DFE882F9959}" dt="2022-11-30T19:07:21.240" v="151"/>
          <ac:inkMkLst>
            <pc:docMk/>
            <pc:sldMk cId="4043674595" sldId="265"/>
            <ac:inkMk id="115" creationId="{E1E4E882-810F-F3EF-1EB8-114DEB5ACE97}"/>
          </ac:inkMkLst>
        </pc:inkChg>
        <pc:inkChg chg="add">
          <ac:chgData name="Lenka Kuklišová" userId="0399e331-5c69-4ab0-8875-f968d945d391" providerId="ADAL" clId="{E308AF7E-9BEE-41E9-9120-7DFE882F9959}" dt="2022-11-30T19:07:18.498" v="148" actId="9405"/>
          <ac:inkMkLst>
            <pc:docMk/>
            <pc:sldMk cId="4043674595" sldId="265"/>
            <ac:inkMk id="116" creationId="{E73220E9-E65F-05A3-8174-DF29FC7CD983}"/>
          </ac:inkMkLst>
        </pc:inkChg>
        <pc:inkChg chg="add mod">
          <ac:chgData name="Lenka Kuklišová" userId="0399e331-5c69-4ab0-8875-f968d945d391" providerId="ADAL" clId="{E308AF7E-9BEE-41E9-9120-7DFE882F9959}" dt="2022-11-30T19:07:21.240" v="151"/>
          <ac:inkMkLst>
            <pc:docMk/>
            <pc:sldMk cId="4043674595" sldId="265"/>
            <ac:inkMk id="117" creationId="{3C3ED80E-79E7-C3FD-11BC-12A2935311F6}"/>
          </ac:inkMkLst>
        </pc:inkChg>
        <pc:inkChg chg="add mod">
          <ac:chgData name="Lenka Kuklišová" userId="0399e331-5c69-4ab0-8875-f968d945d391" providerId="ADAL" clId="{E308AF7E-9BEE-41E9-9120-7DFE882F9959}" dt="2022-11-30T19:07:21.240" v="151"/>
          <ac:inkMkLst>
            <pc:docMk/>
            <pc:sldMk cId="4043674595" sldId="265"/>
            <ac:inkMk id="118" creationId="{FB277BB9-A1BC-E6A2-3105-F1FE78FB8386}"/>
          </ac:inkMkLst>
        </pc:inkChg>
        <pc:inkChg chg="add">
          <ac:chgData name="Lenka Kuklišová" userId="0399e331-5c69-4ab0-8875-f968d945d391" providerId="ADAL" clId="{E308AF7E-9BEE-41E9-9120-7DFE882F9959}" dt="2022-11-30T19:07:24.956" v="152" actId="9405"/>
          <ac:inkMkLst>
            <pc:docMk/>
            <pc:sldMk cId="4043674595" sldId="265"/>
            <ac:inkMk id="121" creationId="{5FC5BEF9-459D-10E4-B4CE-0C6DB157E1FB}"/>
          </ac:inkMkLst>
        </pc:inkChg>
        <pc:inkChg chg="add mod">
          <ac:chgData name="Lenka Kuklišová" userId="0399e331-5c69-4ab0-8875-f968d945d391" providerId="ADAL" clId="{E308AF7E-9BEE-41E9-9120-7DFE882F9959}" dt="2022-11-30T19:07:35.054" v="160"/>
          <ac:inkMkLst>
            <pc:docMk/>
            <pc:sldMk cId="4043674595" sldId="265"/>
            <ac:inkMk id="122" creationId="{800C8E4D-0B07-0495-F37A-19FCB625D7C6}"/>
          </ac:inkMkLst>
        </pc:inkChg>
        <pc:inkChg chg="add">
          <ac:chgData name="Lenka Kuklišová" userId="0399e331-5c69-4ab0-8875-f968d945d391" providerId="ADAL" clId="{E308AF7E-9BEE-41E9-9120-7DFE882F9959}" dt="2022-11-30T19:07:29.108" v="154" actId="9405"/>
          <ac:inkMkLst>
            <pc:docMk/>
            <pc:sldMk cId="4043674595" sldId="265"/>
            <ac:inkMk id="123" creationId="{FD58F784-8888-A27E-EA9D-EDF3BF74F5A6}"/>
          </ac:inkMkLst>
        </pc:inkChg>
        <pc:inkChg chg="add mod">
          <ac:chgData name="Lenka Kuklišová" userId="0399e331-5c69-4ab0-8875-f968d945d391" providerId="ADAL" clId="{E308AF7E-9BEE-41E9-9120-7DFE882F9959}" dt="2022-11-30T19:07:35.054" v="160"/>
          <ac:inkMkLst>
            <pc:docMk/>
            <pc:sldMk cId="4043674595" sldId="265"/>
            <ac:inkMk id="124" creationId="{3BAB094D-7F08-841D-9620-95DB99BF20C4}"/>
          </ac:inkMkLst>
        </pc:inkChg>
        <pc:inkChg chg="add mod">
          <ac:chgData name="Lenka Kuklišová" userId="0399e331-5c69-4ab0-8875-f968d945d391" providerId="ADAL" clId="{E308AF7E-9BEE-41E9-9120-7DFE882F9959}" dt="2022-11-30T19:07:35.054" v="160"/>
          <ac:inkMkLst>
            <pc:docMk/>
            <pc:sldMk cId="4043674595" sldId="265"/>
            <ac:inkMk id="125" creationId="{F646DDF4-47D4-5F49-835D-6F2300D7FD3B}"/>
          </ac:inkMkLst>
        </pc:inkChg>
        <pc:inkChg chg="add mod">
          <ac:chgData name="Lenka Kuklišová" userId="0399e331-5c69-4ab0-8875-f968d945d391" providerId="ADAL" clId="{E308AF7E-9BEE-41E9-9120-7DFE882F9959}" dt="2022-11-30T19:07:35.054" v="160"/>
          <ac:inkMkLst>
            <pc:docMk/>
            <pc:sldMk cId="4043674595" sldId="265"/>
            <ac:inkMk id="126" creationId="{628D699E-FF56-EA70-747D-A4C3E6FDB6E9}"/>
          </ac:inkMkLst>
        </pc:inkChg>
        <pc:inkChg chg="add">
          <ac:chgData name="Lenka Kuklišová" userId="0399e331-5c69-4ab0-8875-f968d945d391" providerId="ADAL" clId="{E308AF7E-9BEE-41E9-9120-7DFE882F9959}" dt="2022-11-30T19:07:32.980" v="158" actId="9405"/>
          <ac:inkMkLst>
            <pc:docMk/>
            <pc:sldMk cId="4043674595" sldId="265"/>
            <ac:inkMk id="127" creationId="{50D8E1BF-22E7-C7EF-4AAF-6A883C065E60}"/>
          </ac:inkMkLst>
        </pc:inkChg>
        <pc:inkChg chg="add">
          <ac:chgData name="Lenka Kuklišová" userId="0399e331-5c69-4ab0-8875-f968d945d391" providerId="ADAL" clId="{E308AF7E-9BEE-41E9-9120-7DFE882F9959}" dt="2022-11-30T19:07:34.164" v="159" actId="9405"/>
          <ac:inkMkLst>
            <pc:docMk/>
            <pc:sldMk cId="4043674595" sldId="265"/>
            <ac:inkMk id="128" creationId="{43B219A4-E241-B56A-4170-D225EBA7ECEB}"/>
          </ac:inkMkLst>
        </pc:inkChg>
        <pc:inkChg chg="add">
          <ac:chgData name="Lenka Kuklišová" userId="0399e331-5c69-4ab0-8875-f968d945d391" providerId="ADAL" clId="{E308AF7E-9BEE-41E9-9120-7DFE882F9959}" dt="2022-11-30T19:07:39.252" v="161" actId="9405"/>
          <ac:inkMkLst>
            <pc:docMk/>
            <pc:sldMk cId="4043674595" sldId="265"/>
            <ac:inkMk id="131" creationId="{87E254DD-4740-3F22-53A4-54D837027F65}"/>
          </ac:inkMkLst>
        </pc:inkChg>
        <pc:inkChg chg="add">
          <ac:chgData name="Lenka Kuklišová" userId="0399e331-5c69-4ab0-8875-f968d945d391" providerId="ADAL" clId="{E308AF7E-9BEE-41E9-9120-7DFE882F9959}" dt="2022-11-30T19:07:42.484" v="162" actId="9405"/>
          <ac:inkMkLst>
            <pc:docMk/>
            <pc:sldMk cId="4043674595" sldId="265"/>
            <ac:inkMk id="132" creationId="{2775262C-D36C-D5C2-69B6-BAD3D5870B1D}"/>
          </ac:inkMkLst>
        </pc:inkChg>
        <pc:inkChg chg="add mod">
          <ac:chgData name="Lenka Kuklišová" userId="0399e331-5c69-4ab0-8875-f968d945d391" providerId="ADAL" clId="{E308AF7E-9BEE-41E9-9120-7DFE882F9959}" dt="2022-11-30T19:07:49.170" v="170"/>
          <ac:inkMkLst>
            <pc:docMk/>
            <pc:sldMk cId="4043674595" sldId="265"/>
            <ac:inkMk id="133" creationId="{2C9BB8C5-9675-6E22-8A08-41A8FA65CAAA}"/>
          </ac:inkMkLst>
        </pc:inkChg>
        <pc:inkChg chg="add mod">
          <ac:chgData name="Lenka Kuklišová" userId="0399e331-5c69-4ab0-8875-f968d945d391" providerId="ADAL" clId="{E308AF7E-9BEE-41E9-9120-7DFE882F9959}" dt="2022-11-30T19:07:49.170" v="170"/>
          <ac:inkMkLst>
            <pc:docMk/>
            <pc:sldMk cId="4043674595" sldId="265"/>
            <ac:inkMk id="134" creationId="{58839B15-E192-4900-3459-45E7120A4BD7}"/>
          </ac:inkMkLst>
        </pc:inkChg>
        <pc:inkChg chg="add mod">
          <ac:chgData name="Lenka Kuklišová" userId="0399e331-5c69-4ab0-8875-f968d945d391" providerId="ADAL" clId="{E308AF7E-9BEE-41E9-9120-7DFE882F9959}" dt="2022-11-30T19:07:49.170" v="170"/>
          <ac:inkMkLst>
            <pc:docMk/>
            <pc:sldMk cId="4043674595" sldId="265"/>
            <ac:inkMk id="135" creationId="{FA55BEA4-44A3-0ADC-79E8-B6C48CF728BD}"/>
          </ac:inkMkLst>
        </pc:inkChg>
        <pc:inkChg chg="add mod">
          <ac:chgData name="Lenka Kuklišová" userId="0399e331-5c69-4ab0-8875-f968d945d391" providerId="ADAL" clId="{E308AF7E-9BEE-41E9-9120-7DFE882F9959}" dt="2022-11-30T19:07:49.170" v="170"/>
          <ac:inkMkLst>
            <pc:docMk/>
            <pc:sldMk cId="4043674595" sldId="265"/>
            <ac:inkMk id="137" creationId="{F9E18A14-16F6-5E8F-C167-8C5B5B073F26}"/>
          </ac:inkMkLst>
        </pc:inkChg>
        <pc:inkChg chg="add">
          <ac:chgData name="Lenka Kuklišová" userId="0399e331-5c69-4ab0-8875-f968d945d391" providerId="ADAL" clId="{E308AF7E-9BEE-41E9-9120-7DFE882F9959}" dt="2022-11-30T19:07:47.116" v="168" actId="9405"/>
          <ac:inkMkLst>
            <pc:docMk/>
            <pc:sldMk cId="4043674595" sldId="265"/>
            <ac:inkMk id="138" creationId="{B01B5FE9-95CE-C7AA-E70C-C0B9EEF286A3}"/>
          </ac:inkMkLst>
        </pc:inkChg>
        <pc:inkChg chg="add">
          <ac:chgData name="Lenka Kuklišová" userId="0399e331-5c69-4ab0-8875-f968d945d391" providerId="ADAL" clId="{E308AF7E-9BEE-41E9-9120-7DFE882F9959}" dt="2022-11-30T19:07:48.262" v="169" actId="9405"/>
          <ac:inkMkLst>
            <pc:docMk/>
            <pc:sldMk cId="4043674595" sldId="265"/>
            <ac:inkMk id="139" creationId="{1C60388F-DF1E-69CA-6118-F45C8DC9A850}"/>
          </ac:inkMkLst>
        </pc:inkChg>
        <pc:inkChg chg="add del">
          <ac:chgData name="Lenka Kuklišová" userId="0399e331-5c69-4ab0-8875-f968d945d391" providerId="ADAL" clId="{E308AF7E-9BEE-41E9-9120-7DFE882F9959}" dt="2022-11-30T19:07:58.761" v="172" actId="9405"/>
          <ac:inkMkLst>
            <pc:docMk/>
            <pc:sldMk cId="4043674595" sldId="265"/>
            <ac:inkMk id="141" creationId="{6F35B9EB-49D4-8F71-65A2-AD76ECCD203E}"/>
          </ac:inkMkLst>
        </pc:inkChg>
        <pc:inkChg chg="add">
          <ac:chgData name="Lenka Kuklišová" userId="0399e331-5c69-4ab0-8875-f968d945d391" providerId="ADAL" clId="{E308AF7E-9BEE-41E9-9120-7DFE882F9959}" dt="2022-11-30T19:08:11.139" v="173" actId="9405"/>
          <ac:inkMkLst>
            <pc:docMk/>
            <pc:sldMk cId="4043674595" sldId="265"/>
            <ac:inkMk id="142" creationId="{FBE90775-9235-2F9E-ADCB-F369E1B87549}"/>
          </ac:inkMkLst>
        </pc:inkChg>
        <pc:inkChg chg="add">
          <ac:chgData name="Lenka Kuklišová" userId="0399e331-5c69-4ab0-8875-f968d945d391" providerId="ADAL" clId="{E308AF7E-9BEE-41E9-9120-7DFE882F9959}" dt="2022-11-30T19:08:13.055" v="174" actId="9405"/>
          <ac:inkMkLst>
            <pc:docMk/>
            <pc:sldMk cId="4043674595" sldId="265"/>
            <ac:inkMk id="143" creationId="{1079222F-D172-1A31-8645-1C37126AB47E}"/>
          </ac:inkMkLst>
        </pc:inkChg>
        <pc:inkChg chg="add">
          <ac:chgData name="Lenka Kuklišová" userId="0399e331-5c69-4ab0-8875-f968d945d391" providerId="ADAL" clId="{E308AF7E-9BEE-41E9-9120-7DFE882F9959}" dt="2022-11-30T19:08:14.754" v="175" actId="9405"/>
          <ac:inkMkLst>
            <pc:docMk/>
            <pc:sldMk cId="4043674595" sldId="265"/>
            <ac:inkMk id="144" creationId="{5D258798-0836-949A-CE1D-B81017B6036A}"/>
          </ac:inkMkLst>
        </pc:inkChg>
        <pc:inkChg chg="add">
          <ac:chgData name="Lenka Kuklišová" userId="0399e331-5c69-4ab0-8875-f968d945d391" providerId="ADAL" clId="{E308AF7E-9BEE-41E9-9120-7DFE882F9959}" dt="2022-11-30T19:08:17.057" v="176" actId="9405"/>
          <ac:inkMkLst>
            <pc:docMk/>
            <pc:sldMk cId="4043674595" sldId="265"/>
            <ac:inkMk id="145" creationId="{5032D697-6505-CD1C-7FE7-239840F51951}"/>
          </ac:inkMkLst>
        </pc:inkChg>
        <pc:inkChg chg="add">
          <ac:chgData name="Lenka Kuklišová" userId="0399e331-5c69-4ab0-8875-f968d945d391" providerId="ADAL" clId="{E308AF7E-9BEE-41E9-9120-7DFE882F9959}" dt="2022-11-30T19:08:20.626" v="177" actId="9405"/>
          <ac:inkMkLst>
            <pc:docMk/>
            <pc:sldMk cId="4043674595" sldId="265"/>
            <ac:inkMk id="146" creationId="{C2C4CB2F-0379-61FD-566E-42A734EB94C4}"/>
          </ac:inkMkLst>
        </pc:inkChg>
        <pc:inkChg chg="add">
          <ac:chgData name="Lenka Kuklišová" userId="0399e331-5c69-4ab0-8875-f968d945d391" providerId="ADAL" clId="{E308AF7E-9BEE-41E9-9120-7DFE882F9959}" dt="2022-11-30T19:08:22.607" v="178" actId="9405"/>
          <ac:inkMkLst>
            <pc:docMk/>
            <pc:sldMk cId="4043674595" sldId="265"/>
            <ac:inkMk id="147" creationId="{1C8AE63B-7FEB-50EE-4E00-BB34628D7507}"/>
          </ac:inkMkLst>
        </pc:inkChg>
        <pc:inkChg chg="add">
          <ac:chgData name="Lenka Kuklišová" userId="0399e331-5c69-4ab0-8875-f968d945d391" providerId="ADAL" clId="{E308AF7E-9BEE-41E9-9120-7DFE882F9959}" dt="2022-11-30T19:08:24.724" v="179" actId="9405"/>
          <ac:inkMkLst>
            <pc:docMk/>
            <pc:sldMk cId="4043674595" sldId="265"/>
            <ac:inkMk id="148" creationId="{C5D6A54A-3580-5484-33A5-11043165A9BF}"/>
          </ac:inkMkLst>
        </pc:inkChg>
        <pc:inkChg chg="add">
          <ac:chgData name="Lenka Kuklišová" userId="0399e331-5c69-4ab0-8875-f968d945d391" providerId="ADAL" clId="{E308AF7E-9BEE-41E9-9120-7DFE882F9959}" dt="2022-11-30T19:08:27.533" v="180" actId="9405"/>
          <ac:inkMkLst>
            <pc:docMk/>
            <pc:sldMk cId="4043674595" sldId="265"/>
            <ac:inkMk id="149" creationId="{89DDCB14-E9B3-FEDD-A33D-DFADEBD7D999}"/>
          </ac:inkMkLst>
        </pc:inkChg>
      </pc:sldChg>
      <pc:sldChg chg="addSp delSp modSp new mod">
        <pc:chgData name="Lenka Kuklišová" userId="0399e331-5c69-4ab0-8875-f968d945d391" providerId="ADAL" clId="{E308AF7E-9BEE-41E9-9120-7DFE882F9959}" dt="2022-11-30T19:20:07.398" v="564" actId="9405"/>
        <pc:sldMkLst>
          <pc:docMk/>
          <pc:sldMk cId="1857307227" sldId="266"/>
        </pc:sldMkLst>
        <pc:grpChg chg="del mod">
          <ac:chgData name="Lenka Kuklišová" userId="0399e331-5c69-4ab0-8875-f968d945d391" providerId="ADAL" clId="{E308AF7E-9BEE-41E9-9120-7DFE882F9959}" dt="2022-11-30T19:13:12.372" v="267"/>
          <ac:grpSpMkLst>
            <pc:docMk/>
            <pc:sldMk cId="1857307227" sldId="266"/>
            <ac:grpSpMk id="7" creationId="{0DF4537F-6D88-B4E9-44D3-695BF89BF5FB}"/>
          </ac:grpSpMkLst>
        </pc:grpChg>
        <pc:grpChg chg="del mod">
          <ac:chgData name="Lenka Kuklišová" userId="0399e331-5c69-4ab0-8875-f968d945d391" providerId="ADAL" clId="{E308AF7E-9BEE-41E9-9120-7DFE882F9959}" dt="2022-11-30T19:13:36.237" v="299"/>
          <ac:grpSpMkLst>
            <pc:docMk/>
            <pc:sldMk cId="1857307227" sldId="266"/>
            <ac:grpSpMk id="12" creationId="{74439E74-5EF9-E130-9163-C0DBE6936B37}"/>
          </ac:grpSpMkLst>
        </pc:grpChg>
        <pc:grpChg chg="del mod">
          <ac:chgData name="Lenka Kuklišová" userId="0399e331-5c69-4ab0-8875-f968d945d391" providerId="ADAL" clId="{E308AF7E-9BEE-41E9-9120-7DFE882F9959}" dt="2022-11-30T19:13:36.237" v="299"/>
          <ac:grpSpMkLst>
            <pc:docMk/>
            <pc:sldMk cId="1857307227" sldId="266"/>
            <ac:grpSpMk id="20" creationId="{6187E341-C088-1702-5B62-3EB63A157B7D}"/>
          </ac:grpSpMkLst>
        </pc:grpChg>
        <pc:grpChg chg="del mod">
          <ac:chgData name="Lenka Kuklišová" userId="0399e331-5c69-4ab0-8875-f968d945d391" providerId="ADAL" clId="{E308AF7E-9BEE-41E9-9120-7DFE882F9959}" dt="2022-11-30T19:13:52.774" v="315"/>
          <ac:grpSpMkLst>
            <pc:docMk/>
            <pc:sldMk cId="1857307227" sldId="266"/>
            <ac:grpSpMk id="31" creationId="{2FBA820F-7777-F314-5B3B-31640F5BA3DC}"/>
          </ac:grpSpMkLst>
        </pc:grpChg>
        <pc:grpChg chg="del mod">
          <ac:chgData name="Lenka Kuklišová" userId="0399e331-5c69-4ab0-8875-f968d945d391" providerId="ADAL" clId="{E308AF7E-9BEE-41E9-9120-7DFE882F9959}" dt="2022-11-30T19:13:36.237" v="299"/>
          <ac:grpSpMkLst>
            <pc:docMk/>
            <pc:sldMk cId="1857307227" sldId="266"/>
            <ac:grpSpMk id="32" creationId="{C7D3EAA9-58EC-19E5-C437-22D6505382AB}"/>
          </ac:grpSpMkLst>
        </pc:grpChg>
        <pc:grpChg chg="del mod">
          <ac:chgData name="Lenka Kuklišová" userId="0399e331-5c69-4ab0-8875-f968d945d391" providerId="ADAL" clId="{E308AF7E-9BEE-41E9-9120-7DFE882F9959}" dt="2022-11-30T19:13:52.776" v="323"/>
          <ac:grpSpMkLst>
            <pc:docMk/>
            <pc:sldMk cId="1857307227" sldId="266"/>
            <ac:grpSpMk id="45" creationId="{E01B9E1C-E6C8-DBC6-F978-AA88BE8AC2DF}"/>
          </ac:grpSpMkLst>
        </pc:grpChg>
        <pc:grpChg chg="del mod">
          <ac:chgData name="Lenka Kuklišová" userId="0399e331-5c69-4ab0-8875-f968d945d391" providerId="ADAL" clId="{E308AF7E-9BEE-41E9-9120-7DFE882F9959}" dt="2022-11-30T19:13:52.779" v="334"/>
          <ac:grpSpMkLst>
            <pc:docMk/>
            <pc:sldMk cId="1857307227" sldId="266"/>
            <ac:grpSpMk id="46" creationId="{43D89A21-2351-2EC6-1FB6-CF6499CD3A21}"/>
          </ac:grpSpMkLst>
        </pc:grpChg>
        <pc:grpChg chg="del mod">
          <ac:chgData name="Lenka Kuklišová" userId="0399e331-5c69-4ab0-8875-f968d945d391" providerId="ADAL" clId="{E308AF7E-9BEE-41E9-9120-7DFE882F9959}" dt="2022-11-30T19:14:18.083" v="348"/>
          <ac:grpSpMkLst>
            <pc:docMk/>
            <pc:sldMk cId="1857307227" sldId="266"/>
            <ac:grpSpMk id="54" creationId="{F505D241-6496-65EB-FF94-C56876A6930A}"/>
          </ac:grpSpMkLst>
        </pc:grpChg>
        <pc:grpChg chg="del mod">
          <ac:chgData name="Lenka Kuklišová" userId="0399e331-5c69-4ab0-8875-f968d945d391" providerId="ADAL" clId="{E308AF7E-9BEE-41E9-9120-7DFE882F9959}" dt="2022-11-30T19:14:31.519" v="370"/>
          <ac:grpSpMkLst>
            <pc:docMk/>
            <pc:sldMk cId="1857307227" sldId="266"/>
            <ac:grpSpMk id="58" creationId="{663D3137-28A3-7CF0-7222-2A85F05F758D}"/>
          </ac:grpSpMkLst>
        </pc:grpChg>
        <pc:grpChg chg="del mod">
          <ac:chgData name="Lenka Kuklišová" userId="0399e331-5c69-4ab0-8875-f968d945d391" providerId="ADAL" clId="{E308AF7E-9BEE-41E9-9120-7DFE882F9959}" dt="2022-11-30T19:15:16.742" v="410"/>
          <ac:grpSpMkLst>
            <pc:docMk/>
            <pc:sldMk cId="1857307227" sldId="266"/>
            <ac:grpSpMk id="80" creationId="{3770B76C-391E-418B-EC8D-CC4F82F9ABC8}"/>
          </ac:grpSpMkLst>
        </pc:grpChg>
        <pc:grpChg chg="del mod">
          <ac:chgData name="Lenka Kuklišová" userId="0399e331-5c69-4ab0-8875-f968d945d391" providerId="ADAL" clId="{E308AF7E-9BEE-41E9-9120-7DFE882F9959}" dt="2022-11-30T19:15:16.742" v="410"/>
          <ac:grpSpMkLst>
            <pc:docMk/>
            <pc:sldMk cId="1857307227" sldId="266"/>
            <ac:grpSpMk id="81" creationId="{B44ABB1C-626D-C4D5-A5B2-1C962347F918}"/>
          </ac:grpSpMkLst>
        </pc:grpChg>
        <pc:grpChg chg="del mod">
          <ac:chgData name="Lenka Kuklišová" userId="0399e331-5c69-4ab0-8875-f968d945d391" providerId="ADAL" clId="{E308AF7E-9BEE-41E9-9120-7DFE882F9959}" dt="2022-11-30T19:14:31.519" v="370"/>
          <ac:grpSpMkLst>
            <pc:docMk/>
            <pc:sldMk cId="1857307227" sldId="266"/>
            <ac:grpSpMk id="82" creationId="{B6E0A58B-6DDC-BCBC-10B9-917B256B6DD3}"/>
          </ac:grpSpMkLst>
        </pc:grpChg>
        <pc:grpChg chg="del mod">
          <ac:chgData name="Lenka Kuklišová" userId="0399e331-5c69-4ab0-8875-f968d945d391" providerId="ADAL" clId="{E308AF7E-9BEE-41E9-9120-7DFE882F9959}" dt="2022-11-30T19:14:39.123" v="380"/>
          <ac:grpSpMkLst>
            <pc:docMk/>
            <pc:sldMk cId="1857307227" sldId="266"/>
            <ac:grpSpMk id="83" creationId="{B1E24B98-CB51-6E97-AB47-898B29F4172F}"/>
          </ac:grpSpMkLst>
        </pc:grpChg>
        <pc:grpChg chg="del mod">
          <ac:chgData name="Lenka Kuklišová" userId="0399e331-5c69-4ab0-8875-f968d945d391" providerId="ADAL" clId="{E308AF7E-9BEE-41E9-9120-7DFE882F9959}" dt="2022-11-30T19:15:16.742" v="410"/>
          <ac:grpSpMkLst>
            <pc:docMk/>
            <pc:sldMk cId="1857307227" sldId="266"/>
            <ac:grpSpMk id="93" creationId="{B9BC9C99-B24B-5B3C-868F-E55ED3A36488}"/>
          </ac:grpSpMkLst>
        </pc:grpChg>
        <pc:grpChg chg="del mod">
          <ac:chgData name="Lenka Kuklišová" userId="0399e331-5c69-4ab0-8875-f968d945d391" providerId="ADAL" clId="{E308AF7E-9BEE-41E9-9120-7DFE882F9959}" dt="2022-11-30T19:15:16.742" v="410"/>
          <ac:grpSpMkLst>
            <pc:docMk/>
            <pc:sldMk cId="1857307227" sldId="266"/>
            <ac:grpSpMk id="94" creationId="{1E2BCC60-5DAE-0C65-3FCD-C996CB2C7469}"/>
          </ac:grpSpMkLst>
        </pc:grpChg>
        <pc:grpChg chg="del mod">
          <ac:chgData name="Lenka Kuklišová" userId="0399e331-5c69-4ab0-8875-f968d945d391" providerId="ADAL" clId="{E308AF7E-9BEE-41E9-9120-7DFE882F9959}" dt="2022-11-30T19:14:53.454" v="389"/>
          <ac:grpSpMkLst>
            <pc:docMk/>
            <pc:sldMk cId="1857307227" sldId="266"/>
            <ac:grpSpMk id="101" creationId="{54D60741-1D17-0172-5B97-B7A21DA6345F}"/>
          </ac:grpSpMkLst>
        </pc:grpChg>
        <pc:grpChg chg="del mod">
          <ac:chgData name="Lenka Kuklišová" userId="0399e331-5c69-4ab0-8875-f968d945d391" providerId="ADAL" clId="{E308AF7E-9BEE-41E9-9120-7DFE882F9959}" dt="2022-11-30T19:14:58.428" v="398"/>
          <ac:grpSpMkLst>
            <pc:docMk/>
            <pc:sldMk cId="1857307227" sldId="266"/>
            <ac:grpSpMk id="103" creationId="{A020A975-DDCD-95F9-1C1B-29C5719DF011}"/>
          </ac:grpSpMkLst>
        </pc:grpChg>
        <pc:grpChg chg="del mod">
          <ac:chgData name="Lenka Kuklišová" userId="0399e331-5c69-4ab0-8875-f968d945d391" providerId="ADAL" clId="{E308AF7E-9BEE-41E9-9120-7DFE882F9959}" dt="2022-11-30T19:15:16.742" v="410"/>
          <ac:grpSpMkLst>
            <pc:docMk/>
            <pc:sldMk cId="1857307227" sldId="266"/>
            <ac:grpSpMk id="112" creationId="{E141D2D6-83A3-CE1F-8872-C134DD9A91D0}"/>
          </ac:grpSpMkLst>
        </pc:grpChg>
        <pc:grpChg chg="del mod">
          <ac:chgData name="Lenka Kuklišová" userId="0399e331-5c69-4ab0-8875-f968d945d391" providerId="ADAL" clId="{E308AF7E-9BEE-41E9-9120-7DFE882F9959}" dt="2022-11-30T19:15:16.742" v="410"/>
          <ac:grpSpMkLst>
            <pc:docMk/>
            <pc:sldMk cId="1857307227" sldId="266"/>
            <ac:grpSpMk id="115" creationId="{0785D47B-AC19-1FCF-A998-57BD402E9A2A}"/>
          </ac:grpSpMkLst>
        </pc:grpChg>
        <pc:grpChg chg="del mod">
          <ac:chgData name="Lenka Kuklišová" userId="0399e331-5c69-4ab0-8875-f968d945d391" providerId="ADAL" clId="{E308AF7E-9BEE-41E9-9120-7DFE882F9959}" dt="2022-11-30T19:15:13.244" v="408"/>
          <ac:grpSpMkLst>
            <pc:docMk/>
            <pc:sldMk cId="1857307227" sldId="266"/>
            <ac:grpSpMk id="119" creationId="{5F149471-439E-DBF9-6019-032110B592B3}"/>
          </ac:grpSpMkLst>
        </pc:grpChg>
        <pc:grpChg chg="del mod">
          <ac:chgData name="Lenka Kuklišová" userId="0399e331-5c69-4ab0-8875-f968d945d391" providerId="ADAL" clId="{E308AF7E-9BEE-41E9-9120-7DFE882F9959}" dt="2022-11-30T19:15:16.742" v="410"/>
          <ac:grpSpMkLst>
            <pc:docMk/>
            <pc:sldMk cId="1857307227" sldId="266"/>
            <ac:grpSpMk id="122" creationId="{F35117FA-4359-5C6F-1981-AB3360236207}"/>
          </ac:grpSpMkLst>
        </pc:grpChg>
        <pc:grpChg chg="mod">
          <ac:chgData name="Lenka Kuklišová" userId="0399e331-5c69-4ab0-8875-f968d945d391" providerId="ADAL" clId="{E308AF7E-9BEE-41E9-9120-7DFE882F9959}" dt="2022-11-30T19:15:16.742" v="410"/>
          <ac:grpSpMkLst>
            <pc:docMk/>
            <pc:sldMk cId="1857307227" sldId="266"/>
            <ac:grpSpMk id="124" creationId="{D53AE95A-71DE-1BAA-B531-70F623A466E1}"/>
          </ac:grpSpMkLst>
        </pc:grpChg>
        <pc:grpChg chg="del mod">
          <ac:chgData name="Lenka Kuklišová" userId="0399e331-5c69-4ab0-8875-f968d945d391" providerId="ADAL" clId="{E308AF7E-9BEE-41E9-9120-7DFE882F9959}" dt="2022-11-30T19:15:30.887" v="420"/>
          <ac:grpSpMkLst>
            <pc:docMk/>
            <pc:sldMk cId="1857307227" sldId="266"/>
            <ac:grpSpMk id="132" creationId="{081AEFE4-E24C-4270-0C4D-0079D31D4FD0}"/>
          </ac:grpSpMkLst>
        </pc:grpChg>
        <pc:grpChg chg="del mod">
          <ac:chgData name="Lenka Kuklišová" userId="0399e331-5c69-4ab0-8875-f968d945d391" providerId="ADAL" clId="{E308AF7E-9BEE-41E9-9120-7DFE882F9959}" dt="2022-11-30T19:15:43.286" v="431"/>
          <ac:grpSpMkLst>
            <pc:docMk/>
            <pc:sldMk cId="1857307227" sldId="266"/>
            <ac:grpSpMk id="134" creationId="{681D7C1B-EAAC-3CF4-ADD1-8AF9EE0BD550}"/>
          </ac:grpSpMkLst>
        </pc:grpChg>
        <pc:grpChg chg="del mod">
          <ac:chgData name="Lenka Kuklišová" userId="0399e331-5c69-4ab0-8875-f968d945d391" providerId="ADAL" clId="{E308AF7E-9BEE-41E9-9120-7DFE882F9959}" dt="2022-11-30T19:15:43.286" v="431"/>
          <ac:grpSpMkLst>
            <pc:docMk/>
            <pc:sldMk cId="1857307227" sldId="266"/>
            <ac:grpSpMk id="139" creationId="{5713A152-4521-B231-56BB-104398FF4E0E}"/>
          </ac:grpSpMkLst>
        </pc:grpChg>
        <pc:grpChg chg="del mod">
          <ac:chgData name="Lenka Kuklišová" userId="0399e331-5c69-4ab0-8875-f968d945d391" providerId="ADAL" clId="{E308AF7E-9BEE-41E9-9120-7DFE882F9959}" dt="2022-11-30T19:15:43.286" v="431"/>
          <ac:grpSpMkLst>
            <pc:docMk/>
            <pc:sldMk cId="1857307227" sldId="266"/>
            <ac:grpSpMk id="142" creationId="{2E861715-3324-4521-064F-FBDD16DD1A24}"/>
          </ac:grpSpMkLst>
        </pc:grpChg>
        <pc:grpChg chg="mod">
          <ac:chgData name="Lenka Kuklišová" userId="0399e331-5c69-4ab0-8875-f968d945d391" providerId="ADAL" clId="{E308AF7E-9BEE-41E9-9120-7DFE882F9959}" dt="2022-11-30T19:15:43.286" v="431"/>
          <ac:grpSpMkLst>
            <pc:docMk/>
            <pc:sldMk cId="1857307227" sldId="266"/>
            <ac:grpSpMk id="145" creationId="{0BADF9EA-BBBC-5B8B-D943-14FA5310476B}"/>
          </ac:grpSpMkLst>
        </pc:grpChg>
        <pc:grpChg chg="del mod">
          <ac:chgData name="Lenka Kuklišová" userId="0399e331-5c69-4ab0-8875-f968d945d391" providerId="ADAL" clId="{E308AF7E-9BEE-41E9-9120-7DFE882F9959}" dt="2022-11-30T19:15:49.181" v="437"/>
          <ac:grpSpMkLst>
            <pc:docMk/>
            <pc:sldMk cId="1857307227" sldId="266"/>
            <ac:grpSpMk id="149" creationId="{2AD33E56-A6BF-A87B-C5CE-69743C5F2079}"/>
          </ac:grpSpMkLst>
        </pc:grpChg>
        <pc:grpChg chg="mod">
          <ac:chgData name="Lenka Kuklišová" userId="0399e331-5c69-4ab0-8875-f968d945d391" providerId="ADAL" clId="{E308AF7E-9BEE-41E9-9120-7DFE882F9959}" dt="2022-11-30T19:15:49.181" v="437"/>
          <ac:grpSpMkLst>
            <pc:docMk/>
            <pc:sldMk cId="1857307227" sldId="266"/>
            <ac:grpSpMk id="151" creationId="{E2AD1EE9-082F-B889-E6B8-46B8FB99C8A3}"/>
          </ac:grpSpMkLst>
        </pc:grpChg>
        <pc:grpChg chg="mod">
          <ac:chgData name="Lenka Kuklišová" userId="0399e331-5c69-4ab0-8875-f968d945d391" providerId="ADAL" clId="{E308AF7E-9BEE-41E9-9120-7DFE882F9959}" dt="2022-11-30T19:15:51.424" v="440"/>
          <ac:grpSpMkLst>
            <pc:docMk/>
            <pc:sldMk cId="1857307227" sldId="266"/>
            <ac:grpSpMk id="154" creationId="{6028562C-452D-2475-E1BC-EB5F9DC45639}"/>
          </ac:grpSpMkLst>
        </pc:grpChg>
        <pc:grpChg chg="mod">
          <ac:chgData name="Lenka Kuklišová" userId="0399e331-5c69-4ab0-8875-f968d945d391" providerId="ADAL" clId="{E308AF7E-9BEE-41E9-9120-7DFE882F9959}" dt="2022-11-30T19:15:53.986" v="443"/>
          <ac:grpSpMkLst>
            <pc:docMk/>
            <pc:sldMk cId="1857307227" sldId="266"/>
            <ac:grpSpMk id="157" creationId="{13B7D569-6C78-66AD-3DE6-D439008A10D1}"/>
          </ac:grpSpMkLst>
        </pc:grpChg>
        <pc:grpChg chg="del mod">
          <ac:chgData name="Lenka Kuklišová" userId="0399e331-5c69-4ab0-8875-f968d945d391" providerId="ADAL" clId="{E308AF7E-9BEE-41E9-9120-7DFE882F9959}" dt="2022-11-30T19:16:03.412" v="448"/>
          <ac:grpSpMkLst>
            <pc:docMk/>
            <pc:sldMk cId="1857307227" sldId="266"/>
            <ac:grpSpMk id="160" creationId="{C6166F17-DBF8-50B2-E7F4-789CC0DAC004}"/>
          </ac:grpSpMkLst>
        </pc:grpChg>
        <pc:grpChg chg="mod">
          <ac:chgData name="Lenka Kuklišová" userId="0399e331-5c69-4ab0-8875-f968d945d391" providerId="ADAL" clId="{E308AF7E-9BEE-41E9-9120-7DFE882F9959}" dt="2022-11-30T19:16:03.412" v="448"/>
          <ac:grpSpMkLst>
            <pc:docMk/>
            <pc:sldMk cId="1857307227" sldId="266"/>
            <ac:grpSpMk id="162" creationId="{AF95E71A-582B-0FE3-7B64-5A1AC228B35C}"/>
          </ac:grpSpMkLst>
        </pc:grpChg>
        <pc:grpChg chg="del mod">
          <ac:chgData name="Lenka Kuklišová" userId="0399e331-5c69-4ab0-8875-f968d945d391" providerId="ADAL" clId="{E308AF7E-9BEE-41E9-9120-7DFE882F9959}" dt="2022-11-30T19:16:09.723" v="455"/>
          <ac:grpSpMkLst>
            <pc:docMk/>
            <pc:sldMk cId="1857307227" sldId="266"/>
            <ac:grpSpMk id="166" creationId="{FE11E9ED-8E7D-555D-A21C-FD2F9FA66FCB}"/>
          </ac:grpSpMkLst>
        </pc:grpChg>
        <pc:grpChg chg="mod">
          <ac:chgData name="Lenka Kuklišová" userId="0399e331-5c69-4ab0-8875-f968d945d391" providerId="ADAL" clId="{E308AF7E-9BEE-41E9-9120-7DFE882F9959}" dt="2022-11-30T19:16:09.723" v="455"/>
          <ac:grpSpMkLst>
            <pc:docMk/>
            <pc:sldMk cId="1857307227" sldId="266"/>
            <ac:grpSpMk id="169" creationId="{93A3334C-DCE9-C0D5-1290-EA1FFD965D98}"/>
          </ac:grpSpMkLst>
        </pc:grpChg>
        <pc:grpChg chg="del mod">
          <ac:chgData name="Lenka Kuklišová" userId="0399e331-5c69-4ab0-8875-f968d945d391" providerId="ADAL" clId="{E308AF7E-9BEE-41E9-9120-7DFE882F9959}" dt="2022-11-30T19:16:17.393" v="462"/>
          <ac:grpSpMkLst>
            <pc:docMk/>
            <pc:sldMk cId="1857307227" sldId="266"/>
            <ac:grpSpMk id="174" creationId="{BC9BAA8D-606A-8656-EA14-1E54EC2B35F6}"/>
          </ac:grpSpMkLst>
        </pc:grpChg>
        <pc:grpChg chg="del mod">
          <ac:chgData name="Lenka Kuklišová" userId="0399e331-5c69-4ab0-8875-f968d945d391" providerId="ADAL" clId="{E308AF7E-9BEE-41E9-9120-7DFE882F9959}" dt="2022-11-30T19:16:20.485" v="466"/>
          <ac:grpSpMkLst>
            <pc:docMk/>
            <pc:sldMk cId="1857307227" sldId="266"/>
            <ac:grpSpMk id="176" creationId="{543E9CC1-0993-F577-C475-CF52B533DC00}"/>
          </ac:grpSpMkLst>
        </pc:grpChg>
        <pc:grpChg chg="mod">
          <ac:chgData name="Lenka Kuklišová" userId="0399e331-5c69-4ab0-8875-f968d945d391" providerId="ADAL" clId="{E308AF7E-9BEE-41E9-9120-7DFE882F9959}" dt="2022-11-30T19:16:20.485" v="466"/>
          <ac:grpSpMkLst>
            <pc:docMk/>
            <pc:sldMk cId="1857307227" sldId="266"/>
            <ac:grpSpMk id="180" creationId="{4A56F89A-3892-A4DB-59AF-0BCCEF37E9B9}"/>
          </ac:grpSpMkLst>
        </pc:grpChg>
        <pc:grpChg chg="mod">
          <ac:chgData name="Lenka Kuklišová" userId="0399e331-5c69-4ab0-8875-f968d945d391" providerId="ADAL" clId="{E308AF7E-9BEE-41E9-9120-7DFE882F9959}" dt="2022-11-30T19:16:20.485" v="466"/>
          <ac:grpSpMkLst>
            <pc:docMk/>
            <pc:sldMk cId="1857307227" sldId="266"/>
            <ac:grpSpMk id="181" creationId="{C5D2FC6D-1A90-9B85-70CF-CCE0EB8A6C90}"/>
          </ac:grpSpMkLst>
        </pc:grpChg>
        <pc:grpChg chg="mod">
          <ac:chgData name="Lenka Kuklišová" userId="0399e331-5c69-4ab0-8875-f968d945d391" providerId="ADAL" clId="{E308AF7E-9BEE-41E9-9120-7DFE882F9959}" dt="2022-11-30T19:16:36.832" v="475"/>
          <ac:grpSpMkLst>
            <pc:docMk/>
            <pc:sldMk cId="1857307227" sldId="266"/>
            <ac:grpSpMk id="190" creationId="{16FFEAE9-CB95-9ED1-93B9-F04BEF11E07B}"/>
          </ac:grpSpMkLst>
        </pc:grpChg>
        <pc:grpChg chg="mod">
          <ac:chgData name="Lenka Kuklišová" userId="0399e331-5c69-4ab0-8875-f968d945d391" providerId="ADAL" clId="{E308AF7E-9BEE-41E9-9120-7DFE882F9959}" dt="2022-11-30T19:16:36.832" v="475"/>
          <ac:grpSpMkLst>
            <pc:docMk/>
            <pc:sldMk cId="1857307227" sldId="266"/>
            <ac:grpSpMk id="191" creationId="{7ECEA87F-ADFE-C0F1-DE51-33344CECD38F}"/>
          </ac:grpSpMkLst>
        </pc:grpChg>
        <pc:grpChg chg="mod">
          <ac:chgData name="Lenka Kuklišová" userId="0399e331-5c69-4ab0-8875-f968d945d391" providerId="ADAL" clId="{E308AF7E-9BEE-41E9-9120-7DFE882F9959}" dt="2022-11-30T19:16:46.128" v="484"/>
          <ac:grpSpMkLst>
            <pc:docMk/>
            <pc:sldMk cId="1857307227" sldId="266"/>
            <ac:grpSpMk id="200" creationId="{A7008F2D-55AB-CDDB-3699-55953B0E2537}"/>
          </ac:grpSpMkLst>
        </pc:grpChg>
        <pc:grpChg chg="del mod">
          <ac:chgData name="Lenka Kuklišová" userId="0399e331-5c69-4ab0-8875-f968d945d391" providerId="ADAL" clId="{E308AF7E-9BEE-41E9-9120-7DFE882F9959}" dt="2022-11-30T19:16:52.808" v="492"/>
          <ac:grpSpMkLst>
            <pc:docMk/>
            <pc:sldMk cId="1857307227" sldId="266"/>
            <ac:grpSpMk id="205" creationId="{2BB82181-8CBB-B3F3-24F0-B15E69B7997C}"/>
          </ac:grpSpMkLst>
        </pc:grpChg>
        <pc:grpChg chg="del mod">
          <ac:chgData name="Lenka Kuklišová" userId="0399e331-5c69-4ab0-8875-f968d945d391" providerId="ADAL" clId="{E308AF7E-9BEE-41E9-9120-7DFE882F9959}" dt="2022-11-30T19:16:54.835" v="495"/>
          <ac:grpSpMkLst>
            <pc:docMk/>
            <pc:sldMk cId="1857307227" sldId="266"/>
            <ac:grpSpMk id="208" creationId="{F6B1C7C6-0E35-C330-9FEE-93D14E1953BC}"/>
          </ac:grpSpMkLst>
        </pc:grpChg>
        <pc:grpChg chg="mod">
          <ac:chgData name="Lenka Kuklišová" userId="0399e331-5c69-4ab0-8875-f968d945d391" providerId="ADAL" clId="{E308AF7E-9BEE-41E9-9120-7DFE882F9959}" dt="2022-11-30T19:16:54.835" v="495"/>
          <ac:grpSpMkLst>
            <pc:docMk/>
            <pc:sldMk cId="1857307227" sldId="266"/>
            <ac:grpSpMk id="211" creationId="{7B6F151F-13D8-3177-2361-11636C67C9C3}"/>
          </ac:grpSpMkLst>
        </pc:grpChg>
        <pc:grpChg chg="mod">
          <ac:chgData name="Lenka Kuklišová" userId="0399e331-5c69-4ab0-8875-f968d945d391" providerId="ADAL" clId="{E308AF7E-9BEE-41E9-9120-7DFE882F9959}" dt="2022-11-30T19:19:31.161" v="531"/>
          <ac:grpSpMkLst>
            <pc:docMk/>
            <pc:sldMk cId="1857307227" sldId="266"/>
            <ac:grpSpMk id="243" creationId="{F53C43BA-0900-1F4D-B962-BFFA9D2B1990}"/>
          </ac:grpSpMkLst>
        </pc:grpChg>
        <pc:grpChg chg="mod">
          <ac:chgData name="Lenka Kuklišová" userId="0399e331-5c69-4ab0-8875-f968d945d391" providerId="ADAL" clId="{E308AF7E-9BEE-41E9-9120-7DFE882F9959}" dt="2022-11-30T19:19:31.161" v="531"/>
          <ac:grpSpMkLst>
            <pc:docMk/>
            <pc:sldMk cId="1857307227" sldId="266"/>
            <ac:grpSpMk id="244" creationId="{2ECD7681-2741-3D96-5FCD-F1C6B6D9A2FF}"/>
          </ac:grpSpMkLst>
        </pc:grpChg>
        <pc:grpChg chg="del mod">
          <ac:chgData name="Lenka Kuklišová" userId="0399e331-5c69-4ab0-8875-f968d945d391" providerId="ADAL" clId="{E308AF7E-9BEE-41E9-9120-7DFE882F9959}" dt="2022-11-30T19:19:46.858" v="561"/>
          <ac:grpSpMkLst>
            <pc:docMk/>
            <pc:sldMk cId="1857307227" sldId="266"/>
            <ac:grpSpMk id="249" creationId="{6265BE99-A33F-7C72-7CEE-799A467C1CF7}"/>
          </ac:grpSpMkLst>
        </pc:grpChg>
        <pc:grpChg chg="mod">
          <ac:chgData name="Lenka Kuklišová" userId="0399e331-5c69-4ab0-8875-f968d945d391" providerId="ADAL" clId="{E308AF7E-9BEE-41E9-9120-7DFE882F9959}" dt="2022-11-30T19:19:46.858" v="561"/>
          <ac:grpSpMkLst>
            <pc:docMk/>
            <pc:sldMk cId="1857307227" sldId="266"/>
            <ac:grpSpMk id="261" creationId="{D96A21B1-954D-5842-EAC0-CD5452643072}"/>
          </ac:grpSpMkLst>
        </pc:grpChg>
        <pc:picChg chg="add mod">
          <ac:chgData name="Lenka Kuklišová" userId="0399e331-5c69-4ab0-8875-f968d945d391" providerId="ADAL" clId="{E308AF7E-9BEE-41E9-9120-7DFE882F9959}" dt="2022-11-30T19:14:02.857" v="336" actId="1076"/>
          <ac:picMkLst>
            <pc:docMk/>
            <pc:sldMk cId="1857307227" sldId="266"/>
            <ac:picMk id="3" creationId="{125F435F-22ED-B724-A818-F3072453A628}"/>
          </ac:picMkLst>
        </pc:picChg>
        <pc:inkChg chg="add del mod">
          <ac:chgData name="Lenka Kuklišová" userId="0399e331-5c69-4ab0-8875-f968d945d391" providerId="ADAL" clId="{E308AF7E-9BEE-41E9-9120-7DFE882F9959}" dt="2022-11-30T19:13:52.779" v="335"/>
          <ac:inkMkLst>
            <pc:docMk/>
            <pc:sldMk cId="1857307227" sldId="266"/>
            <ac:inkMk id="4" creationId="{B3986B84-4DB5-E31E-D9FE-D0B7944139B6}"/>
          </ac:inkMkLst>
        </pc:inkChg>
        <pc:inkChg chg="add del mod">
          <ac:chgData name="Lenka Kuklišová" userId="0399e331-5c69-4ab0-8875-f968d945d391" providerId="ADAL" clId="{E308AF7E-9BEE-41E9-9120-7DFE882F9959}" dt="2022-11-30T19:13:52.779" v="334"/>
          <ac:inkMkLst>
            <pc:docMk/>
            <pc:sldMk cId="1857307227" sldId="266"/>
            <ac:inkMk id="5" creationId="{3520E45C-D37F-5C8D-A7FD-198A1295A3AF}"/>
          </ac:inkMkLst>
        </pc:inkChg>
        <pc:inkChg chg="add del mod">
          <ac:chgData name="Lenka Kuklišová" userId="0399e331-5c69-4ab0-8875-f968d945d391" providerId="ADAL" clId="{E308AF7E-9BEE-41E9-9120-7DFE882F9959}" dt="2022-11-30T19:13:52.768" v="303"/>
          <ac:inkMkLst>
            <pc:docMk/>
            <pc:sldMk cId="1857307227" sldId="266"/>
            <ac:inkMk id="6" creationId="{234C1EA9-7EBD-B45D-D935-51A4775551F9}"/>
          </ac:inkMkLst>
        </pc:inkChg>
        <pc:inkChg chg="add del mod">
          <ac:chgData name="Lenka Kuklišová" userId="0399e331-5c69-4ab0-8875-f968d945d391" providerId="ADAL" clId="{E308AF7E-9BEE-41E9-9120-7DFE882F9959}" dt="2022-11-30T19:13:52.778" v="331"/>
          <ac:inkMkLst>
            <pc:docMk/>
            <pc:sldMk cId="1857307227" sldId="266"/>
            <ac:inkMk id="8" creationId="{A4F1AD60-B453-F328-1B86-4F361BA8D2AC}"/>
          </ac:inkMkLst>
        </pc:inkChg>
        <pc:inkChg chg="add del mod">
          <ac:chgData name="Lenka Kuklišová" userId="0399e331-5c69-4ab0-8875-f968d945d391" providerId="ADAL" clId="{E308AF7E-9BEE-41E9-9120-7DFE882F9959}" dt="2022-11-30T19:13:52.774" v="318"/>
          <ac:inkMkLst>
            <pc:docMk/>
            <pc:sldMk cId="1857307227" sldId="266"/>
            <ac:inkMk id="9" creationId="{842B5BC3-3C2C-C32A-C3BC-7544309357FF}"/>
          </ac:inkMkLst>
        </pc:inkChg>
        <pc:inkChg chg="add del mod">
          <ac:chgData name="Lenka Kuklišová" userId="0399e331-5c69-4ab0-8875-f968d945d391" providerId="ADAL" clId="{E308AF7E-9BEE-41E9-9120-7DFE882F9959}" dt="2022-11-30T19:13:52.777" v="328"/>
          <ac:inkMkLst>
            <pc:docMk/>
            <pc:sldMk cId="1857307227" sldId="266"/>
            <ac:inkMk id="10" creationId="{5222146E-0B78-339E-FED7-D3B9BF0032CD}"/>
          </ac:inkMkLst>
        </pc:inkChg>
        <pc:inkChg chg="add del mod">
          <ac:chgData name="Lenka Kuklišová" userId="0399e331-5c69-4ab0-8875-f968d945d391" providerId="ADAL" clId="{E308AF7E-9BEE-41E9-9120-7DFE882F9959}" dt="2022-11-30T19:13:52.775" v="319"/>
          <ac:inkMkLst>
            <pc:docMk/>
            <pc:sldMk cId="1857307227" sldId="266"/>
            <ac:inkMk id="11" creationId="{C78B377D-16E2-1458-24DD-3AB88176E2CE}"/>
          </ac:inkMkLst>
        </pc:inkChg>
        <pc:inkChg chg="add del mod">
          <ac:chgData name="Lenka Kuklišová" userId="0399e331-5c69-4ab0-8875-f968d945d391" providerId="ADAL" clId="{E308AF7E-9BEE-41E9-9120-7DFE882F9959}" dt="2022-11-30T19:13:52.778" v="329"/>
          <ac:inkMkLst>
            <pc:docMk/>
            <pc:sldMk cId="1857307227" sldId="266"/>
            <ac:inkMk id="13" creationId="{5E2C646A-A50C-092B-F725-E3A38BF2228D}"/>
          </ac:inkMkLst>
        </pc:inkChg>
        <pc:inkChg chg="add del mod">
          <ac:chgData name="Lenka Kuklišová" userId="0399e331-5c69-4ab0-8875-f968d945d391" providerId="ADAL" clId="{E308AF7E-9BEE-41E9-9120-7DFE882F9959}" dt="2022-11-30T19:13:52.772" v="311"/>
          <ac:inkMkLst>
            <pc:docMk/>
            <pc:sldMk cId="1857307227" sldId="266"/>
            <ac:inkMk id="14" creationId="{CD022E8C-64D0-07E3-F47F-ED8D876B5F97}"/>
          </ac:inkMkLst>
        </pc:inkChg>
        <pc:inkChg chg="add del mod">
          <ac:chgData name="Lenka Kuklišová" userId="0399e331-5c69-4ab0-8875-f968d945d391" providerId="ADAL" clId="{E308AF7E-9BEE-41E9-9120-7DFE882F9959}" dt="2022-11-30T19:13:52.770" v="306"/>
          <ac:inkMkLst>
            <pc:docMk/>
            <pc:sldMk cId="1857307227" sldId="266"/>
            <ac:inkMk id="15" creationId="{48918228-400B-B5EE-15D8-1CD63AE53BE3}"/>
          </ac:inkMkLst>
        </pc:inkChg>
        <pc:inkChg chg="add del mod">
          <ac:chgData name="Lenka Kuklišová" userId="0399e331-5c69-4ab0-8875-f968d945d391" providerId="ADAL" clId="{E308AF7E-9BEE-41E9-9120-7DFE882F9959}" dt="2022-11-30T19:13:52.767" v="300"/>
          <ac:inkMkLst>
            <pc:docMk/>
            <pc:sldMk cId="1857307227" sldId="266"/>
            <ac:inkMk id="16" creationId="{C343111E-0F17-3585-ACDE-A8053041822D}"/>
          </ac:inkMkLst>
        </pc:inkChg>
        <pc:inkChg chg="add del mod">
          <ac:chgData name="Lenka Kuklišová" userId="0399e331-5c69-4ab0-8875-f968d945d391" providerId="ADAL" clId="{E308AF7E-9BEE-41E9-9120-7DFE882F9959}" dt="2022-11-30T19:13:52.774" v="317"/>
          <ac:inkMkLst>
            <pc:docMk/>
            <pc:sldMk cId="1857307227" sldId="266"/>
            <ac:inkMk id="17" creationId="{67E821D4-E11A-B620-6C79-0C0DC742BE4C}"/>
          </ac:inkMkLst>
        </pc:inkChg>
        <pc:inkChg chg="add del mod">
          <ac:chgData name="Lenka Kuklišová" userId="0399e331-5c69-4ab0-8875-f968d945d391" providerId="ADAL" clId="{E308AF7E-9BEE-41E9-9120-7DFE882F9959}" dt="2022-11-30T19:13:52.777" v="326"/>
          <ac:inkMkLst>
            <pc:docMk/>
            <pc:sldMk cId="1857307227" sldId="266"/>
            <ac:inkMk id="18" creationId="{AA31B8D8-6572-AF73-A93B-C21A9E139867}"/>
          </ac:inkMkLst>
        </pc:inkChg>
        <pc:inkChg chg="add del mod">
          <ac:chgData name="Lenka Kuklišová" userId="0399e331-5c69-4ab0-8875-f968d945d391" providerId="ADAL" clId="{E308AF7E-9BEE-41E9-9120-7DFE882F9959}" dt="2022-11-30T19:13:52.776" v="322"/>
          <ac:inkMkLst>
            <pc:docMk/>
            <pc:sldMk cId="1857307227" sldId="266"/>
            <ac:inkMk id="19" creationId="{1A615199-CD93-8F9A-B61C-5D868ABEFD7E}"/>
          </ac:inkMkLst>
        </pc:inkChg>
        <pc:inkChg chg="add del mod">
          <ac:chgData name="Lenka Kuklišová" userId="0399e331-5c69-4ab0-8875-f968d945d391" providerId="ADAL" clId="{E308AF7E-9BEE-41E9-9120-7DFE882F9959}" dt="2022-11-30T19:13:52.769" v="304"/>
          <ac:inkMkLst>
            <pc:docMk/>
            <pc:sldMk cId="1857307227" sldId="266"/>
            <ac:inkMk id="21" creationId="{31F91DE1-CB7E-369B-BE89-6C7BB18E1205}"/>
          </ac:inkMkLst>
        </pc:inkChg>
        <pc:inkChg chg="add del mod">
          <ac:chgData name="Lenka Kuklišová" userId="0399e331-5c69-4ab0-8875-f968d945d391" providerId="ADAL" clId="{E308AF7E-9BEE-41E9-9120-7DFE882F9959}" dt="2022-11-30T19:13:52.769" v="305"/>
          <ac:inkMkLst>
            <pc:docMk/>
            <pc:sldMk cId="1857307227" sldId="266"/>
            <ac:inkMk id="22" creationId="{738BCA84-19E1-A6E3-E4CA-2E5C694D690C}"/>
          </ac:inkMkLst>
        </pc:inkChg>
        <pc:inkChg chg="add del mod">
          <ac:chgData name="Lenka Kuklišová" userId="0399e331-5c69-4ab0-8875-f968d945d391" providerId="ADAL" clId="{E308AF7E-9BEE-41E9-9120-7DFE882F9959}" dt="2022-11-30T19:13:52.768" v="301"/>
          <ac:inkMkLst>
            <pc:docMk/>
            <pc:sldMk cId="1857307227" sldId="266"/>
            <ac:inkMk id="23" creationId="{9431E409-89BE-E5A0-30A1-447E9991F1FE}"/>
          </ac:inkMkLst>
        </pc:inkChg>
        <pc:inkChg chg="add del mod">
          <ac:chgData name="Lenka Kuklišová" userId="0399e331-5c69-4ab0-8875-f968d945d391" providerId="ADAL" clId="{E308AF7E-9BEE-41E9-9120-7DFE882F9959}" dt="2022-11-30T19:13:52.776" v="324"/>
          <ac:inkMkLst>
            <pc:docMk/>
            <pc:sldMk cId="1857307227" sldId="266"/>
            <ac:inkMk id="24" creationId="{56C2E3BA-41EE-EBA6-D9A9-0662AC8B6D91}"/>
          </ac:inkMkLst>
        </pc:inkChg>
        <pc:inkChg chg="add del mod">
          <ac:chgData name="Lenka Kuklišová" userId="0399e331-5c69-4ab0-8875-f968d945d391" providerId="ADAL" clId="{E308AF7E-9BEE-41E9-9120-7DFE882F9959}" dt="2022-11-30T19:13:52.773" v="314"/>
          <ac:inkMkLst>
            <pc:docMk/>
            <pc:sldMk cId="1857307227" sldId="266"/>
            <ac:inkMk id="25" creationId="{968594D2-BAB2-75E2-DB22-423D36DC90D0}"/>
          </ac:inkMkLst>
        </pc:inkChg>
        <pc:inkChg chg="add del mod">
          <ac:chgData name="Lenka Kuklišová" userId="0399e331-5c69-4ab0-8875-f968d945d391" providerId="ADAL" clId="{E308AF7E-9BEE-41E9-9120-7DFE882F9959}" dt="2022-11-30T19:13:52.772" v="312"/>
          <ac:inkMkLst>
            <pc:docMk/>
            <pc:sldMk cId="1857307227" sldId="266"/>
            <ac:inkMk id="26" creationId="{89493FB8-E3D7-7188-7D01-451CF2683E55}"/>
          </ac:inkMkLst>
        </pc:inkChg>
        <pc:inkChg chg="add del mod">
          <ac:chgData name="Lenka Kuklišová" userId="0399e331-5c69-4ab0-8875-f968d945d391" providerId="ADAL" clId="{E308AF7E-9BEE-41E9-9120-7DFE882F9959}" dt="2022-11-30T19:13:52.778" v="333"/>
          <ac:inkMkLst>
            <pc:docMk/>
            <pc:sldMk cId="1857307227" sldId="266"/>
            <ac:inkMk id="27" creationId="{DD27F734-AEFA-AB01-5C85-D00A91AFC657}"/>
          </ac:inkMkLst>
        </pc:inkChg>
        <pc:inkChg chg="add del mod">
          <ac:chgData name="Lenka Kuklišová" userId="0399e331-5c69-4ab0-8875-f968d945d391" providerId="ADAL" clId="{E308AF7E-9BEE-41E9-9120-7DFE882F9959}" dt="2022-11-30T19:13:52.771" v="309"/>
          <ac:inkMkLst>
            <pc:docMk/>
            <pc:sldMk cId="1857307227" sldId="266"/>
            <ac:inkMk id="28" creationId="{4E52F311-3DC0-3AC0-BCEC-3AA38158E260}"/>
          </ac:inkMkLst>
        </pc:inkChg>
        <pc:inkChg chg="add del mod">
          <ac:chgData name="Lenka Kuklišová" userId="0399e331-5c69-4ab0-8875-f968d945d391" providerId="ADAL" clId="{E308AF7E-9BEE-41E9-9120-7DFE882F9959}" dt="2022-11-30T19:13:52.778" v="332"/>
          <ac:inkMkLst>
            <pc:docMk/>
            <pc:sldMk cId="1857307227" sldId="266"/>
            <ac:inkMk id="29" creationId="{7DCC04D1-47CD-B811-D1F5-42F5E65779E9}"/>
          </ac:inkMkLst>
        </pc:inkChg>
        <pc:inkChg chg="add del mod">
          <ac:chgData name="Lenka Kuklišová" userId="0399e331-5c69-4ab0-8875-f968d945d391" providerId="ADAL" clId="{E308AF7E-9BEE-41E9-9120-7DFE882F9959}" dt="2022-11-30T19:13:52.774" v="315"/>
          <ac:inkMkLst>
            <pc:docMk/>
            <pc:sldMk cId="1857307227" sldId="266"/>
            <ac:inkMk id="30" creationId="{D974A120-4F86-A429-3F38-4339A70C0E06}"/>
          </ac:inkMkLst>
        </pc:inkChg>
        <pc:inkChg chg="add del mod">
          <ac:chgData name="Lenka Kuklišová" userId="0399e331-5c69-4ab0-8875-f968d945d391" providerId="ADAL" clId="{E308AF7E-9BEE-41E9-9120-7DFE882F9959}" dt="2022-11-30T19:13:52.776" v="325"/>
          <ac:inkMkLst>
            <pc:docMk/>
            <pc:sldMk cId="1857307227" sldId="266"/>
            <ac:inkMk id="33" creationId="{6B6E038F-51B0-9E92-BB99-2A7D75BF8179}"/>
          </ac:inkMkLst>
        </pc:inkChg>
        <pc:inkChg chg="add del mod">
          <ac:chgData name="Lenka Kuklišová" userId="0399e331-5c69-4ab0-8875-f968d945d391" providerId="ADAL" clId="{E308AF7E-9BEE-41E9-9120-7DFE882F9959}" dt="2022-11-30T19:13:52.770" v="307"/>
          <ac:inkMkLst>
            <pc:docMk/>
            <pc:sldMk cId="1857307227" sldId="266"/>
            <ac:inkMk id="34" creationId="{400D115C-9ABC-DEC9-4C94-1F46D8259F85}"/>
          </ac:inkMkLst>
        </pc:inkChg>
        <pc:inkChg chg="add del mod">
          <ac:chgData name="Lenka Kuklišová" userId="0399e331-5c69-4ab0-8875-f968d945d391" providerId="ADAL" clId="{E308AF7E-9BEE-41E9-9120-7DFE882F9959}" dt="2022-11-30T19:13:52.775" v="321"/>
          <ac:inkMkLst>
            <pc:docMk/>
            <pc:sldMk cId="1857307227" sldId="266"/>
            <ac:inkMk id="35" creationId="{7E0D3733-E8AA-E6C8-842B-B4D9897A4D30}"/>
          </ac:inkMkLst>
        </pc:inkChg>
        <pc:inkChg chg="add del mod">
          <ac:chgData name="Lenka Kuklišová" userId="0399e331-5c69-4ab0-8875-f968d945d391" providerId="ADAL" clId="{E308AF7E-9BEE-41E9-9120-7DFE882F9959}" dt="2022-11-30T19:13:52.773" v="313"/>
          <ac:inkMkLst>
            <pc:docMk/>
            <pc:sldMk cId="1857307227" sldId="266"/>
            <ac:inkMk id="36" creationId="{7C01B326-02A5-38AE-5EFA-9EA311A82075}"/>
          </ac:inkMkLst>
        </pc:inkChg>
        <pc:inkChg chg="add del mod">
          <ac:chgData name="Lenka Kuklišová" userId="0399e331-5c69-4ab0-8875-f968d945d391" providerId="ADAL" clId="{E308AF7E-9BEE-41E9-9120-7DFE882F9959}" dt="2022-11-30T19:13:52.775" v="320"/>
          <ac:inkMkLst>
            <pc:docMk/>
            <pc:sldMk cId="1857307227" sldId="266"/>
            <ac:inkMk id="37" creationId="{79964F2C-6FBE-4A42-6670-CF1B79B85FB4}"/>
          </ac:inkMkLst>
        </pc:inkChg>
        <pc:inkChg chg="add del mod">
          <ac:chgData name="Lenka Kuklišová" userId="0399e331-5c69-4ab0-8875-f968d945d391" providerId="ADAL" clId="{E308AF7E-9BEE-41E9-9120-7DFE882F9959}" dt="2022-11-30T19:13:52.771" v="308"/>
          <ac:inkMkLst>
            <pc:docMk/>
            <pc:sldMk cId="1857307227" sldId="266"/>
            <ac:inkMk id="38" creationId="{6171BDA0-D7CC-B779-5C68-9949B981B9DC}"/>
          </ac:inkMkLst>
        </pc:inkChg>
        <pc:inkChg chg="add del mod">
          <ac:chgData name="Lenka Kuklišová" userId="0399e331-5c69-4ab0-8875-f968d945d391" providerId="ADAL" clId="{E308AF7E-9BEE-41E9-9120-7DFE882F9959}" dt="2022-11-30T19:13:52.774" v="316"/>
          <ac:inkMkLst>
            <pc:docMk/>
            <pc:sldMk cId="1857307227" sldId="266"/>
            <ac:inkMk id="39" creationId="{241C2211-1021-E481-2E47-33883DAB5D55}"/>
          </ac:inkMkLst>
        </pc:inkChg>
        <pc:inkChg chg="add del mod">
          <ac:chgData name="Lenka Kuklišová" userId="0399e331-5c69-4ab0-8875-f968d945d391" providerId="ADAL" clId="{E308AF7E-9BEE-41E9-9120-7DFE882F9959}" dt="2022-11-30T19:13:52.772" v="310"/>
          <ac:inkMkLst>
            <pc:docMk/>
            <pc:sldMk cId="1857307227" sldId="266"/>
            <ac:inkMk id="40" creationId="{D6945D3F-5C92-8199-D793-75BC0D3FCA66}"/>
          </ac:inkMkLst>
        </pc:inkChg>
        <pc:inkChg chg="add del">
          <ac:chgData name="Lenka Kuklišová" userId="0399e331-5c69-4ab0-8875-f968d945d391" providerId="ADAL" clId="{E308AF7E-9BEE-41E9-9120-7DFE882F9959}" dt="2022-11-30T19:13:52.768" v="302"/>
          <ac:inkMkLst>
            <pc:docMk/>
            <pc:sldMk cId="1857307227" sldId="266"/>
            <ac:inkMk id="41" creationId="{FCC10FD2-B6E1-C8E9-0106-2077B86F7864}"/>
          </ac:inkMkLst>
        </pc:inkChg>
        <pc:inkChg chg="add del mod">
          <ac:chgData name="Lenka Kuklišová" userId="0399e331-5c69-4ab0-8875-f968d945d391" providerId="ADAL" clId="{E308AF7E-9BEE-41E9-9120-7DFE882F9959}" dt="2022-11-30T19:13:52.776" v="323"/>
          <ac:inkMkLst>
            <pc:docMk/>
            <pc:sldMk cId="1857307227" sldId="266"/>
            <ac:inkMk id="42" creationId="{8771CEF9-2570-E0F0-E9C0-BCE39CF3E828}"/>
          </ac:inkMkLst>
        </pc:inkChg>
        <pc:inkChg chg="add del mod">
          <ac:chgData name="Lenka Kuklišová" userId="0399e331-5c69-4ab0-8875-f968d945d391" providerId="ADAL" clId="{E308AF7E-9BEE-41E9-9120-7DFE882F9959}" dt="2022-11-30T19:13:52.778" v="330"/>
          <ac:inkMkLst>
            <pc:docMk/>
            <pc:sldMk cId="1857307227" sldId="266"/>
            <ac:inkMk id="43" creationId="{45824800-60E1-72A1-C93C-93D437E4F03E}"/>
          </ac:inkMkLst>
        </pc:inkChg>
        <pc:inkChg chg="add del">
          <ac:chgData name="Lenka Kuklišová" userId="0399e331-5c69-4ab0-8875-f968d945d391" providerId="ADAL" clId="{E308AF7E-9BEE-41E9-9120-7DFE882F9959}" dt="2022-11-30T19:13:52.777" v="327"/>
          <ac:inkMkLst>
            <pc:docMk/>
            <pc:sldMk cId="1857307227" sldId="266"/>
            <ac:inkMk id="44" creationId="{DD557BF0-B9C1-C74E-EF3A-55A098B0B745}"/>
          </ac:inkMkLst>
        </pc:inkChg>
        <pc:inkChg chg="add">
          <ac:chgData name="Lenka Kuklišová" userId="0399e331-5c69-4ab0-8875-f968d945d391" providerId="ADAL" clId="{E308AF7E-9BEE-41E9-9120-7DFE882F9959}" dt="2022-11-30T19:14:07.993" v="337" actId="9405"/>
          <ac:inkMkLst>
            <pc:docMk/>
            <pc:sldMk cId="1857307227" sldId="266"/>
            <ac:inkMk id="47" creationId="{0759161A-F174-E62C-F487-623B8E774F9A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48" creationId="{E978CCBA-A271-9537-5833-1F810A5AAD71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49" creationId="{61E882D4-FDB5-7C92-9AAB-60F09755AE40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50" creationId="{FAC673A8-B793-82A5-9740-D4BD347DB355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51" creationId="{D435CD8B-3B28-58E0-6138-B352BA8EA7E1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52" creationId="{C22E3204-BB5D-384B-7B05-A7B55E0F9F57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53" creationId="{585AE0C2-B31E-8AD4-BBCA-38C5C7ABF9FB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55" creationId="{1C9F7E25-F1FB-BAF8-EF0D-2B0266C023A5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56" creationId="{33645586-8C35-D63A-7659-C23A787AF8DC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57" creationId="{728582BC-C088-BB10-B0CF-342854FA0CD8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59" creationId="{25B1B8A6-4CD5-8F83-326F-AE9C5BEE45FF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0" creationId="{9F89C94A-C4E5-6790-6109-A37966E5186A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1" creationId="{876974CF-E093-CABA-D32F-F764A9AD6322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2" creationId="{DD130635-9D16-34E2-17DB-64CC2BA1B1C4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3" creationId="{357DBDDB-2647-287A-5192-D816DF80D6FF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4" creationId="{19A80B44-B2C2-00E3-C4FB-5B782C391F9A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5" creationId="{73D01B63-45BF-D11B-560C-808430CC27D6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6" creationId="{CB938A10-73F9-5F50-1FFA-0B465D468EF0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7" creationId="{940F83A2-2B35-573D-DC3C-E6E1F081FE18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8" creationId="{57401D53-622B-1313-BFA9-070CB6DB1F63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69" creationId="{863D22DF-CD5B-83F0-57FF-8A1CEE784255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0" creationId="{6F396913-2C31-5DF9-C085-B9B535E5AE7A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1" creationId="{678D55F4-D06B-15F6-C2E4-A79E352B01B6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2" creationId="{60F4A429-3AD6-19EA-DF9F-CB24B34B73A4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3" creationId="{CBC5F973-755B-5A57-78B1-913076F7F5FC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4" creationId="{140294DE-02E6-1C27-CEB9-51CDEB6CDEC6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5" creationId="{43A73B1B-BD1F-5E88-D2C5-2CB5F7ADE156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6" creationId="{7440BAE2-414A-5CC2-56E3-4288A6574900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7" creationId="{42A5EF0C-620D-80BF-B931-4847E8E0380F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8" creationId="{D375B007-21C1-0677-7965-6F2181FE7D8E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79" creationId="{DF69F9E6-7A8A-E339-4F69-72499CAFFA14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84" creationId="{6CFEC700-040D-6F2E-CC69-C31CF85C368E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85" creationId="{3065D8EE-4461-1313-993A-A9582E3C79C3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86" creationId="{67C94911-D81C-D1C0-F3BF-C8CCF73AE816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87" creationId="{8B2F0215-01B0-63BB-E523-109562465748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88" creationId="{D34FA1FD-8CCA-0F1E-6344-5715C89C0DF9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89" creationId="{1AEA7155-59D1-669F-BFB9-E290EEF14A5B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90" creationId="{77BC289D-11EA-286A-8C3A-02F7AB1BBCF1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91" creationId="{61C5F569-CE73-0540-D233-15CDE52F4F78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92" creationId="{10BBD03E-5272-7340-EB72-76C41EB3E625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95" creationId="{F1B6E093-CB7B-0AA4-79AD-37339CB3344E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96" creationId="{9E18F0A5-D406-A933-0B5B-C01A7DC7E891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97" creationId="{3947A26F-81DB-0555-FAD1-249408DA893B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98" creationId="{77AD7C4E-BA35-F828-A7D6-82A4BCD07ED9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99" creationId="{583FD578-EAF0-4493-6A51-18B625B81AAC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00" creationId="{EAE668EC-CB57-E53F-30BD-8C1CE7D2E27A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02" creationId="{D5023F52-3768-31F8-765A-EEAD4A92F67D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04" creationId="{595B0705-3E4D-E8D1-3504-22FC03718B9A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05" creationId="{3F5411BC-1306-E89C-2E90-F8E86F9A863B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06" creationId="{D4FEC3BB-8CA8-8DD6-0FBE-81CEB20D0976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07" creationId="{8FAE0A3E-3FC5-B0A1-4B4A-020DB6DD390B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08" creationId="{BF5AB057-A2A6-EA6A-B5B4-C50CA1DF21BF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09" creationId="{B214064D-EE36-8A4C-35B4-6FFF83E3B451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10" creationId="{F4F3C0FC-0B85-D06E-DB0E-2998EF73E2A1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11" creationId="{A4F84313-6049-6151-E8C6-5C7F28FC97FC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13" creationId="{595B1359-31AD-BB08-703E-6CA168BC355D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14" creationId="{F15253C1-7E63-7A68-F8E5-D8510D483CFE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16" creationId="{519B04C0-2712-4A27-BC38-87E7BA3A2FB1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17" creationId="{68FFFAF8-FF50-D8E6-2A18-23BD048E7CD1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18" creationId="{EA07AFAF-037A-D83E-8F84-32B766E8392F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20" creationId="{B48F1B56-B362-A3AD-8BD6-C17F7764CC7E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21" creationId="{F70FBD55-93B7-E857-3144-CBB82CC08B4A}"/>
          </ac:inkMkLst>
        </pc:inkChg>
        <pc:inkChg chg="add mod">
          <ac:chgData name="Lenka Kuklišová" userId="0399e331-5c69-4ab0-8875-f968d945d391" providerId="ADAL" clId="{E308AF7E-9BEE-41E9-9120-7DFE882F9959}" dt="2022-11-30T19:15:16.742" v="410"/>
          <ac:inkMkLst>
            <pc:docMk/>
            <pc:sldMk cId="1857307227" sldId="266"/>
            <ac:inkMk id="123" creationId="{25159389-0696-8A9E-09A2-335106F0ACC4}"/>
          </ac:inkMkLst>
        </pc:inkChg>
        <pc:inkChg chg="add">
          <ac:chgData name="Lenka Kuklišová" userId="0399e331-5c69-4ab0-8875-f968d945d391" providerId="ADAL" clId="{E308AF7E-9BEE-41E9-9120-7DFE882F9959}" dt="2022-11-30T19:15:19.500" v="411" actId="9405"/>
          <ac:inkMkLst>
            <pc:docMk/>
            <pc:sldMk cId="1857307227" sldId="266"/>
            <ac:inkMk id="125" creationId="{80722B40-0720-EC2B-1298-B7379AB1E18A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26" creationId="{92E03CDE-318C-34A8-CB54-F2F54E3B43B3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27" creationId="{9A7BA1AB-89FE-A627-1ABE-8FA09493F666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28" creationId="{559F9DB5-6239-13BE-EAB0-91D381C1FB7C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29" creationId="{1A74A28B-C6F6-5435-E140-925C04691243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30" creationId="{6363F06D-F721-D117-86DD-35A30CBB568D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31" creationId="{17C09942-C624-9A48-9EF6-ABB42C7B7FA5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33" creationId="{ECD9B015-9ECD-2B2B-C017-0B19FFD03586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35" creationId="{800A7C2A-5B3C-15D9-3914-4FDCBBD8B7CC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36" creationId="{EB694592-CAB2-5475-FB48-D464FE0A0F1E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37" creationId="{3CEEA6C7-9D3B-6027-48F2-760BC0F47112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38" creationId="{7CA179E6-4F36-2E1E-C8E9-BCB10C6D255B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40" creationId="{CD61D0EC-08B3-A110-FF51-EC6025DB9606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41" creationId="{386CBBB5-0F57-5CCA-0CFE-CA81A3B9B899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43" creationId="{55C60B75-60CA-8690-B32C-BDF474B7D41E}"/>
          </ac:inkMkLst>
        </pc:inkChg>
        <pc:inkChg chg="add mod">
          <ac:chgData name="Lenka Kuklišová" userId="0399e331-5c69-4ab0-8875-f968d945d391" providerId="ADAL" clId="{E308AF7E-9BEE-41E9-9120-7DFE882F9959}" dt="2022-11-30T19:15:43.286" v="431"/>
          <ac:inkMkLst>
            <pc:docMk/>
            <pc:sldMk cId="1857307227" sldId="266"/>
            <ac:inkMk id="144" creationId="{B069DE82-93AA-1824-2434-657A64DF53E8}"/>
          </ac:inkMkLst>
        </pc:inkChg>
        <pc:inkChg chg="add">
          <ac:chgData name="Lenka Kuklišová" userId="0399e331-5c69-4ab0-8875-f968d945d391" providerId="ADAL" clId="{E308AF7E-9BEE-41E9-9120-7DFE882F9959}" dt="2022-11-30T19:15:45.532" v="432" actId="9405"/>
          <ac:inkMkLst>
            <pc:docMk/>
            <pc:sldMk cId="1857307227" sldId="266"/>
            <ac:inkMk id="146" creationId="{9E7B68FF-83CF-7657-166E-C25419087572}"/>
          </ac:inkMkLst>
        </pc:inkChg>
        <pc:inkChg chg="add mod">
          <ac:chgData name="Lenka Kuklišová" userId="0399e331-5c69-4ab0-8875-f968d945d391" providerId="ADAL" clId="{E308AF7E-9BEE-41E9-9120-7DFE882F9959}" dt="2022-11-30T19:15:49.181" v="437"/>
          <ac:inkMkLst>
            <pc:docMk/>
            <pc:sldMk cId="1857307227" sldId="266"/>
            <ac:inkMk id="147" creationId="{767334F5-215B-8AE0-08E8-A6AFAED8531F}"/>
          </ac:inkMkLst>
        </pc:inkChg>
        <pc:inkChg chg="add mod">
          <ac:chgData name="Lenka Kuklišová" userId="0399e331-5c69-4ab0-8875-f968d945d391" providerId="ADAL" clId="{E308AF7E-9BEE-41E9-9120-7DFE882F9959}" dt="2022-11-30T19:15:49.181" v="437"/>
          <ac:inkMkLst>
            <pc:docMk/>
            <pc:sldMk cId="1857307227" sldId="266"/>
            <ac:inkMk id="148" creationId="{FCF4A577-89AD-0DB2-F3E3-54B8FDD8BEA5}"/>
          </ac:inkMkLst>
        </pc:inkChg>
        <pc:inkChg chg="add mod">
          <ac:chgData name="Lenka Kuklišová" userId="0399e331-5c69-4ab0-8875-f968d945d391" providerId="ADAL" clId="{E308AF7E-9BEE-41E9-9120-7DFE882F9959}" dt="2022-11-30T19:15:49.181" v="437"/>
          <ac:inkMkLst>
            <pc:docMk/>
            <pc:sldMk cId="1857307227" sldId="266"/>
            <ac:inkMk id="150" creationId="{41BE283F-B6F2-2FCC-7136-690A577AEDF2}"/>
          </ac:inkMkLst>
        </pc:inkChg>
        <pc:inkChg chg="add mod">
          <ac:chgData name="Lenka Kuklišová" userId="0399e331-5c69-4ab0-8875-f968d945d391" providerId="ADAL" clId="{E308AF7E-9BEE-41E9-9120-7DFE882F9959}" dt="2022-11-30T19:15:51.424" v="440"/>
          <ac:inkMkLst>
            <pc:docMk/>
            <pc:sldMk cId="1857307227" sldId="266"/>
            <ac:inkMk id="152" creationId="{A8E47B87-C61F-BDDF-67A8-6E52963FC04C}"/>
          </ac:inkMkLst>
        </pc:inkChg>
        <pc:inkChg chg="add mod">
          <ac:chgData name="Lenka Kuklišová" userId="0399e331-5c69-4ab0-8875-f968d945d391" providerId="ADAL" clId="{E308AF7E-9BEE-41E9-9120-7DFE882F9959}" dt="2022-11-30T19:15:51.424" v="440"/>
          <ac:inkMkLst>
            <pc:docMk/>
            <pc:sldMk cId="1857307227" sldId="266"/>
            <ac:inkMk id="153" creationId="{F3920DAD-2D6B-0812-5391-19328FE11FF7}"/>
          </ac:inkMkLst>
        </pc:inkChg>
        <pc:inkChg chg="add mod">
          <ac:chgData name="Lenka Kuklišová" userId="0399e331-5c69-4ab0-8875-f968d945d391" providerId="ADAL" clId="{E308AF7E-9BEE-41E9-9120-7DFE882F9959}" dt="2022-11-30T19:15:53.986" v="443"/>
          <ac:inkMkLst>
            <pc:docMk/>
            <pc:sldMk cId="1857307227" sldId="266"/>
            <ac:inkMk id="155" creationId="{678A557F-19AB-3429-71C1-24C1BD59DA9D}"/>
          </ac:inkMkLst>
        </pc:inkChg>
        <pc:inkChg chg="add mod">
          <ac:chgData name="Lenka Kuklišová" userId="0399e331-5c69-4ab0-8875-f968d945d391" providerId="ADAL" clId="{E308AF7E-9BEE-41E9-9120-7DFE882F9959}" dt="2022-11-30T19:15:53.986" v="443"/>
          <ac:inkMkLst>
            <pc:docMk/>
            <pc:sldMk cId="1857307227" sldId="266"/>
            <ac:inkMk id="156" creationId="{997A2034-B3A5-C31B-E7AC-B0B4B6474683}"/>
          </ac:inkMkLst>
        </pc:inkChg>
        <pc:inkChg chg="add mod">
          <ac:chgData name="Lenka Kuklišová" userId="0399e331-5c69-4ab0-8875-f968d945d391" providerId="ADAL" clId="{E308AF7E-9BEE-41E9-9120-7DFE882F9959}" dt="2022-11-30T19:16:03.412" v="448"/>
          <ac:inkMkLst>
            <pc:docMk/>
            <pc:sldMk cId="1857307227" sldId="266"/>
            <ac:inkMk id="158" creationId="{A255F39C-D902-C6C9-CD2E-AC534DEE7EE7}"/>
          </ac:inkMkLst>
        </pc:inkChg>
        <pc:inkChg chg="add mod">
          <ac:chgData name="Lenka Kuklišová" userId="0399e331-5c69-4ab0-8875-f968d945d391" providerId="ADAL" clId="{E308AF7E-9BEE-41E9-9120-7DFE882F9959}" dt="2022-11-30T19:16:03.412" v="448"/>
          <ac:inkMkLst>
            <pc:docMk/>
            <pc:sldMk cId="1857307227" sldId="266"/>
            <ac:inkMk id="159" creationId="{369249A6-9FAE-3104-436E-D3AA9731A5F2}"/>
          </ac:inkMkLst>
        </pc:inkChg>
        <pc:inkChg chg="add mod">
          <ac:chgData name="Lenka Kuklišová" userId="0399e331-5c69-4ab0-8875-f968d945d391" providerId="ADAL" clId="{E308AF7E-9BEE-41E9-9120-7DFE882F9959}" dt="2022-11-30T19:16:03.412" v="448"/>
          <ac:inkMkLst>
            <pc:docMk/>
            <pc:sldMk cId="1857307227" sldId="266"/>
            <ac:inkMk id="161" creationId="{2D22CF8E-6FDF-43DD-B7CD-9152816F537A}"/>
          </ac:inkMkLst>
        </pc:inkChg>
        <pc:inkChg chg="add mod">
          <ac:chgData name="Lenka Kuklišová" userId="0399e331-5c69-4ab0-8875-f968d945d391" providerId="ADAL" clId="{E308AF7E-9BEE-41E9-9120-7DFE882F9959}" dt="2022-11-30T19:16:09.723" v="455"/>
          <ac:inkMkLst>
            <pc:docMk/>
            <pc:sldMk cId="1857307227" sldId="266"/>
            <ac:inkMk id="163" creationId="{E26C3217-E078-0127-99F2-724ABFC6F6AB}"/>
          </ac:inkMkLst>
        </pc:inkChg>
        <pc:inkChg chg="add mod">
          <ac:chgData name="Lenka Kuklišová" userId="0399e331-5c69-4ab0-8875-f968d945d391" providerId="ADAL" clId="{E308AF7E-9BEE-41E9-9120-7DFE882F9959}" dt="2022-11-30T19:16:09.723" v="455"/>
          <ac:inkMkLst>
            <pc:docMk/>
            <pc:sldMk cId="1857307227" sldId="266"/>
            <ac:inkMk id="164" creationId="{49177267-B938-B35E-F271-A1BC6B240897}"/>
          </ac:inkMkLst>
        </pc:inkChg>
        <pc:inkChg chg="add mod">
          <ac:chgData name="Lenka Kuklišová" userId="0399e331-5c69-4ab0-8875-f968d945d391" providerId="ADAL" clId="{E308AF7E-9BEE-41E9-9120-7DFE882F9959}" dt="2022-11-30T19:16:09.723" v="455"/>
          <ac:inkMkLst>
            <pc:docMk/>
            <pc:sldMk cId="1857307227" sldId="266"/>
            <ac:inkMk id="165" creationId="{B099172F-1223-7B1E-9D91-B6E5B1B1D8A0}"/>
          </ac:inkMkLst>
        </pc:inkChg>
        <pc:inkChg chg="add mod">
          <ac:chgData name="Lenka Kuklišová" userId="0399e331-5c69-4ab0-8875-f968d945d391" providerId="ADAL" clId="{E308AF7E-9BEE-41E9-9120-7DFE882F9959}" dt="2022-11-30T19:16:09.723" v="455"/>
          <ac:inkMkLst>
            <pc:docMk/>
            <pc:sldMk cId="1857307227" sldId="266"/>
            <ac:inkMk id="167" creationId="{AA9F1742-AACA-CDB2-5ED9-B78F9CC359A5}"/>
          </ac:inkMkLst>
        </pc:inkChg>
        <pc:inkChg chg="add mod">
          <ac:chgData name="Lenka Kuklišová" userId="0399e331-5c69-4ab0-8875-f968d945d391" providerId="ADAL" clId="{E308AF7E-9BEE-41E9-9120-7DFE882F9959}" dt="2022-11-30T19:16:09.723" v="455"/>
          <ac:inkMkLst>
            <pc:docMk/>
            <pc:sldMk cId="1857307227" sldId="266"/>
            <ac:inkMk id="168" creationId="{889DFD5E-3A66-7A28-49FF-61CAF204D806}"/>
          </ac:inkMkLst>
        </pc:inkChg>
        <pc:inkChg chg="add mod">
          <ac:chgData name="Lenka Kuklišová" userId="0399e331-5c69-4ab0-8875-f968d945d391" providerId="ADAL" clId="{E308AF7E-9BEE-41E9-9120-7DFE882F9959}" dt="2022-11-30T19:16:20.485" v="466"/>
          <ac:inkMkLst>
            <pc:docMk/>
            <pc:sldMk cId="1857307227" sldId="266"/>
            <ac:inkMk id="170" creationId="{ADBD2E28-EF47-3848-F47F-5A4FB1740588}"/>
          </ac:inkMkLst>
        </pc:inkChg>
        <pc:inkChg chg="add mod">
          <ac:chgData name="Lenka Kuklišová" userId="0399e331-5c69-4ab0-8875-f968d945d391" providerId="ADAL" clId="{E308AF7E-9BEE-41E9-9120-7DFE882F9959}" dt="2022-11-30T19:16:20.485" v="466"/>
          <ac:inkMkLst>
            <pc:docMk/>
            <pc:sldMk cId="1857307227" sldId="266"/>
            <ac:inkMk id="171" creationId="{654C80CD-752C-D4AC-5901-8B024CFED2D5}"/>
          </ac:inkMkLst>
        </pc:inkChg>
        <pc:inkChg chg="add mod">
          <ac:chgData name="Lenka Kuklišová" userId="0399e331-5c69-4ab0-8875-f968d945d391" providerId="ADAL" clId="{E308AF7E-9BEE-41E9-9120-7DFE882F9959}" dt="2022-11-30T19:16:20.485" v="466"/>
          <ac:inkMkLst>
            <pc:docMk/>
            <pc:sldMk cId="1857307227" sldId="266"/>
            <ac:inkMk id="172" creationId="{538E60C5-FB35-F43B-8569-D502C0F01C93}"/>
          </ac:inkMkLst>
        </pc:inkChg>
        <pc:inkChg chg="add mod">
          <ac:chgData name="Lenka Kuklišová" userId="0399e331-5c69-4ab0-8875-f968d945d391" providerId="ADAL" clId="{E308AF7E-9BEE-41E9-9120-7DFE882F9959}" dt="2022-11-30T19:16:20.485" v="466"/>
          <ac:inkMkLst>
            <pc:docMk/>
            <pc:sldMk cId="1857307227" sldId="266"/>
            <ac:inkMk id="173" creationId="{D33EBF8E-C9B6-1C0C-F6DB-B55486DB4ACF}"/>
          </ac:inkMkLst>
        </pc:inkChg>
        <pc:inkChg chg="add mod">
          <ac:chgData name="Lenka Kuklišová" userId="0399e331-5c69-4ab0-8875-f968d945d391" providerId="ADAL" clId="{E308AF7E-9BEE-41E9-9120-7DFE882F9959}" dt="2022-11-30T19:16:20.485" v="466"/>
          <ac:inkMkLst>
            <pc:docMk/>
            <pc:sldMk cId="1857307227" sldId="266"/>
            <ac:inkMk id="175" creationId="{FC92D3F4-66A4-1DE3-009D-C3E8F0628335}"/>
          </ac:inkMkLst>
        </pc:inkChg>
        <pc:inkChg chg="add mod">
          <ac:chgData name="Lenka Kuklišová" userId="0399e331-5c69-4ab0-8875-f968d945d391" providerId="ADAL" clId="{E308AF7E-9BEE-41E9-9120-7DFE882F9959}" dt="2022-11-30T19:16:20.485" v="466"/>
          <ac:inkMkLst>
            <pc:docMk/>
            <pc:sldMk cId="1857307227" sldId="266"/>
            <ac:inkMk id="177" creationId="{5A0C9271-54CE-3145-1DFB-916B957AB579}"/>
          </ac:inkMkLst>
        </pc:inkChg>
        <pc:inkChg chg="add mod">
          <ac:chgData name="Lenka Kuklišová" userId="0399e331-5c69-4ab0-8875-f968d945d391" providerId="ADAL" clId="{E308AF7E-9BEE-41E9-9120-7DFE882F9959}" dt="2022-11-30T19:16:20.485" v="466"/>
          <ac:inkMkLst>
            <pc:docMk/>
            <pc:sldMk cId="1857307227" sldId="266"/>
            <ac:inkMk id="178" creationId="{A111BA31-EFF2-3393-4BC6-68E3E4D11F9B}"/>
          </ac:inkMkLst>
        </pc:inkChg>
        <pc:inkChg chg="add mod">
          <ac:chgData name="Lenka Kuklišová" userId="0399e331-5c69-4ab0-8875-f968d945d391" providerId="ADAL" clId="{E308AF7E-9BEE-41E9-9120-7DFE882F9959}" dt="2022-11-30T19:16:20.485" v="466"/>
          <ac:inkMkLst>
            <pc:docMk/>
            <pc:sldMk cId="1857307227" sldId="266"/>
            <ac:inkMk id="179" creationId="{BC1883D1-F1C6-7D42-9146-33ED8BE86799}"/>
          </ac:inkMkLst>
        </pc:inkChg>
        <pc:inkChg chg="add">
          <ac:chgData name="Lenka Kuklišová" userId="0399e331-5c69-4ab0-8875-f968d945d391" providerId="ADAL" clId="{E308AF7E-9BEE-41E9-9120-7DFE882F9959}" dt="2022-11-30T19:16:26.863" v="467" actId="9405"/>
          <ac:inkMkLst>
            <pc:docMk/>
            <pc:sldMk cId="1857307227" sldId="266"/>
            <ac:inkMk id="182" creationId="{744C1714-A8F0-15D3-6BCE-7DD5B3BA5699}"/>
          </ac:inkMkLst>
        </pc:inkChg>
        <pc:inkChg chg="add mod">
          <ac:chgData name="Lenka Kuklišová" userId="0399e331-5c69-4ab0-8875-f968d945d391" providerId="ADAL" clId="{E308AF7E-9BEE-41E9-9120-7DFE882F9959}" dt="2022-11-30T19:16:36.832" v="475"/>
          <ac:inkMkLst>
            <pc:docMk/>
            <pc:sldMk cId="1857307227" sldId="266"/>
            <ac:inkMk id="183" creationId="{7607C821-250E-7E59-4649-FE86129F5FC8}"/>
          </ac:inkMkLst>
        </pc:inkChg>
        <pc:inkChg chg="add mod">
          <ac:chgData name="Lenka Kuklišová" userId="0399e331-5c69-4ab0-8875-f968d945d391" providerId="ADAL" clId="{E308AF7E-9BEE-41E9-9120-7DFE882F9959}" dt="2022-11-30T19:16:36.832" v="475"/>
          <ac:inkMkLst>
            <pc:docMk/>
            <pc:sldMk cId="1857307227" sldId="266"/>
            <ac:inkMk id="184" creationId="{D2680C28-DE41-4EE8-1099-20AE171C018E}"/>
          </ac:inkMkLst>
        </pc:inkChg>
        <pc:inkChg chg="add mod">
          <ac:chgData name="Lenka Kuklišová" userId="0399e331-5c69-4ab0-8875-f968d945d391" providerId="ADAL" clId="{E308AF7E-9BEE-41E9-9120-7DFE882F9959}" dt="2022-11-30T19:16:36.832" v="475"/>
          <ac:inkMkLst>
            <pc:docMk/>
            <pc:sldMk cId="1857307227" sldId="266"/>
            <ac:inkMk id="185" creationId="{4B7723A8-39FB-0C94-D8D1-2358B1E998DC}"/>
          </ac:inkMkLst>
        </pc:inkChg>
        <pc:inkChg chg="add mod">
          <ac:chgData name="Lenka Kuklišová" userId="0399e331-5c69-4ab0-8875-f968d945d391" providerId="ADAL" clId="{E308AF7E-9BEE-41E9-9120-7DFE882F9959}" dt="2022-11-30T19:16:36.832" v="475"/>
          <ac:inkMkLst>
            <pc:docMk/>
            <pc:sldMk cId="1857307227" sldId="266"/>
            <ac:inkMk id="186" creationId="{AB9A5D0D-4640-5CCD-D062-0C8112BC274E}"/>
          </ac:inkMkLst>
        </pc:inkChg>
        <pc:inkChg chg="add mod">
          <ac:chgData name="Lenka Kuklišová" userId="0399e331-5c69-4ab0-8875-f968d945d391" providerId="ADAL" clId="{E308AF7E-9BEE-41E9-9120-7DFE882F9959}" dt="2022-11-30T19:16:36.832" v="475"/>
          <ac:inkMkLst>
            <pc:docMk/>
            <pc:sldMk cId="1857307227" sldId="266"/>
            <ac:inkMk id="187" creationId="{E843C63F-8F8C-F795-B0C7-904E8523B8A6}"/>
          </ac:inkMkLst>
        </pc:inkChg>
        <pc:inkChg chg="add mod">
          <ac:chgData name="Lenka Kuklišová" userId="0399e331-5c69-4ab0-8875-f968d945d391" providerId="ADAL" clId="{E308AF7E-9BEE-41E9-9120-7DFE882F9959}" dt="2022-11-30T19:16:36.832" v="475"/>
          <ac:inkMkLst>
            <pc:docMk/>
            <pc:sldMk cId="1857307227" sldId="266"/>
            <ac:inkMk id="188" creationId="{4AF430EF-22D1-C7A2-3E32-53752A280C08}"/>
          </ac:inkMkLst>
        </pc:inkChg>
        <pc:inkChg chg="add mod">
          <ac:chgData name="Lenka Kuklišová" userId="0399e331-5c69-4ab0-8875-f968d945d391" providerId="ADAL" clId="{E308AF7E-9BEE-41E9-9120-7DFE882F9959}" dt="2022-11-30T19:16:36.832" v="475"/>
          <ac:inkMkLst>
            <pc:docMk/>
            <pc:sldMk cId="1857307227" sldId="266"/>
            <ac:inkMk id="189" creationId="{7F9D5ED7-541D-DD68-9D85-7B5B0F075FB2}"/>
          </ac:inkMkLst>
        </pc:inkChg>
        <pc:inkChg chg="add mod">
          <ac:chgData name="Lenka Kuklišová" userId="0399e331-5c69-4ab0-8875-f968d945d391" providerId="ADAL" clId="{E308AF7E-9BEE-41E9-9120-7DFE882F9959}" dt="2022-11-30T19:16:46.128" v="484"/>
          <ac:inkMkLst>
            <pc:docMk/>
            <pc:sldMk cId="1857307227" sldId="266"/>
            <ac:inkMk id="192" creationId="{0805675F-B360-B6E4-A64E-BAB620BF7BCD}"/>
          </ac:inkMkLst>
        </pc:inkChg>
        <pc:inkChg chg="add mod">
          <ac:chgData name="Lenka Kuklišová" userId="0399e331-5c69-4ab0-8875-f968d945d391" providerId="ADAL" clId="{E308AF7E-9BEE-41E9-9120-7DFE882F9959}" dt="2022-11-30T19:16:46.128" v="484"/>
          <ac:inkMkLst>
            <pc:docMk/>
            <pc:sldMk cId="1857307227" sldId="266"/>
            <ac:inkMk id="193" creationId="{B577A7B2-1FC2-FFFB-3225-FCBD1DF65BBF}"/>
          </ac:inkMkLst>
        </pc:inkChg>
        <pc:inkChg chg="add mod">
          <ac:chgData name="Lenka Kuklišová" userId="0399e331-5c69-4ab0-8875-f968d945d391" providerId="ADAL" clId="{E308AF7E-9BEE-41E9-9120-7DFE882F9959}" dt="2022-11-30T19:16:46.128" v="484"/>
          <ac:inkMkLst>
            <pc:docMk/>
            <pc:sldMk cId="1857307227" sldId="266"/>
            <ac:inkMk id="194" creationId="{65FCB993-C3D4-3292-68DE-1095244B5C1C}"/>
          </ac:inkMkLst>
        </pc:inkChg>
        <pc:inkChg chg="add mod">
          <ac:chgData name="Lenka Kuklišová" userId="0399e331-5c69-4ab0-8875-f968d945d391" providerId="ADAL" clId="{E308AF7E-9BEE-41E9-9120-7DFE882F9959}" dt="2022-11-30T19:16:46.128" v="484"/>
          <ac:inkMkLst>
            <pc:docMk/>
            <pc:sldMk cId="1857307227" sldId="266"/>
            <ac:inkMk id="195" creationId="{698412B6-AAA7-ED9F-D32C-649358863BF0}"/>
          </ac:inkMkLst>
        </pc:inkChg>
        <pc:inkChg chg="add mod">
          <ac:chgData name="Lenka Kuklišová" userId="0399e331-5c69-4ab0-8875-f968d945d391" providerId="ADAL" clId="{E308AF7E-9BEE-41E9-9120-7DFE882F9959}" dt="2022-11-30T19:16:46.128" v="484"/>
          <ac:inkMkLst>
            <pc:docMk/>
            <pc:sldMk cId="1857307227" sldId="266"/>
            <ac:inkMk id="196" creationId="{0DEA4AE0-0229-3982-B207-D4661232F6C9}"/>
          </ac:inkMkLst>
        </pc:inkChg>
        <pc:inkChg chg="add mod">
          <ac:chgData name="Lenka Kuklišová" userId="0399e331-5c69-4ab0-8875-f968d945d391" providerId="ADAL" clId="{E308AF7E-9BEE-41E9-9120-7DFE882F9959}" dt="2022-11-30T19:16:46.128" v="484"/>
          <ac:inkMkLst>
            <pc:docMk/>
            <pc:sldMk cId="1857307227" sldId="266"/>
            <ac:inkMk id="197" creationId="{0AE9088F-44B6-F70E-5C16-BB5D5ECB190A}"/>
          </ac:inkMkLst>
        </pc:inkChg>
        <pc:inkChg chg="add mod">
          <ac:chgData name="Lenka Kuklišová" userId="0399e331-5c69-4ab0-8875-f968d945d391" providerId="ADAL" clId="{E308AF7E-9BEE-41E9-9120-7DFE882F9959}" dt="2022-11-30T19:16:46.128" v="484"/>
          <ac:inkMkLst>
            <pc:docMk/>
            <pc:sldMk cId="1857307227" sldId="266"/>
            <ac:inkMk id="198" creationId="{B46C5BA7-7743-5AAF-B64C-15A9C8CEECFF}"/>
          </ac:inkMkLst>
        </pc:inkChg>
        <pc:inkChg chg="add mod">
          <ac:chgData name="Lenka Kuklišová" userId="0399e331-5c69-4ab0-8875-f968d945d391" providerId="ADAL" clId="{E308AF7E-9BEE-41E9-9120-7DFE882F9959}" dt="2022-11-30T19:16:46.128" v="484"/>
          <ac:inkMkLst>
            <pc:docMk/>
            <pc:sldMk cId="1857307227" sldId="266"/>
            <ac:inkMk id="199" creationId="{5C3D2A1C-E7A9-963A-C7D1-459966ADF7FA}"/>
          </ac:inkMkLst>
        </pc:inkChg>
        <pc:inkChg chg="add mod">
          <ac:chgData name="Lenka Kuklišová" userId="0399e331-5c69-4ab0-8875-f968d945d391" providerId="ADAL" clId="{E308AF7E-9BEE-41E9-9120-7DFE882F9959}" dt="2022-11-30T19:16:54.835" v="495"/>
          <ac:inkMkLst>
            <pc:docMk/>
            <pc:sldMk cId="1857307227" sldId="266"/>
            <ac:inkMk id="201" creationId="{0E70E721-5333-25FA-E3FB-D434C1703ED7}"/>
          </ac:inkMkLst>
        </pc:inkChg>
        <pc:inkChg chg="add mod">
          <ac:chgData name="Lenka Kuklišová" userId="0399e331-5c69-4ab0-8875-f968d945d391" providerId="ADAL" clId="{E308AF7E-9BEE-41E9-9120-7DFE882F9959}" dt="2022-11-30T19:16:54.835" v="495"/>
          <ac:inkMkLst>
            <pc:docMk/>
            <pc:sldMk cId="1857307227" sldId="266"/>
            <ac:inkMk id="202" creationId="{66A95EA6-3F28-A78F-1687-93AFE213CFF8}"/>
          </ac:inkMkLst>
        </pc:inkChg>
        <pc:inkChg chg="add mod">
          <ac:chgData name="Lenka Kuklišová" userId="0399e331-5c69-4ab0-8875-f968d945d391" providerId="ADAL" clId="{E308AF7E-9BEE-41E9-9120-7DFE882F9959}" dt="2022-11-30T19:16:54.835" v="495"/>
          <ac:inkMkLst>
            <pc:docMk/>
            <pc:sldMk cId="1857307227" sldId="266"/>
            <ac:inkMk id="203" creationId="{DFE8D9CE-DC91-C8AF-F261-C2027CB317BD}"/>
          </ac:inkMkLst>
        </pc:inkChg>
        <pc:inkChg chg="add mod">
          <ac:chgData name="Lenka Kuklišová" userId="0399e331-5c69-4ab0-8875-f968d945d391" providerId="ADAL" clId="{E308AF7E-9BEE-41E9-9120-7DFE882F9959}" dt="2022-11-30T19:16:54.835" v="495"/>
          <ac:inkMkLst>
            <pc:docMk/>
            <pc:sldMk cId="1857307227" sldId="266"/>
            <ac:inkMk id="204" creationId="{544E1F86-B879-A825-E934-08A5CBBF1FC2}"/>
          </ac:inkMkLst>
        </pc:inkChg>
        <pc:inkChg chg="add mod">
          <ac:chgData name="Lenka Kuklišová" userId="0399e331-5c69-4ab0-8875-f968d945d391" providerId="ADAL" clId="{E308AF7E-9BEE-41E9-9120-7DFE882F9959}" dt="2022-11-30T19:16:54.835" v="495"/>
          <ac:inkMkLst>
            <pc:docMk/>
            <pc:sldMk cId="1857307227" sldId="266"/>
            <ac:inkMk id="206" creationId="{14ADD504-37C5-1B26-3564-AF97196B37D1}"/>
          </ac:inkMkLst>
        </pc:inkChg>
        <pc:inkChg chg="add mod">
          <ac:chgData name="Lenka Kuklišová" userId="0399e331-5c69-4ab0-8875-f968d945d391" providerId="ADAL" clId="{E308AF7E-9BEE-41E9-9120-7DFE882F9959}" dt="2022-11-30T19:16:54.835" v="495"/>
          <ac:inkMkLst>
            <pc:docMk/>
            <pc:sldMk cId="1857307227" sldId="266"/>
            <ac:inkMk id="207" creationId="{3D11EEBB-3EA2-C3F8-0838-82802BDBAE04}"/>
          </ac:inkMkLst>
        </pc:inkChg>
        <pc:inkChg chg="add mod">
          <ac:chgData name="Lenka Kuklišová" userId="0399e331-5c69-4ab0-8875-f968d945d391" providerId="ADAL" clId="{E308AF7E-9BEE-41E9-9120-7DFE882F9959}" dt="2022-11-30T19:16:54.835" v="495"/>
          <ac:inkMkLst>
            <pc:docMk/>
            <pc:sldMk cId="1857307227" sldId="266"/>
            <ac:inkMk id="209" creationId="{7EF0B471-42FE-0DCF-07BB-3EBE582AFF04}"/>
          </ac:inkMkLst>
        </pc:inkChg>
        <pc:inkChg chg="add mod">
          <ac:chgData name="Lenka Kuklišová" userId="0399e331-5c69-4ab0-8875-f968d945d391" providerId="ADAL" clId="{E308AF7E-9BEE-41E9-9120-7DFE882F9959}" dt="2022-11-30T19:16:54.835" v="495"/>
          <ac:inkMkLst>
            <pc:docMk/>
            <pc:sldMk cId="1857307227" sldId="266"/>
            <ac:inkMk id="210" creationId="{819D4502-64B0-34B5-834F-3CAD535C5F71}"/>
          </ac:inkMkLst>
        </pc:inkChg>
        <pc:inkChg chg="add">
          <ac:chgData name="Lenka Kuklišová" userId="0399e331-5c69-4ab0-8875-f968d945d391" providerId="ADAL" clId="{E308AF7E-9BEE-41E9-9120-7DFE882F9959}" dt="2022-11-30T19:17:03.086" v="496" actId="9405"/>
          <ac:inkMkLst>
            <pc:docMk/>
            <pc:sldMk cId="1857307227" sldId="266"/>
            <ac:inkMk id="212" creationId="{56268C61-BA7E-BE87-C0A0-2EACBD3BA8FF}"/>
          </ac:inkMkLst>
        </pc:inkChg>
        <pc:inkChg chg="add">
          <ac:chgData name="Lenka Kuklišová" userId="0399e331-5c69-4ab0-8875-f968d945d391" providerId="ADAL" clId="{E308AF7E-9BEE-41E9-9120-7DFE882F9959}" dt="2022-11-30T19:17:03.446" v="497" actId="9405"/>
          <ac:inkMkLst>
            <pc:docMk/>
            <pc:sldMk cId="1857307227" sldId="266"/>
            <ac:inkMk id="213" creationId="{36B33FB8-7B49-474F-416A-1FA8B3C84F16}"/>
          </ac:inkMkLst>
        </pc:inkChg>
        <pc:inkChg chg="add">
          <ac:chgData name="Lenka Kuklišová" userId="0399e331-5c69-4ab0-8875-f968d945d391" providerId="ADAL" clId="{E308AF7E-9BEE-41E9-9120-7DFE882F9959}" dt="2022-11-30T19:17:04.880" v="498" actId="9405"/>
          <ac:inkMkLst>
            <pc:docMk/>
            <pc:sldMk cId="1857307227" sldId="266"/>
            <ac:inkMk id="214" creationId="{610456F7-9AF8-155C-744A-D105272A3054}"/>
          </ac:inkMkLst>
        </pc:inkChg>
        <pc:inkChg chg="add">
          <ac:chgData name="Lenka Kuklišová" userId="0399e331-5c69-4ab0-8875-f968d945d391" providerId="ADAL" clId="{E308AF7E-9BEE-41E9-9120-7DFE882F9959}" dt="2022-11-30T19:17:22.377" v="499" actId="9405"/>
          <ac:inkMkLst>
            <pc:docMk/>
            <pc:sldMk cId="1857307227" sldId="266"/>
            <ac:inkMk id="215" creationId="{5F5F1072-7989-4B16-F2C5-F29ECBF61E85}"/>
          </ac:inkMkLst>
        </pc:inkChg>
        <pc:inkChg chg="add">
          <ac:chgData name="Lenka Kuklišová" userId="0399e331-5c69-4ab0-8875-f968d945d391" providerId="ADAL" clId="{E308AF7E-9BEE-41E9-9120-7DFE882F9959}" dt="2022-11-30T19:17:23.315" v="500" actId="9405"/>
          <ac:inkMkLst>
            <pc:docMk/>
            <pc:sldMk cId="1857307227" sldId="266"/>
            <ac:inkMk id="216" creationId="{5D7530C5-6DD9-2351-4A7B-C6EEC3969BCA}"/>
          </ac:inkMkLst>
        </pc:inkChg>
        <pc:inkChg chg="add">
          <ac:chgData name="Lenka Kuklišová" userId="0399e331-5c69-4ab0-8875-f968d945d391" providerId="ADAL" clId="{E308AF7E-9BEE-41E9-9120-7DFE882F9959}" dt="2022-11-30T19:18:14.049" v="501" actId="9405"/>
          <ac:inkMkLst>
            <pc:docMk/>
            <pc:sldMk cId="1857307227" sldId="266"/>
            <ac:inkMk id="217" creationId="{8A18EBC3-0D85-2B9E-7B0F-33E2D8C71619}"/>
          </ac:inkMkLst>
        </pc:inkChg>
        <pc:inkChg chg="add">
          <ac:chgData name="Lenka Kuklišová" userId="0399e331-5c69-4ab0-8875-f968d945d391" providerId="ADAL" clId="{E308AF7E-9BEE-41E9-9120-7DFE882F9959}" dt="2022-11-30T19:18:15.404" v="502" actId="9405"/>
          <ac:inkMkLst>
            <pc:docMk/>
            <pc:sldMk cId="1857307227" sldId="266"/>
            <ac:inkMk id="218" creationId="{F56116D5-8E18-98DE-68A5-68E9B1090AD5}"/>
          </ac:inkMkLst>
        </pc:inkChg>
        <pc:inkChg chg="add">
          <ac:chgData name="Lenka Kuklišová" userId="0399e331-5c69-4ab0-8875-f968d945d391" providerId="ADAL" clId="{E308AF7E-9BEE-41E9-9120-7DFE882F9959}" dt="2022-11-30T19:18:17.440" v="503" actId="9405"/>
          <ac:inkMkLst>
            <pc:docMk/>
            <pc:sldMk cId="1857307227" sldId="266"/>
            <ac:inkMk id="219" creationId="{EEA81F8D-0CE7-A6E0-39D9-063B95EC4674}"/>
          </ac:inkMkLst>
        </pc:inkChg>
        <pc:inkChg chg="add">
          <ac:chgData name="Lenka Kuklišová" userId="0399e331-5c69-4ab0-8875-f968d945d391" providerId="ADAL" clId="{E308AF7E-9BEE-41E9-9120-7DFE882F9959}" dt="2022-11-30T19:18:20.985" v="504" actId="9405"/>
          <ac:inkMkLst>
            <pc:docMk/>
            <pc:sldMk cId="1857307227" sldId="266"/>
            <ac:inkMk id="220" creationId="{AC39E640-F10C-7CE6-E65D-AA0B7337174C}"/>
          </ac:inkMkLst>
        </pc:inkChg>
        <pc:inkChg chg="add del">
          <ac:chgData name="Lenka Kuklišová" userId="0399e331-5c69-4ab0-8875-f968d945d391" providerId="ADAL" clId="{E308AF7E-9BEE-41E9-9120-7DFE882F9959}" dt="2022-11-30T19:18:49.250" v="508" actId="9405"/>
          <ac:inkMkLst>
            <pc:docMk/>
            <pc:sldMk cId="1857307227" sldId="266"/>
            <ac:inkMk id="221" creationId="{FD6227EE-927F-7F5E-91F4-6CC6133D0382}"/>
          </ac:inkMkLst>
        </pc:inkChg>
        <pc:inkChg chg="add del">
          <ac:chgData name="Lenka Kuklišová" userId="0399e331-5c69-4ab0-8875-f968d945d391" providerId="ADAL" clId="{E308AF7E-9BEE-41E9-9120-7DFE882F9959}" dt="2022-11-30T19:18:48.688" v="507" actId="9405"/>
          <ac:inkMkLst>
            <pc:docMk/>
            <pc:sldMk cId="1857307227" sldId="266"/>
            <ac:inkMk id="222" creationId="{4371BF1E-9671-0A5D-7A87-80315B839DE5}"/>
          </ac:inkMkLst>
        </pc:inkChg>
        <pc:inkChg chg="add">
          <ac:chgData name="Lenka Kuklišová" userId="0399e331-5c69-4ab0-8875-f968d945d391" providerId="ADAL" clId="{E308AF7E-9BEE-41E9-9120-7DFE882F9959}" dt="2022-11-30T19:18:55.022" v="509" actId="9405"/>
          <ac:inkMkLst>
            <pc:docMk/>
            <pc:sldMk cId="1857307227" sldId="266"/>
            <ac:inkMk id="223" creationId="{BFC06D41-341D-4DB7-8DB8-A2F729E3A76E}"/>
          </ac:inkMkLst>
        </pc:inkChg>
        <pc:inkChg chg="add">
          <ac:chgData name="Lenka Kuklišová" userId="0399e331-5c69-4ab0-8875-f968d945d391" providerId="ADAL" clId="{E308AF7E-9BEE-41E9-9120-7DFE882F9959}" dt="2022-11-30T19:18:57.062" v="510" actId="9405"/>
          <ac:inkMkLst>
            <pc:docMk/>
            <pc:sldMk cId="1857307227" sldId="266"/>
            <ac:inkMk id="224" creationId="{A86C02CE-4904-3115-4A89-F4B17C4804C0}"/>
          </ac:inkMkLst>
        </pc:inkChg>
        <pc:inkChg chg="add">
          <ac:chgData name="Lenka Kuklišová" userId="0399e331-5c69-4ab0-8875-f968d945d391" providerId="ADAL" clId="{E308AF7E-9BEE-41E9-9120-7DFE882F9959}" dt="2022-11-30T19:19:06.576" v="511" actId="9405"/>
          <ac:inkMkLst>
            <pc:docMk/>
            <pc:sldMk cId="1857307227" sldId="266"/>
            <ac:inkMk id="225" creationId="{635C8DC2-5BAD-AAD0-24A0-72366B85C084}"/>
          </ac:inkMkLst>
        </pc:inkChg>
        <pc:inkChg chg="add">
          <ac:chgData name="Lenka Kuklišová" userId="0399e331-5c69-4ab0-8875-f968d945d391" providerId="ADAL" clId="{E308AF7E-9BEE-41E9-9120-7DFE882F9959}" dt="2022-11-30T19:19:09.315" v="512" actId="9405"/>
          <ac:inkMkLst>
            <pc:docMk/>
            <pc:sldMk cId="1857307227" sldId="266"/>
            <ac:inkMk id="226" creationId="{2FF03EEE-EFAE-EB52-21BA-841A1246EFE4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27" creationId="{CCC7039A-5E53-B2FD-8EF8-8AAA1244BA80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28" creationId="{ED4CE815-6445-0A68-1323-6AB983F5F239}"/>
          </ac:inkMkLst>
        </pc:inkChg>
        <pc:inkChg chg="add del mod">
          <ac:chgData name="Lenka Kuklišová" userId="0399e331-5c69-4ab0-8875-f968d945d391" providerId="ADAL" clId="{E308AF7E-9BEE-41E9-9120-7DFE882F9959}" dt="2022-11-30T19:19:35.393" v="544" actId="9405"/>
          <ac:inkMkLst>
            <pc:docMk/>
            <pc:sldMk cId="1857307227" sldId="266"/>
            <ac:inkMk id="229" creationId="{7CF4476F-5DDB-CC54-7E91-909F5A57CF5C}"/>
          </ac:inkMkLst>
        </pc:inkChg>
        <pc:inkChg chg="add del mod">
          <ac:chgData name="Lenka Kuklišová" userId="0399e331-5c69-4ab0-8875-f968d945d391" providerId="ADAL" clId="{E308AF7E-9BEE-41E9-9120-7DFE882F9959}" dt="2022-11-30T19:19:35.139" v="543" actId="9405"/>
          <ac:inkMkLst>
            <pc:docMk/>
            <pc:sldMk cId="1857307227" sldId="266"/>
            <ac:inkMk id="230" creationId="{EB341D78-A670-1CA5-90A1-98567C67FF4D}"/>
          </ac:inkMkLst>
        </pc:inkChg>
        <pc:inkChg chg="add del mod">
          <ac:chgData name="Lenka Kuklišová" userId="0399e331-5c69-4ab0-8875-f968d945d391" providerId="ADAL" clId="{E308AF7E-9BEE-41E9-9120-7DFE882F9959}" dt="2022-11-30T19:19:34.883" v="542" actId="9405"/>
          <ac:inkMkLst>
            <pc:docMk/>
            <pc:sldMk cId="1857307227" sldId="266"/>
            <ac:inkMk id="231" creationId="{C68CC50E-BD38-0923-7C4A-66EDA61CED35}"/>
          </ac:inkMkLst>
        </pc:inkChg>
        <pc:inkChg chg="add del mod">
          <ac:chgData name="Lenka Kuklišová" userId="0399e331-5c69-4ab0-8875-f968d945d391" providerId="ADAL" clId="{E308AF7E-9BEE-41E9-9120-7DFE882F9959}" dt="2022-11-30T19:19:34.496" v="541" actId="9405"/>
          <ac:inkMkLst>
            <pc:docMk/>
            <pc:sldMk cId="1857307227" sldId="266"/>
            <ac:inkMk id="232" creationId="{917405C8-E480-FCAB-4E7D-D73F3EA5665F}"/>
          </ac:inkMkLst>
        </pc:inkChg>
        <pc:inkChg chg="add del mod">
          <ac:chgData name="Lenka Kuklišová" userId="0399e331-5c69-4ab0-8875-f968d945d391" providerId="ADAL" clId="{E308AF7E-9BEE-41E9-9120-7DFE882F9959}" dt="2022-11-30T19:19:34.152" v="540" actId="9405"/>
          <ac:inkMkLst>
            <pc:docMk/>
            <pc:sldMk cId="1857307227" sldId="266"/>
            <ac:inkMk id="233" creationId="{C5C24904-F6A0-B261-DF69-BDEC76A6B665}"/>
          </ac:inkMkLst>
        </pc:inkChg>
        <pc:inkChg chg="add del mod">
          <ac:chgData name="Lenka Kuklišová" userId="0399e331-5c69-4ab0-8875-f968d945d391" providerId="ADAL" clId="{E308AF7E-9BEE-41E9-9120-7DFE882F9959}" dt="2022-11-30T19:19:33.935" v="539" actId="9405"/>
          <ac:inkMkLst>
            <pc:docMk/>
            <pc:sldMk cId="1857307227" sldId="266"/>
            <ac:inkMk id="234" creationId="{3681058A-2A80-D9A8-FD1D-9283DEE3CFE5}"/>
          </ac:inkMkLst>
        </pc:inkChg>
        <pc:inkChg chg="add del mod">
          <ac:chgData name="Lenka Kuklišová" userId="0399e331-5c69-4ab0-8875-f968d945d391" providerId="ADAL" clId="{E308AF7E-9BEE-41E9-9120-7DFE882F9959}" dt="2022-11-30T19:19:33.713" v="538" actId="9405"/>
          <ac:inkMkLst>
            <pc:docMk/>
            <pc:sldMk cId="1857307227" sldId="266"/>
            <ac:inkMk id="235" creationId="{4AF0A3BD-A3C3-76A6-1F6B-1156D6947CAF}"/>
          </ac:inkMkLst>
        </pc:inkChg>
        <pc:inkChg chg="add del mod">
          <ac:chgData name="Lenka Kuklišová" userId="0399e331-5c69-4ab0-8875-f968d945d391" providerId="ADAL" clId="{E308AF7E-9BEE-41E9-9120-7DFE882F9959}" dt="2022-11-30T19:19:33.485" v="537" actId="9405"/>
          <ac:inkMkLst>
            <pc:docMk/>
            <pc:sldMk cId="1857307227" sldId="266"/>
            <ac:inkMk id="236" creationId="{A87BB2B6-41E9-84BD-3097-8801C732EEBE}"/>
          </ac:inkMkLst>
        </pc:inkChg>
        <pc:inkChg chg="add del mod">
          <ac:chgData name="Lenka Kuklišová" userId="0399e331-5c69-4ab0-8875-f968d945d391" providerId="ADAL" clId="{E308AF7E-9BEE-41E9-9120-7DFE882F9959}" dt="2022-11-30T19:19:33.192" v="536" actId="9405"/>
          <ac:inkMkLst>
            <pc:docMk/>
            <pc:sldMk cId="1857307227" sldId="266"/>
            <ac:inkMk id="237" creationId="{A73D0DD7-02C9-88FF-DEF5-A3500E987C46}"/>
          </ac:inkMkLst>
        </pc:inkChg>
        <pc:inkChg chg="add del mod">
          <ac:chgData name="Lenka Kuklišová" userId="0399e331-5c69-4ab0-8875-f968d945d391" providerId="ADAL" clId="{E308AF7E-9BEE-41E9-9120-7DFE882F9959}" dt="2022-11-30T19:19:32.944" v="535" actId="9405"/>
          <ac:inkMkLst>
            <pc:docMk/>
            <pc:sldMk cId="1857307227" sldId="266"/>
            <ac:inkMk id="238" creationId="{71002EEB-367B-CCBE-4615-2C5A29A5026E}"/>
          </ac:inkMkLst>
        </pc:inkChg>
        <pc:inkChg chg="add del mod">
          <ac:chgData name="Lenka Kuklišová" userId="0399e331-5c69-4ab0-8875-f968d945d391" providerId="ADAL" clId="{E308AF7E-9BEE-41E9-9120-7DFE882F9959}" dt="2022-11-30T19:19:32.688" v="534" actId="9405"/>
          <ac:inkMkLst>
            <pc:docMk/>
            <pc:sldMk cId="1857307227" sldId="266"/>
            <ac:inkMk id="239" creationId="{3529B6AE-C43A-C0D2-5E15-2235132108DD}"/>
          </ac:inkMkLst>
        </pc:inkChg>
        <pc:inkChg chg="add del mod">
          <ac:chgData name="Lenka Kuklišová" userId="0399e331-5c69-4ab0-8875-f968d945d391" providerId="ADAL" clId="{E308AF7E-9BEE-41E9-9120-7DFE882F9959}" dt="2022-11-30T19:19:32.248" v="533" actId="9405"/>
          <ac:inkMkLst>
            <pc:docMk/>
            <pc:sldMk cId="1857307227" sldId="266"/>
            <ac:inkMk id="240" creationId="{96268F43-5189-9F84-38AC-B9CABFA8707B}"/>
          </ac:inkMkLst>
        </pc:inkChg>
        <pc:inkChg chg="add del mod">
          <ac:chgData name="Lenka Kuklišová" userId="0399e331-5c69-4ab0-8875-f968d945d391" providerId="ADAL" clId="{E308AF7E-9BEE-41E9-9120-7DFE882F9959}" dt="2022-11-30T19:19:31.928" v="532" actId="9405"/>
          <ac:inkMkLst>
            <pc:docMk/>
            <pc:sldMk cId="1857307227" sldId="266"/>
            <ac:inkMk id="241" creationId="{C9162139-4BFF-0BEC-3AA6-75AE18BCEC03}"/>
          </ac:inkMkLst>
        </pc:inkChg>
        <pc:inkChg chg="add del mod">
          <ac:chgData name="Lenka Kuklišová" userId="0399e331-5c69-4ab0-8875-f968d945d391" providerId="ADAL" clId="{E308AF7E-9BEE-41E9-9120-7DFE882F9959}" dt="2022-11-30T19:19:31.161" v="531"/>
          <ac:inkMkLst>
            <pc:docMk/>
            <pc:sldMk cId="1857307227" sldId="266"/>
            <ac:inkMk id="242" creationId="{64161083-6D5C-5699-1A3C-42A875ABD9A8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45" creationId="{96029B0F-BF4F-D604-BC30-FE072695627E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46" creationId="{EB75D2AE-3CEB-F5E4-211E-5A9FACFD1629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47" creationId="{31864728-2815-3B46-3C36-EA268E2A2962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48" creationId="{B2B1FDE9-4E09-DF14-CD5F-665B36EE7CD5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0" creationId="{7306433A-C4A7-4F7B-A566-4E735E389783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1" creationId="{2CCAAF91-B2E7-BEFA-9A67-0CA6AA7CAF00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2" creationId="{C89A5563-5826-EFBB-C04D-7DF960253DCB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3" creationId="{2CB33463-A970-F03C-663D-FC7F6D5D557F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4" creationId="{66204345-1AD3-4655-915E-9689053D3F31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5" creationId="{839D302A-BF24-BDF4-EA43-B33046EAB0EF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6" creationId="{C9746979-56F8-C36C-212D-AE7A5FD8DB02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7" creationId="{E434384B-7B3B-AD0C-3B43-FCB691F86C6D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8" creationId="{C521F774-692D-D9E7-326C-93D865BA75CF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59" creationId="{24F97531-213A-312B-DB61-601C0F9D8ACC}"/>
          </ac:inkMkLst>
        </pc:inkChg>
        <pc:inkChg chg="add mod">
          <ac:chgData name="Lenka Kuklišová" userId="0399e331-5c69-4ab0-8875-f968d945d391" providerId="ADAL" clId="{E308AF7E-9BEE-41E9-9120-7DFE882F9959}" dt="2022-11-30T19:19:46.858" v="561"/>
          <ac:inkMkLst>
            <pc:docMk/>
            <pc:sldMk cId="1857307227" sldId="266"/>
            <ac:inkMk id="260" creationId="{0440307E-C19E-ED10-B4A8-60D00AA2EE12}"/>
          </ac:inkMkLst>
        </pc:inkChg>
        <pc:inkChg chg="add del">
          <ac:chgData name="Lenka Kuklišová" userId="0399e331-5c69-4ab0-8875-f968d945d391" providerId="ADAL" clId="{E308AF7E-9BEE-41E9-9120-7DFE882F9959}" dt="2022-11-30T19:20:00.104" v="563" actId="9405"/>
          <ac:inkMkLst>
            <pc:docMk/>
            <pc:sldMk cId="1857307227" sldId="266"/>
            <ac:inkMk id="262" creationId="{10F8191E-320E-2F6E-5942-DC64FACE5334}"/>
          </ac:inkMkLst>
        </pc:inkChg>
        <pc:inkChg chg="add">
          <ac:chgData name="Lenka Kuklišová" userId="0399e331-5c69-4ab0-8875-f968d945d391" providerId="ADAL" clId="{E308AF7E-9BEE-41E9-9120-7DFE882F9959}" dt="2022-11-30T19:20:07.398" v="564" actId="9405"/>
          <ac:inkMkLst>
            <pc:docMk/>
            <pc:sldMk cId="1857307227" sldId="266"/>
            <ac:inkMk id="263" creationId="{22D6CA7C-0A3B-9CB8-9BA5-40ECE5C49760}"/>
          </ac:inkMkLst>
        </pc:inkChg>
      </pc:sldChg>
      <pc:sldChg chg="addSp delSp modSp new mod">
        <pc:chgData name="Lenka Kuklišová" userId="0399e331-5c69-4ab0-8875-f968d945d391" providerId="ADAL" clId="{E308AF7E-9BEE-41E9-9120-7DFE882F9959}" dt="2022-11-30T19:46:11.804" v="1122"/>
        <pc:sldMkLst>
          <pc:docMk/>
          <pc:sldMk cId="3965610557" sldId="267"/>
        </pc:sldMkLst>
        <pc:spChg chg="add mod">
          <ac:chgData name="Lenka Kuklišová" userId="0399e331-5c69-4ab0-8875-f968d945d391" providerId="ADAL" clId="{E308AF7E-9BEE-41E9-9120-7DFE882F9959}" dt="2022-11-30T19:30:13.144" v="836" actId="20577"/>
          <ac:spMkLst>
            <pc:docMk/>
            <pc:sldMk cId="3965610557" sldId="267"/>
            <ac:spMk id="4" creationId="{117F1405-55D0-CD3F-D22C-7D75B3ECE803}"/>
          </ac:spMkLst>
        </pc:spChg>
        <pc:grpChg chg="mod">
          <ac:chgData name="Lenka Kuklišová" userId="0399e331-5c69-4ab0-8875-f968d945d391" providerId="ADAL" clId="{E308AF7E-9BEE-41E9-9120-7DFE882F9959}" dt="2022-11-30T19:30:34.175" v="849"/>
          <ac:grpSpMkLst>
            <pc:docMk/>
            <pc:sldMk cId="3965610557" sldId="267"/>
            <ac:grpSpMk id="16" creationId="{4178659C-3985-222B-0274-C87E214B61DA}"/>
          </ac:grpSpMkLst>
        </pc:grpChg>
        <pc:grpChg chg="mod">
          <ac:chgData name="Lenka Kuklišová" userId="0399e331-5c69-4ab0-8875-f968d945d391" providerId="ADAL" clId="{E308AF7E-9BEE-41E9-9120-7DFE882F9959}" dt="2022-11-30T19:30:48.534" v="855"/>
          <ac:grpSpMkLst>
            <pc:docMk/>
            <pc:sldMk cId="3965610557" sldId="267"/>
            <ac:grpSpMk id="22" creationId="{70AC4A88-7E42-0FC2-8870-DDF8C388A1D9}"/>
          </ac:grpSpMkLst>
        </pc:grpChg>
        <pc:grpChg chg="del mod">
          <ac:chgData name="Lenka Kuklišová" userId="0399e331-5c69-4ab0-8875-f968d945d391" providerId="ADAL" clId="{E308AF7E-9BEE-41E9-9120-7DFE882F9959}" dt="2022-11-30T19:33:17.152" v="960"/>
          <ac:grpSpMkLst>
            <pc:docMk/>
            <pc:sldMk cId="3965610557" sldId="267"/>
            <ac:grpSpMk id="26" creationId="{705591E7-D7C4-6663-4380-B917035B2853}"/>
          </ac:grpSpMkLst>
        </pc:grpChg>
        <pc:grpChg chg="del mod">
          <ac:chgData name="Lenka Kuklišová" userId="0399e331-5c69-4ab0-8875-f968d945d391" providerId="ADAL" clId="{E308AF7E-9BEE-41E9-9120-7DFE882F9959}" dt="2022-11-30T19:33:17.151" v="954"/>
          <ac:grpSpMkLst>
            <pc:docMk/>
            <pc:sldMk cId="3965610557" sldId="267"/>
            <ac:grpSpMk id="31" creationId="{C4BAEA23-6557-5A36-68EB-FCDA758CBC7D}"/>
          </ac:grpSpMkLst>
        </pc:grpChg>
        <pc:grpChg chg="del mod">
          <ac:chgData name="Lenka Kuklišová" userId="0399e331-5c69-4ab0-8875-f968d945d391" providerId="ADAL" clId="{E308AF7E-9BEE-41E9-9120-7DFE882F9959}" dt="2022-11-30T19:31:17.120" v="870"/>
          <ac:grpSpMkLst>
            <pc:docMk/>
            <pc:sldMk cId="3965610557" sldId="267"/>
            <ac:grpSpMk id="35" creationId="{81297D18-C107-0C38-1E09-2761C6DD8A70}"/>
          </ac:grpSpMkLst>
        </pc:grpChg>
        <pc:grpChg chg="del mod">
          <ac:chgData name="Lenka Kuklišová" userId="0399e331-5c69-4ab0-8875-f968d945d391" providerId="ADAL" clId="{E308AF7E-9BEE-41E9-9120-7DFE882F9959}" dt="2022-11-30T19:33:17.152" v="961"/>
          <ac:grpSpMkLst>
            <pc:docMk/>
            <pc:sldMk cId="3965610557" sldId="267"/>
            <ac:grpSpMk id="37" creationId="{2031C5D0-85F9-FAB6-3D62-A8FB2A1B93FF}"/>
          </ac:grpSpMkLst>
        </pc:grpChg>
        <pc:grpChg chg="mod">
          <ac:chgData name="Lenka Kuklišová" userId="0399e331-5c69-4ab0-8875-f968d945d391" providerId="ADAL" clId="{E308AF7E-9BEE-41E9-9120-7DFE882F9959}" dt="2022-11-30T19:31:25.305" v="875"/>
          <ac:grpSpMkLst>
            <pc:docMk/>
            <pc:sldMk cId="3965610557" sldId="267"/>
            <ac:grpSpMk id="42" creationId="{2B81FDBA-0158-0220-797D-E31B7EC84CBB}"/>
          </ac:grpSpMkLst>
        </pc:grpChg>
        <pc:grpChg chg="del mod">
          <ac:chgData name="Lenka Kuklišová" userId="0399e331-5c69-4ab0-8875-f968d945d391" providerId="ADAL" clId="{E308AF7E-9BEE-41E9-9120-7DFE882F9959}" dt="2022-11-30T19:33:17.153" v="964"/>
          <ac:grpSpMkLst>
            <pc:docMk/>
            <pc:sldMk cId="3965610557" sldId="267"/>
            <ac:grpSpMk id="49" creationId="{F8049AF1-5DCE-B632-4287-02552945B687}"/>
          </ac:grpSpMkLst>
        </pc:grpChg>
        <pc:grpChg chg="del mod">
          <ac:chgData name="Lenka Kuklišová" userId="0399e331-5c69-4ab0-8875-f968d945d391" providerId="ADAL" clId="{E308AF7E-9BEE-41E9-9120-7DFE882F9959}" dt="2022-11-30T19:33:17.149" v="948"/>
          <ac:grpSpMkLst>
            <pc:docMk/>
            <pc:sldMk cId="3965610557" sldId="267"/>
            <ac:grpSpMk id="50" creationId="{4277C0EF-5198-4C8D-298C-8BAE14700E4C}"/>
          </ac:grpSpMkLst>
        </pc:grpChg>
        <pc:grpChg chg="del mod">
          <ac:chgData name="Lenka Kuklišová" userId="0399e331-5c69-4ab0-8875-f968d945d391" providerId="ADAL" clId="{E308AF7E-9BEE-41E9-9120-7DFE882F9959}" dt="2022-11-30T19:31:47.097" v="887"/>
          <ac:grpSpMkLst>
            <pc:docMk/>
            <pc:sldMk cId="3965610557" sldId="267"/>
            <ac:grpSpMk id="53" creationId="{341F5AFB-87CC-AA78-C2BB-F80F2EE65AD1}"/>
          </ac:grpSpMkLst>
        </pc:grpChg>
        <pc:grpChg chg="del mod">
          <ac:chgData name="Lenka Kuklišová" userId="0399e331-5c69-4ab0-8875-f968d945d391" providerId="ADAL" clId="{E308AF7E-9BEE-41E9-9120-7DFE882F9959}" dt="2022-11-30T19:33:17.152" v="959"/>
          <ac:grpSpMkLst>
            <pc:docMk/>
            <pc:sldMk cId="3965610557" sldId="267"/>
            <ac:grpSpMk id="55" creationId="{3AFC4FC6-4B0E-16EE-B021-7CCAFDA43FB0}"/>
          </ac:grpSpMkLst>
        </pc:grpChg>
        <pc:grpChg chg="del mod">
          <ac:chgData name="Lenka Kuklišová" userId="0399e331-5c69-4ab0-8875-f968d945d391" providerId="ADAL" clId="{E308AF7E-9BEE-41E9-9120-7DFE882F9959}" dt="2022-11-30T19:32:03.932" v="893"/>
          <ac:grpSpMkLst>
            <pc:docMk/>
            <pc:sldMk cId="3965610557" sldId="267"/>
            <ac:grpSpMk id="59" creationId="{874DC14C-8C62-9548-AB5B-217B836A53FC}"/>
          </ac:grpSpMkLst>
        </pc:grpChg>
        <pc:grpChg chg="del mod">
          <ac:chgData name="Lenka Kuklišová" userId="0399e331-5c69-4ab0-8875-f968d945d391" providerId="ADAL" clId="{E308AF7E-9BEE-41E9-9120-7DFE882F9959}" dt="2022-11-30T19:34:01.176" v="996"/>
          <ac:grpSpMkLst>
            <pc:docMk/>
            <pc:sldMk cId="3965610557" sldId="267"/>
            <ac:grpSpMk id="61" creationId="{61129B32-F5DF-12AC-5BA1-77056CB3C391}"/>
          </ac:grpSpMkLst>
        </pc:grpChg>
        <pc:grpChg chg="del mod">
          <ac:chgData name="Lenka Kuklišová" userId="0399e331-5c69-4ab0-8875-f968d945d391" providerId="ADAL" clId="{E308AF7E-9BEE-41E9-9120-7DFE882F9959}" dt="2022-11-30T19:33:08.186" v="944"/>
          <ac:grpSpMkLst>
            <pc:docMk/>
            <pc:sldMk cId="3965610557" sldId="267"/>
            <ac:grpSpMk id="72" creationId="{6BF96C5D-8D67-CF41-61C2-46711CEF1561}"/>
          </ac:grpSpMkLst>
        </pc:grpChg>
        <pc:grpChg chg="del mod">
          <ac:chgData name="Lenka Kuklišová" userId="0399e331-5c69-4ab0-8875-f968d945d391" providerId="ADAL" clId="{E308AF7E-9BEE-41E9-9120-7DFE882F9959}" dt="2022-11-30T19:33:08.181" v="927"/>
          <ac:grpSpMkLst>
            <pc:docMk/>
            <pc:sldMk cId="3965610557" sldId="267"/>
            <ac:grpSpMk id="77" creationId="{FEB943BC-E108-B97E-3CF7-0FB4FAECA58D}"/>
          </ac:grpSpMkLst>
        </pc:grpChg>
        <pc:grpChg chg="del mod">
          <ac:chgData name="Lenka Kuklišová" userId="0399e331-5c69-4ab0-8875-f968d945d391" providerId="ADAL" clId="{E308AF7E-9BEE-41E9-9120-7DFE882F9959}" dt="2022-11-30T19:33:08.185" v="943"/>
          <ac:grpSpMkLst>
            <pc:docMk/>
            <pc:sldMk cId="3965610557" sldId="267"/>
            <ac:grpSpMk id="85" creationId="{0E047F55-0DB8-3F37-E9EB-44EB3F8FAE9C}"/>
          </ac:grpSpMkLst>
        </pc:grpChg>
        <pc:grpChg chg="del mod">
          <ac:chgData name="Lenka Kuklišová" userId="0399e331-5c69-4ab0-8875-f968d945d391" providerId="ADAL" clId="{E308AF7E-9BEE-41E9-9120-7DFE882F9959}" dt="2022-11-30T19:33:08.184" v="934"/>
          <ac:grpSpMkLst>
            <pc:docMk/>
            <pc:sldMk cId="3965610557" sldId="267"/>
            <ac:grpSpMk id="90" creationId="{3833A832-C78A-8AC6-C01E-7BBD333D106C}"/>
          </ac:grpSpMkLst>
        </pc:grpChg>
        <pc:grpChg chg="mod">
          <ac:chgData name="Lenka Kuklišová" userId="0399e331-5c69-4ab0-8875-f968d945d391" providerId="ADAL" clId="{E308AF7E-9BEE-41E9-9120-7DFE882F9959}" dt="2022-11-30T19:33:26.759" v="977"/>
          <ac:grpSpMkLst>
            <pc:docMk/>
            <pc:sldMk cId="3965610557" sldId="267"/>
            <ac:grpSpMk id="101" creationId="{BA79659A-B699-B141-8418-67BAEB6AEB7D}"/>
          </ac:grpSpMkLst>
        </pc:grpChg>
        <pc:grpChg chg="mod">
          <ac:chgData name="Lenka Kuklišová" userId="0399e331-5c69-4ab0-8875-f968d945d391" providerId="ADAL" clId="{E308AF7E-9BEE-41E9-9120-7DFE882F9959}" dt="2022-11-30T19:33:35.792" v="986"/>
          <ac:grpSpMkLst>
            <pc:docMk/>
            <pc:sldMk cId="3965610557" sldId="267"/>
            <ac:grpSpMk id="110" creationId="{4EA7D3B0-88BC-ABA8-E08B-4F05C186909C}"/>
          </ac:grpSpMkLst>
        </pc:grpChg>
        <pc:grpChg chg="mod">
          <ac:chgData name="Lenka Kuklišová" userId="0399e331-5c69-4ab0-8875-f968d945d391" providerId="ADAL" clId="{E308AF7E-9BEE-41E9-9120-7DFE882F9959}" dt="2022-11-30T19:33:38.249" v="988"/>
          <ac:grpSpMkLst>
            <pc:docMk/>
            <pc:sldMk cId="3965610557" sldId="267"/>
            <ac:grpSpMk id="112" creationId="{13BE90B6-37AF-0195-36D4-59AD5BA4E1BF}"/>
          </ac:grpSpMkLst>
        </pc:grpChg>
        <pc:grpChg chg="del mod">
          <ac:chgData name="Lenka Kuklišová" userId="0399e331-5c69-4ab0-8875-f968d945d391" providerId="ADAL" clId="{E308AF7E-9BEE-41E9-9120-7DFE882F9959}" dt="2022-11-30T19:34:01.176" v="996"/>
          <ac:grpSpMkLst>
            <pc:docMk/>
            <pc:sldMk cId="3965610557" sldId="267"/>
            <ac:grpSpMk id="117" creationId="{F52020C0-963F-B8BF-6831-11032050C5ED}"/>
          </ac:grpSpMkLst>
        </pc:grpChg>
        <pc:grpChg chg="del mod">
          <ac:chgData name="Lenka Kuklišová" userId="0399e331-5c69-4ab0-8875-f968d945d391" providerId="ADAL" clId="{E308AF7E-9BEE-41E9-9120-7DFE882F9959}" dt="2022-11-30T19:34:01.176" v="996"/>
          <ac:grpSpMkLst>
            <pc:docMk/>
            <pc:sldMk cId="3965610557" sldId="267"/>
            <ac:grpSpMk id="120" creationId="{2ECA00E0-213C-5C57-B6B1-7B8FF1BEAE3D}"/>
          </ac:grpSpMkLst>
        </pc:grpChg>
        <pc:grpChg chg="mod">
          <ac:chgData name="Lenka Kuklišová" userId="0399e331-5c69-4ab0-8875-f968d945d391" providerId="ADAL" clId="{E308AF7E-9BEE-41E9-9120-7DFE882F9959}" dt="2022-11-30T19:34:01.176" v="996"/>
          <ac:grpSpMkLst>
            <pc:docMk/>
            <pc:sldMk cId="3965610557" sldId="267"/>
            <ac:grpSpMk id="121" creationId="{01DF8E02-36C1-B948-C139-604E4217F708}"/>
          </ac:grpSpMkLst>
        </pc:grpChg>
        <pc:grpChg chg="mod">
          <ac:chgData name="Lenka Kuklišová" userId="0399e331-5c69-4ab0-8875-f968d945d391" providerId="ADAL" clId="{E308AF7E-9BEE-41E9-9120-7DFE882F9959}" dt="2022-11-30T19:34:06.593" v="1000"/>
          <ac:grpSpMkLst>
            <pc:docMk/>
            <pc:sldMk cId="3965610557" sldId="267"/>
            <ac:grpSpMk id="125" creationId="{3EE68517-D973-92D2-7F92-094CBBB8CF74}"/>
          </ac:grpSpMkLst>
        </pc:grpChg>
        <pc:grpChg chg="mod">
          <ac:chgData name="Lenka Kuklišová" userId="0399e331-5c69-4ab0-8875-f968d945d391" providerId="ADAL" clId="{E308AF7E-9BEE-41E9-9120-7DFE882F9959}" dt="2022-11-30T19:34:17.281" v="1005"/>
          <ac:grpSpMkLst>
            <pc:docMk/>
            <pc:sldMk cId="3965610557" sldId="267"/>
            <ac:grpSpMk id="130" creationId="{BE7AE1DF-C2ED-39CB-FB9C-36BF6FF88E31}"/>
          </ac:grpSpMkLst>
        </pc:grpChg>
        <pc:grpChg chg="del mod">
          <ac:chgData name="Lenka Kuklišová" userId="0399e331-5c69-4ab0-8875-f968d945d391" providerId="ADAL" clId="{E308AF7E-9BEE-41E9-9120-7DFE882F9959}" dt="2022-11-30T19:34:33.468" v="1012"/>
          <ac:grpSpMkLst>
            <pc:docMk/>
            <pc:sldMk cId="3965610557" sldId="267"/>
            <ac:grpSpMk id="133" creationId="{F9B22EA8-4FB0-902C-D660-D570D3FCC034}"/>
          </ac:grpSpMkLst>
        </pc:grpChg>
        <pc:grpChg chg="mod">
          <ac:chgData name="Lenka Kuklišová" userId="0399e331-5c69-4ab0-8875-f968d945d391" providerId="ADAL" clId="{E308AF7E-9BEE-41E9-9120-7DFE882F9959}" dt="2022-11-30T19:34:33.468" v="1012"/>
          <ac:grpSpMkLst>
            <pc:docMk/>
            <pc:sldMk cId="3965610557" sldId="267"/>
            <ac:grpSpMk id="137" creationId="{C8F4EDD8-2A03-4B41-0A92-5390FC7885BB}"/>
          </ac:grpSpMkLst>
        </pc:grpChg>
        <pc:grpChg chg="mod">
          <ac:chgData name="Lenka Kuklišová" userId="0399e331-5c69-4ab0-8875-f968d945d391" providerId="ADAL" clId="{E308AF7E-9BEE-41E9-9120-7DFE882F9959}" dt="2022-11-30T19:34:54.029" v="1017"/>
          <ac:grpSpMkLst>
            <pc:docMk/>
            <pc:sldMk cId="3965610557" sldId="267"/>
            <ac:grpSpMk id="142" creationId="{384E7921-D6D8-94A6-1753-FC5F9B6C94C3}"/>
          </ac:grpSpMkLst>
        </pc:grpChg>
        <pc:grpChg chg="del mod">
          <ac:chgData name="Lenka Kuklišová" userId="0399e331-5c69-4ab0-8875-f968d945d391" providerId="ADAL" clId="{E308AF7E-9BEE-41E9-9120-7DFE882F9959}" dt="2022-11-30T19:34:59.975" v="1022"/>
          <ac:grpSpMkLst>
            <pc:docMk/>
            <pc:sldMk cId="3965610557" sldId="267"/>
            <ac:grpSpMk id="145" creationId="{CDB3CB83-CF75-B646-2303-8142902ED835}"/>
          </ac:grpSpMkLst>
        </pc:grpChg>
        <pc:grpChg chg="mod">
          <ac:chgData name="Lenka Kuklišová" userId="0399e331-5c69-4ab0-8875-f968d945d391" providerId="ADAL" clId="{E308AF7E-9BEE-41E9-9120-7DFE882F9959}" dt="2022-11-30T19:34:59.975" v="1022"/>
          <ac:grpSpMkLst>
            <pc:docMk/>
            <pc:sldMk cId="3965610557" sldId="267"/>
            <ac:grpSpMk id="147" creationId="{A2FB2D94-4B2D-B806-2354-AD5CCC7357F3}"/>
          </ac:grpSpMkLst>
        </pc:grpChg>
        <pc:grpChg chg="mod">
          <ac:chgData name="Lenka Kuklišová" userId="0399e331-5c69-4ab0-8875-f968d945d391" providerId="ADAL" clId="{E308AF7E-9BEE-41E9-9120-7DFE882F9959}" dt="2022-11-30T19:36:04.396" v="1027"/>
          <ac:grpSpMkLst>
            <pc:docMk/>
            <pc:sldMk cId="3965610557" sldId="267"/>
            <ac:grpSpMk id="152" creationId="{C13AC1D8-8BC3-2FBB-8B32-7D3A7BFE0177}"/>
          </ac:grpSpMkLst>
        </pc:grpChg>
        <pc:grpChg chg="del mod">
          <ac:chgData name="Lenka Kuklišová" userId="0399e331-5c69-4ab0-8875-f968d945d391" providerId="ADAL" clId="{E308AF7E-9BEE-41E9-9120-7DFE882F9959}" dt="2022-11-30T19:36:09.814" v="1035"/>
          <ac:grpSpMkLst>
            <pc:docMk/>
            <pc:sldMk cId="3965610557" sldId="267"/>
            <ac:grpSpMk id="158" creationId="{1539C2A3-4081-2E88-248F-5BB248AA567D}"/>
          </ac:grpSpMkLst>
        </pc:grpChg>
        <pc:grpChg chg="mod">
          <ac:chgData name="Lenka Kuklišová" userId="0399e331-5c69-4ab0-8875-f968d945d391" providerId="ADAL" clId="{E308AF7E-9BEE-41E9-9120-7DFE882F9959}" dt="2022-11-30T19:36:09.814" v="1035"/>
          <ac:grpSpMkLst>
            <pc:docMk/>
            <pc:sldMk cId="3965610557" sldId="267"/>
            <ac:grpSpMk id="160" creationId="{34E53E6D-C3C5-0BE5-3EBB-1A2113DAB0FF}"/>
          </ac:grpSpMkLst>
        </pc:grpChg>
        <pc:grpChg chg="mod">
          <ac:chgData name="Lenka Kuklišová" userId="0399e331-5c69-4ab0-8875-f968d945d391" providerId="ADAL" clId="{E308AF7E-9BEE-41E9-9120-7DFE882F9959}" dt="2022-11-30T19:36:39.235" v="1039"/>
          <ac:grpSpMkLst>
            <pc:docMk/>
            <pc:sldMk cId="3965610557" sldId="267"/>
            <ac:grpSpMk id="164" creationId="{19EED3DF-B8F6-4D86-ACEF-CEA8F167DC76}"/>
          </ac:grpSpMkLst>
        </pc:grpChg>
        <pc:grpChg chg="mod">
          <ac:chgData name="Lenka Kuklišová" userId="0399e331-5c69-4ab0-8875-f968d945d391" providerId="ADAL" clId="{E308AF7E-9BEE-41E9-9120-7DFE882F9959}" dt="2022-11-30T19:36:46.079" v="1044"/>
          <ac:grpSpMkLst>
            <pc:docMk/>
            <pc:sldMk cId="3965610557" sldId="267"/>
            <ac:grpSpMk id="169" creationId="{F0295F71-919E-AD7D-B970-0F8B13FF1857}"/>
          </ac:grpSpMkLst>
        </pc:grpChg>
        <pc:grpChg chg="mod">
          <ac:chgData name="Lenka Kuklišová" userId="0399e331-5c69-4ab0-8875-f968d945d391" providerId="ADAL" clId="{E308AF7E-9BEE-41E9-9120-7DFE882F9959}" dt="2022-11-30T19:36:49.800" v="1048"/>
          <ac:grpSpMkLst>
            <pc:docMk/>
            <pc:sldMk cId="3965610557" sldId="267"/>
            <ac:grpSpMk id="173" creationId="{0707DB98-D0C5-C671-B631-01C8838BE9AC}"/>
          </ac:grpSpMkLst>
        </pc:grpChg>
        <pc:grpChg chg="del mod">
          <ac:chgData name="Lenka Kuklišová" userId="0399e331-5c69-4ab0-8875-f968d945d391" providerId="ADAL" clId="{E308AF7E-9BEE-41E9-9120-7DFE882F9959}" dt="2022-11-30T19:37:26.551" v="1063"/>
          <ac:grpSpMkLst>
            <pc:docMk/>
            <pc:sldMk cId="3965610557" sldId="267"/>
            <ac:grpSpMk id="182" creationId="{E6FE24EC-F4C2-574A-B2F6-D44AA9AF72FE}"/>
          </ac:grpSpMkLst>
        </pc:grpChg>
        <pc:grpChg chg="del mod">
          <ac:chgData name="Lenka Kuklišová" userId="0399e331-5c69-4ab0-8875-f968d945d391" providerId="ADAL" clId="{E308AF7E-9BEE-41E9-9120-7DFE882F9959}" dt="2022-11-30T19:37:29.002" v="1067"/>
          <ac:grpSpMkLst>
            <pc:docMk/>
            <pc:sldMk cId="3965610557" sldId="267"/>
            <ac:grpSpMk id="187" creationId="{33523C5D-3989-AC68-4928-E313950861D0}"/>
          </ac:grpSpMkLst>
        </pc:grpChg>
        <pc:grpChg chg="del mod">
          <ac:chgData name="Lenka Kuklišová" userId="0399e331-5c69-4ab0-8875-f968d945d391" providerId="ADAL" clId="{E308AF7E-9BEE-41E9-9120-7DFE882F9959}" dt="2022-11-30T19:37:34.961" v="1079"/>
          <ac:grpSpMkLst>
            <pc:docMk/>
            <pc:sldMk cId="3965610557" sldId="267"/>
            <ac:grpSpMk id="191" creationId="{97AD20E2-2517-9B1E-7B4E-B57BA3F1092B}"/>
          </ac:grpSpMkLst>
        </pc:grpChg>
        <pc:grpChg chg="mod">
          <ac:chgData name="Lenka Kuklišová" userId="0399e331-5c69-4ab0-8875-f968d945d391" providerId="ADAL" clId="{E308AF7E-9BEE-41E9-9120-7DFE882F9959}" dt="2022-11-30T19:37:34.961" v="1079"/>
          <ac:grpSpMkLst>
            <pc:docMk/>
            <pc:sldMk cId="3965610557" sldId="267"/>
            <ac:grpSpMk id="203" creationId="{61DCCFDC-8FD1-05BA-1C02-2AECB8C6F3F9}"/>
          </ac:grpSpMkLst>
        </pc:grpChg>
        <pc:grpChg chg="mod">
          <ac:chgData name="Lenka Kuklišová" userId="0399e331-5c69-4ab0-8875-f968d945d391" providerId="ADAL" clId="{E308AF7E-9BEE-41E9-9120-7DFE882F9959}" dt="2022-11-30T19:37:41.760" v="1088"/>
          <ac:grpSpMkLst>
            <pc:docMk/>
            <pc:sldMk cId="3965610557" sldId="267"/>
            <ac:grpSpMk id="212" creationId="{00FAF684-6B69-32DA-7279-FA5813008CA8}"/>
          </ac:grpSpMkLst>
        </pc:grpChg>
        <pc:grpChg chg="mod">
          <ac:chgData name="Lenka Kuklišová" userId="0399e331-5c69-4ab0-8875-f968d945d391" providerId="ADAL" clId="{E308AF7E-9BEE-41E9-9120-7DFE882F9959}" dt="2022-11-30T19:37:41.760" v="1088"/>
          <ac:grpSpMkLst>
            <pc:docMk/>
            <pc:sldMk cId="3965610557" sldId="267"/>
            <ac:grpSpMk id="213" creationId="{4B2A2192-3F2F-B4C2-6A02-C1CA36E9D566}"/>
          </ac:grpSpMkLst>
        </pc:grpChg>
        <pc:grpChg chg="mod">
          <ac:chgData name="Lenka Kuklišová" userId="0399e331-5c69-4ab0-8875-f968d945d391" providerId="ADAL" clId="{E308AF7E-9BEE-41E9-9120-7DFE882F9959}" dt="2022-11-30T19:37:53.920" v="1107"/>
          <ac:grpSpMkLst>
            <pc:docMk/>
            <pc:sldMk cId="3965610557" sldId="267"/>
            <ac:grpSpMk id="232" creationId="{8F1D6A4C-2829-8627-7438-44257CC85B2D}"/>
          </ac:grpSpMkLst>
        </pc:grpChg>
        <pc:grpChg chg="del mod">
          <ac:chgData name="Lenka Kuklišová" userId="0399e331-5c69-4ab0-8875-f968d945d391" providerId="ADAL" clId="{E308AF7E-9BEE-41E9-9120-7DFE882F9959}" dt="2022-11-30T19:46:11.804" v="1122"/>
          <ac:grpSpMkLst>
            <pc:docMk/>
            <pc:sldMk cId="3965610557" sldId="267"/>
            <ac:grpSpMk id="246" creationId="{A56AF708-2FF5-F8F8-3C0E-74CC2E353A0D}"/>
          </ac:grpSpMkLst>
        </pc:grpChg>
        <pc:grpChg chg="mod">
          <ac:chgData name="Lenka Kuklišová" userId="0399e331-5c69-4ab0-8875-f968d945d391" providerId="ADAL" clId="{E308AF7E-9BEE-41E9-9120-7DFE882F9959}" dt="2022-11-30T19:46:11.804" v="1122"/>
          <ac:grpSpMkLst>
            <pc:docMk/>
            <pc:sldMk cId="3965610557" sldId="267"/>
            <ac:grpSpMk id="247" creationId="{7F13D15B-E410-7483-E26D-8E951E2C6553}"/>
          </ac:grpSpMkLst>
        </pc:grpChg>
        <pc:graphicFrameChg chg="add del">
          <ac:chgData name="Lenka Kuklišová" userId="0399e331-5c69-4ab0-8875-f968d945d391" providerId="ADAL" clId="{E308AF7E-9BEE-41E9-9120-7DFE882F9959}" dt="2022-11-30T19:28:15.959" v="810"/>
          <ac:graphicFrameMkLst>
            <pc:docMk/>
            <pc:sldMk cId="3965610557" sldId="267"/>
            <ac:graphicFrameMk id="2" creationId="{5CA9D2E3-D517-75B8-3F1E-83AAF2BE6C53}"/>
          </ac:graphicFrameMkLst>
        </pc:graphicFrameChg>
        <pc:inkChg chg="add del">
          <ac:chgData name="Lenka Kuklišová" userId="0399e331-5c69-4ab0-8875-f968d945d391" providerId="ADAL" clId="{E308AF7E-9BEE-41E9-9120-7DFE882F9959}" dt="2022-11-30T19:30:21.445" v="838" actId="9405"/>
          <ac:inkMkLst>
            <pc:docMk/>
            <pc:sldMk cId="3965610557" sldId="267"/>
            <ac:inkMk id="5" creationId="{7426C8DD-3E51-B918-D918-F1EBE8DC5287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6" creationId="{CC1F547B-073B-4CA2-04EC-AEAE7329957F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7" creationId="{3868BCCD-6052-E178-E23A-F00FCA7E7621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8" creationId="{B5C08905-4D1B-77F0-E053-2BA7782C3EB9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9" creationId="{43747E24-7FAB-399E-9408-A6B983E052E2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10" creationId="{AC98953C-4425-E647-6436-49FBE8B5F5A5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11" creationId="{F52D78EB-D29D-0CD2-B162-160F65E8F1FE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12" creationId="{CDEBF3E0-8C01-7E0E-B257-FCDD9BD048A8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13" creationId="{A0F0B393-A52F-E46C-BC2E-670FF45BBD8F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14" creationId="{26F56826-C298-B1F3-C390-CA2A6BF1CE5D}"/>
          </ac:inkMkLst>
        </pc:inkChg>
        <pc:inkChg chg="add mod">
          <ac:chgData name="Lenka Kuklišová" userId="0399e331-5c69-4ab0-8875-f968d945d391" providerId="ADAL" clId="{E308AF7E-9BEE-41E9-9120-7DFE882F9959}" dt="2022-11-30T19:30:34.175" v="849"/>
          <ac:inkMkLst>
            <pc:docMk/>
            <pc:sldMk cId="3965610557" sldId="267"/>
            <ac:inkMk id="15" creationId="{14FA5829-CFCC-F146-0653-FCC02F5766CA}"/>
          </ac:inkMkLst>
        </pc:inkChg>
        <pc:inkChg chg="add">
          <ac:chgData name="Lenka Kuklišová" userId="0399e331-5c69-4ab0-8875-f968d945d391" providerId="ADAL" clId="{E308AF7E-9BEE-41E9-9120-7DFE882F9959}" dt="2022-11-30T19:30:41.412" v="850" actId="9405"/>
          <ac:inkMkLst>
            <pc:docMk/>
            <pc:sldMk cId="3965610557" sldId="267"/>
            <ac:inkMk id="17" creationId="{090A022C-2BAA-F533-3E46-F3B03F92D448}"/>
          </ac:inkMkLst>
        </pc:inkChg>
        <pc:inkChg chg="add mod">
          <ac:chgData name="Lenka Kuklišová" userId="0399e331-5c69-4ab0-8875-f968d945d391" providerId="ADAL" clId="{E308AF7E-9BEE-41E9-9120-7DFE882F9959}" dt="2022-11-30T19:30:48.534" v="855"/>
          <ac:inkMkLst>
            <pc:docMk/>
            <pc:sldMk cId="3965610557" sldId="267"/>
            <ac:inkMk id="18" creationId="{407F056C-29BA-A0AD-FCCA-79E8D8F8681F}"/>
          </ac:inkMkLst>
        </pc:inkChg>
        <pc:inkChg chg="add mod">
          <ac:chgData name="Lenka Kuklišová" userId="0399e331-5c69-4ab0-8875-f968d945d391" providerId="ADAL" clId="{E308AF7E-9BEE-41E9-9120-7DFE882F9959}" dt="2022-11-30T19:30:48.534" v="855"/>
          <ac:inkMkLst>
            <pc:docMk/>
            <pc:sldMk cId="3965610557" sldId="267"/>
            <ac:inkMk id="19" creationId="{1CF1C52E-1D39-D417-60C9-263CC058227C}"/>
          </ac:inkMkLst>
        </pc:inkChg>
        <pc:inkChg chg="add mod">
          <ac:chgData name="Lenka Kuklišová" userId="0399e331-5c69-4ab0-8875-f968d945d391" providerId="ADAL" clId="{E308AF7E-9BEE-41E9-9120-7DFE882F9959}" dt="2022-11-30T19:30:48.534" v="855"/>
          <ac:inkMkLst>
            <pc:docMk/>
            <pc:sldMk cId="3965610557" sldId="267"/>
            <ac:inkMk id="20" creationId="{6DD486F9-223C-83FD-1300-E1A3B265F356}"/>
          </ac:inkMkLst>
        </pc:inkChg>
        <pc:inkChg chg="add mod">
          <ac:chgData name="Lenka Kuklišová" userId="0399e331-5c69-4ab0-8875-f968d945d391" providerId="ADAL" clId="{E308AF7E-9BEE-41E9-9120-7DFE882F9959}" dt="2022-11-30T19:30:48.534" v="855"/>
          <ac:inkMkLst>
            <pc:docMk/>
            <pc:sldMk cId="3965610557" sldId="267"/>
            <ac:inkMk id="21" creationId="{EAE9EBA2-58EB-AAAE-DDF2-194C2C315212}"/>
          </ac:inkMkLst>
        </pc:inkChg>
        <pc:inkChg chg="add mod">
          <ac:chgData name="Lenka Kuklišová" userId="0399e331-5c69-4ab0-8875-f968d945d391" providerId="ADAL" clId="{E308AF7E-9BEE-41E9-9120-7DFE882F9959}" dt="2022-11-30T19:33:17.152" v="960"/>
          <ac:inkMkLst>
            <pc:docMk/>
            <pc:sldMk cId="3965610557" sldId="267"/>
            <ac:inkMk id="23" creationId="{45B271E8-C634-7262-B03F-3E7FDABD35E7}"/>
          </ac:inkMkLst>
        </pc:inkChg>
        <pc:inkChg chg="add del mod">
          <ac:chgData name="Lenka Kuklišová" userId="0399e331-5c69-4ab0-8875-f968d945d391" providerId="ADAL" clId="{E308AF7E-9BEE-41E9-9120-7DFE882F9959}" dt="2022-11-30T19:33:17.152" v="960"/>
          <ac:inkMkLst>
            <pc:docMk/>
            <pc:sldMk cId="3965610557" sldId="267"/>
            <ac:inkMk id="24" creationId="{0BE3C637-0182-39D0-7E3F-36664A3983D3}"/>
          </ac:inkMkLst>
        </pc:inkChg>
        <pc:inkChg chg="add del mod">
          <ac:chgData name="Lenka Kuklišová" userId="0399e331-5c69-4ab0-8875-f968d945d391" providerId="ADAL" clId="{E308AF7E-9BEE-41E9-9120-7DFE882F9959}" dt="2022-11-30T19:33:17.150" v="952"/>
          <ac:inkMkLst>
            <pc:docMk/>
            <pc:sldMk cId="3965610557" sldId="267"/>
            <ac:inkMk id="25" creationId="{50EF9C4A-0515-80EA-A7D6-D0E136FD047F}"/>
          </ac:inkMkLst>
        </pc:inkChg>
        <pc:inkChg chg="add del mod">
          <ac:chgData name="Lenka Kuklišová" userId="0399e331-5c69-4ab0-8875-f968d945d391" providerId="ADAL" clId="{E308AF7E-9BEE-41E9-9120-7DFE882F9959}" dt="2022-11-30T19:33:17.150" v="950"/>
          <ac:inkMkLst>
            <pc:docMk/>
            <pc:sldMk cId="3965610557" sldId="267"/>
            <ac:inkMk id="27" creationId="{2FBBC712-8BED-4CCE-1E33-8B8FBD2E1EFD}"/>
          </ac:inkMkLst>
        </pc:inkChg>
        <pc:inkChg chg="add del mod">
          <ac:chgData name="Lenka Kuklišová" userId="0399e331-5c69-4ab0-8875-f968d945d391" providerId="ADAL" clId="{E308AF7E-9BEE-41E9-9120-7DFE882F9959}" dt="2022-11-30T19:33:17.150" v="951"/>
          <ac:inkMkLst>
            <pc:docMk/>
            <pc:sldMk cId="3965610557" sldId="267"/>
            <ac:inkMk id="28" creationId="{37149084-6A74-3184-ADBD-680C203F878C}"/>
          </ac:inkMkLst>
        </pc:inkChg>
        <pc:inkChg chg="add del mod">
          <ac:chgData name="Lenka Kuklišová" userId="0399e331-5c69-4ab0-8875-f968d945d391" providerId="ADAL" clId="{E308AF7E-9BEE-41E9-9120-7DFE882F9959}" dt="2022-11-30T19:33:17.151" v="954"/>
          <ac:inkMkLst>
            <pc:docMk/>
            <pc:sldMk cId="3965610557" sldId="267"/>
            <ac:inkMk id="29" creationId="{1FA16A3D-913F-4FD5-D724-EA162357FBC4}"/>
          </ac:inkMkLst>
        </pc:inkChg>
        <pc:inkChg chg="add del mod">
          <ac:chgData name="Lenka Kuklišová" userId="0399e331-5c69-4ab0-8875-f968d945d391" providerId="ADAL" clId="{E308AF7E-9BEE-41E9-9120-7DFE882F9959}" dt="2022-11-30T19:33:17.152" v="957"/>
          <ac:inkMkLst>
            <pc:docMk/>
            <pc:sldMk cId="3965610557" sldId="267"/>
            <ac:inkMk id="30" creationId="{47237AFF-EB5E-F867-9D81-96759FEDCD16}"/>
          </ac:inkMkLst>
        </pc:inkChg>
        <pc:inkChg chg="add del mod">
          <ac:chgData name="Lenka Kuklišová" userId="0399e331-5c69-4ab0-8875-f968d945d391" providerId="ADAL" clId="{E308AF7E-9BEE-41E9-9120-7DFE882F9959}" dt="2022-11-30T19:33:17.151" v="955"/>
          <ac:inkMkLst>
            <pc:docMk/>
            <pc:sldMk cId="3965610557" sldId="267"/>
            <ac:inkMk id="32" creationId="{08DBE611-D380-AC9E-F004-288322ADA4F1}"/>
          </ac:inkMkLst>
        </pc:inkChg>
        <pc:inkChg chg="add del mod">
          <ac:chgData name="Lenka Kuklišová" userId="0399e331-5c69-4ab0-8875-f968d945d391" providerId="ADAL" clId="{E308AF7E-9BEE-41E9-9120-7DFE882F9959}" dt="2022-11-30T19:33:17.153" v="963"/>
          <ac:inkMkLst>
            <pc:docMk/>
            <pc:sldMk cId="3965610557" sldId="267"/>
            <ac:inkMk id="33" creationId="{D225E607-4A77-AB08-2B7F-67B9F9DAFC64}"/>
          </ac:inkMkLst>
        </pc:inkChg>
        <pc:inkChg chg="add del mod">
          <ac:chgData name="Lenka Kuklišová" userId="0399e331-5c69-4ab0-8875-f968d945d391" providerId="ADAL" clId="{E308AF7E-9BEE-41E9-9120-7DFE882F9959}" dt="2022-11-30T19:33:17.152" v="961"/>
          <ac:inkMkLst>
            <pc:docMk/>
            <pc:sldMk cId="3965610557" sldId="267"/>
            <ac:inkMk id="34" creationId="{073DE4DB-B8F7-D7C0-D569-48CA623C8CE3}"/>
          </ac:inkMkLst>
        </pc:inkChg>
        <pc:inkChg chg="add del mod">
          <ac:chgData name="Lenka Kuklišová" userId="0399e331-5c69-4ab0-8875-f968d945d391" providerId="ADAL" clId="{E308AF7E-9BEE-41E9-9120-7DFE882F9959}" dt="2022-11-30T19:33:17.151" v="953"/>
          <ac:inkMkLst>
            <pc:docMk/>
            <pc:sldMk cId="3965610557" sldId="267"/>
            <ac:inkMk id="36" creationId="{9246991D-2AE4-E2FA-5C2F-44BED8DD3BA8}"/>
          </ac:inkMkLst>
        </pc:inkChg>
        <pc:inkChg chg="add mod">
          <ac:chgData name="Lenka Kuklišová" userId="0399e331-5c69-4ab0-8875-f968d945d391" providerId="ADAL" clId="{E308AF7E-9BEE-41E9-9120-7DFE882F9959}" dt="2022-11-30T19:31:25.305" v="875"/>
          <ac:inkMkLst>
            <pc:docMk/>
            <pc:sldMk cId="3965610557" sldId="267"/>
            <ac:inkMk id="38" creationId="{78E751E6-5136-EC86-984F-15B7C8175DAF}"/>
          </ac:inkMkLst>
        </pc:inkChg>
        <pc:inkChg chg="add mod">
          <ac:chgData name="Lenka Kuklišová" userId="0399e331-5c69-4ab0-8875-f968d945d391" providerId="ADAL" clId="{E308AF7E-9BEE-41E9-9120-7DFE882F9959}" dt="2022-11-30T19:31:25.305" v="875"/>
          <ac:inkMkLst>
            <pc:docMk/>
            <pc:sldMk cId="3965610557" sldId="267"/>
            <ac:inkMk id="39" creationId="{F2A4AD2F-CA29-2F2C-0AB0-A3E24BA04E22}"/>
          </ac:inkMkLst>
        </pc:inkChg>
        <pc:inkChg chg="add mod">
          <ac:chgData name="Lenka Kuklišová" userId="0399e331-5c69-4ab0-8875-f968d945d391" providerId="ADAL" clId="{E308AF7E-9BEE-41E9-9120-7DFE882F9959}" dt="2022-11-30T19:31:25.305" v="875"/>
          <ac:inkMkLst>
            <pc:docMk/>
            <pc:sldMk cId="3965610557" sldId="267"/>
            <ac:inkMk id="40" creationId="{AD510C1E-894E-48CC-3D31-63C0D23A998E}"/>
          </ac:inkMkLst>
        </pc:inkChg>
        <pc:inkChg chg="add mod">
          <ac:chgData name="Lenka Kuklišová" userId="0399e331-5c69-4ab0-8875-f968d945d391" providerId="ADAL" clId="{E308AF7E-9BEE-41E9-9120-7DFE882F9959}" dt="2022-11-30T19:31:25.305" v="875"/>
          <ac:inkMkLst>
            <pc:docMk/>
            <pc:sldMk cId="3965610557" sldId="267"/>
            <ac:inkMk id="41" creationId="{A37FA784-4F89-7FC5-B674-491A04181196}"/>
          </ac:inkMkLst>
        </pc:inkChg>
        <pc:inkChg chg="add del mod">
          <ac:chgData name="Lenka Kuklišová" userId="0399e331-5c69-4ab0-8875-f968d945d391" providerId="ADAL" clId="{E308AF7E-9BEE-41E9-9120-7DFE882F9959}" dt="2022-11-30T19:33:17.149" v="948"/>
          <ac:inkMkLst>
            <pc:docMk/>
            <pc:sldMk cId="3965610557" sldId="267"/>
            <ac:inkMk id="43" creationId="{8899782B-78F9-C7D6-EF50-3BB68353AD3C}"/>
          </ac:inkMkLst>
        </pc:inkChg>
        <pc:inkChg chg="add del mod">
          <ac:chgData name="Lenka Kuklišová" userId="0399e331-5c69-4ab0-8875-f968d945d391" providerId="ADAL" clId="{E308AF7E-9BEE-41E9-9120-7DFE882F9959}" dt="2022-11-30T19:33:17.153" v="962"/>
          <ac:inkMkLst>
            <pc:docMk/>
            <pc:sldMk cId="3965610557" sldId="267"/>
            <ac:inkMk id="44" creationId="{AD0DD520-460E-0DF5-3117-AC5BD24A4FAA}"/>
          </ac:inkMkLst>
        </pc:inkChg>
        <pc:inkChg chg="add del mod">
          <ac:chgData name="Lenka Kuklišová" userId="0399e331-5c69-4ab0-8875-f968d945d391" providerId="ADAL" clId="{E308AF7E-9BEE-41E9-9120-7DFE882F9959}" dt="2022-11-30T19:33:17.151" v="956"/>
          <ac:inkMkLst>
            <pc:docMk/>
            <pc:sldMk cId="3965610557" sldId="267"/>
            <ac:inkMk id="45" creationId="{C8698E3C-0BB8-A36A-EDB4-24745BE2058B}"/>
          </ac:inkMkLst>
        </pc:inkChg>
        <pc:inkChg chg="add del mod">
          <ac:chgData name="Lenka Kuklišová" userId="0399e331-5c69-4ab0-8875-f968d945d391" providerId="ADAL" clId="{E308AF7E-9BEE-41E9-9120-7DFE882F9959}" dt="2022-11-30T19:33:17.154" v="965"/>
          <ac:inkMkLst>
            <pc:docMk/>
            <pc:sldMk cId="3965610557" sldId="267"/>
            <ac:inkMk id="46" creationId="{F5431443-932F-D194-9F69-B3DE137DD930}"/>
          </ac:inkMkLst>
        </pc:inkChg>
        <pc:inkChg chg="add del mod">
          <ac:chgData name="Lenka Kuklišová" userId="0399e331-5c69-4ab0-8875-f968d945d391" providerId="ADAL" clId="{E308AF7E-9BEE-41E9-9120-7DFE882F9959}" dt="2022-11-30T19:33:17.152" v="958"/>
          <ac:inkMkLst>
            <pc:docMk/>
            <pc:sldMk cId="3965610557" sldId="267"/>
            <ac:inkMk id="47" creationId="{FCD78208-B671-5EF6-8A37-C907096F88A2}"/>
          </ac:inkMkLst>
        </pc:inkChg>
        <pc:inkChg chg="add del mod">
          <ac:chgData name="Lenka Kuklišová" userId="0399e331-5c69-4ab0-8875-f968d945d391" providerId="ADAL" clId="{E308AF7E-9BEE-41E9-9120-7DFE882F9959}" dt="2022-11-30T19:33:17.153" v="964"/>
          <ac:inkMkLst>
            <pc:docMk/>
            <pc:sldMk cId="3965610557" sldId="267"/>
            <ac:inkMk id="48" creationId="{B18BB2AB-AFB1-6737-A379-DD654EA4B5C8}"/>
          </ac:inkMkLst>
        </pc:inkChg>
        <pc:inkChg chg="add del mod">
          <ac:chgData name="Lenka Kuklišová" userId="0399e331-5c69-4ab0-8875-f968d945d391" providerId="ADAL" clId="{E308AF7E-9BEE-41E9-9120-7DFE882F9959}" dt="2022-11-30T19:33:17.152" v="959"/>
          <ac:inkMkLst>
            <pc:docMk/>
            <pc:sldMk cId="3965610557" sldId="267"/>
            <ac:inkMk id="51" creationId="{0E7893ED-6614-2C02-BB0D-80B393F8DF74}"/>
          </ac:inkMkLst>
        </pc:inkChg>
        <pc:inkChg chg="add del mod">
          <ac:chgData name="Lenka Kuklišová" userId="0399e331-5c69-4ab0-8875-f968d945d391" providerId="ADAL" clId="{E308AF7E-9BEE-41E9-9120-7DFE882F9959}" dt="2022-11-30T19:33:17.154" v="966"/>
          <ac:inkMkLst>
            <pc:docMk/>
            <pc:sldMk cId="3965610557" sldId="267"/>
            <ac:inkMk id="52" creationId="{3EE63AE5-6E6D-E7A6-E79B-0733E78E2C91}"/>
          </ac:inkMkLst>
        </pc:inkChg>
        <pc:inkChg chg="add del mod">
          <ac:chgData name="Lenka Kuklišová" userId="0399e331-5c69-4ab0-8875-f968d945d391" providerId="ADAL" clId="{E308AF7E-9BEE-41E9-9120-7DFE882F9959}" dt="2022-11-30T19:33:17.149" v="949"/>
          <ac:inkMkLst>
            <pc:docMk/>
            <pc:sldMk cId="3965610557" sldId="267"/>
            <ac:inkMk id="54" creationId="{BE3AF192-E543-4147-E205-944E9F08A908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56" creationId="{B2A5230D-8545-6131-A26A-1FD858383AAD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57" creationId="{3BE4BCFD-E30E-5F4C-0A07-57791D5C38BF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58" creationId="{22D58853-764B-CFEE-9584-95A30FEB6E46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60" creationId="{D5D8A12E-674F-DFBA-25A6-D4C3C9349B16}"/>
          </ac:inkMkLst>
        </pc:inkChg>
        <pc:inkChg chg="add del">
          <ac:chgData name="Lenka Kuklišová" userId="0399e331-5c69-4ab0-8875-f968d945d391" providerId="ADAL" clId="{E308AF7E-9BEE-41E9-9120-7DFE882F9959}" dt="2022-11-30T19:33:08.185" v="940"/>
          <ac:inkMkLst>
            <pc:docMk/>
            <pc:sldMk cId="3965610557" sldId="267"/>
            <ac:inkMk id="62" creationId="{57CAF7E1-7718-3EB1-CB86-0535DE0C33B6}"/>
          </ac:inkMkLst>
        </pc:inkChg>
        <pc:inkChg chg="add del">
          <ac:chgData name="Lenka Kuklišová" userId="0399e331-5c69-4ab0-8875-f968d945d391" providerId="ADAL" clId="{E308AF7E-9BEE-41E9-9120-7DFE882F9959}" dt="2022-11-30T19:33:08.184" v="935"/>
          <ac:inkMkLst>
            <pc:docMk/>
            <pc:sldMk cId="3965610557" sldId="267"/>
            <ac:inkMk id="63" creationId="{2B5914A8-2FA7-D72B-AB32-F43283821A07}"/>
          </ac:inkMkLst>
        </pc:inkChg>
        <pc:inkChg chg="add del mod">
          <ac:chgData name="Lenka Kuklišová" userId="0399e331-5c69-4ab0-8875-f968d945d391" providerId="ADAL" clId="{E308AF7E-9BEE-41E9-9120-7DFE882F9959}" dt="2022-11-30T19:33:08.183" v="933"/>
          <ac:inkMkLst>
            <pc:docMk/>
            <pc:sldMk cId="3965610557" sldId="267"/>
            <ac:inkMk id="64" creationId="{5588C219-1A98-E9C6-2AF2-35886DCEE99B}"/>
          </ac:inkMkLst>
        </pc:inkChg>
        <pc:inkChg chg="add del mod">
          <ac:chgData name="Lenka Kuklišová" userId="0399e331-5c69-4ab0-8875-f968d945d391" providerId="ADAL" clId="{E308AF7E-9BEE-41E9-9120-7DFE882F9959}" dt="2022-11-30T19:33:08.184" v="938"/>
          <ac:inkMkLst>
            <pc:docMk/>
            <pc:sldMk cId="3965610557" sldId="267"/>
            <ac:inkMk id="65" creationId="{B24E4623-62C1-E184-8751-C17C33D6EF91}"/>
          </ac:inkMkLst>
        </pc:inkChg>
        <pc:inkChg chg="add del mod">
          <ac:chgData name="Lenka Kuklišová" userId="0399e331-5c69-4ab0-8875-f968d945d391" providerId="ADAL" clId="{E308AF7E-9BEE-41E9-9120-7DFE882F9959}" dt="2022-11-30T19:33:08.185" v="942"/>
          <ac:inkMkLst>
            <pc:docMk/>
            <pc:sldMk cId="3965610557" sldId="267"/>
            <ac:inkMk id="66" creationId="{0B6E2298-AB3B-1EE8-862E-01FE486222E6}"/>
          </ac:inkMkLst>
        </pc:inkChg>
        <pc:inkChg chg="add del mod">
          <ac:chgData name="Lenka Kuklišová" userId="0399e331-5c69-4ab0-8875-f968d945d391" providerId="ADAL" clId="{E308AF7E-9BEE-41E9-9120-7DFE882F9959}" dt="2022-11-30T19:33:08.180" v="923"/>
          <ac:inkMkLst>
            <pc:docMk/>
            <pc:sldMk cId="3965610557" sldId="267"/>
            <ac:inkMk id="67" creationId="{7D1F4C95-B7D6-D8B7-04F4-D5F77C01BC02}"/>
          </ac:inkMkLst>
        </pc:inkChg>
        <pc:inkChg chg="add del mod">
          <ac:chgData name="Lenka Kuklišová" userId="0399e331-5c69-4ab0-8875-f968d945d391" providerId="ADAL" clId="{E308AF7E-9BEE-41E9-9120-7DFE882F9959}" dt="2022-11-30T19:33:08.183" v="932"/>
          <ac:inkMkLst>
            <pc:docMk/>
            <pc:sldMk cId="3965610557" sldId="267"/>
            <ac:inkMk id="68" creationId="{F5C0A8F1-CCBB-F76B-3FBF-A14A563B33F8}"/>
          </ac:inkMkLst>
        </pc:inkChg>
        <pc:inkChg chg="add del mod">
          <ac:chgData name="Lenka Kuklišová" userId="0399e331-5c69-4ab0-8875-f968d945d391" providerId="ADAL" clId="{E308AF7E-9BEE-41E9-9120-7DFE882F9959}" dt="2022-11-30T19:33:08.186" v="945"/>
          <ac:inkMkLst>
            <pc:docMk/>
            <pc:sldMk cId="3965610557" sldId="267"/>
            <ac:inkMk id="69" creationId="{6038FACC-7575-194E-4471-9640F508D255}"/>
          </ac:inkMkLst>
        </pc:inkChg>
        <pc:inkChg chg="add del mod">
          <ac:chgData name="Lenka Kuklišová" userId="0399e331-5c69-4ab0-8875-f968d945d391" providerId="ADAL" clId="{E308AF7E-9BEE-41E9-9120-7DFE882F9959}" dt="2022-11-30T19:33:08.181" v="925"/>
          <ac:inkMkLst>
            <pc:docMk/>
            <pc:sldMk cId="3965610557" sldId="267"/>
            <ac:inkMk id="70" creationId="{0A911F67-B700-0857-BCF7-4B1B5D99F039}"/>
          </ac:inkMkLst>
        </pc:inkChg>
        <pc:inkChg chg="add del mod">
          <ac:chgData name="Lenka Kuklišová" userId="0399e331-5c69-4ab0-8875-f968d945d391" providerId="ADAL" clId="{E308AF7E-9BEE-41E9-9120-7DFE882F9959}" dt="2022-11-30T19:33:08.186" v="944"/>
          <ac:inkMkLst>
            <pc:docMk/>
            <pc:sldMk cId="3965610557" sldId="267"/>
            <ac:inkMk id="71" creationId="{A0F98EC3-4C91-CA2D-0F89-73885546B940}"/>
          </ac:inkMkLst>
        </pc:inkChg>
        <pc:inkChg chg="add del">
          <ac:chgData name="Lenka Kuklišová" userId="0399e331-5c69-4ab0-8875-f968d945d391" providerId="ADAL" clId="{E308AF7E-9BEE-41E9-9120-7DFE882F9959}" dt="2022-11-30T19:33:08.184" v="936"/>
          <ac:inkMkLst>
            <pc:docMk/>
            <pc:sldMk cId="3965610557" sldId="267"/>
            <ac:inkMk id="73" creationId="{C668D6A7-225B-E43E-4811-4F6C2D88BECF}"/>
          </ac:inkMkLst>
        </pc:inkChg>
        <pc:inkChg chg="add del mod">
          <ac:chgData name="Lenka Kuklišová" userId="0399e331-5c69-4ab0-8875-f968d945d391" providerId="ADAL" clId="{E308AF7E-9BEE-41E9-9120-7DFE882F9959}" dt="2022-11-30T19:33:08.181" v="927"/>
          <ac:inkMkLst>
            <pc:docMk/>
            <pc:sldMk cId="3965610557" sldId="267"/>
            <ac:inkMk id="74" creationId="{678E81D5-60F8-D302-2597-35ACDF86039C}"/>
          </ac:inkMkLst>
        </pc:inkChg>
        <pc:inkChg chg="add del mod">
          <ac:chgData name="Lenka Kuklišová" userId="0399e331-5c69-4ab0-8875-f968d945d391" providerId="ADAL" clId="{E308AF7E-9BEE-41E9-9120-7DFE882F9959}" dt="2022-11-30T19:33:08.182" v="928"/>
          <ac:inkMkLst>
            <pc:docMk/>
            <pc:sldMk cId="3965610557" sldId="267"/>
            <ac:inkMk id="75" creationId="{08B9BE2F-4FD2-1D3A-F3D5-3FDE96128FA9}"/>
          </ac:inkMkLst>
        </pc:inkChg>
        <pc:inkChg chg="add del">
          <ac:chgData name="Lenka Kuklišová" userId="0399e331-5c69-4ab0-8875-f968d945d391" providerId="ADAL" clId="{E308AF7E-9BEE-41E9-9120-7DFE882F9959}" dt="2022-11-30T19:33:08.182" v="929"/>
          <ac:inkMkLst>
            <pc:docMk/>
            <pc:sldMk cId="3965610557" sldId="267"/>
            <ac:inkMk id="76" creationId="{D334F513-2888-C1AB-30D9-EA1BE25B0349}"/>
          </ac:inkMkLst>
        </pc:inkChg>
        <pc:inkChg chg="add del mod">
          <ac:chgData name="Lenka Kuklišová" userId="0399e331-5c69-4ab0-8875-f968d945d391" providerId="ADAL" clId="{E308AF7E-9BEE-41E9-9120-7DFE882F9959}" dt="2022-11-30T19:33:08.185" v="939"/>
          <ac:inkMkLst>
            <pc:docMk/>
            <pc:sldMk cId="3965610557" sldId="267"/>
            <ac:inkMk id="78" creationId="{120284C2-3288-E863-8313-F1ABE9032EB2}"/>
          </ac:inkMkLst>
        </pc:inkChg>
        <pc:inkChg chg="add del mod">
          <ac:chgData name="Lenka Kuklišová" userId="0399e331-5c69-4ab0-8875-f968d945d391" providerId="ADAL" clId="{E308AF7E-9BEE-41E9-9120-7DFE882F9959}" dt="2022-11-30T19:33:08.186" v="947"/>
          <ac:inkMkLst>
            <pc:docMk/>
            <pc:sldMk cId="3965610557" sldId="267"/>
            <ac:inkMk id="79" creationId="{C0083218-19C7-C328-0352-0360C9B332E6}"/>
          </ac:inkMkLst>
        </pc:inkChg>
        <pc:inkChg chg="add del mod">
          <ac:chgData name="Lenka Kuklišová" userId="0399e331-5c69-4ab0-8875-f968d945d391" providerId="ADAL" clId="{E308AF7E-9BEE-41E9-9120-7DFE882F9959}" dt="2022-11-30T19:33:08.185" v="941"/>
          <ac:inkMkLst>
            <pc:docMk/>
            <pc:sldMk cId="3965610557" sldId="267"/>
            <ac:inkMk id="80" creationId="{0416C4E7-71FB-38E4-D1B2-19F9B0C03E6B}"/>
          </ac:inkMkLst>
        </pc:inkChg>
        <pc:inkChg chg="add del mod">
          <ac:chgData name="Lenka Kuklišová" userId="0399e331-5c69-4ab0-8875-f968d945d391" providerId="ADAL" clId="{E308AF7E-9BEE-41E9-9120-7DFE882F9959}" dt="2022-11-30T19:33:08.181" v="926"/>
          <ac:inkMkLst>
            <pc:docMk/>
            <pc:sldMk cId="3965610557" sldId="267"/>
            <ac:inkMk id="81" creationId="{5DED3490-66A4-25D2-5C2E-4461232B65A0}"/>
          </ac:inkMkLst>
        </pc:inkChg>
        <pc:inkChg chg="add del mod">
          <ac:chgData name="Lenka Kuklišová" userId="0399e331-5c69-4ab0-8875-f968d945d391" providerId="ADAL" clId="{E308AF7E-9BEE-41E9-9120-7DFE882F9959}" dt="2022-11-30T19:33:08.182" v="930"/>
          <ac:inkMkLst>
            <pc:docMk/>
            <pc:sldMk cId="3965610557" sldId="267"/>
            <ac:inkMk id="82" creationId="{36E4BC43-346D-0E09-1C79-07622D9D250D}"/>
          </ac:inkMkLst>
        </pc:inkChg>
        <pc:inkChg chg="add del mod">
          <ac:chgData name="Lenka Kuklišová" userId="0399e331-5c69-4ab0-8875-f968d945d391" providerId="ADAL" clId="{E308AF7E-9BEE-41E9-9120-7DFE882F9959}" dt="2022-11-30T19:33:08.185" v="943"/>
          <ac:inkMkLst>
            <pc:docMk/>
            <pc:sldMk cId="3965610557" sldId="267"/>
            <ac:inkMk id="83" creationId="{A2CE306D-A287-9C7D-D54D-1CFA9F556433}"/>
          </ac:inkMkLst>
        </pc:inkChg>
        <pc:inkChg chg="add del mod">
          <ac:chgData name="Lenka Kuklišová" userId="0399e331-5c69-4ab0-8875-f968d945d391" providerId="ADAL" clId="{E308AF7E-9BEE-41E9-9120-7DFE882F9959}" dt="2022-11-30T19:33:08.184" v="937"/>
          <ac:inkMkLst>
            <pc:docMk/>
            <pc:sldMk cId="3965610557" sldId="267"/>
            <ac:inkMk id="84" creationId="{7F418106-5B10-253F-E9AC-824466DA4F70}"/>
          </ac:inkMkLst>
        </pc:inkChg>
        <pc:inkChg chg="add del mod">
          <ac:chgData name="Lenka Kuklišová" userId="0399e331-5c69-4ab0-8875-f968d945d391" providerId="ADAL" clId="{E308AF7E-9BEE-41E9-9120-7DFE882F9959}" dt="2022-11-30T19:33:08.181" v="924"/>
          <ac:inkMkLst>
            <pc:docMk/>
            <pc:sldMk cId="3965610557" sldId="267"/>
            <ac:inkMk id="86" creationId="{ABEAF25F-782A-FFC1-8918-1101A55C6F60}"/>
          </ac:inkMkLst>
        </pc:inkChg>
        <pc:inkChg chg="add del mod">
          <ac:chgData name="Lenka Kuklišová" userId="0399e331-5c69-4ab0-8875-f968d945d391" providerId="ADAL" clId="{E308AF7E-9BEE-41E9-9120-7DFE882F9959}" dt="2022-11-30T19:33:08.182" v="931"/>
          <ac:inkMkLst>
            <pc:docMk/>
            <pc:sldMk cId="3965610557" sldId="267"/>
            <ac:inkMk id="87" creationId="{3289FF3B-5CC9-262A-4549-B318798CF7EC}"/>
          </ac:inkMkLst>
        </pc:inkChg>
        <pc:inkChg chg="add del mod">
          <ac:chgData name="Lenka Kuklišová" userId="0399e331-5c69-4ab0-8875-f968d945d391" providerId="ADAL" clId="{E308AF7E-9BEE-41E9-9120-7DFE882F9959}" dt="2022-11-30T19:33:08.186" v="946"/>
          <ac:inkMkLst>
            <pc:docMk/>
            <pc:sldMk cId="3965610557" sldId="267"/>
            <ac:inkMk id="88" creationId="{75F391DC-7E06-6843-27F5-2A6BD8D9CECA}"/>
          </ac:inkMkLst>
        </pc:inkChg>
        <pc:inkChg chg="add del mod">
          <ac:chgData name="Lenka Kuklišová" userId="0399e331-5c69-4ab0-8875-f968d945d391" providerId="ADAL" clId="{E308AF7E-9BEE-41E9-9120-7DFE882F9959}" dt="2022-11-30T19:33:08.184" v="934"/>
          <ac:inkMkLst>
            <pc:docMk/>
            <pc:sldMk cId="3965610557" sldId="267"/>
            <ac:inkMk id="89" creationId="{A01E9D9F-1F78-CC57-BE36-134565DC03C8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91" creationId="{0CD5D04C-377F-F301-D376-30EFC63CC4D3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92" creationId="{92684FA4-0E34-04E3-074C-467E1A0AE0A3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93" creationId="{95B60429-F0B9-BC17-2D41-45BD1A23DD71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94" creationId="{780EEFB4-8F1C-2334-72C6-32BBBC804680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95" creationId="{DB4E6736-FE5F-D14F-9827-97AF93EA3DF8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96" creationId="{C439F8C8-8A68-D9FF-1360-C1B4242DAF0E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97" creationId="{A7CCB642-BB50-BD05-38CB-488C8294A112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98" creationId="{F5BB6DF3-20B2-C1E6-EC06-68828C84FFBA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99" creationId="{C1084B86-4242-D758-0DDE-81A7988BD479}"/>
          </ac:inkMkLst>
        </pc:inkChg>
        <pc:inkChg chg="add mod">
          <ac:chgData name="Lenka Kuklišová" userId="0399e331-5c69-4ab0-8875-f968d945d391" providerId="ADAL" clId="{E308AF7E-9BEE-41E9-9120-7DFE882F9959}" dt="2022-11-30T19:33:26.759" v="977"/>
          <ac:inkMkLst>
            <pc:docMk/>
            <pc:sldMk cId="3965610557" sldId="267"/>
            <ac:inkMk id="100" creationId="{A700A109-51D5-4BF7-2880-B795B8F91DE0}"/>
          </ac:inkMkLst>
        </pc:inkChg>
        <pc:inkChg chg="add">
          <ac:chgData name="Lenka Kuklišová" userId="0399e331-5c69-4ab0-8875-f968d945d391" providerId="ADAL" clId="{E308AF7E-9BEE-41E9-9120-7DFE882F9959}" dt="2022-11-30T19:33:29.146" v="978" actId="9405"/>
          <ac:inkMkLst>
            <pc:docMk/>
            <pc:sldMk cId="3965610557" sldId="267"/>
            <ac:inkMk id="102" creationId="{F1DAB6FA-8E85-CB94-439C-70191E7E5A00}"/>
          </ac:inkMkLst>
        </pc:inkChg>
        <pc:inkChg chg="add mod">
          <ac:chgData name="Lenka Kuklišová" userId="0399e331-5c69-4ab0-8875-f968d945d391" providerId="ADAL" clId="{E308AF7E-9BEE-41E9-9120-7DFE882F9959}" dt="2022-11-30T19:33:35.792" v="986"/>
          <ac:inkMkLst>
            <pc:docMk/>
            <pc:sldMk cId="3965610557" sldId="267"/>
            <ac:inkMk id="103" creationId="{2E7FABD1-CD0A-0A56-2665-492E291CC36D}"/>
          </ac:inkMkLst>
        </pc:inkChg>
        <pc:inkChg chg="add mod">
          <ac:chgData name="Lenka Kuklišová" userId="0399e331-5c69-4ab0-8875-f968d945d391" providerId="ADAL" clId="{E308AF7E-9BEE-41E9-9120-7DFE882F9959}" dt="2022-11-30T19:33:35.792" v="986"/>
          <ac:inkMkLst>
            <pc:docMk/>
            <pc:sldMk cId="3965610557" sldId="267"/>
            <ac:inkMk id="104" creationId="{2EC222E1-E62F-0A8D-CF77-FFDFB53F7741}"/>
          </ac:inkMkLst>
        </pc:inkChg>
        <pc:inkChg chg="add mod">
          <ac:chgData name="Lenka Kuklišová" userId="0399e331-5c69-4ab0-8875-f968d945d391" providerId="ADAL" clId="{E308AF7E-9BEE-41E9-9120-7DFE882F9959}" dt="2022-11-30T19:33:35.792" v="986"/>
          <ac:inkMkLst>
            <pc:docMk/>
            <pc:sldMk cId="3965610557" sldId="267"/>
            <ac:inkMk id="105" creationId="{ED7FD4D6-2439-761A-CF22-C794A44899DC}"/>
          </ac:inkMkLst>
        </pc:inkChg>
        <pc:inkChg chg="add mod">
          <ac:chgData name="Lenka Kuklišová" userId="0399e331-5c69-4ab0-8875-f968d945d391" providerId="ADAL" clId="{E308AF7E-9BEE-41E9-9120-7DFE882F9959}" dt="2022-11-30T19:33:35.792" v="986"/>
          <ac:inkMkLst>
            <pc:docMk/>
            <pc:sldMk cId="3965610557" sldId="267"/>
            <ac:inkMk id="106" creationId="{5360B4CC-0001-6BB3-556F-9DB98951B160}"/>
          </ac:inkMkLst>
        </pc:inkChg>
        <pc:inkChg chg="add mod">
          <ac:chgData name="Lenka Kuklišová" userId="0399e331-5c69-4ab0-8875-f968d945d391" providerId="ADAL" clId="{E308AF7E-9BEE-41E9-9120-7DFE882F9959}" dt="2022-11-30T19:33:35.792" v="986"/>
          <ac:inkMkLst>
            <pc:docMk/>
            <pc:sldMk cId="3965610557" sldId="267"/>
            <ac:inkMk id="107" creationId="{9C467700-39B2-2A5A-6936-6262899C49C0}"/>
          </ac:inkMkLst>
        </pc:inkChg>
        <pc:inkChg chg="add">
          <ac:chgData name="Lenka Kuklišová" userId="0399e331-5c69-4ab0-8875-f968d945d391" providerId="ADAL" clId="{E308AF7E-9BEE-41E9-9120-7DFE882F9959}" dt="2022-11-30T19:33:33.845" v="984" actId="9405"/>
          <ac:inkMkLst>
            <pc:docMk/>
            <pc:sldMk cId="3965610557" sldId="267"/>
            <ac:inkMk id="108" creationId="{D4750D48-E9A1-BA46-2C71-40400D81CCE3}"/>
          </ac:inkMkLst>
        </pc:inkChg>
        <pc:inkChg chg="add mod">
          <ac:chgData name="Lenka Kuklišová" userId="0399e331-5c69-4ab0-8875-f968d945d391" providerId="ADAL" clId="{E308AF7E-9BEE-41E9-9120-7DFE882F9959}" dt="2022-11-30T19:33:38.249" v="988"/>
          <ac:inkMkLst>
            <pc:docMk/>
            <pc:sldMk cId="3965610557" sldId="267"/>
            <ac:inkMk id="109" creationId="{27A9D7C5-9C0C-6D87-D90E-F2BCDE35F745}"/>
          </ac:inkMkLst>
        </pc:inkChg>
        <pc:inkChg chg="add mod">
          <ac:chgData name="Lenka Kuklišová" userId="0399e331-5c69-4ab0-8875-f968d945d391" providerId="ADAL" clId="{E308AF7E-9BEE-41E9-9120-7DFE882F9959}" dt="2022-11-30T19:33:38.249" v="988"/>
          <ac:inkMkLst>
            <pc:docMk/>
            <pc:sldMk cId="3965610557" sldId="267"/>
            <ac:inkMk id="111" creationId="{AA8B9462-925E-1610-BA0F-BEB96574E48D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113" creationId="{9CF5F4D6-D13C-1310-E232-B7A833BDDBF7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114" creationId="{89251F50-3ED9-7CE1-879C-2D4788279330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115" creationId="{FFEDF738-A4A8-0B4D-FC90-3519E98E5D2E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116" creationId="{D534FB01-2FE1-D161-F1D3-A56135756B66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118" creationId="{9BAE2991-0C08-44EE-5A98-B0C6E4C5EEA8}"/>
          </ac:inkMkLst>
        </pc:inkChg>
        <pc:inkChg chg="add mod">
          <ac:chgData name="Lenka Kuklišová" userId="0399e331-5c69-4ab0-8875-f968d945d391" providerId="ADAL" clId="{E308AF7E-9BEE-41E9-9120-7DFE882F9959}" dt="2022-11-30T19:34:01.176" v="996"/>
          <ac:inkMkLst>
            <pc:docMk/>
            <pc:sldMk cId="3965610557" sldId="267"/>
            <ac:inkMk id="119" creationId="{FED6525E-E113-D935-C6D2-1829FD338009}"/>
          </ac:inkMkLst>
        </pc:inkChg>
        <pc:inkChg chg="add mod">
          <ac:chgData name="Lenka Kuklišová" userId="0399e331-5c69-4ab0-8875-f968d945d391" providerId="ADAL" clId="{E308AF7E-9BEE-41E9-9120-7DFE882F9959}" dt="2022-11-30T19:34:06.593" v="1000"/>
          <ac:inkMkLst>
            <pc:docMk/>
            <pc:sldMk cId="3965610557" sldId="267"/>
            <ac:inkMk id="122" creationId="{73BD1D29-803C-D93D-5746-186382C4C96C}"/>
          </ac:inkMkLst>
        </pc:inkChg>
        <pc:inkChg chg="add mod">
          <ac:chgData name="Lenka Kuklišová" userId="0399e331-5c69-4ab0-8875-f968d945d391" providerId="ADAL" clId="{E308AF7E-9BEE-41E9-9120-7DFE882F9959}" dt="2022-11-30T19:34:06.593" v="1000"/>
          <ac:inkMkLst>
            <pc:docMk/>
            <pc:sldMk cId="3965610557" sldId="267"/>
            <ac:inkMk id="123" creationId="{1979E156-E100-C3EC-BAD1-A670C559C682}"/>
          </ac:inkMkLst>
        </pc:inkChg>
        <pc:inkChg chg="add mod">
          <ac:chgData name="Lenka Kuklišová" userId="0399e331-5c69-4ab0-8875-f968d945d391" providerId="ADAL" clId="{E308AF7E-9BEE-41E9-9120-7DFE882F9959}" dt="2022-11-30T19:34:06.593" v="1000"/>
          <ac:inkMkLst>
            <pc:docMk/>
            <pc:sldMk cId="3965610557" sldId="267"/>
            <ac:inkMk id="124" creationId="{E6EB268E-7F14-E7A4-59F4-EABAFF162DC7}"/>
          </ac:inkMkLst>
        </pc:inkChg>
        <pc:inkChg chg="add mod">
          <ac:chgData name="Lenka Kuklišová" userId="0399e331-5c69-4ab0-8875-f968d945d391" providerId="ADAL" clId="{E308AF7E-9BEE-41E9-9120-7DFE882F9959}" dt="2022-11-30T19:34:17.281" v="1005"/>
          <ac:inkMkLst>
            <pc:docMk/>
            <pc:sldMk cId="3965610557" sldId="267"/>
            <ac:inkMk id="126" creationId="{A81A4643-4C03-D512-8514-F15A4A2A044D}"/>
          </ac:inkMkLst>
        </pc:inkChg>
        <pc:inkChg chg="add mod">
          <ac:chgData name="Lenka Kuklišová" userId="0399e331-5c69-4ab0-8875-f968d945d391" providerId="ADAL" clId="{E308AF7E-9BEE-41E9-9120-7DFE882F9959}" dt="2022-11-30T19:34:17.281" v="1005"/>
          <ac:inkMkLst>
            <pc:docMk/>
            <pc:sldMk cId="3965610557" sldId="267"/>
            <ac:inkMk id="127" creationId="{825F1818-F41D-30CA-D63C-AE6644E2A9D0}"/>
          </ac:inkMkLst>
        </pc:inkChg>
        <pc:inkChg chg="add mod">
          <ac:chgData name="Lenka Kuklišová" userId="0399e331-5c69-4ab0-8875-f968d945d391" providerId="ADAL" clId="{E308AF7E-9BEE-41E9-9120-7DFE882F9959}" dt="2022-11-30T19:34:17.281" v="1005"/>
          <ac:inkMkLst>
            <pc:docMk/>
            <pc:sldMk cId="3965610557" sldId="267"/>
            <ac:inkMk id="128" creationId="{47CE8A00-02A6-2EAB-8B89-7FDB4AA98CB7}"/>
          </ac:inkMkLst>
        </pc:inkChg>
        <pc:inkChg chg="add mod">
          <ac:chgData name="Lenka Kuklišová" userId="0399e331-5c69-4ab0-8875-f968d945d391" providerId="ADAL" clId="{E308AF7E-9BEE-41E9-9120-7DFE882F9959}" dt="2022-11-30T19:34:17.281" v="1005"/>
          <ac:inkMkLst>
            <pc:docMk/>
            <pc:sldMk cId="3965610557" sldId="267"/>
            <ac:inkMk id="129" creationId="{8E1EB0BA-D8CA-8A50-88F1-4982F76FB676}"/>
          </ac:inkMkLst>
        </pc:inkChg>
        <pc:inkChg chg="add mod">
          <ac:chgData name="Lenka Kuklišová" userId="0399e331-5c69-4ab0-8875-f968d945d391" providerId="ADAL" clId="{E308AF7E-9BEE-41E9-9120-7DFE882F9959}" dt="2022-11-30T19:34:33.468" v="1012"/>
          <ac:inkMkLst>
            <pc:docMk/>
            <pc:sldMk cId="3965610557" sldId="267"/>
            <ac:inkMk id="131" creationId="{8CA2892D-D4CF-B3C8-11E5-40CDBA8994A8}"/>
          </ac:inkMkLst>
        </pc:inkChg>
        <pc:inkChg chg="add mod">
          <ac:chgData name="Lenka Kuklišová" userId="0399e331-5c69-4ab0-8875-f968d945d391" providerId="ADAL" clId="{E308AF7E-9BEE-41E9-9120-7DFE882F9959}" dt="2022-11-30T19:34:33.468" v="1012"/>
          <ac:inkMkLst>
            <pc:docMk/>
            <pc:sldMk cId="3965610557" sldId="267"/>
            <ac:inkMk id="132" creationId="{35501051-6094-612D-76E3-87FF5C6419DB}"/>
          </ac:inkMkLst>
        </pc:inkChg>
        <pc:inkChg chg="add mod">
          <ac:chgData name="Lenka Kuklišová" userId="0399e331-5c69-4ab0-8875-f968d945d391" providerId="ADAL" clId="{E308AF7E-9BEE-41E9-9120-7DFE882F9959}" dt="2022-11-30T19:34:33.468" v="1012"/>
          <ac:inkMkLst>
            <pc:docMk/>
            <pc:sldMk cId="3965610557" sldId="267"/>
            <ac:inkMk id="134" creationId="{663B804E-D2F3-D811-00AB-77BE87738FDA}"/>
          </ac:inkMkLst>
        </pc:inkChg>
        <pc:inkChg chg="add mod">
          <ac:chgData name="Lenka Kuklišová" userId="0399e331-5c69-4ab0-8875-f968d945d391" providerId="ADAL" clId="{E308AF7E-9BEE-41E9-9120-7DFE882F9959}" dt="2022-11-30T19:34:33.468" v="1012"/>
          <ac:inkMkLst>
            <pc:docMk/>
            <pc:sldMk cId="3965610557" sldId="267"/>
            <ac:inkMk id="135" creationId="{F07B9420-F74E-06B6-C1D5-25BAB1723003}"/>
          </ac:inkMkLst>
        </pc:inkChg>
        <pc:inkChg chg="add mod">
          <ac:chgData name="Lenka Kuklišová" userId="0399e331-5c69-4ab0-8875-f968d945d391" providerId="ADAL" clId="{E308AF7E-9BEE-41E9-9120-7DFE882F9959}" dt="2022-11-30T19:34:33.468" v="1012"/>
          <ac:inkMkLst>
            <pc:docMk/>
            <pc:sldMk cId="3965610557" sldId="267"/>
            <ac:inkMk id="136" creationId="{4E98D3B1-43E1-731C-C8AB-B29A59F365E8}"/>
          </ac:inkMkLst>
        </pc:inkChg>
        <pc:inkChg chg="add">
          <ac:chgData name="Lenka Kuklišová" userId="0399e331-5c69-4ab0-8875-f968d945d391" providerId="ADAL" clId="{E308AF7E-9BEE-41E9-9120-7DFE882F9959}" dt="2022-11-30T19:34:45.452" v="1013" actId="9405"/>
          <ac:inkMkLst>
            <pc:docMk/>
            <pc:sldMk cId="3965610557" sldId="267"/>
            <ac:inkMk id="138" creationId="{7748490C-6AFD-C2CF-A5A8-6BA06D006BC4}"/>
          </ac:inkMkLst>
        </pc:inkChg>
        <pc:inkChg chg="add mod">
          <ac:chgData name="Lenka Kuklišová" userId="0399e331-5c69-4ab0-8875-f968d945d391" providerId="ADAL" clId="{E308AF7E-9BEE-41E9-9120-7DFE882F9959}" dt="2022-11-30T19:34:54.029" v="1017"/>
          <ac:inkMkLst>
            <pc:docMk/>
            <pc:sldMk cId="3965610557" sldId="267"/>
            <ac:inkMk id="139" creationId="{03C9527E-B720-17FE-830A-A5E2C1801BEA}"/>
          </ac:inkMkLst>
        </pc:inkChg>
        <pc:inkChg chg="add mod">
          <ac:chgData name="Lenka Kuklišová" userId="0399e331-5c69-4ab0-8875-f968d945d391" providerId="ADAL" clId="{E308AF7E-9BEE-41E9-9120-7DFE882F9959}" dt="2022-11-30T19:34:54.029" v="1017"/>
          <ac:inkMkLst>
            <pc:docMk/>
            <pc:sldMk cId="3965610557" sldId="267"/>
            <ac:inkMk id="140" creationId="{F95A738C-E0A1-54D8-1BEE-FEC70300AD34}"/>
          </ac:inkMkLst>
        </pc:inkChg>
        <pc:inkChg chg="add mod">
          <ac:chgData name="Lenka Kuklišová" userId="0399e331-5c69-4ab0-8875-f968d945d391" providerId="ADAL" clId="{E308AF7E-9BEE-41E9-9120-7DFE882F9959}" dt="2022-11-30T19:34:54.029" v="1017"/>
          <ac:inkMkLst>
            <pc:docMk/>
            <pc:sldMk cId="3965610557" sldId="267"/>
            <ac:inkMk id="141" creationId="{7BEA6533-77AB-D472-6179-65A5D51289BA}"/>
          </ac:inkMkLst>
        </pc:inkChg>
        <pc:inkChg chg="add mod">
          <ac:chgData name="Lenka Kuklišová" userId="0399e331-5c69-4ab0-8875-f968d945d391" providerId="ADAL" clId="{E308AF7E-9BEE-41E9-9120-7DFE882F9959}" dt="2022-11-30T19:34:59.975" v="1022"/>
          <ac:inkMkLst>
            <pc:docMk/>
            <pc:sldMk cId="3965610557" sldId="267"/>
            <ac:inkMk id="143" creationId="{2C1AA4EE-B0AD-E4AD-3986-D3230B07D077}"/>
          </ac:inkMkLst>
        </pc:inkChg>
        <pc:inkChg chg="add mod">
          <ac:chgData name="Lenka Kuklišová" userId="0399e331-5c69-4ab0-8875-f968d945d391" providerId="ADAL" clId="{E308AF7E-9BEE-41E9-9120-7DFE882F9959}" dt="2022-11-30T19:34:59.975" v="1022"/>
          <ac:inkMkLst>
            <pc:docMk/>
            <pc:sldMk cId="3965610557" sldId="267"/>
            <ac:inkMk id="144" creationId="{1A286E76-E938-6D85-B186-3E578E13581A}"/>
          </ac:inkMkLst>
        </pc:inkChg>
        <pc:inkChg chg="add mod">
          <ac:chgData name="Lenka Kuklišová" userId="0399e331-5c69-4ab0-8875-f968d945d391" providerId="ADAL" clId="{E308AF7E-9BEE-41E9-9120-7DFE882F9959}" dt="2022-11-30T19:34:59.975" v="1022"/>
          <ac:inkMkLst>
            <pc:docMk/>
            <pc:sldMk cId="3965610557" sldId="267"/>
            <ac:inkMk id="146" creationId="{B011664C-7F00-2594-BBA9-6E846982EBFA}"/>
          </ac:inkMkLst>
        </pc:inkChg>
        <pc:inkChg chg="add mod">
          <ac:chgData name="Lenka Kuklišová" userId="0399e331-5c69-4ab0-8875-f968d945d391" providerId="ADAL" clId="{E308AF7E-9BEE-41E9-9120-7DFE882F9959}" dt="2022-11-30T19:36:04.396" v="1027"/>
          <ac:inkMkLst>
            <pc:docMk/>
            <pc:sldMk cId="3965610557" sldId="267"/>
            <ac:inkMk id="148" creationId="{11BA1B9C-DE35-7897-07DC-829086643D3C}"/>
          </ac:inkMkLst>
        </pc:inkChg>
        <pc:inkChg chg="add mod">
          <ac:chgData name="Lenka Kuklišová" userId="0399e331-5c69-4ab0-8875-f968d945d391" providerId="ADAL" clId="{E308AF7E-9BEE-41E9-9120-7DFE882F9959}" dt="2022-11-30T19:36:04.396" v="1027"/>
          <ac:inkMkLst>
            <pc:docMk/>
            <pc:sldMk cId="3965610557" sldId="267"/>
            <ac:inkMk id="149" creationId="{44891BCD-415E-99B1-C374-D8A2C5CCF53D}"/>
          </ac:inkMkLst>
        </pc:inkChg>
        <pc:inkChg chg="add mod">
          <ac:chgData name="Lenka Kuklišová" userId="0399e331-5c69-4ab0-8875-f968d945d391" providerId="ADAL" clId="{E308AF7E-9BEE-41E9-9120-7DFE882F9959}" dt="2022-11-30T19:36:04.396" v="1027"/>
          <ac:inkMkLst>
            <pc:docMk/>
            <pc:sldMk cId="3965610557" sldId="267"/>
            <ac:inkMk id="150" creationId="{A02ECA87-6C68-664D-7A7A-BF76C715D632}"/>
          </ac:inkMkLst>
        </pc:inkChg>
        <pc:inkChg chg="add mod">
          <ac:chgData name="Lenka Kuklišová" userId="0399e331-5c69-4ab0-8875-f968d945d391" providerId="ADAL" clId="{E308AF7E-9BEE-41E9-9120-7DFE882F9959}" dt="2022-11-30T19:36:04.396" v="1027"/>
          <ac:inkMkLst>
            <pc:docMk/>
            <pc:sldMk cId="3965610557" sldId="267"/>
            <ac:inkMk id="151" creationId="{E9343F6B-8915-B8AB-CD83-B7902051463D}"/>
          </ac:inkMkLst>
        </pc:inkChg>
        <pc:inkChg chg="add mod">
          <ac:chgData name="Lenka Kuklišová" userId="0399e331-5c69-4ab0-8875-f968d945d391" providerId="ADAL" clId="{E308AF7E-9BEE-41E9-9120-7DFE882F9959}" dt="2022-11-30T19:36:09.814" v="1035"/>
          <ac:inkMkLst>
            <pc:docMk/>
            <pc:sldMk cId="3965610557" sldId="267"/>
            <ac:inkMk id="153" creationId="{4EA4A07F-B098-F2CE-7A05-D4D44563DE17}"/>
          </ac:inkMkLst>
        </pc:inkChg>
        <pc:inkChg chg="add mod">
          <ac:chgData name="Lenka Kuklišová" userId="0399e331-5c69-4ab0-8875-f968d945d391" providerId="ADAL" clId="{E308AF7E-9BEE-41E9-9120-7DFE882F9959}" dt="2022-11-30T19:36:09.814" v="1035"/>
          <ac:inkMkLst>
            <pc:docMk/>
            <pc:sldMk cId="3965610557" sldId="267"/>
            <ac:inkMk id="154" creationId="{AAB0DC1F-3085-65E6-C759-4E8B0354B440}"/>
          </ac:inkMkLst>
        </pc:inkChg>
        <pc:inkChg chg="add mod">
          <ac:chgData name="Lenka Kuklišová" userId="0399e331-5c69-4ab0-8875-f968d945d391" providerId="ADAL" clId="{E308AF7E-9BEE-41E9-9120-7DFE882F9959}" dt="2022-11-30T19:36:09.814" v="1035"/>
          <ac:inkMkLst>
            <pc:docMk/>
            <pc:sldMk cId="3965610557" sldId="267"/>
            <ac:inkMk id="155" creationId="{CB208B32-6A37-C62B-C0A5-A7192FA5E6A6}"/>
          </ac:inkMkLst>
        </pc:inkChg>
        <pc:inkChg chg="add mod">
          <ac:chgData name="Lenka Kuklišová" userId="0399e331-5c69-4ab0-8875-f968d945d391" providerId="ADAL" clId="{E308AF7E-9BEE-41E9-9120-7DFE882F9959}" dt="2022-11-30T19:36:09.814" v="1035"/>
          <ac:inkMkLst>
            <pc:docMk/>
            <pc:sldMk cId="3965610557" sldId="267"/>
            <ac:inkMk id="156" creationId="{4A04DDEB-F24D-A102-2AD5-DBADB52474FB}"/>
          </ac:inkMkLst>
        </pc:inkChg>
        <pc:inkChg chg="add mod">
          <ac:chgData name="Lenka Kuklišová" userId="0399e331-5c69-4ab0-8875-f968d945d391" providerId="ADAL" clId="{E308AF7E-9BEE-41E9-9120-7DFE882F9959}" dt="2022-11-30T19:36:09.814" v="1035"/>
          <ac:inkMkLst>
            <pc:docMk/>
            <pc:sldMk cId="3965610557" sldId="267"/>
            <ac:inkMk id="157" creationId="{B5FC2F40-128F-194B-359F-8E3FEE0A40CF}"/>
          </ac:inkMkLst>
        </pc:inkChg>
        <pc:inkChg chg="add mod">
          <ac:chgData name="Lenka Kuklišová" userId="0399e331-5c69-4ab0-8875-f968d945d391" providerId="ADAL" clId="{E308AF7E-9BEE-41E9-9120-7DFE882F9959}" dt="2022-11-30T19:36:09.814" v="1035"/>
          <ac:inkMkLst>
            <pc:docMk/>
            <pc:sldMk cId="3965610557" sldId="267"/>
            <ac:inkMk id="159" creationId="{EE214745-BA29-3C4D-070B-D841AF081C61}"/>
          </ac:inkMkLst>
        </pc:inkChg>
        <pc:inkChg chg="add">
          <ac:chgData name="Lenka Kuklišová" userId="0399e331-5c69-4ab0-8875-f968d945d391" providerId="ADAL" clId="{E308AF7E-9BEE-41E9-9120-7DFE882F9959}" dt="2022-11-30T19:36:35.788" v="1036" actId="9405"/>
          <ac:inkMkLst>
            <pc:docMk/>
            <pc:sldMk cId="3965610557" sldId="267"/>
            <ac:inkMk id="161" creationId="{A799BC6F-12C5-7D7A-2940-131CC13EA541}"/>
          </ac:inkMkLst>
        </pc:inkChg>
        <pc:inkChg chg="add mod">
          <ac:chgData name="Lenka Kuklišová" userId="0399e331-5c69-4ab0-8875-f968d945d391" providerId="ADAL" clId="{E308AF7E-9BEE-41E9-9120-7DFE882F9959}" dt="2022-11-30T19:36:39.235" v="1039"/>
          <ac:inkMkLst>
            <pc:docMk/>
            <pc:sldMk cId="3965610557" sldId="267"/>
            <ac:inkMk id="162" creationId="{EDB09A5B-C91E-C95D-CFBA-382C8C112035}"/>
          </ac:inkMkLst>
        </pc:inkChg>
        <pc:inkChg chg="add mod">
          <ac:chgData name="Lenka Kuklišová" userId="0399e331-5c69-4ab0-8875-f968d945d391" providerId="ADAL" clId="{E308AF7E-9BEE-41E9-9120-7DFE882F9959}" dt="2022-11-30T19:36:39.235" v="1039"/>
          <ac:inkMkLst>
            <pc:docMk/>
            <pc:sldMk cId="3965610557" sldId="267"/>
            <ac:inkMk id="163" creationId="{12930507-1957-CEFD-C328-C820F1731520}"/>
          </ac:inkMkLst>
        </pc:inkChg>
        <pc:inkChg chg="add mod">
          <ac:chgData name="Lenka Kuklišová" userId="0399e331-5c69-4ab0-8875-f968d945d391" providerId="ADAL" clId="{E308AF7E-9BEE-41E9-9120-7DFE882F9959}" dt="2022-11-30T19:36:46.079" v="1044"/>
          <ac:inkMkLst>
            <pc:docMk/>
            <pc:sldMk cId="3965610557" sldId="267"/>
            <ac:inkMk id="165" creationId="{702F0408-D5D7-81E1-754C-06D6972E4684}"/>
          </ac:inkMkLst>
        </pc:inkChg>
        <pc:inkChg chg="add mod">
          <ac:chgData name="Lenka Kuklišová" userId="0399e331-5c69-4ab0-8875-f968d945d391" providerId="ADAL" clId="{E308AF7E-9BEE-41E9-9120-7DFE882F9959}" dt="2022-11-30T19:36:46.079" v="1044"/>
          <ac:inkMkLst>
            <pc:docMk/>
            <pc:sldMk cId="3965610557" sldId="267"/>
            <ac:inkMk id="166" creationId="{46E7E0ED-0354-2F7E-D3A1-F8600F4AD433}"/>
          </ac:inkMkLst>
        </pc:inkChg>
        <pc:inkChg chg="add mod">
          <ac:chgData name="Lenka Kuklišová" userId="0399e331-5c69-4ab0-8875-f968d945d391" providerId="ADAL" clId="{E308AF7E-9BEE-41E9-9120-7DFE882F9959}" dt="2022-11-30T19:36:46.079" v="1044"/>
          <ac:inkMkLst>
            <pc:docMk/>
            <pc:sldMk cId="3965610557" sldId="267"/>
            <ac:inkMk id="167" creationId="{30D249BB-FE91-B164-59C8-C963BE5CB4CF}"/>
          </ac:inkMkLst>
        </pc:inkChg>
        <pc:inkChg chg="add mod">
          <ac:chgData name="Lenka Kuklišová" userId="0399e331-5c69-4ab0-8875-f968d945d391" providerId="ADAL" clId="{E308AF7E-9BEE-41E9-9120-7DFE882F9959}" dt="2022-11-30T19:36:46.079" v="1044"/>
          <ac:inkMkLst>
            <pc:docMk/>
            <pc:sldMk cId="3965610557" sldId="267"/>
            <ac:inkMk id="168" creationId="{DE7604D0-A7AB-0D81-AEE5-1F5F69B3789F}"/>
          </ac:inkMkLst>
        </pc:inkChg>
        <pc:inkChg chg="add">
          <ac:chgData name="Lenka Kuklišová" userId="0399e331-5c69-4ab0-8875-f968d945d391" providerId="ADAL" clId="{E308AF7E-9BEE-41E9-9120-7DFE882F9959}" dt="2022-11-30T19:36:46.794" v="1045" actId="9405"/>
          <ac:inkMkLst>
            <pc:docMk/>
            <pc:sldMk cId="3965610557" sldId="267"/>
            <ac:inkMk id="170" creationId="{1EA58693-67BE-9889-045F-57E5DF952BB4}"/>
          </ac:inkMkLst>
        </pc:inkChg>
        <pc:inkChg chg="add mod">
          <ac:chgData name="Lenka Kuklišová" userId="0399e331-5c69-4ab0-8875-f968d945d391" providerId="ADAL" clId="{E308AF7E-9BEE-41E9-9120-7DFE882F9959}" dt="2022-11-30T19:36:49.800" v="1048"/>
          <ac:inkMkLst>
            <pc:docMk/>
            <pc:sldMk cId="3965610557" sldId="267"/>
            <ac:inkMk id="171" creationId="{F55C6455-E294-A233-AC1C-6E8E8C9F22C5}"/>
          </ac:inkMkLst>
        </pc:inkChg>
        <pc:inkChg chg="add mod">
          <ac:chgData name="Lenka Kuklišová" userId="0399e331-5c69-4ab0-8875-f968d945d391" providerId="ADAL" clId="{E308AF7E-9BEE-41E9-9120-7DFE882F9959}" dt="2022-11-30T19:36:49.800" v="1048"/>
          <ac:inkMkLst>
            <pc:docMk/>
            <pc:sldMk cId="3965610557" sldId="267"/>
            <ac:inkMk id="172" creationId="{CAE9477C-DBF3-D51B-8EA8-317F4122EA38}"/>
          </ac:inkMkLst>
        </pc:inkChg>
        <pc:inkChg chg="add del">
          <ac:chgData name="Lenka Kuklišová" userId="0399e331-5c69-4ab0-8875-f968d945d391" providerId="ADAL" clId="{E308AF7E-9BEE-41E9-9120-7DFE882F9959}" dt="2022-11-30T19:37:04.536" v="1050" actId="9405"/>
          <ac:inkMkLst>
            <pc:docMk/>
            <pc:sldMk cId="3965610557" sldId="267"/>
            <ac:inkMk id="174" creationId="{353FEA68-6435-C218-DF6D-0A3483C501CA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75" creationId="{FCF8EB88-B96E-C1A3-2493-348FC86A4036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76" creationId="{25B1C372-B610-8951-C497-8D634C2CB8F8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77" creationId="{E70B05D2-6FD7-6EA3-6D2E-1A563A5652B2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78" creationId="{6E665517-4F6B-F45F-7237-3C2C922CFBCB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79" creationId="{9E5296E7-D7E5-1602-7742-7B33BDBF5BD3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80" creationId="{9E30ECA5-1E16-D1E2-F642-D4A56AA21C84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81" creationId="{96353E6A-DAD7-DF7C-51D4-DD1C1148FABC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83" creationId="{0B053F4E-7B7B-ABCB-377C-077EA03CEA89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84" creationId="{EA0AB652-4B38-9DC5-1944-92DDFB029DAF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85" creationId="{6DA7E6D5-1A61-7A4A-B732-E9B6E3930E76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86" creationId="{CFE79A98-DA58-C0F5-152D-AC8BD414F764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88" creationId="{CC915844-0063-28A1-5113-537FBFD5A79E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89" creationId="{43AF219A-CF5E-BADA-4FBA-8C9F0D26EFC8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90" creationId="{C96E5AFD-A41F-9FA8-C0E3-C1D0D931986B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92" creationId="{8397C794-B4F9-3F97-8540-05BF3B892A5A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93" creationId="{3420AB08-EAD1-E51C-DA23-C1F56705F55C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94" creationId="{3CB32827-030E-2959-F51C-727E8320A6A5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95" creationId="{72C72800-F27C-8838-D199-C519FF6A1505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96" creationId="{C1F52233-9F95-FBA9-AC19-D2350177D147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97" creationId="{497C1C07-9902-7D2A-CB30-F6423F4C72BF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98" creationId="{AA901A39-7288-43ED-002B-F0466E617DDC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199" creationId="{21DA9EE9-A3E6-86A9-BB1C-6DC2F7D3C154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200" creationId="{6E4A846F-4EED-95EB-5016-D7D7601C12A8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201" creationId="{59CF06F6-AEFA-E82B-11DA-18255FBA82CB}"/>
          </ac:inkMkLst>
        </pc:inkChg>
        <pc:inkChg chg="add mod">
          <ac:chgData name="Lenka Kuklišová" userId="0399e331-5c69-4ab0-8875-f968d945d391" providerId="ADAL" clId="{E308AF7E-9BEE-41E9-9120-7DFE882F9959}" dt="2022-11-30T19:37:34.961" v="1079"/>
          <ac:inkMkLst>
            <pc:docMk/>
            <pc:sldMk cId="3965610557" sldId="267"/>
            <ac:inkMk id="202" creationId="{400FA461-84D2-6360-98A0-4F7C04832259}"/>
          </ac:inkMkLst>
        </pc:inkChg>
        <pc:inkChg chg="add mod">
          <ac:chgData name="Lenka Kuklišová" userId="0399e331-5c69-4ab0-8875-f968d945d391" providerId="ADAL" clId="{E308AF7E-9BEE-41E9-9120-7DFE882F9959}" dt="2022-11-30T19:37:41.760" v="1088"/>
          <ac:inkMkLst>
            <pc:docMk/>
            <pc:sldMk cId="3965610557" sldId="267"/>
            <ac:inkMk id="204" creationId="{4FD80B36-8510-3D2E-DF4D-EFD0D9EC0718}"/>
          </ac:inkMkLst>
        </pc:inkChg>
        <pc:inkChg chg="add mod">
          <ac:chgData name="Lenka Kuklišová" userId="0399e331-5c69-4ab0-8875-f968d945d391" providerId="ADAL" clId="{E308AF7E-9BEE-41E9-9120-7DFE882F9959}" dt="2022-11-30T19:37:41.760" v="1088"/>
          <ac:inkMkLst>
            <pc:docMk/>
            <pc:sldMk cId="3965610557" sldId="267"/>
            <ac:inkMk id="205" creationId="{57798D47-7F52-CF96-E2C2-1F72AB3342AB}"/>
          </ac:inkMkLst>
        </pc:inkChg>
        <pc:inkChg chg="add mod">
          <ac:chgData name="Lenka Kuklišová" userId="0399e331-5c69-4ab0-8875-f968d945d391" providerId="ADAL" clId="{E308AF7E-9BEE-41E9-9120-7DFE882F9959}" dt="2022-11-30T19:37:41.760" v="1088"/>
          <ac:inkMkLst>
            <pc:docMk/>
            <pc:sldMk cId="3965610557" sldId="267"/>
            <ac:inkMk id="206" creationId="{797D3395-6F5A-7F83-3693-F69785106192}"/>
          </ac:inkMkLst>
        </pc:inkChg>
        <pc:inkChg chg="add mod">
          <ac:chgData name="Lenka Kuklišová" userId="0399e331-5c69-4ab0-8875-f968d945d391" providerId="ADAL" clId="{E308AF7E-9BEE-41E9-9120-7DFE882F9959}" dt="2022-11-30T19:37:41.760" v="1088"/>
          <ac:inkMkLst>
            <pc:docMk/>
            <pc:sldMk cId="3965610557" sldId="267"/>
            <ac:inkMk id="207" creationId="{5FDC7F53-898B-2F67-36EA-7DC78E0B036B}"/>
          </ac:inkMkLst>
        </pc:inkChg>
        <pc:inkChg chg="add mod">
          <ac:chgData name="Lenka Kuklišová" userId="0399e331-5c69-4ab0-8875-f968d945d391" providerId="ADAL" clId="{E308AF7E-9BEE-41E9-9120-7DFE882F9959}" dt="2022-11-30T19:37:41.760" v="1088"/>
          <ac:inkMkLst>
            <pc:docMk/>
            <pc:sldMk cId="3965610557" sldId="267"/>
            <ac:inkMk id="208" creationId="{CD42D43C-1842-80F7-283E-6D566DCB27C9}"/>
          </ac:inkMkLst>
        </pc:inkChg>
        <pc:inkChg chg="add mod">
          <ac:chgData name="Lenka Kuklišová" userId="0399e331-5c69-4ab0-8875-f968d945d391" providerId="ADAL" clId="{E308AF7E-9BEE-41E9-9120-7DFE882F9959}" dt="2022-11-30T19:37:41.760" v="1088"/>
          <ac:inkMkLst>
            <pc:docMk/>
            <pc:sldMk cId="3965610557" sldId="267"/>
            <ac:inkMk id="209" creationId="{5C059F83-2CD3-9C31-B77E-7C69F9D79D63}"/>
          </ac:inkMkLst>
        </pc:inkChg>
        <pc:inkChg chg="add mod">
          <ac:chgData name="Lenka Kuklišová" userId="0399e331-5c69-4ab0-8875-f968d945d391" providerId="ADAL" clId="{E308AF7E-9BEE-41E9-9120-7DFE882F9959}" dt="2022-11-30T19:37:41.760" v="1088"/>
          <ac:inkMkLst>
            <pc:docMk/>
            <pc:sldMk cId="3965610557" sldId="267"/>
            <ac:inkMk id="210" creationId="{B3AF80C9-F51C-C6B0-E67F-AF2AA830DAF8}"/>
          </ac:inkMkLst>
        </pc:inkChg>
        <pc:inkChg chg="add mod">
          <ac:chgData name="Lenka Kuklišová" userId="0399e331-5c69-4ab0-8875-f968d945d391" providerId="ADAL" clId="{E308AF7E-9BEE-41E9-9120-7DFE882F9959}" dt="2022-11-30T19:37:41.760" v="1088"/>
          <ac:inkMkLst>
            <pc:docMk/>
            <pc:sldMk cId="3965610557" sldId="267"/>
            <ac:inkMk id="211" creationId="{C74E018A-38A5-6CC4-3F3F-FAC37DB5E749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14" creationId="{8947BDC5-FDA3-8861-1BBA-642C65D064D5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15" creationId="{9CC09FB1-EEF1-B197-A6B0-769B5C7589B6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16" creationId="{D1386F3B-7631-49DF-20E2-CB76CB17D59E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17" creationId="{ABE47353-3A89-A326-E21D-21F24C8FCC6C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18" creationId="{5A0673C4-E331-173C-47D0-6A5C8571FD18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19" creationId="{9A931CB5-F4C1-D242-F8EF-2ECBD06D846A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0" creationId="{9075A701-5780-4010-593C-C4801A2E24C9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1" creationId="{FFE9321B-CEDE-8DC9-A901-EF5A1ED0C6E8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2" creationId="{BAFBB902-AC7E-B8C8-CDAC-E051D9DCCE73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3" creationId="{0D4B8CAD-8582-A2BC-1BE8-B9FF183726A6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4" creationId="{A85F4D62-456B-E5EF-DF7D-0336563431E9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5" creationId="{F4C87BF9-BD52-7A5D-C25C-B6EF87DE9284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6" creationId="{B8EF0EA1-E93E-E203-D7F8-E22925564AB6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7" creationId="{BF8A114D-4825-E644-4CBE-9A77142D884B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8" creationId="{315B3384-91DD-0395-2A7C-4486FC7547F1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29" creationId="{16F38F7B-8A76-F1D4-AAB0-C2C0FD23BD26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30" creationId="{5DC141FB-CCC5-203C-12E4-14C9C31F733C}"/>
          </ac:inkMkLst>
        </pc:inkChg>
        <pc:inkChg chg="add mod">
          <ac:chgData name="Lenka Kuklišová" userId="0399e331-5c69-4ab0-8875-f968d945d391" providerId="ADAL" clId="{E308AF7E-9BEE-41E9-9120-7DFE882F9959}" dt="2022-11-30T19:37:53.920" v="1107"/>
          <ac:inkMkLst>
            <pc:docMk/>
            <pc:sldMk cId="3965610557" sldId="267"/>
            <ac:inkMk id="231" creationId="{6F34C992-0FEC-E6D3-AB10-0B6F71B5BC4D}"/>
          </ac:inkMkLst>
        </pc:inkChg>
        <pc:inkChg chg="add del">
          <ac:chgData name="Lenka Kuklišová" userId="0399e331-5c69-4ab0-8875-f968d945d391" providerId="ADAL" clId="{E308AF7E-9BEE-41E9-9120-7DFE882F9959}" dt="2022-11-30T19:38:02.137" v="1109"/>
          <ac:inkMkLst>
            <pc:docMk/>
            <pc:sldMk cId="3965610557" sldId="267"/>
            <ac:inkMk id="233" creationId="{85BB0AEF-440B-A3D4-3E2B-0FC872F5DF09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34" creationId="{F6E3569D-FFF4-788A-2B2A-9A73898FC8F2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35" creationId="{0EE073FE-3594-46ED-274F-57AFCF5F6172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36" creationId="{1AB18F9C-A679-37E8-C051-16617FB1701A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37" creationId="{FD0AE30F-5F90-8F41-6BDE-7648722B002B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38" creationId="{289FB37F-73D6-7F9E-778C-53E1DA112DF9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39" creationId="{49DE9D91-881F-F69D-4CCD-4E7F597B572F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40" creationId="{C02D3ED8-AC48-D750-2A4D-F417E00B1B8C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41" creationId="{5764AA7F-C4DF-FAA0-8C4E-E3DBC5AA88BF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42" creationId="{418CE3AF-DF4E-9636-A37B-18666CEEB914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43" creationId="{154AFF8C-1178-5F45-D2BD-9EC38A1210A8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44" creationId="{BBB8FF01-162F-5163-2019-2F6540A9DDFE}"/>
          </ac:inkMkLst>
        </pc:inkChg>
        <pc:inkChg chg="add mod">
          <ac:chgData name="Lenka Kuklišová" userId="0399e331-5c69-4ab0-8875-f968d945d391" providerId="ADAL" clId="{E308AF7E-9BEE-41E9-9120-7DFE882F9959}" dt="2022-11-30T19:46:11.804" v="1122"/>
          <ac:inkMkLst>
            <pc:docMk/>
            <pc:sldMk cId="3965610557" sldId="267"/>
            <ac:inkMk id="245" creationId="{AAF2F523-8F49-01F4-BE59-50F4CB52889D}"/>
          </ac:inkMkLst>
        </pc:inkChg>
      </pc:sldChg>
    </pc:docChg>
  </pc:docChgLst>
  <pc:docChgLst>
    <pc:chgData name="Ing. Lenka Kuklišová Pavelková, Ph.D." userId="S::pavelk11@vspj.cz::bce5352d-ad04-4d08-8f56-3fa1666bb289" providerId="AD" clId="Web-{8D70F9B4-046B-6D6B-28DC-00246C8EC270}"/>
    <pc:docChg chg="modSld">
      <pc:chgData name="Ing. Lenka Kuklišová Pavelková, Ph.D." userId="S::pavelk11@vspj.cz::bce5352d-ad04-4d08-8f56-3fa1666bb289" providerId="AD" clId="Web-{8D70F9B4-046B-6D6B-28DC-00246C8EC270}" dt="2022-10-27T05:44:44.136" v="154" actId="20577"/>
      <pc:docMkLst>
        <pc:docMk/>
      </pc:docMkLst>
      <pc:sldChg chg="addSp delSp modSp">
        <pc:chgData name="Ing. Lenka Kuklišová Pavelková, Ph.D." userId="S::pavelk11@vspj.cz::bce5352d-ad04-4d08-8f56-3fa1666bb289" providerId="AD" clId="Web-{8D70F9B4-046B-6D6B-28DC-00246C8EC270}" dt="2022-10-27T05:41:58.376" v="122"/>
        <pc:sldMkLst>
          <pc:docMk/>
          <pc:sldMk cId="0" sldId="259"/>
        </pc:sldMkLst>
        <pc:spChg chg="add mod">
          <ac:chgData name="Ing. Lenka Kuklišová Pavelková, Ph.D." userId="S::pavelk11@vspj.cz::bce5352d-ad04-4d08-8f56-3fa1666bb289" providerId="AD" clId="Web-{8D70F9B4-046B-6D6B-28DC-00246C8EC270}" dt="2022-10-27T05:41:31.421" v="114" actId="20577"/>
          <ac:spMkLst>
            <pc:docMk/>
            <pc:sldMk cId="0" sldId="259"/>
            <ac:spMk id="3" creationId="{A6E535B9-7301-B66B-25A6-D634385FFE93}"/>
          </ac:spMkLst>
        </pc:spChg>
        <pc:spChg chg="mod">
          <ac:chgData name="Ing. Lenka Kuklišová Pavelková, Ph.D." userId="S::pavelk11@vspj.cz::bce5352d-ad04-4d08-8f56-3fa1666bb289" providerId="AD" clId="Web-{8D70F9B4-046B-6D6B-28DC-00246C8EC270}" dt="2022-10-27T05:37:48.783" v="9" actId="1076"/>
          <ac:spMkLst>
            <pc:docMk/>
            <pc:sldMk cId="0" sldId="259"/>
            <ac:spMk id="22" creationId="{79037748-16E1-B484-7013-D6649141EB8D}"/>
          </ac:spMkLst>
        </pc:spChg>
        <pc:inkChg chg="add">
          <ac:chgData name="Ing. Lenka Kuklišová Pavelková, Ph.D." userId="S::pavelk11@vspj.cz::bce5352d-ad04-4d08-8f56-3fa1666bb289" providerId="AD" clId="Web-{8D70F9B4-046B-6D6B-28DC-00246C8EC270}" dt="2022-10-27T05:37:54.674" v="10"/>
          <ac:inkMkLst>
            <pc:docMk/>
            <pc:sldMk cId="0" sldId="259"/>
            <ac:inkMk id="2" creationId="{86211D07-0AD6-AD26-E702-7E51C47075DA}"/>
          </ac:inkMkLst>
        </pc:inkChg>
        <pc:inkChg chg="add del">
          <ac:chgData name="Ing. Lenka Kuklišová Pavelková, Ph.D." userId="S::pavelk11@vspj.cz::bce5352d-ad04-4d08-8f56-3fa1666bb289" providerId="AD" clId="Web-{8D70F9B4-046B-6D6B-28DC-00246C8EC270}" dt="2022-10-27T05:41:38.687" v="116"/>
          <ac:inkMkLst>
            <pc:docMk/>
            <pc:sldMk cId="0" sldId="259"/>
            <ac:inkMk id="4" creationId="{DEE37DE5-401F-665D-340D-45733AEE38CA}"/>
          </ac:inkMkLst>
        </pc:inkChg>
        <pc:inkChg chg="add">
          <ac:chgData name="Ing. Lenka Kuklišová Pavelková, Ph.D." userId="S::pavelk11@vspj.cz::bce5352d-ad04-4d08-8f56-3fa1666bb289" providerId="AD" clId="Web-{8D70F9B4-046B-6D6B-28DC-00246C8EC270}" dt="2022-10-27T05:41:45.266" v="117"/>
          <ac:inkMkLst>
            <pc:docMk/>
            <pc:sldMk cId="0" sldId="259"/>
            <ac:inkMk id="5" creationId="{960DAE15-C16A-66AA-AE76-1CDB421659F1}"/>
          </ac:inkMkLst>
        </pc:inkChg>
        <pc:inkChg chg="add del">
          <ac:chgData name="Ing. Lenka Kuklišová Pavelková, Ph.D." userId="S::pavelk11@vspj.cz::bce5352d-ad04-4d08-8f56-3fa1666bb289" providerId="AD" clId="Web-{8D70F9B4-046B-6D6B-28DC-00246C8EC270}" dt="2022-10-27T05:41:50.298" v="119"/>
          <ac:inkMkLst>
            <pc:docMk/>
            <pc:sldMk cId="0" sldId="259"/>
            <ac:inkMk id="6" creationId="{9FD0F5C8-1046-FE54-F529-5EB2BA65FAAC}"/>
          </ac:inkMkLst>
        </pc:inkChg>
        <pc:inkChg chg="add">
          <ac:chgData name="Ing. Lenka Kuklišová Pavelková, Ph.D." userId="S::pavelk11@vspj.cz::bce5352d-ad04-4d08-8f56-3fa1666bb289" providerId="AD" clId="Web-{8D70F9B4-046B-6D6B-28DC-00246C8EC270}" dt="2022-10-27T05:41:53.423" v="120"/>
          <ac:inkMkLst>
            <pc:docMk/>
            <pc:sldMk cId="0" sldId="259"/>
            <ac:inkMk id="7" creationId="{BA4622E9-2AA7-A51C-C220-8E1A362B96C7}"/>
          </ac:inkMkLst>
        </pc:inkChg>
        <pc:inkChg chg="add">
          <ac:chgData name="Ing. Lenka Kuklišová Pavelková, Ph.D." userId="S::pavelk11@vspj.cz::bce5352d-ad04-4d08-8f56-3fa1666bb289" providerId="AD" clId="Web-{8D70F9B4-046B-6D6B-28DC-00246C8EC270}" dt="2022-10-27T05:41:55.454" v="121"/>
          <ac:inkMkLst>
            <pc:docMk/>
            <pc:sldMk cId="0" sldId="259"/>
            <ac:inkMk id="8" creationId="{20C0A2A2-A2FA-705B-DDF2-BCDF8E64423C}"/>
          </ac:inkMkLst>
        </pc:inkChg>
        <pc:inkChg chg="add">
          <ac:chgData name="Ing. Lenka Kuklišová Pavelková, Ph.D." userId="S::pavelk11@vspj.cz::bce5352d-ad04-4d08-8f56-3fa1666bb289" providerId="AD" clId="Web-{8D70F9B4-046B-6D6B-28DC-00246C8EC270}" dt="2022-10-27T05:41:58.376" v="122"/>
          <ac:inkMkLst>
            <pc:docMk/>
            <pc:sldMk cId="0" sldId="259"/>
            <ac:inkMk id="9" creationId="{49E0C684-B303-5400-CF9A-08BA24A8D059}"/>
          </ac:inkMkLst>
        </pc:inkChg>
      </pc:sldChg>
      <pc:sldChg chg="addSp">
        <pc:chgData name="Ing. Lenka Kuklišová Pavelková, Ph.D." userId="S::pavelk11@vspj.cz::bce5352d-ad04-4d08-8f56-3fa1666bb289" providerId="AD" clId="Web-{8D70F9B4-046B-6D6B-28DC-00246C8EC270}" dt="2022-10-27T05:42:21.612" v="124"/>
        <pc:sldMkLst>
          <pc:docMk/>
          <pc:sldMk cId="0" sldId="260"/>
        </pc:sldMkLst>
        <pc:inkChg chg="add">
          <ac:chgData name="Ing. Lenka Kuklišová Pavelková, Ph.D." userId="S::pavelk11@vspj.cz::bce5352d-ad04-4d08-8f56-3fa1666bb289" providerId="AD" clId="Web-{8D70F9B4-046B-6D6B-28DC-00246C8EC270}" dt="2022-10-27T05:42:20.612" v="123"/>
          <ac:inkMkLst>
            <pc:docMk/>
            <pc:sldMk cId="0" sldId="260"/>
            <ac:inkMk id="2" creationId="{26DAC2C6-3780-F7F9-8370-E6E3C9FA2110}"/>
          </ac:inkMkLst>
        </pc:inkChg>
        <pc:inkChg chg="add">
          <ac:chgData name="Ing. Lenka Kuklišová Pavelková, Ph.D." userId="S::pavelk11@vspj.cz::bce5352d-ad04-4d08-8f56-3fa1666bb289" providerId="AD" clId="Web-{8D70F9B4-046B-6D6B-28DC-00246C8EC270}" dt="2022-10-27T05:42:21.612" v="124"/>
          <ac:inkMkLst>
            <pc:docMk/>
            <pc:sldMk cId="0" sldId="260"/>
            <ac:inkMk id="3" creationId="{9A2B10D7-6502-0C1B-61EF-09191A5EBBFB}"/>
          </ac:inkMkLst>
        </pc:inkChg>
      </pc:sldChg>
      <pc:sldChg chg="addSp modSp">
        <pc:chgData name="Ing. Lenka Kuklišová Pavelková, Ph.D." userId="S::pavelk11@vspj.cz::bce5352d-ad04-4d08-8f56-3fa1666bb289" providerId="AD" clId="Web-{8D70F9B4-046B-6D6B-28DC-00246C8EC270}" dt="2022-10-27T05:44:44.136" v="154" actId="20577"/>
        <pc:sldMkLst>
          <pc:docMk/>
          <pc:sldMk cId="0" sldId="262"/>
        </pc:sldMkLst>
        <pc:spChg chg="mod">
          <ac:chgData name="Ing. Lenka Kuklišová Pavelková, Ph.D." userId="S::pavelk11@vspj.cz::bce5352d-ad04-4d08-8f56-3fa1666bb289" providerId="AD" clId="Web-{8D70F9B4-046B-6D6B-28DC-00246C8EC270}" dt="2022-10-27T05:44:44.136" v="154" actId="20577"/>
          <ac:spMkLst>
            <pc:docMk/>
            <pc:sldMk cId="0" sldId="262"/>
            <ac:spMk id="4098" creationId="{247A39EA-D257-4B96-2FE1-B4ED3CAD03A6}"/>
          </ac:spMkLst>
        </pc:spChg>
        <pc:inkChg chg="add">
          <ac:chgData name="Ing. Lenka Kuklišová Pavelková, Ph.D." userId="S::pavelk11@vspj.cz::bce5352d-ad04-4d08-8f56-3fa1666bb289" providerId="AD" clId="Web-{8D70F9B4-046B-6D6B-28DC-00246C8EC270}" dt="2022-10-27T05:43:21.491" v="125"/>
          <ac:inkMkLst>
            <pc:docMk/>
            <pc:sldMk cId="0" sldId="262"/>
            <ac:inkMk id="2" creationId="{1A8B3F80-6344-2ED8-F55D-07628710EC15}"/>
          </ac:inkMkLst>
        </pc:inkChg>
        <pc:inkChg chg="add">
          <ac:chgData name="Ing. Lenka Kuklišová Pavelková, Ph.D." userId="S::pavelk11@vspj.cz::bce5352d-ad04-4d08-8f56-3fa1666bb289" providerId="AD" clId="Web-{8D70F9B4-046B-6D6B-28DC-00246C8EC270}" dt="2022-10-27T05:43:22.444" v="126"/>
          <ac:inkMkLst>
            <pc:docMk/>
            <pc:sldMk cId="0" sldId="262"/>
            <ac:inkMk id="3" creationId="{E23640B0-749A-AB3B-6D4D-00EB79D1ACD4}"/>
          </ac:inkMkLst>
        </pc:inkChg>
        <pc:inkChg chg="add">
          <ac:chgData name="Ing. Lenka Kuklišová Pavelková, Ph.D." userId="S::pavelk11@vspj.cz::bce5352d-ad04-4d08-8f56-3fa1666bb289" providerId="AD" clId="Web-{8D70F9B4-046B-6D6B-28DC-00246C8EC270}" dt="2022-10-27T05:43:23.710" v="127"/>
          <ac:inkMkLst>
            <pc:docMk/>
            <pc:sldMk cId="0" sldId="262"/>
            <ac:inkMk id="4" creationId="{A7127F80-310D-3D47-52DE-188F48A9299D}"/>
          </ac:inkMkLst>
        </pc:inkChg>
      </pc:sldChg>
      <pc:sldChg chg="addSp modSp">
        <pc:chgData name="Ing. Lenka Kuklišová Pavelková, Ph.D." userId="S::pavelk11@vspj.cz::bce5352d-ad04-4d08-8f56-3fa1666bb289" providerId="AD" clId="Web-{8D70F9B4-046B-6D6B-28DC-00246C8EC270}" dt="2022-10-27T05:35:36.196" v="8"/>
        <pc:sldMkLst>
          <pc:docMk/>
          <pc:sldMk cId="4110490580" sldId="264"/>
        </pc:sldMkLst>
        <pc:picChg chg="add mod">
          <ac:chgData name="Ing. Lenka Kuklišová Pavelková, Ph.D." userId="S::pavelk11@vspj.cz::bce5352d-ad04-4d08-8f56-3fa1666bb289" providerId="AD" clId="Web-{8D70F9B4-046B-6D6B-28DC-00246C8EC270}" dt="2022-10-27T05:21:55.536" v="5" actId="14100"/>
          <ac:picMkLst>
            <pc:docMk/>
            <pc:sldMk cId="4110490580" sldId="264"/>
            <ac:picMk id="3" creationId="{C4BCAA3F-C813-E566-3C69-488846F30639}"/>
          </ac:picMkLst>
        </pc:picChg>
        <pc:picChg chg="mod">
          <ac:chgData name="Ing. Lenka Kuklišová Pavelková, Ph.D." userId="S::pavelk11@vspj.cz::bce5352d-ad04-4d08-8f56-3fa1666bb289" providerId="AD" clId="Web-{8D70F9B4-046B-6D6B-28DC-00246C8EC270}" dt="2022-10-27T05:21:59.271" v="6" actId="1076"/>
          <ac:picMkLst>
            <pc:docMk/>
            <pc:sldMk cId="4110490580" sldId="264"/>
            <ac:picMk id="4" creationId="{641385F4-67CF-3980-02D6-4C93EBD4E797}"/>
          </ac:picMkLst>
        </pc:picChg>
        <pc:inkChg chg="add">
          <ac:chgData name="Ing. Lenka Kuklišová Pavelková, Ph.D." userId="S::pavelk11@vspj.cz::bce5352d-ad04-4d08-8f56-3fa1666bb289" providerId="AD" clId="Web-{8D70F9B4-046B-6D6B-28DC-00246C8EC270}" dt="2022-10-27T05:35:35.259" v="7"/>
          <ac:inkMkLst>
            <pc:docMk/>
            <pc:sldMk cId="4110490580" sldId="264"/>
            <ac:inkMk id="5" creationId="{9ADB9966-BB70-895D-4F30-B1184E80D76D}"/>
          </ac:inkMkLst>
        </pc:inkChg>
        <pc:inkChg chg="add">
          <ac:chgData name="Ing. Lenka Kuklišová Pavelková, Ph.D." userId="S::pavelk11@vspj.cz::bce5352d-ad04-4d08-8f56-3fa1666bb289" providerId="AD" clId="Web-{8D70F9B4-046B-6D6B-28DC-00246C8EC270}" dt="2022-10-27T05:35:36.196" v="8"/>
          <ac:inkMkLst>
            <pc:docMk/>
            <pc:sldMk cId="4110490580" sldId="264"/>
            <ac:inkMk id="6" creationId="{572ADC74-F7F7-CC9F-C235-B51E4B0B0ADF}"/>
          </ac:inkMkLst>
        </pc:inkChg>
      </pc:sldChg>
    </pc:docChg>
  </pc:docChgLst>
  <pc:docChgLst>
    <pc:chgData name="Ing. Lenka Kuklišová Pavelková, Ph.D." userId="S::pavelk11@vspj.cz::bce5352d-ad04-4d08-8f56-3fa1666bb289" providerId="AD" clId="Web-{919D9DFA-333C-0BC5-EF1C-C11FC3654300}"/>
    <pc:docChg chg="addSld delSld modSld addMainMaster modMainMaster">
      <pc:chgData name="Ing. Lenka Kuklišová Pavelková, Ph.D." userId="S::pavelk11@vspj.cz::bce5352d-ad04-4d08-8f56-3fa1666bb289" providerId="AD" clId="Web-{919D9DFA-333C-0BC5-EF1C-C11FC3654300}" dt="2022-10-27T05:05:40.542" v="4"/>
      <pc:docMkLst>
        <pc:docMk/>
      </pc:docMkLst>
      <pc:sldChg chg="modSp new del">
        <pc:chgData name="Ing. Lenka Kuklišová Pavelková, Ph.D." userId="S::pavelk11@vspj.cz::bce5352d-ad04-4d08-8f56-3fa1666bb289" providerId="AD" clId="Web-{919D9DFA-333C-0BC5-EF1C-C11FC3654300}" dt="2022-10-27T05:05:40.542" v="4"/>
        <pc:sldMkLst>
          <pc:docMk/>
          <pc:sldMk cId="2600538101" sldId="263"/>
        </pc:sldMkLst>
        <pc:spChg chg="mod">
          <ac:chgData name="Ing. Lenka Kuklišová Pavelková, Ph.D." userId="S::pavelk11@vspj.cz::bce5352d-ad04-4d08-8f56-3fa1666bb289" providerId="AD" clId="Web-{919D9DFA-333C-0BC5-EF1C-C11FC3654300}" dt="2022-10-27T05:05:15.119" v="2" actId="20577"/>
          <ac:spMkLst>
            <pc:docMk/>
            <pc:sldMk cId="2600538101" sldId="263"/>
            <ac:spMk id="3" creationId="{C09990D9-C89C-5311-8521-289BF8765796}"/>
          </ac:spMkLst>
        </pc:spChg>
      </pc:sldChg>
      <pc:sldChg chg="add">
        <pc:chgData name="Ing. Lenka Kuklišová Pavelková, Ph.D." userId="S::pavelk11@vspj.cz::bce5352d-ad04-4d08-8f56-3fa1666bb289" providerId="AD" clId="Web-{919D9DFA-333C-0BC5-EF1C-C11FC3654300}" dt="2022-10-27T05:05:36.323" v="3"/>
        <pc:sldMkLst>
          <pc:docMk/>
          <pc:sldMk cId="4110490580" sldId="264"/>
        </pc:sldMkLst>
      </pc:sldChg>
      <pc:sldMasterChg chg="modSldLayout">
        <pc:chgData name="Ing. Lenka Kuklišová Pavelková, Ph.D." userId="S::pavelk11@vspj.cz::bce5352d-ad04-4d08-8f56-3fa1666bb289" providerId="AD" clId="Web-{919D9DFA-333C-0BC5-EF1C-C11FC3654300}" dt="2022-10-27T05:05:36.323" v="3"/>
        <pc:sldMasterMkLst>
          <pc:docMk/>
          <pc:sldMasterMk cId="0" sldId="2147483649"/>
        </pc:sldMasterMkLst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1128328197" sldId="2147484014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2091270898" sldId="2147484015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2816252969" sldId="2147484016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3352462032" sldId="2147484017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2432806579" sldId="2147484018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1687909335" sldId="2147484019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3059081661" sldId="2147484020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2530468616" sldId="2147484021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562430152" sldId="2147484022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3603405696" sldId="2147484023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4078110933" sldId="2147484024"/>
          </pc:sldLayoutMkLst>
        </pc:sldLayoutChg>
        <pc:sldLayoutChg chg="replI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3649"/>
            <pc:sldLayoutMk cId="3244953885" sldId="2147484025"/>
          </pc:sldLayoutMkLst>
        </pc:sldLayoutChg>
      </pc:sldMasterChg>
      <pc:sldMasterChg chg="add addSldLayout">
        <pc:chgData name="Ing. Lenka Kuklišová Pavelková, Ph.D." userId="S::pavelk11@vspj.cz::bce5352d-ad04-4d08-8f56-3fa1666bb289" providerId="AD" clId="Web-{919D9DFA-333C-0BC5-EF1C-C11FC3654300}" dt="2022-10-27T05:05:36.323" v="3"/>
        <pc:sldMasterMkLst>
          <pc:docMk/>
          <pc:sldMasterMk cId="0" sldId="2147484013"/>
        </pc:sldMasterMkLst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3192804668" sldId="2147484001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3799793576" sldId="2147484002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3540004401" sldId="2147484003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764205826" sldId="2147484004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1600615051" sldId="2147484005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3047226336" sldId="2147484006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2519149381" sldId="2147484007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2444295147" sldId="2147484008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3668690924" sldId="2147484009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4077173574" sldId="2147484010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1593273160" sldId="2147484011"/>
          </pc:sldLayoutMkLst>
        </pc:sldLayoutChg>
        <pc:sldLayoutChg chg="add">
          <pc:chgData name="Ing. Lenka Kuklišová Pavelková, Ph.D." userId="S::pavelk11@vspj.cz::bce5352d-ad04-4d08-8f56-3fa1666bb289" providerId="AD" clId="Web-{919D9DFA-333C-0BC5-EF1C-C11FC3654300}" dt="2022-10-27T05:05:36.323" v="3"/>
          <pc:sldLayoutMkLst>
            <pc:docMk/>
            <pc:sldMasterMk cId="0" sldId="2147484013"/>
            <pc:sldLayoutMk cId="3153105745" sldId="214748401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6A5EE7E-78C8-D043-8ED1-F6C48A1B29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0AF7DD7-057D-C01C-672D-75405E17133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12E0E75F-9B4A-A7A5-C0DD-D607D5A675B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A135470D-0DA7-932E-D6C1-51CF870544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1164A6B-8B8F-4216-AF0D-A52FE599F646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30T18:54:37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8655 3070 4863 0 0,'13'-6'7488'0'0,"5"-10"-7456"0"0,6-8 0 0 0,-1-8-32 0 0,2-4 0 0 0,4 4 0 0 0,-3 0 0 0 0,0-1 0 0 0,3-1 0 0 0,-3-2 0 0 0,0-2 32 0 0,-4-1-32 0 0,1 6 0 0 0,-4 3 0 0 0,3 5-32 0 0,-4 1 32 0 0,3 4-32 0 0,-3-1 64 0 0,3-4-32 0 0,-3-4 0 0 0,3 3 0 0 0,-2-2 64 0 0,2 5-32 0 0,-3-1-32 0 0,3 4 0 0 0,-2-1 0 0 0,-5-5 0 0 0,3 3 0 0 0,-2-2 128 0 0,-4 11 1536 0 0,-3 14-1056 0 0,-4 13-448 0 0,-2 12-64 0 0,-1 9-32 0 0,-1 4-32 0 0,-1 3 64 0 0,1 2-96 0 0,-8-1 32 0 0,-1 0 32 0 0,0 0-32 0 0,2-1 0 0 0,2-1-32 0 0,-5 0 0 0 0,-1 0 0 0 0,2-1 0 0 0,2 1 32 0 0,3-1-64 0 0,1 1 64 0 0,2 0 0 0 0,1-1-32 0 0,0 1 0 0 0,0 0 32 0 0,1-1 0 0 0,-1 1-64 0 0,0-7 32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30T18:54:37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9480 2102 6335 0 0,'0'-7'320'0'0,"0"5"2688"0"0,0 9-1728 0 0,7 4-672 0 0,2 6-32 0 0,-1 8-96 0 0,-1 5-32 0 0,5-1-224 0 0,0 0-32 0 0,-2 3 160 0 0,-2 2-32 0 0,-4 2-160 0 0,-1 2 128 0 0,-1 1-192 0 0,-2 0 64 0 0,-1 1-64 0 0,1 1 0 0 0,-1-1 64 0 0,1 0-128 0 0,0 0 0 0 0,-1 0 0 0 0,1-1 0 0 0,0 1 0 0 0,-6 0-32 0 0,-3-1 32 0 0,0 1 0 0 0,2 0 0 0 0,2-1-32 0 0,-5 1 64 0 0,0 0-32 0 0,-6-7 0 0 0,0-3 32 0 0,3 2 0 0 0,-3 0 32 0 0,0 3-64 0 0,-2 2 32 0 0,0 1-32 0 0,5 1-32 0 0,-3-6 0 0 0,1-2 32 0 0,-4 0 0 0 0,2 3-32 0 0,-3 1-64 0 0,2 1 64 0 0,-3 3 0 0 0,2 0 32 0 0,-2-6-32 0 0,2-2 0 0 0,5 0 32 0 0,-3-4-32 0 0,2-1-32 0 0,-3-5 32 0 0,1 2 0 0 0,-2-4 32 0 0,0 1 224 0 0,-2-2 160 0 0,3 3-192 0 0,3-3-224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30T18:54:37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10864 2534 3519 0 0,'0'-7'9664'0'0,"0"-8"-9216"0"0,0-10-288 0 0,7 1-128 0 0,2-3 0 0 0,6-4-32 0 0,1-3 32 0 0,4 5-32 0 0,-1-1-32 0 0,3 6 32 0 0,-3 0-32 0 0,3 4 32 0 0,4 5 0 0 0,5 5 0 0 0,-4 12 32 0 0,-6 11 0 0 0,-6 11-32 0 0,-6 8 0 0 0,-5 5-32 0 0,-2 4 64 0 0,-3 0-32 0 0,0 1 0 0 0,0 0 32 0 0,0-1-32 0 0,0 0 0 0 0,-7-7-32 0 0,-1-3 0 0 0,0 0 32 0 0,-5-5 0 0 0,1 0-32 0 0,1 2-32 0 0,-3-4 32 0 0,0 1-64 0 0,-3 3-32 0 0,1 4 32 0 0,-4-4 64 0 0,3 0-32 0 0,-3-5-32 0 0,2 1 64 0 0,-3 2-128 0 0,3 5 160 0 0,-2-4 0 0 0,2 0-32 0 0,-2-3 64 0 0,3-1 0 0 0,-3-3-32 0 0,2 2 0 0 0,5 3 32 0 0,-3-2 0 0 0,9-5 1344 0 0,13-6-1056 0 0,11-5-64 0 0,11-3 0 0 0,7-3-96 0 0,4-1-32 0 0,3-1 96 0 0,1 0-32 0 0,0 0-160 0 0,0 0 0 0 0,-1 1-32 0 0,0-1 0 0 0,-1 1 32 0 0,0 0 128 0 0,0 0-128 0 0,-1 0 576 0 0,1 0-384 0 0,-14 0-4928 0 0,-18 0-4000 0 0,-10 0 8704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8:58:4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38 17384,'0'0'8476,"-2"-15"-7905,-8 1 1472,10 14-1949,0-1-1,0 1 1,0-1 0,0 1 0,-1 0 0,1-1-1,0 1 1,0-1 0,-1 1 0,1 0-1,0-1 1,-1 1 0,1 0 0,0-1 0,-1 1-1,1 0 1,0-1 0,-1 1 0,1 0 0,-1 0-1,1 0 1,0-1 0,-1 1 0,1 0-1,-1 0 1,1 0 0,-1 0 0,1 0 0,-1 0-1,1 0 1,-1 0 0,1 0 0,-1 0-1,0 6-82,0-1 0,0 1-1,0-1 1,1 1-1,0 0 1,0 0-1,2 9 1,0 8 14,-2 770 183,0-792-187,0-13-2110,0-1-755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8:58:45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46 23835,'0'0'3319,"-10"0"1165,25-1-4449,1-1 0,30-8 0,-29 6-28,0 0 0,-1 2 1,20-2-1,180-12 28,138 14-46,-353 2 56,-1 1-63,0 0-1,-1 0 1,1 0-1,-1 0 1,1 1-1,-1-1 0,1 0 1,-1 0-1,0 0 1,0 0-1,0 0 1,1 0-1,-1 0 1,0-1-1,0 1 1,0 0-1,0 0 1,0-1-1,0 1 0,-2 0 1,-25 12-831,25-12 631,-26 10-1498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8:58:47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17192,'0'0'9866,"9"-4"-5930,26-11-3742,-20 10-167,0 1 0,1 1 0,-1 0 0,1 1 0,21 0 0,25-5 45,-25 3-55,-30 4-12,-1-1 0,0 1 0,0-1-1,0 0 1,0-1 0,11-3 0,88-12 86,-61 11-47,0 2 1,46 1-1,-89 3-30,0 0-1,4 0-10,-1 0-1,-3 0 369,-4 15-995,-11 5-598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1:41.85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0,'16285'0,"-16279"0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1 938 26588,'0'0'1457,"4"0"-1326,-4 1-73,1-1 0,-1 0 0,1 0 0,0 0 0,-1 0 1,1 0-1,0 0 0,-1 0 0,1 0 0,0 0 0,-1 0 1,1 0-1,-1 0 0,1-1 0,0 1 0,-1 0 0,1 0 1,-1-1-1,1 1 0,-1 0 0,1-1 0,-1 1 0,1 0 1,-1-1-1,1 1 0,-1-1 0,1 1 0,-1-1 0,0 1 1,1-1-1,-1 0 0,3-25 1821,-4 16-2431,3-22 563,1 0 0,1 0 0,1 0 0,2 1 0,14-40 0,15-68 45,16-45-56,-35 136 1,20-48-4,-32 82 6,0 1 0,0-1 0,2-20 0,13-33 3,-13 48-5,-7 17-1,0 1 0,1-1-1,-1 0 1,1 0 0,0 0 0,-1 1-1,1-1 1,0 0 0,0 1 0,0-1 0,1 0-1,-1 1 1,0-1 0,3-1 0,-3 2-2,0 0 1,1 0 0,-1 0-1,0 0 1,1 0-1,-1 1 1,1-1 0,-1 0-1,1 1 1,-1-1-1,1 1 1,-1 0 0,1-1-1,-1 1 1,1 0 0,0 0-1,-1 0 1,1 0-1,-1 0 1,1 1 0,-1-1-1,1 0 1,0 1-1,-1-1 1,1 1 0,1 1-1,0 0 3,-1 0-1,0 0 0,0 0 1,0 0-1,0 1 1,0-1-1,-1 1 0,1-1 1,-1 1-1,0 0 0,1 0 1,0 5-1,2 6 7,-1 0-1,-1 0 1,0 1-1,0 19 1,-2-3-6,1-6 0,-1 0-1,-2 0 1,-5 33-1,5-50 0,0 0 0,-1 0 0,1 0 0,-2-1 0,1 1 0,-1-1 0,0 0 0,-1 0 0,1 0 0,-1-1 0,-1 0 0,1 0 0,-1 0-1,-8 6 1,-9 12-18,22-23 4,1-2-101,0 0 115,0 0-1,0 0 1,0 0-1,0 0 1,0 0-1,0 0 1,0 0-1,0 0 0,1 0 1,-1 0-1,0 0 1,1 0-1,-1 0 1,1 0-1,-1 0 1,1 0-1,-1 0 1,1 0-1,0 1 1,-1-1-1,1 0 1,0 0-1,0 1 1,-1-1-1,1 1 1,0-1-1,0 0 1,0 1-1,0 0 1,1-1-1,31-15 4,-19 12-5,1 1-1,0 0 0,0 1 1,0 1-1,29 1 1,-35 0 1,-5 0 2,0 1-1,-1 1 1,1-1-1,-1 1 0,1-1 1,-1 1-1,0 0 1,0 0-1,0 0 0,0 1 1,0-1-1,0 1 1,3 4-1,2 0 8,0 1-10,-1-1 1,0 2 0,-1-1 0,0 1 0,0 0-1,0 0 1,-1 0 0,-1 1 0,0 0-1,0 0 1,4 20 0,-4-14 4,-2 1 0,0-1-1,-1 1 1,0-1 0,-2 1 0,0 0 0,-3 17 0,2-29-1,1 0-1,-2 1 1,1-1 0,0 0 0,-1 0 0,0 0 0,0-1 0,-1 1 0,1-1-1,-1 0 1,0 0 0,0 0 0,-1 0 0,-5 4 0,2-2-1,0-1 1,-1 1-1,0-1 1,0-1-1,0 1 1,-1-2-1,-12 5 1,6-6 2,0-1 1,-29-1-1,22 0 12,21-1-128,0 1 1,0 0-1,0-1 0,-1 1 0,1-1 1,0 0-1,0 0 0,0 0 0,0 0 1,0 0-1,0 0 0,1-1 0,-1 1 1,0-1-1,0 1 0,-1-3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29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76 359 27116,'0'0'2103,"6"-33"-753,41-62-889,-31 65-418,23-55 0,-33 74-38,0 0 0,1 0 0,0 1 0,1 0 0,0 0 0,0 1 0,1 0 0,1 1 0,15-12 0,-24 19-5,0 0-1,0 1 0,-1-1 0,1 1 0,0-1 1,0 1-1,1-1 0,-1 1 0,0-1 1,0 1-1,0 0 0,0 0 0,0 0 1,0-1-1,0 1 0,1 0 0,-1 0 0,0 1 1,0-1-1,0 0 0,0 0 0,0 1 1,0-1-1,0 0 0,0 1 0,0-1 1,0 1-1,0-1 0,0 1 0,0 0 1,0-1-1,0 1 0,0 0 0,0 0 0,-1-1 1,2 3-1,17 35 28,-17-32-26,5 16 9,-2 1 1,0 0-1,-2 0 0,2 39 0,-2-18 3,0 179 26,-4-125-27,-6 21-5,-5 0-1,-39 174 1,31-192 5,2-16 3,-4-2 0,-32 83 0,51-159-18,0 1-1,-1-1 0,1 0 1,-1 0-1,-1 0 0,0-1 0,1 1 1,-10 7-1,13-13 3,0 0 0,-1 1 0,1-1 0,-1 0 0,1-1 0,-1 1 0,1 0 0,-1 0 0,1-1 0,-1 1 0,0-1 0,1 1 0,-1-1 0,0 0 0,0 1 0,1-1 0,-1 0 0,0 0 0,0 0 0,1-1 0,-1 1 0,0 0 0,0-1 0,1 1 0,-1-1 0,0 1 0,1-1 0,-1 0 0,1 0 0,-1 0 0,1 0 1,-1 0-1,1 0 0,0 0 0,-1 0 0,1 0 0,0-1 0,0 1 0,0-1 0,0 1 0,-1-3 0,-7-8-3,0-1 0,2-1 0,-1 1 1,2-1-1,0-1 0,0 1 0,2-1 1,0 0-1,0 0 0,-2-23 0,3-5 0,2 0 0,5-69 0,-2 103 4,0 0 0,0 1-1,1-1 1,0 1 0,1 0-1,-1 0 1,2 0 0,-1 0-1,1 1 1,0 0 0,1 0-1,9-11 1,14-11 2,46-37 0,-46 43-2,131-115 11,-122 101-16,-2-1 1,-1-2-1,52-79 0,-77 106 9,-2 0-1,1-1 0,-2 0 1,0 0-1,0-1 0,-1 1 1,-1-1-1,-1-1 0,0 1 1,-1-1-1,2-29 0,-5 34-2,1 5 1,-1-1 1,0 1-1,-1 0 0,1 0 1,-4-12-1,3 16-1,0 0-1,0 1 1,1-1 0,-2 0-1,1 0 1,0 1-1,0-1 1,0 1 0,-1-1-1,1 1 1,-1-1 0,1 1-1,-1 0 1,0 0 0,1 0-1,-1 0 1,0 0-1,0 0 1,0 0 0,0 1-1,0-1 1,-3 0 0,-1 0 1,1 1-4,4 0-14,2 29-24,0-26 40,-1-1 0,1 0 0,0 0 0,1 0 0,-1 0 0,0 0 1,1 0-1,-1 0 0,1 0 0,-1 0 0,1-1 0,0 1 0,0 0 0,0-1 1,0 0-1,0 1 0,0-1 0,0 0 0,0 0 0,0 0 0,1-1 0,-1 1 1,0 0-1,0-1 0,4 1 0,8 1 3,0 0-1,0-1 1,15-1-1,-18 0 1,-5 0 1,0 0 0,1 0 0,-1 0 0,1 0 0,-1-1 0,0 0 0,1-1 0,-1 1 0,0-1 0,0-1 0,0 1 0,0-1 0,0 0 0,-1 0 0,1 0 0,-1-1 0,0 0 0,0 0 0,8-9 0,86-91 137,-46 47-34,-40 48-104,-8 14-161,-5 18-306,0-21 400,-8 29-2279,-13 4-5145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46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539 5 28637,'0'0'2356,"0"-1"-2348,0 1 0,0 0 0,0 0 0,0 0 0,0 0 0,0-1 1,0 1-1,0 0 0,0 0 0,0 0 0,0 0 0,0-1 0,0 1 0,-1 0 0,1 0 0,0 0 1,0 0-1,0 0 0,0-1 0,0 1 0,0 0 0,-1 0 0,1 0 0,0 0 0,0 0 0,0 0 1,0 0-1,0 0 0,-1 0 0,1-1 0,0 1 0,0 0 0,0 0 0,0 0 0,-1 0 1,1 0-1,0 0 0,0 0 0,0 0 0,-1 0 0,1 0 0,0 0 0,0 0 0,0 1 0,0-1 1,-1 0-1,1 0 0,0 0 0,0 0 0,0 0 0,0 0 0,0 0 0,-1 0 0,1 1 0,-8 6 1,0 1 0,1 1-1,0 0 1,0 0 0,1 0-1,-8 17 1,-7 8-3,-127 210 12,-52 76 9,191-307-27,-2 0 0,0-1 0,-16 15 0,25-24 3,2-3-3,0 0 0,-1 0 1,1 0-1,0 0 0,0 1 0,0-1 0,0 0 0,-1 0 0,1 0 1,0 0-1,0 0 0,0 0 0,-1 0 0,1 0 0,0 0 0,0 0 1,0 0-1,-1 0 0,1 0 0,0 0 0,0 0 0,-1 0 1,1 0-1,0 0 0,0 0 0,0 0 0,-1 0 0,1 0 0,0 0 1,0 0-1,0 0 0,0-1 0,-1 1 0,1 0 0,0 0 0,0 0 1,0 0-1,0 0 0,-1-1 0,1 1 0,0 0 0,0 0 0,0 0 1,0-1-1,0 1 0,0 0 0,0 0 0,0 0 0,0-1 1,-1 1-1,-8-11-24,2-10 18,1-1 0,2 0 0,0 0 0,1 0 0,1-1 1,1 1-1,1-1 0,4-37 0,-3 55 6,1-1 1,-1 1 0,1 0-1,0 0 1,0-1 0,1 2-1,-1-1 1,1 0 0,0 0-1,0 1 1,1 0 0,-1-1-1,1 1 1,0 1 0,0-1-1,0 1 1,8-5 0,-5 3 2,0 1 0,0 0 0,1 1 0,-1 0 0,1 0 0,0 1 0,0-1 0,0 2 0,0-1 0,0 1 0,10 0 0,-13 1-1,1 0 0,0 0 0,0 1 0,-1 0 0,1 0 0,-1 0 0,1 1 0,-1-1 1,1 1-1,-1 0 0,0 1 0,0 0 0,0-1 0,0 2 0,-1-1 0,1 0 0,-1 1 0,0 0 0,0 0 1,0 0-1,0 1 0,5 7 0,18 25 19,38 69-1,-40-62-1,34 44-1,-49-75-15,1 0-1,0-1 1,1 0-1,1-1 1,0 0-1,0-1 1,20 12-1,-22-18-2,0 0 0,0 0 0,0-1 0,1-1 1,0 0-1,-1 0 0,1-1 0,0 0 0,0-1 0,0-1 0,-1 0 0,14-3 0,17-18 45,-41 20-45,-1-20-5264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4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28845,'0'0'1382,"15"-3"-1184,93-15-80,1 5 0,151 2 0,-259 11-536,-2 23-4590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4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28221,'0'0'2257,"-1"0"-2244,1 0 0,0 0 1,-1 0-1,1 0 0,0 1 0,-1-1 1,1 0-1,0 0 0,0 0 0,-1 1 1,1-1-1,0 0 0,0 0 1,-1 1-1,1-1 0,0 0 0,0 1 1,0-1-1,0 0 0,-1 1 0,1-1 1,0 0-1,0 1 0,0-1 0,0 0 1,0 1-1,0-1 0,0 0 0,0 1 1,0 0-1,7 0 39,0 1 0,0-2-1,1 1 1,-1 0 0,0-1 0,1-1 0,8-1 0,6 1 26,256-1 181,-277 2-286,-1-14-11034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48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27629,'0'0'2577,"96"21"-1086,132 63-1416,-198-70-73,1 1 1,-2 2 0,0 1-1,-1 2 1,29 25 0,-56-43-3,1-1 0,-1 1 0,1-1 0,-1 1 0,0 0 0,1-1 1,-1 1-1,0 0 0,0 0 0,-1 0 0,1 0 0,0 0 0,-1 0 0,1 0 0,-1 0 0,1 0 1,-1 0-1,0 0 0,0 0 0,0 0 0,0 1 0,0-1 0,-1 0 0,1 0 0,-1 0 1,1 0-1,-1 0 0,0 0 0,-1 3 0,-1 0 4,0 1-1,0-1 1,-1 0-1,0 0 1,0 0 0,0 0-1,-9 7 1,-202 140 11,162-118-11,5-2 10,-66 57 1,106-78-979,23-9-2542,-9-2 2293,17 0-9765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49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27 495 27869,'0'0'2337,"-4"-7"-2156,0 1-146,1-1 1,0 0-1,0 0 0,1-1 0,0 1 1,0-1-1,0 1 0,1-1 0,1 1 1,-1-1-1,1-11 0,2 5-7,-1 0 1,2 0-1,0 1 0,1-1 0,9-25 0,-2 16-15,1-1-1,1 2 1,1 0 0,1 0-1,1 1 1,30-31 0,-45 51-13,0 0 0,0 0 0,0-1 0,0 1 1,0 0-1,1 0 0,-1 0 0,0 0 0,1 1 1,-1-1-1,1 0 0,-1 1 0,0-1 1,1 0-1,0 1 0,-1 0 0,1-1 0,-1 1 1,1 0-1,-1 0 0,1 0 0,0 0 0,2 0 1,-2 1 0,0 0 1,0 0 0,-1 1-1,1-1 1,-1 0 0,1 0-1,-1 1 1,1-1-1,-1 1 1,0 0 0,0-1-1,0 1 1,0 0 0,0-1-1,0 1 1,1 3 0,3 11 14,0 0 1,-1 0-1,3 28 0,-6-35-10,14 119 80,0 169 1,-9 204-34,-8-482-51,0 0 1,-2 0-1,0 0 0,0 0 0,-2-1 0,-1 0 0,0 0 0,-17 29 0,22-42-9,1-3 6,1 0 0,-1 0 0,0 0 0,0 0 0,0 0-1,0 0 1,-1-1 0,1 1 0,0 0 0,-1-1 0,1 1 0,-1-1-1,1 1 1,-1-1 0,0 0 0,0 0 0,0 0 0,1 0 0,-1 0-1,0 0 1,0 0 0,0 0 0,0-1 0,-1 1 0,1-1 0,0 0-1,0 0 1,0 0 0,0 0 0,0 0 0,-1 0 0,1 0-1,0 0 1,0-1 0,-2 0 0,1 0-1,0-1-1,-1 1 1,1-1 0,0 1-1,0-1 1,1 0 0,-1 0 0,0 0-1,1-1 1,-1 1 0,1-1-1,0 1 1,0-1 0,0 0-1,-3-5 1,0 0 1,1 1 0,0-1 0,0 0 0,1 0 0,-3-10 0,-2-30-10,2 0 0,3-1 0,2-50 0,1 97 10,1-11 1,0 1 1,1-1-1,1 0 0,0 1 0,0 0 1,2-1-1,-1 2 0,1-1 1,1 0-1,0 1 0,1 0 0,10-13 1,14-14 3,65-63 1,-73 78-5,20-20 9,72-77 63,-104 107-64,0-2-1,-1 1 0,-1-1 0,0-1 0,-1 1 1,-1-2-1,6-17 0,-11 23 0,0 0-1,-1 0 1,0 0-1,-1 0 1,-2-18 0,0-5 6,2 32-13,-1 1 0,1-1 0,-1 0-1,0 0 1,0 0 0,0 1-1,0-1 1,0 0 0,0 1 0,-1-1-1,1 1 1,0-1 0,-1 1-1,1 0 1,-1-1 0,0 1-1,1 0 1,-1 0 0,0 0 0,-3-1-1,0 0-2,0 0 0,1 0 1,-1 0-1,0 0 0,0 1 0,0 0 0,-9-1 0,14 5 2,0 1-1,0-1 1,1 0 0,-1 0-1,1 0 1,0 0 0,0 0-1,0 0 1,2 4 0,2-2 2,0 0 1,0 0-1,1 0 0,-1-1 1,1 0-1,0 0 1,0 0-1,1-1 0,-1 0 1,1 0-1,-1-1 1,1 0-1,0 0 1,0 0-1,7 0 0,3 0 5,-1 0-1,0-1 0,0-1 0,0-1 0,28-3 0,-39 2 1,0 0 0,1 1 0,-1-2 0,0 1 0,0-1 0,0 1 0,0-1 0,-1 0 0,1-1 0,-1 1 0,0-1 0,6-7 0,44-60 85,-22 26-25,-10 18-5,-1-2 1,23-42-1,-39 56-24,-5 15-33,0-1 1,0 0-1,0 0 0,0 1 0,1-1 0,-1 0 0,0 0 1,0 0-1,1 1 0,-1-1 0,0 0 0,1 1 0,-1-1 1,0 0-1,1 1 0,-1-1 0,1 0 0,-1 1 0,1-1 1,0 1-1,-1-1 0,1 1 0,-1-1 0,1 1 1,0-1-1,0 1 0,-1 0 0,1-1 0,0 1 0,0 0 1,0-1-1,-5 14-412,-18 10-534,-11 3-1702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3:07.55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0,'3660'0,"-3706"0,-4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38.51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1,'19955'0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38.50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42 0,'-41'0,"19985"0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38.50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0,'20189'0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38.50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1,'20290'0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38.50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1,'20414'0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38.50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1,'20111'0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38.50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100 1,'-68'0,"38"0,28 0,13 0,20059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38.50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0,'20190'0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5:21.7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 49,'0'-3,"-1"-35,1 31,0 28,207 11821,-207-11835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5:33.02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0,'126'7204,"-126"-7198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23.99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1,'82'4695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23.98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1,'207'11849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34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41 23787,'0'0'2777,"0"-6"-2491,0-13 4,0 4 3672,-8 21-3927,-44 83 8,-233 285-9,220-295-34,59-72 0,5-5-1,-1-1 1,1 1-1,-1 0 0,1 0 1,-1-1-1,0 1 1,0-1-1,0 0 0,0 1 1,0-1-1,0 0 0,-1 0 1,1 0-1,0-1 1,0 1-1,-1 0 0,1-1 1,0 1-1,-1-1 0,1 0 1,-1 0-1,1 0 1,0 0-1,-3-1 0,3 0-1,1 1-1,0-1 1,-1 0-1,1 0 1,0 0-1,-1 0 1,1 0-1,0 0 1,0 0-1,0-1 1,0 1-1,0 0 1,0-1-1,1 1 1,-1 0-1,0-1 1,1 1-1,-1-1 1,1 1-1,-1-1 1,1 1-1,0-1 1,0 0-1,-1 1 1,1-1-1,0 1 1,1-4-1,-3-58 11,2 53 6,0-1-13,0 1 0,1-1 0,0 0-1,0 0 1,2 1 0,-1-1 0,1 1-1,1-1 1,0 1 0,0 0 0,1 1-1,0-1 1,1 1 0,0 0 0,0 0-1,1 1 1,0 0 0,0 0 0,1 0 0,13-9-1,-16 14 0,0 0-1,0 0 0,0 0 0,1 1 1,-1 0-1,1 0 0,-1 0 0,1 0 1,0 1-1,11-1 0,60 3-7,-73 0 9,0 0-1,0 0 1,0 1-1,0-1 1,0 1-1,-1 0 1,1 0 0,-1 0-1,1 1 1,-1-1-1,0 1 1,0 0-1,5 5 1,35 47 7,-41-52-8,12 20 3,-1 0 0,-2 0 1,15 40-1,-21-45-1,2-1 0,0 0 0,1 0 0,0 0 1,2-1-1,0-1 0,0 0 0,23 24 0,-29-36 1,-1 0 0,1-1 0,0 0 0,1 0 0,-1 0-1,0 0 1,0-1 0,1 1 0,-1-1 0,1 0 0,-1-1-1,1 1 1,0-1 0,-1 0 0,1 0 0,-1 0 0,1-1 0,0 0-1,-1 1 1,1-2 0,-1 1 0,0 0 0,1-1 0,-1 0 0,0 0-1,0 0 1,0-1 0,6-3 0,86-88-1348,-85 86-194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34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29117,'0'0'995,"18"0"-858,147-8 177,72 3-114,-207 5-200,-29 0-48,-1 8-3935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3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 27597,'0'0'2537,"-4"1"-2260,-4 3-64,13-2-38,27-2 78,50-7-37,-71 5-266,15-2-318,56-4 1,-77 6-2004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35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29 28173,'0'0'2060,"-4"-2"-1887,-7-10 112,16 5 398,34 2-296,-16 3-372,1 1 0,-1 1 1,1 2-1,-1 0 0,1 1 0,-1 1 0,0 1 0,35 14 0,137 57-9,-184-72-6,-5-2-3,-5-1-8,-1 4 12,-1 1 0,0-1 1,0 1-1,0-1 0,-1 0 0,0 0 0,0 1 0,0-1 0,-1-1 0,0 1 0,1 0 0,-2-1 1,1 1-1,-6 5 0,-9 8 6,-39 32 0,5-5-6,15-10 50,-55 41-1,-2 1 7,91-74-152,0 0 1,0 0-1,1 1 1,-1-1-1,1 1 1,0 0-1,0-1 1,0 1-1,0 0 0,0 0 1,1 0-1,0 0 1,0 1-1,0-1 1,1 0-1,-1 0 1,1 1-1,0-1 1,0 0-1,1 6 1,-1 2-2547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37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38 962 26684,'0'0'2457,"-2"-12"-2203,-31-242 1098,31 18-1197,3 126-147,0 95-5,0 0-1,2 1 1,-1-1-1,2 0 1,0 1-1,0 0 1,2 0-1,-1 0 1,16-24-1,-7 14 6,2 1 1,1 0-1,1 1 0,28-26 1,-41 44-9,0-1 0,0 1 0,1 0 0,-1 1 0,1-1 0,0 1 0,1 0 0,-1 1 0,0-1 0,11-1 1,-14 3-2,0 0 1,0 1 0,0 0 0,0-1 0,0 1 0,0 0 0,0 0-1,0 1 1,0-1 0,0 1 0,0 0 0,0-1 0,-1 1 0,1 0 0,0 1-1,0-1 1,-1 0 0,1 1 0,-1 0 0,1-1 0,-1 1 0,0 0 0,0 0-1,1 0 1,2 5 0,2 4 4,-1 1-1,-1-1 1,0 1 0,-1 0-1,0 0 1,0 0-1,-1 1 1,-1-1 0,2 25-1,-3 2 19,-6 76 0,3-106-19,0 0-1,0 0 0,-1-1 0,0 1 1,-1-1-1,1 0 0,-2 0 1,1 0-1,-1 0 0,0-1 0,-1 0 1,0 0-1,-9 8 0,24-20-1,0 0-1,1 0 0,-1 1 0,1 0 1,0 0-1,0 1 0,0 1 0,1-1 1,-1 2-1,0-1 0,1 2 0,20 0 1,-22 0-1,0 0 1,0 0-1,0 1 1,0 0-1,0 1 1,0 0 0,-1 0-1,1 1 1,-1 0-1,1 1 1,-1-1-1,0 2 1,-1-1-1,1 1 1,-1 0-1,0 1 1,7 6 0,-7-2-3,0 0 0,-1 0 1,0 1-1,0 0 1,-2 0-1,1 0 0,-1 1 1,-1-1-1,0 1 1,-1 0-1,0 0 0,-1 0 1,0 0-1,-1 18 1,-1-27 2,1-1 1,-1 1 0,0-1 0,0 1 0,0-1 0,0 1-1,-1-1 1,1 0 0,-1 1 0,1-1 0,-1 0 0,0 0-1,0 0 1,0 0 0,0-1 0,0 1 0,-4 2 0,-47 29 9,40-25-5,2-2 28,-1-1-1,1 1 0,-1-2 0,0 0 1,0 0-1,0-1 0,-18 2 0,-9-2 86,-51-2-1,24-2-250,51 6-3293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39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15 961 26204,'0'0'2116,"-10"7"-300,9-12-1763,0 0 0,0 0-1,0 1 1,1-1 0,0 0-1,0 0 1,0 0-1,2-7 1,-2-1-6,0-279 155,3 263-198,0 0 0,2 0 0,1 0 0,12-32 0,1-9-5,-5 15 6,25-65 0,-29 95 2,1 1 0,1 0 0,2 1 0,28-40 0,-40 60-7,0 1 0,0 0 0,1-1-1,-1 1 1,1 0 0,-1 0 0,1 0-1,-1 0 1,1 1 0,0-1-1,0 1 1,0 0 0,0-1 0,0 1-1,0 1 1,0-1 0,0 0 0,1 1-1,-1 0 1,0-1 0,0 1 0,0 1-1,1-1 1,-1 0 0,0 1-1,0-1 1,0 1 0,0 0 0,0 0-1,0 0 1,0 1 0,0-1 0,0 1-1,0 0 1,-1-1 0,1 1-1,0 0 1,-1 1 0,0-1 0,0 0-1,0 1 1,0-1 0,0 1 0,0 0-1,0-1 1,-1 1 0,1 0-1,0 3 1,13 26 1,-10-22 1,-1 0 0,1 0 0,-2 1 1,1 0-1,-1-1 0,2 16 0,-2 6 13,-1-1 0,-3 53 1,-2-76-13,0 1 0,0-1 0,-1 0 0,0 0 0,0 0 0,-1-1 1,0 1-1,0-1 0,-1 0 0,-11 10 0,17-16-3,0-1 0,0 0 0,0 0-1,0 0 1,-1 0 0,1 1 0,0-1-1,0 0 1,0 0 0,0 0 0,0 0 0,-1 0-1,1 0 1,0 1 0,0-1 0,0 0-1,0 0 1,-1 0 0,1 0 0,0 0 0,0 0-1,0 0 1,-1 0 0,1 0 0,0 0-1,0 0 1,0 0 0,-1 0 0,1 0 0,0 0-1,0 0 1,0 0 0,-1 0 0,1 0-1,0 0 1,0 0 0,0-1 0,0 1 0,-1 0-1,1 0 1,0 0 0,0 0 0,0 0-1,-1-1 1,-2-11-22,3 11 21,0-1 0,0 1-1,1-1 1,-1 1 0,0-1-1,0 1 1,1 0 0,-1-1-1,1 1 1,-1 0 0,1-1-1,0 1 1,0 0 0,-1 0-1,1 0 1,0-1 0,0 1-1,0 0 1,0 0 0,0 0-1,0 1 1,0-1 0,3-1-1,5-1 2,1 2 0,-1 0 0,0 0 0,1 0 0,-1 1 0,1 1 0,-1-1 0,15 4 0,-20-2 0,0-1-1,-1 1 1,1 0-1,-1 0 1,1 0-1,-1 0 1,0 1-1,0 0 1,0-1-1,0 1 1,0 0-1,-1 0 0,4 5 1,27 47-9,-30-48 9,1 4-1,-1-1-1,0 1 1,-1-1 0,0 1-1,-1 0 1,0 0 0,-1-1-1,0 1 1,-3 16 0,2 13-2,0-37 4,0 1 0,0-1 0,0 1 1,0-1-1,-1 0 0,0 1 0,0-1 0,0 0 0,0 0 0,0 0 0,0 0 0,-1-1 0,1 1 1,-1-1-1,0 1 0,0-1 0,0 0 0,0 0 0,0 0 0,0-1 0,-5 2 0,-5 4 2,-1-1 0,0 0-1,-29 7 1,22-9 2,-1-1 1,1-2-1,-28 0 1,39-1-55,9 0-284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3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20 28045,'0'0'1699,"-4"0"-1629,-12 0-41,13 0 224,16 0-7,138-10 202,-97 4-978,90 3 1,-144 7-1749,0 5-1292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40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62 26604,'0'0'2809,"-10"3"-1883,36-3-780,0-2 0,0 0-1,0-2 1,40-10 0,22-7-114,-82 7-3079,-5 7-835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40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27789,'0'0'1886,"0"0"-1872,1 1-1,-1-1 1,0 0-1,0 0 1,0 0-1,0 0 1,0 0 0,0 0-1,0 0 1,0 0-1,0 0 1,0 1 0,0-1-1,0 0 1,0 0-1,0 0 1,0 0-1,0 0 1,0 0 0,0 0-1,0 1 1,0-1-1,0 0 1,0 0 0,0 0-1,0 0 1,0 0-1,0 0 1,0 0-1,0 0 1,0 1 0,0-1-1,0 0 1,0 0-1,0 0 1,-1 0 0,1 0-1,0 0 1,0 0-1,0 0 1,0 0 0,0 0-1,0 0 1,0 0-1,0 1 1,0-1-1,-1 0 1,1 0 0,0 0-1,0 0 1,0 0-1,0 0 1,0 0 0,0 0-1,0 0 1,-1 0-1,1 0 1,0 0-1,0 0 1,0 0 0,0 0-1,0 0 1,0 0-1,-1-1 1,22 13 50,0-2 1,1 0-1,-1-2 0,2 0 1,-1-2-1,26 5 0,-4 0-28,148 25 41,-38-10-61,-153-26-15,0 0-1,-1 0 1,1 1 0,0-1-1,0 0 1,0 0 0,0 1-1,0-1 1,-1 1 0,1-1-1,0 0 1,0 1 0,-1 0-1,1-1 1,0 1 0,-1-1-1,1 1 1,-1 0 0,1-1 0,0 1-1,-1 0 1,0 0 0,1-1-1,-1 1 1,1 1 0,-2 28 26,-1-24-23,0-1 0,0 1 0,0-1 0,0 0 0,-1 0 0,0 0 0,0 0 0,0-1-1,-1 1 1,0-1 0,-8 8 0,-57 46 25,49-42-19,-8 7 12,-3 2 32,-1 0 0,-1-2-1,-62 33 1,94-56-77,0 1 0,0-1 0,0 0-1,0 1 1,0-1 0,0 1 0,0 0 0,0-1 0,1 1 0,-1 0-1,0 0 1,0-1 0,1 1 0,-1 0 0,0 0 0,1 0-1,-1 0 1,1 0 0,-1 0 0,1 0 0,-1 0 0,1 0-1,0 0 1,-1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2:4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9 407 26716,'0'0'2335,"-6"-34"-1487,6 10-712,-1 11-114,0 1 0,1-1 0,0 0 1,1 1-1,1-1 0,0 1 1,1-1-1,0 1 0,1 0 0,0 0 1,7-12-1,13-16-8,-12 19-5,1 0 0,1 2 0,31-35 1,-41 49-13,24-18 95,-27 22-90,0 1 0,0-1 1,0 1-1,0-1 0,0 1 1,0-1-1,0 1 1,0 0-1,0 0 0,0-1 1,1 1-1,-1 0 0,0 0 1,0 0-1,0 0 1,0 1-1,0-1 0,1 0 1,-1 0-1,0 1 1,0-1-1,0 0 0,0 1 1,0-1-1,0 1 0,0 0 1,0-1-1,0 1 1,0 0-1,1 1 0,1 2 7,0 0 0,-1 0 0,1 0 0,-1 0 0,0 0-1,0 1 1,0-1 0,0 1 0,-1 0 0,0-1 0,1 6 0,5 62 136,-3-33-85,5 82 45,-6 136 0,-4-149-85,2-10-15,-3 118 3,1-197-7,0-1-1,-2 0 0,0 0 1,-2 0-1,0 0 1,-12 29-1,16-45-1,0 0 0,0 0 1,-1-1-1,1 1 0,0 0 1,-1-1-1,1 1 0,-1-1 0,0 0 1,1 1-1,-1-1 0,0 0 1,0 0-1,0 0 0,0 0 0,0 0 1,0-1-1,-3 2 0,4-2-2,0 0 1,-1 0-1,1 0 0,0 0 0,0 0 0,-1 0 0,1 0 0,0-1 1,0 1-1,-1 0 0,1-1 0,0 1 0,0-1 0,0 1 1,0-1-1,0 0 0,-1 1 0,1-1 0,0 0 0,1 0 1,-1 0-1,0 1 0,0-1 0,0 0 0,0 0 0,1 0 1,-1-1-1,-1-1 0,-4-13-1,0 0 1,0-1-1,2 1 0,0-1 1,1 0-1,-1-21 0,2-108-18,3 83 19,-1 56 3,0 1 0,1 0 0,0-1-1,1 1 1,-1 0 0,1-1 0,0 1-1,1 0 1,-1 1 0,1-1 0,0 0 0,6-7-1,4-3 1,0 0-1,25-21 1,5-5 4,52-55 50,-60 64 28,-2-2-1,52-68 1,-79 92-73,0 0 0,-1-1 0,-1 1 0,1-1 0,-2 0 0,0 0 0,0-1 0,-1 1 0,-1-1 0,0 1 0,-1-1 0,-1-19 0,1 29-9,-1 1 0,0 1-1,-1-1 1,1 0-1,0 1 0,0-1 1,-1 1-1,1-1 1,-1 1-1,1 0 0,-1-1 1,0 1-1,1 0 1,-1 0-1,0 0 1,0 1-1,0-1 0,1 0 1,-1 1-1,0-1 1,0 1-1,0-1 0,0 1 1,0 0-1,0 0 1,-3 0-1,-55-4-18,59 4 17,0 0 1,1 0-1,-1 0 1,1 0-1,-1 0 1,1 0-1,-1 0 1,0 0 0,1 0-1,-1 1 1,1-1-1,-1 0 1,1 0-1,-1 1 1,1-1-1,-1 0 1,1 1-1,-1-1 1,1 1-1,0-1 1,-1 0 0,1 1-1,-1-1 1,1 1-1,0-1 1,0 1-1,-1-1 1,1 1-1,0-1 1,0 1-1,-1 0 1,1-1 0,0 1-1,0-1 1,0 1-1,0-1 1,0 1-1,0 0 1,0-1-1,0 1 1,0-1-1,0 2 1,11 21 2,-6-19 5,1 1-1,-1-1 1,1 0-1,0-1 0,1 0 1,-1 1-1,0-2 1,1 1-1,0-1 0,0 0 1,-1-1-1,1 1 1,0-1-1,0-1 1,0 1-1,0-1 0,0-1 1,0 1-1,0-1 1,0 0-1,0-1 0,9-2 1,-2-1 27,0-1 0,0 0 0,0-1 1,-1 0-1,0-1 0,-1-1 0,1 0 0,-2 0 0,16-16 1,25-38 163,-49 59-193,-3 4-44,0 0 0,0-1 0,0 1 0,0 0 0,1-1 0,-1 1 0,0 0 0,0-1 0,1 1 0,-1 0 0,0 0 0,1-1 0,-1 1 0,0 0 0,1 0 0,-1 0 0,0-1 0,1 1 0,-1 0 0,0 0 0,1 0 0,-1 0 0,1 0 0,-1 0 1,0 0-1,1 0 0,-1 0 0,1 0 0,-1 0 0,1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6:12.65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2 100,'-1'-87,"1"75,0 59,197 11198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4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12 416 5715,'0'0'22554,"-2"9"-22314,-6 24 24,6-24 1123,2-32-1197,2 1-146,1 1 0,1-1 1,1 1-1,1 0 0,1 0 0,1 1 0,13-26 1,18-55 1,-27 69-5,20-41 1,-11 29 6,-19 44 5,1 10-39,-1 19-25,-1-24 16,6 529 165,-10-306-807,-1-169-1564,3-32-909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48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83 25724,'0'0'2596,"-16"4"-2412,-50 21 85,60-22-221,1 1 0,-1 0 0,1 0 0,0 1 1,0-1-1,0 1 0,0 0 0,1 1 0,0-1 0,0 1 0,1 0 0,-1 0 0,-2 7 0,-5 8 74,-2 2-17,0 1-1,2 0 0,1 1 1,1 0-1,1 0 1,-7 43-1,8-12 5,1-1-1,3 62 1,3-115-110,0 0 1,0 0 0,0 0-1,1 0 1,-1 0 0,1 0-1,-1 0 1,1 0-1,0 0 1,0-1 0,0 1-1,0 0 1,0 0 0,0-1-1,1 1 1,-1-1 0,0 1-1,1-1 1,-1 1-1,1-1 1,0 0 0,-1 0-1,1 0 1,0 0 0,0 0-1,-1 0 1,1 0 0,0 0-1,0-1 1,0 1-1,0-1 1,0 0 0,0 1-1,0-1 1,0 0 0,0 0-1,1 0 1,-1 0 0,2-1-1,1 0 4,0 1-1,0-1 1,0 0 0,0 0-1,-1 0 1,1-1-1,0 1 1,-1-1-1,1 0 1,-1-1 0,0 1-1,0-1 1,0 0-1,0 0 1,0 0-1,3-4 1,12-21 6,-1 0 1,-2-2-1,-1 0 0,16-44 1,29-132 28,-56 184-32,-1-1 0,-2 0 0,-1-42 0,0 27 10,-1 33-7,0 0-1,0 1 0,-1-1 0,1 0 1,-1 1-1,0 0 0,0-1 0,0 1 0,-1 0 1,0 0-1,0 0 0,0 0 0,0 1 0,0-1 1,-1 1-1,1 0 0,-9-5 0,10 6-16,0 0-1,0 1 1,0-1-1,0 1 1,0 0 0,-1 0-1,1 0 1,0 0-1,-1 0 1,1 0-1,-1 1 1,1-1-1,-1 1 1,1 0-1,-1 0 1,0 0-1,1 0 1,-1 0-1,1 0 1,-1 1-1,1-1 1,-1 1 0,1-1-1,-1 1 1,1 0-1,0 0 1,-1 0-1,1 1 1,0-1-1,0 0 1,0 1-1,0 0 1,0-1-1,0 1 1,0 0-1,-2 3 1,-2 5-299,-1 0 0,2 1 1,0-1-1,0 1 0,1 0 0,-3 13 0,-6 35-2179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4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1 517 26924,'0'0'2300,"7"-9"-2039,19-31-17,-1-2-1,28-67 1,-5 11-147,64-105 36,-112 202-130,1 0 1,-1 0-1,0 1 1,0-1-1,1 0 1,-1 0-1,1 1 1,-1-1-1,0 0 1,1 0-1,-1 1 1,1-1-1,0 0 1,-1 1-1,1-1 1,0 1-1,-1-1 1,1 1-1,0-1 1,-1 1-1,1-1 0,0 1 1,0 0-1,1-1 1,5 16-18,-3 34 5,-4 401 2,0-257-2753,0-131-1372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49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436 150 21658,'0'0'5763,"-8"-12"-5379,-25-35 29,29 43-341,-1 1-1,1-1 1,-1 1-1,0 0 1,1 0-1,-1 1 1,-1-1-1,1 1 1,0 0-1,0 1 1,-1-1-1,1 1 1,-1 0-1,1 1 1,-1-1-1,0 1 1,1 0-1,-1 0 1,-9 2 0,-2-1 29,11-1-79,-1 0 1,1 0 0,-1 0 0,1 1-1,0 0 1,-1 0 0,1 1 0,0 0-1,0 0 1,0 0 0,0 1 0,1 0-1,-1 0 1,1 1 0,-1-1-1,1 1 1,0 0 0,0 0 0,1 1-1,-8 8 1,-1 1 12,0 1-1,1 0 1,0 1-1,1 0 1,1 0-1,1 1 1,0 1-1,1 0 1,1 0-1,1 0 1,0 1-1,1 0 1,-3 36-1,5-25-19,-1 44 5,4-70-20,0 0 0,1 0 1,-1 0-1,1-1 0,0 1 0,0 0 0,1-1 0,-1 1 0,1-1 1,-1 1-1,1-1 0,0 0 0,0 1 0,1-1 0,3 4 0,2-1 1,0 0-1,-1-1 0,2 0 0,-1-1 0,1 1 0,-1-2 0,1 1 0,0-1 1,0-1-1,1 1 0,-1-2 0,0 1 0,1-1 0,-1-1 0,1 0 1,-1 0-1,1-1 0,-1 0 0,11-2 0,-15 1-1,1 0 0,-1 0 0,0-1 0,0 0 0,0 0 0,0 0 0,0-1 0,0 1 0,-1-1 0,0 0 0,1 0 0,-2-1-1,1 1 1,3-6 0,3-4 5,-1-1 0,0 1 0,10-25 0,-1-6 10,-3 0 1,-2-1-1,-1-1 0,-3 0 1,-2 0-1,-2-1 0,0-51 1,-5 98-13,0-1-1,0 1 1,-1-1 0,1 1 0,0-1 0,0 1-1,-1-1 1,1 1 0,-1-1 0,1 1 0,-1 0-1,1-1 1,-1 1 0,0-1 0,0 1 0,0 0-1,0 0 1,0 0 0,0 0 0,0-1 0,0 1-1,0 1 1,0-1 0,-1 0 0,1 0 0,0 0-1,-1 1 1,1-1 0,-1 0 0,1 1 0,-1 0-1,1-1 1,-1 1 0,1 0 0,-1-1 0,1 1-1,-1 0 1,1 0 0,-1 0 0,1 1 0,-3-1 0,-1 1-20,0 0 1,0 0 0,0 0-1,1 1 1,-1-1 0,1 1-1,-1 0 1,1 0 0,0 1-1,-1-1 1,1 1 0,-5 5-1,-7 11-801,1 1-1,0 1 0,2 0 1,-20 44-1,30-58 300,-32 61-8881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0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10 477 25980,'0'0'3217,"-6"6"-3047,6-6-163,0 0-1,0 0 1,0 0 0,0 0-1,0 0 1,0 0 0,0 0-1,-1 0 1,1 0 0,0 0-1,0-1 1,0 1 0,0 0-1,0 0 1,0 0 0,0 0-1,0 0 1,0 0 0,0 0-1,0 0 1,-1 0 0,1 0-1,0 0 1,0 0 0,0 0-1,0 0 1,0 0 0,0 0-1,0 0 1,0 0 0,-1 0-1,1 0 1,0 0 0,0 0-1,0 0 1,0 0 0,0 0-1,0 0 1,0 0 0,0 0-1,0 1 1,-1-1 0,20-42 367,67-167 12,-72 166-371,-6 16-3,2 0 0,22-45 0,-2 14 33,-30 58-45,0-1 0,0 1 0,0 0 0,0 0 0,1-1 0,-1 1 0,0 0 0,0 0 0,1-1 0,-1 1 1,0 0-1,0 0 0,1 0 0,-1 0 0,0-1 0,1 1 0,-1 0 0,0 0 0,1 0 0,-1 0 0,0 0 0,1 0 0,-1 0 0,0 0 0,1 0 0,-1 0 0,0 0 0,1 0 0,-1 0 1,0 0-1,1 0 0,-1 0 0,0 0 0,1 0 0,-1 0 0,0 1 0,0-1 0,1 0 0,-1 0 0,0 0 0,0 1 0,1-1 0,11 19 19,5 27 21,-17-45-40,37 169 39,-7-20 18,-14-83-50,-11-39-28,2 0 0,11 28 0,-14-41-139,5 5-245,-8-20 306,-1 1 0,1 0 0,-1-1 0,1 1 0,0 0 0,-1 0 0,1 0 0,-1 0 0,0 0 0,1 0 0,-1-1 0,0 1 0,0 0 0,1 0 0,-1 0 0,0 0 0,0 0 0,0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1:49.62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595 0,'-594'0,"747"0,-146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1:51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599 1 28973,'0'0'1924,"-6"4"-1759,-3 3-93,0 0-1,0 1 1,1 0-1,1 0 1,-1 1-1,1 0 1,1 0-1,-10 18 1,-38 94 190,19-38-186,-56 122-5,-25 52-41,71-148-7,37-83-18,-2 0 1,-1-1-1,0-1 0,-2 0 0,-1 0 0,-20 25 0,32-46 8,1-2-13,1 0 1,-1-1-1,1 1 0,-1 0 0,1-1 0,-1 1 0,1-1 0,-1 1 0,0-1 0,1 0 0,-1 1 0,1-1 1,-1 1-1,0-1 0,0 0 0,1 0 0,-1 1 0,0-1 0,1 0 0,-1 0 0,0 0 0,0 0 0,1 0 0,-1 0 1,0 0-1,0 0 0,1 0 0,-1 0 0,0 0 0,-1-1 0,0 1-13,2 0 11,0 0 1,-1 0 0,1 1 0,0-1-1,-1 0 1,1 0 0,0 0-1,0 0 1,-1 0 0,1 1 0,0-1-1,-1 0 1,1 0 0,0 0-1,-1 0 1,1 0 0,0 0 0,-1 0-1,1 0 1,0 0 0,0 0-1,-1-1 1,1 1 0,0 0 0,-1 0-1,1 0 1,0 0 0,-1 0-1,1 0 1,0-1 0,0 1-1,-1 0 1,1 0 0,0 0 0,0-1-1,0 1 1,-1 0 0,1 0-1,0-1 1,0 1 0,0 0 0,0-1-1,-1 1 1,1 0 0,0 0-1,0-1 1,0 1 0,0 0 0,0-1-1,-11-17-17,10 17 25,-3-11-10,0 0-1,0-1 0,1 1 0,1-1 0,0 1 1,1-1-1,0 0 0,1 0 0,2-24 0,-1-3 13,1 29-11,0 0-1,0 1 1,1-1-1,0 1 0,1 0 1,0 0-1,0 0 1,1 0-1,1 1 0,8-13 1,14-27-6,-26 43 8,1 0 0,1 0 0,-1 0 0,1 1 0,0-1 0,0 1 0,0 0-1,1 0 1,0 1 0,0-1 0,0 1 0,0 0 0,1 0 0,-1 1 0,1 0 0,0 0-1,0 0 1,1 0 0,-1 1 0,0 0 0,1 1 0,-1 0 0,8-1 0,-7 3 1,-1 0 0,1 1 1,-1-1-1,0 2 0,0-1 1,0 1-1,0 0 0,0 0 1,0 0-1,-1 1 1,0 0-1,0 0 0,0 0 1,0 1-1,0-1 0,-1 1 1,0 1-1,4 5 0,11 15 5,-2 1 0,20 40 0,-3 16 2,-23-53-2,1-2-1,21 37 1,-29-58-5,0 0-1,1-1 0,0 1 0,0-1 0,1 0 1,0 0-1,0-1 0,0 0 0,0 0 1,1 0-1,0-1 0,0 0 0,13 5 1,-15-7-4,0 0 1,0-1-1,0 0 1,0 0-1,1-1 1,-1 1 0,0-1-1,1 0 1,-1-1-1,0 1 1,0-1-1,1 0 1,-1 0-1,0-1 1,0 1 0,0-1-1,0 0 1,-1-1-1,1 1 1,0-1-1,-1 0 1,0 0-1,0 0 1,0-1-1,0 1 1,0-1 0,5-7-1,6-9 10,0-2 1,-1 0-1,-1-1 1,14-33-1,-13 26-8,20-58 22,-26 65-19,-1 6 191,-3 12-455,-3 8-1528,-1 9-559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2:08.17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70 0,'365'0,"-799"0,1513 0,-1031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44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48 25532,'0'0'3401,"0"-4"-3198,1-4 15,-1-19 1006,0 26-1210,0 1 1,-1-1-1,1 1 1,0-1-1,0 1 1,0 0-1,0-1 1,-1 1-1,1 0 1,0-1-1,0 1 1,-1 0-1,1-1 1,0 1-1,-1 0 1,1-1-1,0 1 1,-1 0-1,1 0 1,0-1-1,-1 1 0,1 0 1,-1 0-1,1 0 1,0 0-1,-1-1 1,1 1-1,-1 0 1,1 0-1,-1 0 1,1 0-1,0 0 1,-1 0-1,1 0 1,-1 0-1,1 0 1,-1 0-1,1 1 1,0-1-1,-1 0 1,1 0-1,-1 0 1,1 0-1,0 1 1,-1-1-1,1 0 0,0 0 1,-1 1-1,1-1 1,0 0-1,-1 1 1,1-1-1,0 0 1,-1 1-1,-15 11-13,1 1-1,0 1 0,1 0 0,1 1 0,0 1 0,1-1 1,0 2-1,2 0 0,0 0 0,1 1 0,0 0 1,2 1-1,0 0 0,-6 28 0,8-13 3,1 0-1,2 1 1,1-1 0,5 39-1,-3-66-2,1 0-1,0 0 1,0-1 0,0 1-1,1-1 1,0 1-1,0-1 1,1 0-1,-1 0 1,1-1-1,1 1 1,-1-1 0,1 0-1,0 0 1,0 0-1,0-1 1,1 0-1,0 0 1,-1 0-1,1-1 1,1 1 0,-1-1-1,0-1 1,1 1-1,0-1 1,-1-1-1,1 1 1,0-1-1,0 0 1,0-1 0,0 1-1,0-1 1,0-1-1,0 1 1,11-4-1,-12 2 1,-1 0 0,0-1-1,0 0 1,0 0-1,-1 0 1,1-1-1,-1 0 1,1 0 0,-1 0-1,6-8 1,33-47-9,-25 29 9,-2-1 0,-1 0-1,-1-1 1,-2-1 0,-1 0 0,-2 0-1,-1-1 1,-2-1 0,-1 1 0,1-59-1,-6 90-25,0-1 0,-1 1 0,1 0-1,-1-1 1,0 1 0,0 0-1,0-1 1,0 1 0,0 0 0,-1 0-1,0 0 1,1 0 0,-1 0 0,0 0-1,-1 1 1,1-1 0,0 0-1,-1 1 1,1 0 0,-1 0 0,0 0-1,0 0 1,0 0 0,0 0 0,0 1-1,0-1 1,0 1 0,0 0 0,-1 0-1,1 0 1,0 1 0,-1-1-1,1 1 1,-1-1 0,-5 2 0,2-2-251,-1 1 0,1 0 0,0 1 1,-1-1-1,1 2 0,0-1 1,0 1-1,0 0 0,0 0 0,0 1 1,1 0-1,-1 0 0,1 1 1,-1-1-1,-9 9 0,-10 18-9941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45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1 441 26332,'0'0'2489,"9"-6"-2105,-9 6-380,7-5 57,0 0 0,-1 0 1,0 0-1,0-1 0,0 0 1,-1 0-1,0 0 0,0-1 0,5-9 1,19-37 216,142-255 225,-171 307-501,0 1 0,1 0 0,-1-1 0,0 1 0,0 0 0,0 0 0,0-1-1,0 1 1,0 0 0,1-1 0,-1 1 0,0 0 0,0 0 0,1-1 0,-1 1 0,0 0-1,0 0 1,1 0 0,-1-1 0,0 1 0,0 0 0,1 0 0,-1 0 0,0 0-1,1 0 1,-1 0 0,0-1 0,1 1 0,-1 0 0,0 0 0,1 0 0,-1 0 0,0 0-1,1 0 1,-1 0 0,0 0 0,1 1 0,-1-1 0,0 0 0,1 0 0,-1 0 0,0 0-1,1 0 1,-1 0 0,0 1 0,0-1 0,1 0 0,-1 0 0,0 0 0,0 1-1,1-1 1,-1 0 0,0 0 0,0 1 0,0-1 0,1 0 0,-1 1 0,0-1 0,0 0-1,0 1 1,12 34 23,-2 47 9,-10 342 124,0-142-3432,0-207 1161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46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138 144 19257,'0'0'8871,"-7"-3"-8621,3 1-240,2 1 11,1 0 1,0 0-1,-1 0 0,1 0 1,-1 0-1,0 1 0,1-1 1,-1 0-1,0 1 1,1 0-1,-1-1 0,0 1 1,1 0-1,-1 0 0,0 0 1,1 0-1,-1 0 1,0 0-1,0 0 0,1 0 1,-1 1-1,0-1 0,1 1 1,-1 0-1,0-1 1,1 1-1,-1 0 0,1 0 1,0 0-1,-1 0 0,1 0 1,-1 0-1,1 0 0,0 0 1,0 1-1,0-1 1,0 0-1,-2 3 0,-7 19 78,1 0-1,1 0 0,1 1 0,1 0 0,1 0 0,1 1 1,1-1-1,1 1 0,3 44 0,-1-52-43,-1-5-22,1 1 1,0 0-1,1-1 1,1 1-1,5 22 1,-6-32-32,1-1 1,-1 1-1,0 0 1,1 0 0,-1 0-1,1-1 1,0 1-1,0-1 1,0 1 0,0-1-1,1 0 1,-1 0-1,0 0 1,1 0 0,0 0-1,-1-1 1,1 1-1,0-1 1,0 0 0,0 0-1,0 0 1,0 0-1,0 0 1,0 0 0,0-1-1,0 0 1,0 1-1,0-1 1,4-1 0,-3 2 2,-1-1 0,1 0 0,-1 0 0,1 0 0,0-1 1,-1 1-1,1-1 0,0 0 0,-1 0 0,0 0 0,1-1 0,-1 1 1,0-1-1,1 1 0,-1-1 0,0 0 0,0-1 0,0 1 0,-1 0 1,1-1-1,-1 1 0,1-1 0,-1 0 0,0 0 0,0 0 0,0 0 1,2-5-1,20-37 18,-2-2-1,-3-1 1,25-89 0,-37 114-26,0-9 38,-1 0 0,-2 0 0,-1 0 1,-2-51-1,-1 81-27,0 1 1,-1 0-1,1-1 0,0 1 1,0 0-1,-1 0 1,1-1-1,-1 1 0,1 0 1,-1 0-1,1 0 1,-1 0-1,0-1 0,0 1 1,0 0-1,1 0 1,-1 0-1,0 0 1,0 1-1,0-1 0,0 0 1,-1 0-1,1 1 1,-1-2-1,-2 1 3,0-1 1,0 0-1,-1 1 1,1 0-1,0 0 0,-1 0 1,-7 0-1,4 1-21,0 0-1,0 0 1,0 1 0,0 0-1,1 0 1,-1 1 0,0 0-1,-13 6 1,13-3-61,0 0 1,0 1-1,1 0 0,-1 1 0,1-1 1,1 2-1,-1-1 0,1 1 1,-5 8-1,-7 14-962,-17 39-1,22-40-135,-22 39-3631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1:53.21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0,'16'0,"-8"0,549 0,-760 0,182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1:55.09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0,'606'0,"-600"0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1:57.37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0,'409'0,"-332"0,-69 0,-10 0,-39 0,-202 0,231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1:58.97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0,'79'0,"514"0,-719 0,69 0,46 0,16 0,23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2:04.38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0,'6'0,"553"0,-631 0,55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9:02:06.69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0,'25'0,"619"0,-742 0,58 0,35 0,13 0,253 0,-581 0,308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82 25356,'0'0'4652,"-2"-6"-4361,1 4-261,1 0 1,-1 0-1,1 0 0,-1 0 0,0 0 0,0 0 0,0 0 0,0 0 1,-1 0-1,1 1 0,-3-4 0,2 4 8,-1 0 0,1 0 0,0 0-1,-1 0 1,0 0 0,1 0 0,-1 1 0,1-1 0,-1 1-1,0 0 1,1 0 0,-6 0 0,7 1-36,-1-1 1,1 0-1,-1 1 0,1 0 0,-1-1 1,1 1-1,-1 0 0,1 0 1,-1 0-1,1 0 0,0 0 0,-1 0 1,1 0-1,0 0 0,0 0 1,0 1-1,0-1 0,-1 2 1,-19 31 7,15-22-3,-14 21 1,2 0-1,1 1 0,2 0 0,1 2 1,2 0-1,1 0 0,2 1 1,1 0-1,2 0 0,-1 47 0,5-34-9,0-36-1,1 0 0,1 0 1,0 0-1,0 1 0,2-1 1,-1 0-1,2-1 0,7 26 1,-9-37 1,0 0 1,0-1-1,0 1 1,0 0-1,1 0 1,-1-1 0,0 1-1,1-1 1,-1 1-1,1-1 1,0 0-1,-1 0 1,1 1 0,0-1-1,0 0 1,0-1-1,-1 1 1,1 0-1,0 0 1,0-1 0,0 1-1,0-1 1,1 0-1,-1 0 1,0 0-1,0 1 1,0-2 0,0 1-1,0 0 1,0 0-1,0-1 1,0 1-1,0-1 1,0 0-1,0 1 1,0-1 0,0 0-1,-1 0 1,1 0-1,0-1 1,2-1-1,5-3 2,-1 0-1,1-1 0,-2 0 1,1-1-1,-1 1 0,0-1 0,6-9 1,2-11-4,-1 1 1,-1-2 0,-2 0 0,-1 0-1,10-45 1,10-29-19,-26 84 25,0-1 1,-1 0-1,-1 1 1,0-1-1,-2 0 1,-2-25-1,1-8-6,-1 42 1,0 0-1,0 1 0,0-1 0,-2 1 0,1 0 1,-1 0-1,-9-16 0,2 2 0,9 22-15,1-1 0,-1 0 1,0 1-1,0-1 0,0 1 0,0 0 0,0 0 0,-1-1 0,1 2 0,-1-1 0,1 0 0,-1 0 0,-5-1 1,7 2-5,0 0 1,-1 1 0,1-1 0,-1 1 0,1-1 0,-1 1-1,0 0 1,1-1 0,-1 1 0,1 0 0,-1 0 0,0 0-1,1 1 1,-1-1 0,1 0 0,-1 0 0,1 1 0,-1-1 0,1 1-1,-1 0 1,1-1 0,-1 1 0,1 0 0,0 0 0,-1 0-1,1 0 1,0 0 0,0 0 0,0 0 0,-2 2 0,-3 7-321,1 0 1,0 1 0,-6 17-1,1-3-288,-13 28-1145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143 106 25948,'0'0'3201,"-12"10"-2966,10-8-225,-7 5 37,0 1-1,0 0 0,1 1 0,0 0 1,0 0-1,1 0 0,1 1 1,-1 0-1,2 0 0,-1 1 0,-5 16 1,0 22 106,2 0 1,2 0 0,2 1-1,2 52 1,3-94-155,2 1 0,-1 0 1,1 0-1,0-1 0,1 1 0,0-1 0,0 0 1,1 0-1,0 0 0,1 0 0,-1 0 0,1-1 1,1 0-1,0 0 0,0-1 0,0 1 0,0-1 1,1 0-1,13 7 0,-16-10 3,0-2 1,0 1-1,1 0 1,-1-1-1,1 0 0,-1 0 1,1 0-1,-1-1 0,1 0 1,-1 1-1,1-2 1,0 1-1,-1 0 0,1-1 1,-1 0-1,1 0 0,-1 0 1,1-1-1,-1 1 0,0-1 1,0 0-1,0 0 1,0-1-1,0 1 0,0-1 1,4-4-1,5-11 2,-1 0 0,0-1 0,-2-1 0,0 0 0,-1 0 0,-1-1 0,-1 0 0,0 0 0,-2-1 0,4-29 0,-1-28 14,-2-121 0,-6 193-17,-1 0 1,0 0-1,0 0 0,-1 0 1,1 1-1,-2-1 0,1 0 1,-1 1-1,0-1 0,0 1 0,-1 0 1,0 0-1,0 0 0,0 1 1,-1-1-1,0 1 0,0 0 0,0 1 1,0-1-1,-1 1 0,0 0 1,0 0-1,0 1 0,0-1 1,-1 2-1,1-1 0,-1 1 0,0-1 1,1 2-1,-1-1 0,0 1 1,0 0-1,0 1 0,0-1 1,0 2-1,-12 0 0,15 0-32,0 0 0,1 0 0,-1 1 0,0 0 0,1-1 0,-1 1 0,1 0 0,-1 0 0,1 1 0,0-1 0,0 1 0,0 0 0,0 0 0,1 0 0,-1 0 0,1 0 0,-1 0 0,-2 7 0,-6 11-403,1-1-1,-9 26 1,11-26-144,-16 47-1898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3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1 390 24875,'0'0'3845,"24"-23"-2605,41-72-851,118-158-68,-182 252-319,0 0 1,0-1-1,0 1 1,0 0-1,0 0 0,0-1 1,0 1-1,0 0 1,0 0-1,0 0 0,1 1 1,-1-1-1,0 0 1,1 0-1,-1 1 0,1-1 1,-1 1-1,1-1 0,-1 1 1,1-1-1,1 1 1,-2 0-4,0 1 0,0-1 0,0 1 0,0 0 0,0-1 0,0 1 0,0 0 1,0-1-1,0 1 0,-1 0 0,1 0 0,0 0 0,-1 0 0,1 0 0,0 0 1,-1 0-1,1 0 0,-1 0 0,1 0 0,-1 0 0,1 2 0,1 8 6,1 0-1,-2 0 1,1 1 0,-1 17-1,-1 12 5,1-4 11,-2 0 1,-1 0-1,-8 43 1,-7 37-31,5-23-356,-14 90-2988,15-143-923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4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1 371 25724,'0'0'3116,"0"6"-2841,0 19-19,0-19-19,2-7-26,13-18-94,0 0-1,-1 0 1,-1-1-1,0-1 1,16-40-1,-12 26-79,9-16-10,44-80 109,-68 126-124,0 3-10,-1 0 0,0 0 0,0 0 1,0 0-1,1 0 0,-1 1 0,1-1 1,0 0-1,-1 1 0,1 0 0,0-1 1,0 1-1,0 0 0,3-2 0,-4 3-3,-1 0 0,1 0 0,-1 0-1,0 0 1,1 0 0,-1 0 0,1 0-1,-1 0 1,0 0 0,1 1 0,-1-1-1,1 0 1,-1 0 0,0 0 0,1 0-1,-1 1 1,0-1 0,1 0 0,-1 0-1,0 1 1,1-1 0,-1 0-1,0 0 1,1 1 0,-1-1 0,0 0-1,0 1 1,1-1 0,-1 1 0,0-1-1,0 0 1,0 1 0,0-1 0,0 0-1,1 1 1,-1 0 0,6 20-15,-5-16 20,7 37-21,-1-1 0,-3 1 0,-1-1 0,-6 84 0,1-30-627,2 10-924,0-51-124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28 23115,'0'0'4524,"-6"-4"-3979,4 2-520,-33-18 665,34 20-670,-1 0 0,1-1 0,-1 1-1,1 0 1,-1 0 0,0 0 0,1 0 0,-1 0-1,1 0 1,-1 0 0,0 0 0,1 1 0,-1-1-1,1 1 1,-1-1 0,1 1 0,-1-1 0,1 1-1,0 0 1,-1 0 0,1 0 0,0 0 0,-1 0-1,1 0 1,0 0 0,0 0 0,-1 2-1,-7 10 31,1-1 0,1 1 0,0 1 0,1-1 0,0 1 0,-4 17 0,-19 90 206,25-84-181,1 0 0,3 59 0,0-42-30,1-44-43,1 0 0,0-1 0,0 1 0,1-1 0,0 1 0,1-1 0,0 0 0,0 0 0,1 0 0,0-1 0,1 0 0,8 11 0,-11-15 0,0 0 0,0 0 0,1 0 0,-1-1 1,1 1-1,-1-1 0,1 0 0,0 0 0,1 0 1,-1-1-1,0 1 0,1-1 0,-1 0 0,1 0 1,0-1-1,0 1 0,0-1 0,-1 0 0,1 0 1,0-1-1,0 0 0,0 0 0,0 0 0,0 0 1,0-1-1,8-1 0,-10 0 1,0 1 0,-1-1-1,1-1 1,0 1 0,-1 0 0,1-1 0,-1 1 0,0-1 0,0 0-1,0 1 1,0-1 0,0 0 0,2-5 0,21-52 25,-16 38-19,-5 11-5,-1 1 0,0-1 0,2-21 0,5-16 12,-4 19-10,-1-1 0,-2 1-1,-1-1 1,-1 0 0,-4-44-1,1-3-1,2 73-2,0 0 0,0 0 0,-1 0 1,1 0-1,-1 0 0,0 0 0,0 0 1,0 0-1,0 0 0,-1 1 0,1-1 1,-1 0-1,0 1 0,-3-4 0,3 4-13,-1 1 0,1 0 0,-1 0 0,1 0-1,-1 0 1,0 1 0,0-1 0,0 1 0,0 0 0,0 0-1,0 0 1,0 0 0,-1 0 0,1 1 0,0-1-1,0 1 1,-1 0 0,-4 0 0,7 0-28,0 1 0,-1-1 1,1 0-1,-1 0 0,1 1 0,0-1 1,-1 1-1,1-1 0,0 1 0,-1-1 0,1 1 1,0 0-1,0 0 0,0 0 0,0 0 1,0 0-1,0 0 0,0 0 0,0 0 1,0 0-1,0 0 0,-1 2 0,-13 34-1317,11-23 691,-13 30-1464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24635,'0'0'3743,"-6"15"-3193,-11 44-340,4 0 0,1 0 0,4 2-1,1-1 1,4 107 0,3-125-113,-1-18-56,1-1 0,3 30-1,-2-46-38,1-1 0,-1 1 0,1-1 0,0 0-1,0 1 1,1-1 0,0 0 0,0 0 0,0-1 0,1 1-1,0-1 1,6 7 0,2 1-10,1-1 1,0-1-1,0 0 1,21 12-1,-29-20 4,0 0 0,1 0 0,-1-1-1,1 1 1,-1-1 0,1-1 0,0 1 0,0-1-1,0 0 1,0 0 0,0-1 0,0 0-1,0 0 1,0 0 0,0-1 0,8-1 0,-11 0 5,0 0 0,-1 0 1,1 0-1,-1 0 0,0-1 1,1 1-1,-1 0 1,0-1-1,-1 0 0,1 1 1,0-1-1,-1 0 0,1 0 1,-1 0-1,0 0 1,0 0-1,1-6 0,14-59 41,-11 18-16,-1 0 1,-4-63-1,-1 44-14,0 56-9,0 0 1,-1 0-1,0 0 0,0 0 1,-9-23-1,9 31-5,0 0 0,0 1 0,0-1 0,0 0 0,-1 1 0,1-1 0,-1 1 0,-1 0 0,1 0 0,0 0 0,-1 1 0,0-1 0,0 1 0,0 0 0,0 0 0,0 0 0,-9-4 0,12 7-72,0-1 0,-1 1-1,1 0 1,0-1 0,-1 1 0,1 0-1,0 0 1,-1 0 0,1 0 0,-1 0 0,1 0-1,0 0 1,-1 0 0,1 1 0,-1-1 0,1 1-1,0-1 1,-1 1 0,1-1 0,0 1 0,0 0-1,0 0 1,-1-1 0,1 1 0,0 0 0,-1 2-1,-15 24-2579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7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209 191 21498,'0'0'3460,"0"-24"-589,0 24-2757,-1-10-24,0 1-1,0 0 1,-1 0 0,-1 0-1,-4-14 1,4 15-49,0-1 0,0 0 0,1 0 0,1 0 1,-2-15-1,3 23-15,-1-1-1,1 0 1,-1 1 0,0-1 0,1 1-1,-1-1 1,0 1 0,0 0 0,0-1-1,0 1 1,0 0 0,0 0 0,0 0-1,-1 0 1,1-1 0,0 2-1,-1-1 1,1 0 0,-1 0 0,1 0-1,-1 1 1,1-1 0,-1 1 0,1-1-1,-1 1 1,0-1 0,1 1 0,-1 0-1,1 0 1,-1 0 0,0 0 0,-1 0-1,-73 1 169,51 0-207,24-1-63,0 0 1,0 0 0,0 0 0,0 0-1,0 0 1,0 0 0,0 0-1,0 0 1,0 0 0,0 0 0,0 1-1,0-1 1,0 0 0,0 1 0,0-1-1,0 1 1,0-1 0,0 1 0,0-1-1,0 1 1,0 0 0,0 0-1,1-1 1,-1 1 0,0 0 0,1 0-1,-1 0 1,0 0 0,1 0 0,-1-1-1,1 1 1,-1 2 0,-5 13-2868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24587,'0'0'4146,"5"-3"-3964,0 0-139,-1 0 1,1 0 0,-1 0-1,0-1 1,0 0 0,0 0 0,0 0-1,-1 0 1,0-1 0,4-6 0,33-63 288,-20 35-273,23-42 96,26-45 58,-69 126-210,0 0 1,0-1-1,0 1 0,0-1 0,1 1 1,-1 0-1,0-1 0,0 1 1,0 0-1,1-1 0,-1 1 0,0 0 1,1 0-1,-1-1 0,0 1 0,1 0 1,-1 0-1,0-1 0,1 1 0,-1 0 1,0 0-1,1 0 0,-1 0 0,1-1 1,-1 1-1,0 0 0,1 0 1,-1 0-1,1 0 0,-1 0 0,0 0 1,1 0-1,-1 0 0,1 0 0,-1 0 1,1 1-1,9 14 47,-1 25 9,1 57-262,-6 178 1,-6-149-6399,2-109-1011,0 9-7931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6:5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1 441 25612,'0'0'2852,"15"-8"-2570,46-29-65,-57 34-185,-1 0 1,1 0-1,-1-1 1,0 1-1,0-1 1,0 0-1,0 0 1,-1 0 0,0 0-1,1-1 1,-2 1-1,1-1 1,0 1-1,-1-1 1,1-5-1,7-18 91,97-228 522,-87 222-611,-18 33-32,-1 1-1,0-1 1,1 1 0,-1-1 0,0 1 0,1-1 0,-1 1-1,1 0 1,-1-1 0,1 1 0,-1-1 0,1 1 0,-1 0-1,1-1 1,-1 1 0,1 0 0,-1 0 0,1 0 0,0-1-1,-1 1 1,1 0 0,-1 0 0,1 0 0,0 0 0,-1 0-1,1 0 1,-1 0 0,1 0 0,0 0 0,-1 0 0,1 0-1,-1 1 1,1-1 0,0 0 0,-1 0 0,1 1-1,-1-1 1,1 0 0,-1 1 0,1-1 0,-1 0 0,1 1-1,-1-1 1,1 1 0,-1-1 0,0 1 0,1-1 0,-1 1-1,0-1 1,1 1 0,-1-1 0,0 1 0,0-1 0,1 1-1,-1 0 1,8 15 18,-1 0 0,0 1 0,-2-1 0,0 1-1,0 0 1,3 30 0,2 41 15,-2-10 22,3-1 0,24 82-1,-33-152-88,-1 0-1,2-1 1,-1 1-1,1 0 1,0-1-1,0 0 1,1 0-1,0 0 0,5 6 1,-8-12-547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00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69 25356,'0'0'3604,"-8"-3"-3281,0 0-360,-38-10 825,44 13-774,1-1 1,-1 1 0,1 0 0,-1 0-1,1 0 1,-1 0 0,1 0 0,-1 1-1,1-1 1,-1 0 0,1 1 0,-1-1 0,1 1-1,0-1 1,-1 1 0,1 0 0,0-1-1,-1 1 1,1 0 0,0 0 0,0 0-1,0 0 1,0 0 0,0 0 0,0 0-1,0 0 1,0 1 0,0-1 0,1 0 0,-2 2-1,-16 42 14,2 0 0,3 1 0,1 0 0,2 1-1,2 1 1,-3 85 0,10-109-29,0-9-1,1 0 0,0 0 0,1 0 1,3 15-1,-4-28 2,0 0-1,1 1 1,-1-1 0,1 0 0,0 1 0,0-1 0,-1 0 0,2 0 0,-1 0 0,0 0 0,0 0 0,1 0 0,-1 0-1,1 0 1,-1-1 0,1 1 0,0 0 0,-1-1 0,1 1 0,0-1 0,0 0 0,0 0 0,1 0 0,-1 0-1,0 0 1,0 0 0,0 0 0,1-1 0,-1 1 0,0-1 0,1 0 0,2 1 0,0-1 2,0 0 0,0-1 0,1 1 0,-1-1 0,0 0 0,0 0 0,0 0-1,0-1 1,0 0 0,0 0 0,0 0 0,-1 0 0,1-1 0,-1 0 0,1 0 0,-1 0 0,0-1 0,0 1 0,-1-1 0,1 0 0,-1 0 0,5-7 0,15-20-10,-1-1 0,-2 0 0,-2-1 0,0-1 0,-3-1 0,-1 0 0,16-61 0,-27 79-1,0 1 0,-1-1 0,-1 0-1,-1 0 1,0 0 0,-3-19 0,1 31 9,1 0 1,-1-1-1,0 1 1,-1 0-1,1 0 1,-1 1-1,0-1 1,0 1-1,0-1 1,-1 1-1,0 0 0,0 0 1,0 0-1,0 1 1,0-1-1,-9-4 1,4 2 1,0 1 1,0 0-1,-1 0 0,0 1 1,1 1-1,-1-1 1,0 1-1,-13-1 0,20 3-16,-1 1-1,0-1 1,1 1-1,-1 0 1,0 0-1,0 0 1,1 0-1,-1 1 1,0 0-1,1 0 1,-1 0-1,0 0 1,1 0-1,-1 1 1,1-1 0,0 1-1,0 0 1,-1 0-1,-2 3 1,2 0-85,1-1 0,0 1 1,-1 1-1,1-1 1,1 0-1,-1 1 1,1-1-1,0 1 0,0 0 1,1 0-1,-2 8 1,-9 85-2648,6-41-60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01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208 225 24027,'0'0'4405,"-10"-3"-4002,0-2-294,7 4-75,-1-1 0,1 0 1,0 1-1,-1 0 0,1 0 0,-1 0 0,0 0 0,1 1 0,-1-1 0,0 1 0,1 0 0,-6 1 0,6-1-23,1 1 0,0 0 0,-1 0 0,1 0 0,0 1 0,0-1 0,0 0 0,0 1 0,0 0 0,0-1 0,0 1 0,0 0 0,1 0 0,-1 0 0,1 0 0,0 0 0,-1 0 0,1 0 0,0 1-1,-1 2 1,-18 51 95,19-53-85,-8 27 54,1 0 0,2 0-1,1 1 1,-2 50 0,6-54-68,0-21-7,0 1 0,0 0 0,1-1 0,0 1 0,1 0 1,0 0-1,0-1 0,0 1 0,1-1 0,-1 1 0,2-1 0,2 8 0,-3-12 1,0 1 0,0-1 0,0 0 0,0 0 0,0 0 0,1 0 0,-1 0 0,0 0-1,1-1 1,0 1 0,-1-1 0,1 1 0,0-1 0,0 0 0,-1 0 0,1-1 0,0 1 0,0-1 0,0 1 0,0-1 0,0 0 0,0 0 0,0 0 0,0 0 0,0-1 0,0 1 0,0-1 0,0 0 0,0 0 0,-1 0 0,1 0 0,0 0 0,0 0 0,-1-1 0,1 0 0,-1 1 0,4-4-1,5-3 6,-1-1-1,-1 1 0,0-2 0,0 1 0,0-1 0,-1 0 0,10-18 0,-12 18-4,10-16 4,-1-1 0,-1 0 0,-1-1-1,-1 0 1,-2-1 0,8-33 0,-14 30 2,-1-1 1,-3-60 0,0 43-2,-1 46-4,1 0 0,0 0 0,-1 0 0,1 1 0,-1-1 0,0 0 0,-1 1 0,1-1 0,-1 0 0,1 1 0,-1 0 0,0-1 0,0 1 0,0 0-1,-1 0 1,1 0 0,-1 0 0,0 1 0,0-1 0,0 1 0,0-1 0,0 1 0,0 0 0,0 0 0,-1 1 0,1-1 0,-1 1 0,0 0 0,1-1 0,-5 1 0,-12-4 0,0 2 1,0 0 0,0 2-1,-28 0 1,42 1-10,1 1-1,1-1 0,0 1 0,0-1 0,0 1 0,0 0 0,0 1 1,0-1-1,0 1 0,0 0 0,0 0 0,1 0 0,-1 0 0,1 1 0,-1-1 0,1 1 0,0 0 0,0 0 1,0 0-1,0 0 0,1 1 0,-4 5 0,-4 8-329,2-1 0,0 1 0,-8 29 0,14-41 183,-16 50-1964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0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262 121 25548,'0'0'3516,"-9"-3"-3167,6 2-359,-5-2 124,0 0 0,-1 1 1,1 0-1,-14-1 0,19 3-92,0 0-1,1 0 1,-1 0-1,0 0 1,0 1 0,0-1-1,1 1 1,-1-1-1,0 1 1,1 0-1,-1 0 1,0 1 0,1-1-1,0 0 1,-1 1-1,1 0 1,0-1-1,0 1 1,-1 0-1,2 0 1,-3 2 0,-12 17-18,0 0 1,2 1 0,1 0 0,0 1-1,2 0 1,0 1 0,2 0 0,1 1-1,1 0 1,1 1 0,1-1 0,1 1 0,-1 37-1,5 43 52,1-104-57,-1-1 0,1 1 0,-1 0 0,1-1 0,0 1 0,0-1 1,0 1-1,0-1 0,0 0 0,0 1 0,0-1 0,0 0 0,0 0 0,1 0 0,-1 1 0,0-2 0,1 1 0,-1 0 0,1 0 0,-1 0 0,1-1 0,-1 1 0,1 0 0,0-1 0,-1 0 0,1 1 0,0-1 0,-1 0 0,1 0 0,0 0 0,2 0 0,5 1 2,-1-1-1,0 0 0,1-1 0,-1 1 1,14-4-1,-13 0 0,-1 1 0,0-1 0,0-1 0,0 1 0,0-1 0,-1-1 0,0 0 0,0 0 0,0 0 0,-1 0 0,11-15 0,-3 2 0,0 0 0,-2-2 0,14-30 0,-12 18 3,-2 0-1,-2-1 1,-1-1 0,-1 0-1,4-58 1,-11 80 4,0-1 0,0 1 0,-2-1 0,0 1 0,0 0 1,-1-1-1,-4-13 0,4 23-6,1 1 1,-1-1 0,1 1 0,-1 0-1,0-1 1,-1 1 0,1 0 0,0 0-1,-1 1 1,0-1 0,1 0 0,-1 1 0,0-1-1,-1 1 1,1 0 0,0 0 0,0 0-1,-1 1 1,1-1 0,-1 1 0,0 0-1,1 0 1,-1 0 0,0 0 0,0 1-1,0 0 1,1-1 0,-1 1 0,-4 1-1,5-1-7,-1 0 0,1 1 0,0 0 0,0-1-1,0 1 1,0 0 0,0 0 0,0 1 0,0-1-1,0 1 1,1-1 0,-1 1 0,0 0 0,1 0-1,0 0 1,-1 0 0,1 1 0,-2 2 0,-35 54-351,27-37 162,-9 15-1369,2 1 1,-17 50 0,17-32-6841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03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17 21946,'0'0'6560,"-8"-3"-6173,-25-9-99,31 11-270,1 1 0,-1 0 0,1-1 0,-1 1 0,1 0 0,0 0 0,-1 0 0,1 0 0,-1 0 0,1 0 0,-1 1 0,1-1 0,-1 0 0,1 1 0,0-1 0,-1 1-1,1-1 1,0 1 0,-1 0 0,1 0 0,0-1 0,0 1 0,0 0 0,-2 2 0,-19 29 157,13-17-89,-4 6-30,0 0 1,2 1-1,0 0 0,2 1 1,0 0-1,2 0 0,0 1 1,-6 44-1,5 9 82,3 112 0,5-167-131,0-16-8,0-1 0,0 1 0,0 0 1,1-1-1,0 1 0,0-1 0,0 1 1,1-1-1,0 1 0,0-1 0,0 0 1,1 0-1,0 0 0,0 0 0,0 0 1,0-1-1,1 1 0,-1-1 0,1 0 0,1 0 1,-1-1-1,0 1 0,1-1 0,0 0 1,-1 0-1,1 0 0,0-1 0,1 1 1,-1-1-1,0-1 0,1 1 0,-1-1 1,1 0-1,10 1 0,-9-1 1,0 0 0,0-1 0,1 0 0,-1-1 1,0 1-1,0-1 0,0 0 0,0-1 0,0 0 0,0 0 0,-1-1 0,1 1 0,0-1 1,-1-1-1,9-5 0,-5 0 2,0 0 0,-1 0 0,0-1 0,-1 0 0,0 0 0,-1-1 1,10-18-1,-4 3 1,-1 0 0,-1-1 1,-1 0-1,-1 0 0,-2-1 0,-1 0 1,-1 0-1,-1-1 0,-1 0 1,-2 0-1,-1 1 0,-6-43 0,5 63 0,-1-1 0,0 1-1,-1 0 1,1 0-1,-2 0 1,1 0-1,-1 0 1,0 1-1,-1 0 1,0 0 0,0 0-1,0 0 1,-1 1-1,-7-7 1,9 10-4,-1-1 1,1 1-1,-1 0 0,1 0 1,-1 1-1,0-1 0,0 1 1,0 0-1,0 0 1,-1 1-1,1-1 0,0 1 1,-1 1-1,1-1 0,-1 1 1,1-1-1,0 2 1,-1-1-1,1 1 0,-1-1 1,1 2-1,-11 2 0,12-1-25,0-1-1,0 1 1,0 0-1,0 0 1,0 0-1,1 1 1,-1-1-1,1 1 0,0 0 1,0 0-1,0 0 1,-3 9-1,0-4-70,-9 16-571,2 0 0,-13 36 0,3-2-1309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0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0 478 13798,'0'0'14610,"13"8"-13970,-12-8-624,1 0 1,-1 0-1,0 0 1,0-1-1,0 1 0,1 0 1,-1-1-1,0 1 1,0-1-1,0 1 0,0-1 1,0 0-1,0 1 1,0-1-1,0 0 1,0 0-1,0 1 0,0-1 1,0 0-1,-1 0 1,1 0-1,1-3 0,15-29 223,-10 17-140,139-293 429,-87 198-386,-60 111-141,1 0 0,0 0 0,0 0 1,0 0-1,0 0 0,0 0 1,0 1-1,0-1 0,0 0 1,0 0-1,0 0 0,0 0 0,0 0 1,0 0-1,0 1 0,0-1 1,0 0-1,0 0 0,0 0 1,0 0-1,0 0 0,0 0 0,0 1 1,0-1-1,0 0 0,0 0 1,0 0-1,0 0 0,0 0 1,0 0-1,0 1 0,0-1 0,0 0 1,0 0-1,0 0 0,0 0 1,0 0-1,0 0 0,1 0 0,-1 0 1,0 0-1,0 1 0,0-1 1,0 0-1,0 0 0,0 0 1,0 0-1,1 0 0,-1 0 0,0 0 1,0 0-1,0 0 0,0 0 1,0 0-1,0 0 0,1 0 1,-1 0-1,0 0 0,0 0 0,0 0 1,0 0-1,0 0 0,0 0 1,1 0-1,-1 0 0,0 0 0,0 0 1,0-1-1,0 1 0,2 22 48,-1 26 12,-1 21-22,10 238 68,2-117-72,0-96-112,1-16-1287,-7-49 241,-5 0-715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04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0 595 23339,'0'0'4837,"26"-78"-3026,121-210-1365,-128 252-405,1 1 1,28-35 0,-17 25-7,-5 14-24,-25 30-12,0 0 0,0 0 0,0 0-1,0 0 1,1 0 0,-1 1 0,0-1 0,1 0 0,-1 1 0,0-1-1,1 1 1,-1-1 0,1 1 0,-1-1 0,1 1 0,-1 0 0,1 0 0,-1 0-1,1 0 1,-1 0 0,1 0 0,-1 0 0,3 1 0,-1 4 9,-1 1 1,0-1-1,0 1 1,0 0-1,2 10 1,-4-14-7,3 21 15,-1-1-1,-1 1 1,-3 40-1,0-8 3,2 301-2460,0-308 451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0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1 380 25148,'0'0'3078,"11"-25"-2739,1 0-246,7-18 157,2 0 0,33-50 0,12 9 242,-58 75-468,0 1 1,0 1-1,1-1 0,0 2 0,0-1 0,1 1 1,12-6-1,-21 11-24,0 1 0,0-1 0,0 1 0,0 0 0,0 0 0,0-1 0,0 1 0,0 0 0,0 0 0,0 0 0,0 0 0,0 0 0,0 0 0,0 0 0,0 0 0,0 0 0,0 1 0,0-1 0,0 0 0,-1 1 0,1-1 0,0 1 0,0-1 0,0 1 0,1 0 0,0 1 6,0 0-1,0 0 1,-1 0-1,1 1 1,-1-1-1,0 0 1,1 1-1,-1-1 1,1 5-1,9 56 87,-11-62-92,8 191 125,3 38-1190,-5-128-1408,-6-46-616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06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0 382 25836,'0'0'2652,"8"-2"-2361,-3 1-248,-1-1 0,1 0 1,0 0-1,-1 0 0,0 0 1,0-1-1,1 1 1,-1-1-1,-1 0 0,1-1 1,0 1-1,-1-1 1,0 1-1,0-1 0,0 0 1,0 0-1,-1-1 1,4-6-1,88-176 426,-45 72-335,-49 114-133,0 1 0,0-1 0,0 0-1,1 1 1,-1-1 0,0 1 0,0-1 0,1 1 0,-1-1 0,0 0 0,1 1 0,-1-1 0,0 1 0,1-1 0,-1 1-1,1 0 1,-1-1 0,1 1 0,-1-1 0,1 1 0,-1 0 0,1-1 0,-1 1 0,1 0 0,0 0 0,-1-1 0,1 1-1,-1 0 1,1 0 0,0 0 0,-1 0 0,2 0 0,11 17 69,5 39 58,-17-51-121,14 62 0,6 75 1,-12-75 10,19 77-1,-21-117-9,1 0-1,2 0 0,0-1 0,2-1 1,1 1-1,22 31 0,-32-52-27,8 14 248,-10-19-238,-1 0 0,0 1 0,0-1 1,1 0-1,-1 1 0,0-1 0,0 0 1,1 1-1,-1-1 0,0 0 0,1 0 1,-1 1-1,0-1 0,1 0 0,-1 0 1,1 0-1,-1 1 0,0-1 0,1 0 1,-1 0-1,1 0 0,-1 0 0,0 0 1,1 0-1,-1 0 0,1 0 0,-1 0 1,0 0-1,1 0 0,-1 0 0,1 0 1,-1 0-1,1-1 0,-1 1 0,0 0 1,1 0-1,-1 0 0,0 0 0,1-1 1,0 1-1,-1-2-889,0-7-1163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10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25900,'0'0'3588,"-8"0"-3385,3 0-154,0 0 0,0 0 0,0 1 0,1 0 0,-1 0 0,0 0 0,1 0 0,-1 1 0,1 0 0,-1 0 0,1 0 0,0 0 1,0 1-1,0-1 0,0 1 0,0 0 0,1 1 0,-1-1 0,1 0 0,0 1 0,0 0 0,0 0 0,1 0 0,-1 0 0,-2 7 0,-14 32-5,2 0 1,2 0-1,1 2 0,3 0 0,2 0 0,-5 67 1,11-81-23,-7 173 86,10-199-107,0 0 0,1 0-1,0 0 1,0 0 0,0 0-1,0 0 1,1 0 0,0 0-1,0-1 1,0 1 0,1-1-1,-1 0 1,1 1 0,0-1-1,0-1 1,1 1 0,-1 0-1,1-1 1,0 1 0,0-1-1,7 5 1,-3-4-8,1 1 0,-1-1 0,1-1 0,0 1 0,0-1 0,0-1 1,1 0-1,-1 0 0,1-1 0,15 1 0,-17-2 13,-5 0-5,1 1 0,-1-1 0,1 0 0,-1 0 1,1 0-1,-1 0 0,1-1 0,-1 1 0,1-1 1,-1 0-1,1 0 0,-1 0 0,0-1 0,0 1 1,1-1-1,-1 1 0,0-1 0,-1 0 0,1 0 1,0-1-1,3-3 0,31-34 12,-26 20-5,0 0 0,-2 0 0,0-1 0,-1 0 0,6-27 0,-11 33-6,-1 0 1,-1-1-1,0 1 0,-1-1 0,-3-19 0,1-13 1,4 11-3,-1 27 2,0 0-1,-1 0 1,0 0-1,0 0 1,-1 0-1,0 1 1,-1-1-1,0 0 1,0 0-1,-6-12 0,-24-47 0,26 53 2,-1 0 0,0 1 0,-1 0 0,-16-21 0,20 30-30,0 1-1,0-1 1,-1 1-1,0 0 1,0 0-1,0 0 1,-1 1-1,0-1 1,0 2-1,0-1 1,0 0-1,0 1 1,-1 1-1,1-1 1,-1 1-1,0 0 1,0 0-1,0 1 1,0 0-1,0 0 1,0 0-1,0 1 1,0 0-1,0 1 1,-8 1-1,-7 5-1044,3 9-982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13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70 26780,'0'0'2183,"0"0"-2116,1 0 0,-1 0 0,0 1 1,1-1-1,-1 0 0,0 1 0,0-1 0,1 0 1,-1 1-1,0-1 0,0 0 0,1 1 1,-1-1-1,0 1 0,0-1 0,0 0 1,0 1-1,0-1 0,0 1 0,0-1 0,0 1 1,0-1-1,0 0 0,0 1 0,0-1 1,0 1-1,0-1 0,0 0 0,0 1 1,-9 12-12,-2-1-29,1 1-1,1 0 1,0 1 0,0 0-1,2 1 1,0 0-1,0 0 1,2 0 0,-6 23-1,4 11-15,2-13-4,0 43-1,5-40-5,-1-6 4,6 53-1,-3-75-3,0 0-1,1 0 1,0-1 0,0 1-1,1-1 1,1 0 0,-1 0 0,12 16-1,-1 0 6,-13-21-5,1-1 0,0 1 0,0-1 0,0 0 0,0 0 1,7 7-1,-4-7-4,-1 0-1,1 0 1,0-1 0,0 0 0,0-1 0,1 1 0,-1-1 0,0 0 0,1 0-1,0-1 1,-1 0 0,9 0 0,-2 0-3,-1-1 0,1 0 0,-1-1 0,1 0-1,19-5 1,-27 4 7,0 0 0,0-1 0,0 1 0,-1-1 0,1 0 0,-1 0 0,0 0 0,0-1 0,0 1 0,0-1 0,-1 0 0,1 0 0,-1 0 0,0-1 0,4-7 0,1-4 3,0 1 0,-2-1 0,7-23 0,-3 5 3,-3-1-1,0 1 1,-2-1-1,0-67 0,-4 64-6,-3-53 0,2 82 0,-1 1 1,-1-1-1,0 1 0,0 0 1,0-1-1,-1 1 1,-8-15-1,-8-28 8,17 44-7,0-1 0,0 1 0,-1-1 0,0 1 0,-6-10-1,-4-3 4,12 17-2,0 0 0,0 0-1,-1 0 1,0 0 0,1 0-1,-1 0 1,0 1 0,-1-1-1,1 1 1,0-1 0,-1 1-1,1 0 1,-1 0 0,0 0-1,1 0 1,-1 0 0,0 1-1,0-1 1,-1 1-1,1 0 1,0 0 0,0 0-1,0 0 1,-6 0 0,-15 1 12,19-1-15,-1 0 1,1 1-1,0 0 0,-1 0 0,1 1 1,-1-1-1,1 1 0,0 0 1,-1 1-1,1-1 0,0 1 0,0 0 1,0 0-1,0 1 0,1-1 1,-1 1-1,1 0 0,-1 0 0,-4 6 1,-16 15-496,1 2 0,2 0 1,0 2-1,-29 51 0,34-57-1409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16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1 632 23611,'0'0'7427,"16"-3"-7365,-6-4-47,-1-1-1,0-1 1,-1 1 0,0-1 0,0-1 0,-1 1 0,10-19 0,-2 6 7,169-271 15,-48 101-21,-134 189-16,0 1 0,-1-1-1,1 1 1,0 0 0,0 0 0,0 0-1,0 0 1,1 0 0,-1 0-1,0 0 1,1 1 0,0 0-1,-1-1 1,1 1 0,0 0 0,-1 0-1,7-1 1,-8 3-2,0 0-1,0 0 1,0 0-1,0 0 1,0 0-1,0 0 1,-1 0 0,1 1-1,0-1 1,-1 0-1,1 0 1,-1 1-1,1-1 1,-1 0 0,0 1-1,1-1 1,-1 0-1,0 1 1,0-1 0,0 1-1,0 1 1,0-1-1,12 293 118,-6-93-86,-5-148-23,0-26-3,0 0-1,7 31 0,-6-36-90,0 0 0,-1 0 0,-3 34 0,0-3-1873,2-30 160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1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0 415 26140,'0'0'2980,"13"-2"-2708,-2 0-205,-7 2-41,0-1 1,1 0-1,-1 0 0,0 0 0,0 0 0,0-1 1,0 1-1,0-1 0,0 0 0,0 0 1,0-1-1,-1 1 0,1-1 0,-1 0 0,0 0 1,0 0-1,5-6 0,90-138 502,1 0-338,-81 117-120,-16 25-59,0 0 1,1 0-1,0 0 0,0 1 0,0-1 0,1 1 0,0 0 0,4-4 0,-7 7 8,11 16-88,-3 19 95,-2 2 0,-1-1 0,-2 1 0,-1 0-1,-4 69 1,0-51 15,8 81 0,-4-102-526,-1 1-1,-4 35 0,0-6-490,2-40-609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17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1 217 25580,'0'0'3249,"0"0"-3199,1 1 1,-1-1-1,1 1 0,-1-1 0,1 0 0,-1 1 1,1-1-1,0 0 0,-1 0 0,1 0 0,0 1 1,-1-1-1,1 0 0,0 0 0,-1 0 0,1 0 1,0 0-1,-1 0 0,1 0 0,0 0 0,-1 0 1,1 0-1,0-1 0,-1 1 0,1 0 0,0-1 0,17-15 54,-1-1-1,-1 0 1,17-25-1,-16 21-82,35-36 1,-9 11 20,-43 46-43,0 0-1,1-1 1,-1 1-1,1 0 1,-1 0-1,1-1 0,-1 1 1,1 0-1,0 0 1,-1-1-1,1 1 1,-1 0-1,1 0 1,-1 0-1,1 0 0,0 0 1,-1 0-1,1 0 1,-1 0-1,1 0 1,-1 0-1,1 1 0,0-1 1,-1 0-1,1 0 1,-1 0-1,1 1 1,-1-1-1,1 0 1,-1 1-1,1-1 0,-1 0 1,1 1-1,-1-1 1,0 0-1,1 1 1,-1-1-1,0 1 0,1-1 1,-1 1-1,0-1 1,1 1-1,-1-1 1,0 1-1,0-1 1,0 1-1,1 1 0,9 36 55,-7-23-44,4 16 8,-1 0-1,-1 1 1,-2-1 0,-2 1-1,-3 52 1,1-18-5,1 164 9,-1-224-181,0-1 0,0 1 0,0-1 0,-1 1 1,0-1-1,0 1 0,-4 6 0,-10 26-2674,6-9-181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18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 22842,'0'0'4997,"10"-9"-4652,2-2-242,0-1 1,-1-1 0,0 0-1,-1 0 1,-1-1 0,0-1 0,8-16-1,-5 7 53,1 1 0,1 0 0,17-21 1,-31 44-150,0 0 1,0-1 0,0 1-1,0 0 1,1 0 0,-1 0-1,0 0 1,0 0 0,0 0 0,0-1-1,0 1 1,1 0 0,-1 0-1,0 0 1,0 0 0,0 0-1,0 0 1,0 0 0,1 0-1,-1 0 1,0 0 0,0 0 0,0 0-1,0 0 1,1 0 0,-1 0-1,0 0 1,0 0 0,0 0-1,0 0 1,1 0 0,-1 0-1,0 0 1,0 0 0,0 0 0,0 0-1,1 0 1,-1 1 0,0-1-1,0 0 1,0 0 0,0 0-1,0 0 1,0 0 0,1 0-1,-1 0 1,0 1 0,0-1 0,0 0-1,0 0 1,0 0 0,0 0-1,0 1 1,0-1 0,0 0-1,6 17 131,1 19-69,3 24 63,-6-39-92,0 1-1,1 32 1,6 256-688,-11-238-1268,0-27-434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1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1 343 24907,'0'0'3127,"8"-3"-2815,-5 1-280,1 1 0,-1 0 0,1-1-1,-1 0 1,1 0 0,-1 0 0,0 0-1,0-1 1,0 1 0,0-1 0,-1 0-1,1 1 1,-1-1 0,1 0 0,-1-1-1,0 1 1,0 0 0,-1-1 0,1 1 0,1-6-1,110-245 866,-110 248-889,-3 5 0,0 0 0,1-1-1,-1 1 1,1 0 0,-1 1 0,0-1 0,1 0 0,0 0 0,-1 0 0,1 0 0,0 0 0,-1 0 0,1 1 0,0-1-1,0 0 1,-1 0 0,1 1 0,0-1 0,0 1 0,0-1 0,0 1 0,0-1 0,0 1 0,0 0 0,0-1 0,0 1-1,0 0 1,0 0 0,0 0 0,2 0 0,-2 0 104,-1 0-100,1 0-1,0 0 0,-1 0 1,1 0-1,-1 1 1,1-1-1,0 0 0,-1 1 1,1-1-1,-1 0 0,1 1 1,-1-1-1,1 1 1,-1-1-1,0 1 0,1-1 1,-1 1-1,1-1 1,-1 1-1,0-1 0,0 1 1,1-1-1,-1 1 1,0 0-1,1 0 0,5 221 155,-6-168-371,0 172 602,0-74-3057,0-133 563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2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0 382 25996,'0'0'2849,"0"1"-2821,0-1 0,0 0 0,0 0 1,0 1-1,0-1 0,0 0 0,0 0 0,0 0 0,0 1 0,0-1 0,0 0 0,0 0 0,0 1 1,0-1-1,1 0 0,-1 0 0,0 0 0,0 0 0,0 1 0,0-1 0,0 0 0,0 0 0,1 0 0,-1 0 1,0 1-1,0-1 0,0 0 0,1 0 0,-1 0 0,0 0 0,0 0 0,0 0 0,1 0 0,-1 0 1,0 1-1,0-1 0,0 0 0,1 0 0,-1 0 0,0 0 0,0 0 0,1 0 0,-1 0 0,0 0 0,0 0 1,0-1-1,1 1 0,-1 0 0,7-7 3,0-1-1,-1-1 1,0 1 0,-1-1-1,0 0 1,0 0 0,-1-1-1,0 0 1,3-10 0,7-15-7,69-160 16,-78 183-29,-3 8-10,0 0 1,-1 0 0,1 0-1,1 0 1,-1 0 0,0 1-1,1-1 1,0 1 0,0-1-1,6-4 1,-5 7 1,-3 1 10,11 10 67,-7 4-71,-1 0 0,0 1-1,-1 0 1,-1 0 0,0 0 0,-1 0 0,-1 17-1,2 8 2,3 96-5,10 94 6,9 1 2,-23-223-4,0 1-1,1-1 1,0 0-1,0 0 1,1 0-1,0 0 0,0 0 1,1 0-1,0-1 1,1 1-1,-1-1 0,9 9 1,-13-16-45,0 1 1,1-1 0,-1 0-1,0 1 1,1-1 0,-1 0-1,0 0 1,1 0 0,-1 1-1,1-1 1,-1 0-1,0 0 1,1 0 0,-1 0-1,1 0 1,-1 1 0,0-1-1,1 0 1,-1 0 0,1 0-1,-1 0 1,0 0 0,1 0-1,-1-1 1,1 1-1,-1 0 1,0 0 0,1 0-1,-1 0 1,1 0 0,-1-1-1,0 1 1,1 0 0,-1 0-1,0-1 1,1 1-1,-1 0 1,0 0 0,1-1-1,-1 1 1,0 0 0,0-1-1,1 1 1,-1 0 0,0-1-1,0 1 1,0-1-1,0 1 1,1 0 0,-1-1-1,0-14-2253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2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167 130 17944,'0'0'11277,"-7"0"-11138,-4-1-122,8 1 24,0-1-1,0 1 0,0 0 1,0 0-1,0 0 0,0 0 1,0 0-1,0 1 1,0-1-1,0 1 0,1 0 1,-1 0-1,0 0 1,0 0-1,0 0 0,1 1 1,-1-1-1,1 1 1,-1 0-1,1 0 0,0 0 1,0 0-1,-1 0 0,1 0 1,-2 3-1,-3 12 7,0-1-1,1 1 0,1 0 1,-6 35-1,-2 5 40,3-8-21,2 0 0,2 0 1,2 97-1,4-142-66,1-1 1,-1 0-1,1 0 0,-1 0 0,1 0 0,0 0 0,0 0 0,0 0 1,0-1-1,1 1 0,-1 0 0,1-1 0,0 1 0,0-1 1,0 1-1,0-1 0,0 0 0,0 0 0,1 0 0,-1 0 1,1 0-1,-1 0 0,1-1 0,0 1 0,-1-1 0,1 0 0,0 0 1,0 0-1,0 0 0,0 0 0,0-1 0,0 1 0,5-1 1,-1 1-1,0 0 1,-1-1-1,1 0 1,0-1 0,0 1-1,-1-1 1,1 0-1,-1-1 1,1 0 0,-1 0-1,1 0 1,-1-1-1,0 0 1,9-6 0,-2-2 2,-1 0 1,-1-1 0,0-1-1,-1 0 1,-1 0 0,0-1 0,0 0-1,-1 0 1,-1-1 0,-1 0 0,6-19-1,0-8 10,-1 0 0,-3 0 0,4-45 0,-10 47-5,-2-42 1,-1 28-5,0 50-1,1 0-1,-1 0 0,0-1 1,-1 2-1,1-1 0,-1 0 1,1 0-1,-1 0 1,-1 1-1,1-1 0,0 1 1,-1 0-1,1-1 1,-1 1-1,0 0 0,-4-3 1,-18-23 4,23 28-3,-1-1-1,1 1 1,-1 0 0,0 0 0,1 0 0,-1 1 0,0-1 0,0 0 0,0 1 0,1 0 0,-1 0 0,0 0 0,-4 0 0,-33 2-23,37-1-14,-1 1-1,1 0 1,0 0 0,-1 0 0,1 1-1,0-1 1,0 1 0,1 0-1,-1-1 1,0 1 0,1 1 0,0-1-1,-4 6 1,-22 51-1169,22-45 586,-12 20-2779,-5-1-6422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29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0 465 26396,'0'0'2423,"15"-3"-2162,-2 1-175,-9 2-62,0-1 1,1 1-1,-1-1 1,0 0-1,0 0 0,1-1 1,-1 1-1,0-1 0,0 0 1,-1 0-1,1 0 1,0 0-1,-1-1 0,1 1 1,-1-1-1,0 0 0,0 0 1,0 0-1,5-7 1,21-37 89,-1-1 0,-3-1 0,-2-2 0,31-98 1,-51 140-103,1 0 0,0 0 1,0 0-1,0 1 1,12-17-1,-15 23-4,-1 1 27,2 5-12,0 1 0,0-1-1,0 1 1,-1-1 0,1 1 0,-1-1 0,0 1 0,0 7-1,2 5 16,5 28 35,4 81 0,-10-83-51,3 0 1,9 47-1,3 10 21,-16-76-65,-1-23-7,-1 0 0,1 1 1,0-1-1,0 0 1,-1 0-1,1 1 0,0-1 1,0 0-1,1 1 1,-1-1-1,0 0 0,0 0 1,1 1-1,-1-1 1,0 0-1,1 0 0,-1 1 1,1-1-1,0 0 1,-1 0-1,1 0 1,0 0-1,0 0 0,0 0 1,0 0-1,0 0 1,0 0-1,0-1 0,0 1 1,0 0-1,0 0 1,0-1-1,0 1 0,0-1 1,1 1-1,-1-1 1,0 0-1,0 1 0,2-1 1,-3-3-1223,0-10-1625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28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77 257 20409,'0'0'6961,"0"-9"-6388,0-36 2549,-16 52-3117,10 1-10,1 0 0,0 1 0,0-1 0,1 1 0,-7 17 0,10-23 6,-5 20 6,0-1 0,2 0-1,1 1 1,0 0 0,2 0 0,0 0 0,2 0-1,4 32 1,-3-50-8,-1 0 0,1 0 1,0-1-1,0 1 0,0 0 0,1-1 0,-1 0 0,1 1 0,0-1 0,1 0 0,-1-1 0,1 1 0,-1 0 1,1-1-1,7 4 0,8 7-8,42 21 1,-52-31 7,3 1 4,0 0 0,0-2-1,1 1 1,-1-2 0,1 1-1,-1-2 1,1 0 0,0 0-1,0-1 1,0-1 0,17-3-1,-25 3-1,-1 0 0,0-1 0,0 0 0,0 0 0,0 0 0,0 0 0,-1-1 0,1 0 0,-1 1 0,1-1 0,-1 0 0,0-1 0,0 1 0,-1-1 0,4-4 0,37-64 8,-38 62-2,4-9-4,-1 0 0,-1 0-1,0-1 1,-2 1 0,0-1-1,3-37 1,-3-126 8,-6 112-9,1 67-1,0 0-1,-1 0 1,1 0-1,-1 0 1,0 0 0,0 0-1,0 0 1,0 1-1,-1-1 1,1 0-1,-1 0 1,0 1-1,0 0 1,0-1 0,-1 1-1,1 0 1,-1 0-1,0 0 1,0 0-1,0 1 1,0-1-1,0 1 1,-1 0 0,1-1-1,-1 2 1,1-1-1,-1 0 1,-5-1-1,-7-1 3,1 0 0,0 1-1,-1 1 1,0 0 0,-27 1-1,34 3-2,0 0 0,0 1-1,1 0 1,-1 0-1,1 1 1,0 0 0,0 0-1,1 1 1,-1 0 0,1 0-1,-12 12 1,2-4 2,9-5-3,1 0 0,0 0 0,0 1 0,1-1 1,0 1-1,1 1 0,0-1 0,0 1 0,-5 16 1,-19 35-6,24-51-12,1 0 1,0 1-1,0 0 0,1 0 0,1 0 0,0 0 1,-1 19-1,-1-3-131,-14 60-1907,6-39-239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30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1 423 26076,'0'0'2353,"10"-6"-2142,-3 2-157,1-1 1,-1 0 0,0 0 0,-1-1-1,1 1 1,-1-2 0,0 1-1,0-1 1,-1 0 0,0 0-1,5-9 1,130-276 809,-135 274-790,-5 17-64,0 0-1,1-1 1,-1 1-1,0-1 1,0 1-1,1 0 1,-1-1-1,1 1 1,-1 0-1,1-1 1,-1 1-1,1 0 1,0 0 0,0-1-1,0 1 1,0 0-1,0 0 1,0 0-1,1-1 1,-1 2 80,4 16-61,0-1 0,-1 2 1,-1-1-1,-1 0 0,0 1 0,-1 23 0,0-19-3,3 214 130,4 47-48,-7-167-119,-1-114-50,0-7-3277,0-12-1258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30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1 538 24555,'0'0'3783,"0"-3"-3481,1-5-210,1 0 0,1 0 0,0 0 0,0 0 1,0 1-1,1 0 0,0-1 0,6-6 0,10-22 34,134-252 525,-141 266-631,-4 5 14,0 0 1,1 1-1,2 0 0,24-27 1,-35 40 2,-1 3-2,11 11-30,-3 21 43,-2 0 0,-2 0 0,-1 1-1,-1 0 1,-5 59 0,1-15 4,2 425-257,0-501-171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3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0 565 24187,'0'0'3882,"20"-10"-2711,26-40-861,-1-3 1,53-83-1,-80 108-254,166-238 198,-183 265-251,0-1 0,0 0 0,1 1 0,-1-1 0,0 1 0,1-1 0,-1 1 0,1 0 0,0-1 0,-1 1 0,1 0 0,0 0 0,0 0 0,-1 0 0,5 0 0,-5 1 47,-1 2-87,12 119 138,-12-48-60,-10 245 86,5-255-102,6 78 0,1-49-69,-2-92-30,0 0 1,0 1 0,-1-1-1,1 1 1,0-1 0,0 0-1,0 1 1,0-1-1,0 1 1,-1-1 0,1 0-1,0 1 1,0-1 0,-1 0-1,1 1 1,0-1 0,0 0-1,-1 0 1,1 1-1,0-1 1,-1 0 0,1 0-1,0 1 1,-1-1 0,1 0-1,-1 0 1,1 0-1,0 0 1,-1 0 0,1 1-1,-1-1 1,1 0 0,0 0-1,-1 0 1,1 0 0,-1 0-1,1 0 1,0 0-1,-1-1 1,1 1 0,-1 0-1,1 0 1,-1 0 0,-9 0-4177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3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1 407 11765,'0'0'15269,"3"-7"-12362,19-29-2765,230-276 200,-204 263-318,-47 47-16,-1 2-19,2 3-11,-1 1 23,1 0 1,-1-1-1,0 1 1,0 0 0,-1 0-1,1 0 1,-1 0 0,0 0-1,0 0 1,0 0 0,0 0-1,-2 5 1,1 7 39,2 40 38,-1 14 6,-13 121-1,-9-39-39,20-105-49,3-29-2886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34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0 525 26204,'0'0'2526,"60"-60"-1274,-24 15-1216,-1-2 1,50-92-1,-66 105-19,28-35-1,-26 38-7,27-49 0,-37 61 167,-7 34 107,-2 0-305,2 45 156,-5 91 1,-1-52-81,2 240 37,0-339-30,5 0-3054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3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91 25948,'0'0'3532,"-42"-1"-2150,34 7-1364,1 1 1,0 1-1,1-1 0,-1 1 0,1 0 0,1 0 0,0 1 1,0-1-1,0 1 0,-5 16 0,-13 23 6,19-42-22,-8 13 10,2-1-1,0 2 1,0-1-1,2 1 1,1 1-1,-7 29 1,7-6 3,1 0 0,3 1 0,2-1 0,5 52 0,-2-88-14,0 1 0,1 0 0,0 0 0,0-1 1,1 0-1,0 1 0,0-1 0,1-1 1,0 1-1,1-1 0,7 8 0,-5-5 7,1-1 1,0 0-1,1-1 0,0 0 0,1 0 0,-1-1 0,16 7 1,-19-11-7,0-1-1,1 1 1,-1-2 0,1 1 0,-1-1 0,1 0 0,-1-1 0,1 1-1,-1-1 1,1-1 0,-1 0 0,1 0 0,-1 0 0,1-1-1,-1 0 1,0-1 0,0 1 0,0-1 0,0-1 0,0 1 0,-1-1-1,12-10 1,-3-4-3,-1-2 0,0 1 0,-2-2 0,0 0 0,-2 0 0,0-1 0,9-36 0,-13 32-3,-1 0-1,-2-1 1,-1 0-1,-1 0 1,-3-39-1,0 4 0,1 42 0,-1 1 1,-1 0-1,-1-1 0,-1 2 0,-7-21 0,4 11 2,-1 6 3,-1 1 0,0-1 0,-2 2 0,-20-29 0,28 44 0,1-1 0,-1 1 0,-1-1 0,1 1 1,-1 0-1,0 1 0,0-1 0,0 1 0,0 0 0,-1 0 0,0 1 0,0 0 0,0 0 0,-9-3 0,5 3-2,0 0 0,0 1 0,-1 1-1,1 0 1,-1 0 0,1 1 0,-1 0 0,-11 2 0,18-1-19,-1 1-1,1-1 1,0 1 0,0-1 0,0 1 0,-1 0 0,2 1 0,-1-1 0,0 1-1,0-1 1,1 1 0,0 0 0,-1 1 0,1-1 0,0 1 0,-4 6 0,-5 9-596,0 0 0,-10 25 0,10-19-938,-16 20-4106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4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77 27677,'0'0'1955,"-11"1"-1741,-54 11 175,59-10-356,0 1 0,1 0 0,0 1 0,-1-1 0,1 1 0,0 0 0,1 0 0,-1 0 0,1 1 0,0-1 0,0 1 0,0 0 0,1 1 0,-1-1 0,1 0 0,1 1 0,-1 0 0,-2 9 0,-4 9-18,2 1 0,1 0-1,-3 28 1,2-1 40,2 1 1,3-1-1,5 74 0,-2-119-55,1 1 1,0 0-1,0 0 0,0-1 0,1 1 0,0-1 0,1 0 1,0 0-1,0 0 0,0 0 0,1-1 0,0 0 0,0 0 0,0 0 1,1 0-1,0-1 0,13 9 0,-10-8-6,1 1 0,0-2 0,1 0 0,-1 0 0,1-1 0,0 0 0,0-1 0,0 0 0,0-1 0,1 0 0,19 1 0,-26-3 10,1 0 0,0 0 0,0 0-1,-1-1 1,1 0 0,0 0 0,-1-1 0,1 1 0,-1-1 0,1 0 0,5-4 0,-3 0 3,-1 0 0,0-1 1,0 1-1,0-2 0,9-13 1,-7 9-3,-2-1 1,0 1-1,0-1 1,-1 0-1,-1-1 1,0 1-1,-1-1 1,0 0-1,-2 0 1,3-19-1,-1-23-14,-3-73-1,-1 73-10,-2 39 22,0 1 0,-1-1 0,-1 1 0,-1 0 0,0 0 0,-1 0 0,-1 1 0,0 0 0,-1 0 0,0 1-1,-2 0 1,1 0 0,-2 1 0,-21-21 0,26 29-5,1 0 1,-1 0-1,0 1 0,-1 0 0,1 0 0,-1 1 1,0 0-1,0 0 0,0 0 0,0 1 0,0 0 1,0 1-1,-1-1 0,1 1 0,-1 1 0,1 0 1,-1 0-1,1 0 0,-11 2 0,14 0-48,0 1 1,-1 0-1,1 0 0,0 0 0,0 0 0,0 0 1,1 1-1,-1 0 0,1 0 0,0 0 0,0 0 0,1 0 1,-1 1-1,-3 7 0,-4 5-262,-20 33-930,1 5-945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44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1 403 25212,'0'0'3396,"1"0"-3314,0 0 1,0 0-1,0-1 0,0 1 1,0 0-1,0-1 1,0 1-1,0-1 1,0 0-1,0 1 0,0-1 1,0 0-1,-1 1 1,1-1-1,0 0 1,0 0-1,-1 0 0,2-1 1,11-25-7,2 1 1,1 0 0,36-46-1,11-16-43,33-63 47,-90 344 226,-19 216-185,-10-253-539,6-63-1203,9-52-1762,-8-1-8225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44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1 324 26316,'0'0'2481,"13"-10"-2126,3-1-249,-9 7-68,-1 0 1,0 0-1,0 0 0,-1-1 1,1 0-1,-1 0 1,0-1-1,0 0 0,-1 1 1,7-13-1,5-5 121,1 0 0,30-30 1,21-28-8,-52 63-99,-14 16-38,1-1 0,-1 1-1,1-1 1,-1 1 0,0-1-1,0 0 1,0 0 0,0 0-1,-1 0 1,1 0 0,1-6-1,-1 9 16,6 0-28,-6 2-1,-1-1 1,1 0-1,-1 1 0,0-1 0,1 0 0,-1 1 0,0 0 0,0-1 0,0 1 0,0 0 1,0 0-1,0-1 0,-1 1 0,1 0 0,0 4 0,0-5 3,4 22 32,0 1 0,-1 0 0,-2 0 0,-1 0 0,0 0 0,-4 32 0,1 10-3,2 156-211,0-73-3184,0-105 1156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4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1 386 25356,'0'0'3137,"6"-9"-2827,37-58 48,2 2 1,4 2 0,110-109 0,-159 171-357,0 1 0,1-1 0,-1 1 0,1-1 0,-1 0 0,0 1 0,1-1 0,0 1 0,-1-1 0,1 1 0,-1 0 0,1-1 0,-1 1 0,1-1 0,0 1 1,-1 0-1,1 0 0,0-1 0,0 1 0,-1 0 0,1 0 0,0 0 0,-1 0 0,1 0 0,0 0 0,0 0 0,-1 0 0,1 0 0,0 0 0,-1 0 0,1 0 0,0 0 0,0 1 0,-1-1 0,1 0 0,0 1 0,-1-1 0,1 0 1,-1 1-1,1-1 0,0 1 0,-1-1 0,1 1 0,-1-1 0,1 1 0,-1-1 0,0 1 0,1 0 0,-1-1 0,1 1 0,-1-1 0,0 1 0,0 0 0,1-1 0,-1 1 0,0 0 0,0 0 0,0-1 0,0 1 0,0 0 0,0 0 1,0-1-1,0 1 0,0 0 0,0 0 0,0 65 94,-1-50-44,1 19-47,1 40-87,-3 0 0,-19 123 1,-11 23-3412,21-181 796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46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1 300 25660,'0'0'2862,"10"-10"-2640,20-21 29,-1-1 1,39-55 0,-54 66-157,2 1 1,28-28-1,-39 43-80,6-5 0,-7 8-9,-1 0-1,0-1 0,0 1 0,0-1 0,0 0 1,0 0-1,0 0 0,-1 0 0,1 0 0,1-5 0,-4 7 118,2 3-108,-1-1-1,1 1 1,-1 0 0,0 0 0,1-1-1,-1 1 1,0 0 0,0 0-1,-1 0 1,1 0 0,0 0-1,-1 0 1,1 0 0,-1 0-1,1 1 1,-1 2 0,3 8 7,5 11-12,-1 1 1,-1 0-1,-1 0 0,-1 1 1,-1 0-1,-1 28 0,4 90-238,0 1-3580,-6-105-149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4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1 334 26124,'0'0'2532,"23"-25"-1649,-7 7-797,-2-2 0,0 1 0,17-36-1,22-30 31,-47 78-107,1 0-3,-1-1 1,0 0-1,-1 0 1,1 0-1,-2-1 0,1 1 1,-1-1-1,3-11 0,-6 19 1,-1 0 0,1 0 0,-1 0 0,1 0 0,-1 0 0,1 0 0,-1 0-1,1 0 1,0 0 0,-1 0 0,1 0 0,0 0 0,0 1 0,0-1-1,0 0 1,0 0 0,0 1 0,0-1 0,0 1 0,1-1 0,0-1 187,1 6-181,0 1-1,-1-1 1,0 0-1,0 0 1,0 1-1,-1-1 1,1 1-1,-1 0 1,0-1-1,0 7 1,1-4-1,31 184 52,-19-98-48,-10-52-666,-2 0 1,-4 68-1,0-23-643,2-57-1191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7:48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1 506 24555,'0'0'4272,"12"-3"-3846,-1-10-347,0 0-1,-1 0 1,-1-1-1,0 0 0,0-1 1,-2 0-1,0 0 1,6-19-1,-5 16-55,18-55 36,-18 47-39,23-48-1,-24 58-5,0-1 0,8-32 0,-3 9 3,-12 23-1,4-3 64,4 15-58,-7 4 122,15 36 176,-4 23-270,6 98 0,-13-92-14,17 77 1,11 6-53,-23-112 17,-7-21 2,0 0 0,2 0 0,10 23 0,-13-31 0,8 2 115,-9-7-134,-1-8-1993,0-2-102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8:11.1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1 106 26796,'0'0'2052,"27"-11"-1897,87-35 50,-96 39-113,2 1 0,-1 1 0,1 1 0,0 1 0,0 0 0,0 1 0,32 2 0,-6 0 18,714 1 458,-493 24-544,47 2 0,636-19-24,454 0 25,-948-8-18,58-44-43,-78 2 8,-358 40-626,-108 7-613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8:13.0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78 26156,'0'0'3297,"11"-6"-3139,-1 0-85,1 1 1,0 0-1,0 0 0,0 1 1,1 0-1,0 1 0,-1 1 1,1 0-1,15-1 1,696 1 606,-166 20-637,-335-8-47,84 1 8,689 3 12,-592-32 0,-385 16-20,819-48-3,-590 51 1,705-15-23,-917 14 5,-35 0-6,-3 0-6,-72 9-1755,18 3-922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8:14.7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43 27869,'0'0'1667,"27"0"-1453,202 0 322,233-21 22,-148 2-473,745 24 27,-555 17-84,-177-11-8,595-1 57,-578-12-61,12-22-16,3 0 0,208 37 0,-377-10-291,-214 0-578,-9 2-708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8:17.0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0 340 27421,'0'0'1411,"29"-11"-1163,-4 1-186,24-9 120,1 2 0,59-12 0,5 13 379,154-3-1,-54 0-413,75-2-22,443 0 59,-531 7-167,635-26 123,-473 43-87,375-6 102,-534-10-163,47 0 62,618 15 77,-868-2 231,-4-23-1109,-11-1-592,1-9-1916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8:20.6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1198 118 21722,'0'0'6299,"0"-4"-5974,0 2-246,1 0 0,-2-1 1,1 1-1,0 0 0,0 0 0,-1 0 0,1-1 0,-1 1 0,1 0 0,-1 0 0,0 0 0,0 0 0,0 0 0,0 0 0,0 0 1,-1 0-1,1 1 0,0-1 0,-3-2 0,-2 0-10,-1 0 1,1 1 0,-1-1-1,1 1 1,-11-2-1,4 0-32,-15-5-16,0 2 1,-1 1-1,0 1 0,-58-4 0,20 8-44,-74 8-1,103-1 13,0 1 0,0 2 0,1 2 0,0 1 0,-67 30 0,21 0-28,-100 67 0,171-101 41,1 2 1,1-1 0,0 1 0,0 1 0,1 0 0,0 0 0,1 1 0,0 0 0,0 1 0,1-1 0,1 1 0,0 1 0,1-1 0,0 1 0,-5 24 0,3-3 27,2-1 0,2 1 1,1-1-1,1 1 1,5 44-1,-3-65-27,1-1 1,1 1-1,0 0 1,0-1 0,1 0-1,1 0 1,0 0-1,1 0 1,0-1-1,9 13 1,-3-8 8,1 0-1,0-1 1,2 0 0,-1-2 0,33 24 0,-8-12 7,1-1 0,1-3 0,1-1 0,87 27 0,-70-31-8,1-2 0,0-3-1,1-2 1,0-3 0,99-4-1,-144-3-8,0-1-1,1-1 1,-1-1-1,-1 0 0,1-1 1,28-13-1,-6-1-3,51-34 0,-72 42 1,-2 0 0,1-2 0,-2 1 0,1-2 0,-2 0 0,0 0 1,-1-1-1,0-1 0,-1 0 0,-1-1 0,0 0 0,-2 0 0,0-1 0,-1 0 0,0-1 1,-2 1-1,0-1 0,-1 0 0,-1-1 0,1-37 0,-4 51 1,1-8 0,0 0 0,-2 0-1,1 1 1,-2-1 0,0 0 0,0 1-1,-2-1 1,1 1 0,-2 0 0,-7-17-1,2 13 7,0 2-1,0-1 0,-1 2 0,-1-1 0,-1 1 0,-23-20 0,27 28-39,1-1-1,-2 2 0,1-1 0,0 1 0,-1 1 0,0-1 0,0 2 0,0-1 0,-1 2 0,1-1 0,-1 1 0,1 1 0,-12-1 0,-25 2-947,0 0-1278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8:22.60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764 42 24331,'0'0'4333,"-24"-6"-4082,-75-19-3,83 21-139,0 1 0,-1 1 0,1 1 0,0 0 0,-1 1 0,-19 3 0,2-1 37,18 0-121,1 0-1,0 1 0,0 1 0,0 1 0,1 0 0,0 0 1,0 2-1,0 0 0,0 0 0,1 1 0,-14 12 1,-12 10 3,1 3 1,-36 39 0,60-56-24,0 0 1,2 0 0,0 2-1,0-1 1,2 1 0,0 1-1,1 0 1,1 0-1,1 1 1,1 0 0,0 0-1,2 1 1,0-1 0,1 1-1,2 0 1,0 37 0,0-25 4,0-24 0,0 0-1,1 0 0,0 0 1,0 0-1,1-1 0,0 1 1,1 0-1,0 0 0,0-1 1,1 1-1,6 13 0,3-6 1,0 0-1,1-1 1,0-1-1,1 0 1,1 0-1,0-2 1,1 0-1,1-1 1,-1 0-1,2-1 0,-1-1 1,1-1-1,1-1 1,0 0-1,33 7 1,17-2 4,1-2-1,1-3 1,75-3 0,-73-2 3,-17-1-17,75-7 0,-105 2 0,-1 0 1,1-2-1,-1-1 1,0 0 0,27-14-1,-41 16 0,26-11 0,-1-1 0,0-2 0,53-38 0,-80 50 0,-1 1 0,-1-1 0,1 0 0,-1-1 0,0 0 0,-1 0 0,1 0 0,-2-1 0,1 0 0,-1 0 0,-1 0 0,0-1 0,0 1 0,0-1 0,-2 0 0,1 0 0,-1-1 0,-1 1 0,1-16 0,-2 5 0,2 7-1,-2 0 1,0-1-1,-1 1 0,0 0 1,-1-1-1,0 1 0,-2 0 1,1 0-1,-2 1 0,0-1 1,-10-20-1,9 25-1,-1 0 0,0-1 1,0 2-1,0-1 0,-1 1 0,-1 1 0,1-1 1,-1 1-1,0 1 0,-1 0 0,0 0 0,0 0 0,0 2 1,0-1-1,-1 1 0,-19-4 0,-7 1-279,1 2 0,-1 1 0,-64 3-1,77 1-8,-60 3-3546,1 13-9907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8:24.7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791 2 22971,'0'0'5047,"-8"0"-4655,5 0-330,-33-1 308,0 1-1,0 2 0,0 2 1,1 1-1,-56 16 1,41-5-346,9-3-19,1 1-1,0 2 1,-44 25-1,63-29-5,-9 6-7,0 0 0,2 2 1,-43 37-1,64-50 7,0 0-1,0 1 1,1 0-1,0 0 1,0 1 0,1 0-1,0 0 1,1 0-1,0 0 1,0 1 0,1-1-1,0 1 1,1 0 0,0 0-1,0 0 1,1 19-1,1-17 3,-1 1 1,1-1 1,1 1 0,4 20-1,-4-27 0,1-1-1,0 1 0,1-1 0,-1 0 0,1 0 0,0 0 1,1 0-1,-1 0 0,1 0 0,5 5 0,17 14 5,1-1 0,0-2 0,2-1 0,0 0 0,2-3 0,-1 0 0,50 18 0,-37-20-5,0-2-1,0-1 0,1-2 0,80 6 0,182-8 3,-237-8-7,-46-1 4,0-2 0,-1 0 0,1-1 0,-1-2 0,0 0 0,0-1 0,-1-1 0,0-1 0,0-1 0,-1-1 0,0-1 0,-1-1 0,-1 0 0,0-1 0,0-1 0,15-19 0,-28 28 1,0 0 0,0-1-1,-1 0 1,0 0 0,0 0-1,-1-1 1,1 1 0,-2-1 0,1 0-1,-1 1 1,-1-1 0,2-13-1,0-10 3,-3 1 0,-2-33 0,0 4-2,1 51-2,1 1-1,-2 0 1,1 0 0,-1-1-1,0 1 1,0 0 0,-1 1-1,0-1 1,0 0-1,0 1 1,-1-1 0,0 1-1,0 0 1,-1 1 0,0-1-1,0 1 1,0 0 0,-1 0-1,1 0 1,-12-6-1,3 2-14,-1 0 0,0 1 0,-1 1 0,0 0 0,0 2 0,-1 0 0,-33-6 0,8 6-444,-65 2-1,89 3 237,-91 0-1579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08:27.5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821 31 20697,'0'0'5742,"-6"-1"-5395,-17-4 15,13 2 406,-8 2 1335,-49-13-1964,5 11-125,46 1-6,0 1-1,0 0 0,0 1 0,0 1 1,-1 0-1,1 1 0,0 1 1,-25 8-1,-3 13 3,1 1 0,1 2 0,2 2 0,0 2-1,-45 47 1,63-58-8,1-1 27,2 1 0,0 1 0,1 1-1,-29 47 1,43-58-23,0 1 1,1-1-1,0 1 0,0 0 0,2 0 0,-1 0 1,2 0-1,0 17 0,-3 22 72,2 51 106,1-57-126,1-41-53,-1 0 0,1-1-1,0 1 1,0 0-1,0 0 1,0-1 0,1 1-1,-1-1 1,1 1-1,0-1 1,0 0 0,0 0-1,1 0 1,-1 0-1,1 0 1,4 4 0,56 39 44,-45-34-35,3 1-5,0-2 0,1 0 1,0-1-1,1-2 0,0 0 1,0-1-1,1-2 0,47 6 1,13-5-15,104-6 0,-87-2 22,-32-2-21,0-2 0,103-25 1,-124 21 14,-23 5-9,1-1 0,-1-1 0,0-1 1,-1-1-1,46-25 0,-59 27 5,0 0 1,0-1-1,-1 0 0,-1-1 0,1 0 0,-1 0 1,-1-1-1,1 0 0,-2-1 0,1 0 1,-2 0-1,1 0 0,7-23 0,-10 18 1,-1-1 0,0 1-1,-1-1 1,-1 0-1,-1 0 1,-3-29 0,0-9 18,3 44-23,-1 0 0,0 0 0,-1 0 0,0 0 0,-1 0 0,0 1 0,0-1 0,-2 1-1,1 0 1,-1 0 0,0 0 0,-1 1 0,0 0 0,-1 0 0,0 0 0,0 1 0,-1 0 0,0 0 0,0 1-1,-1 0 1,-18-11 0,5 6 4,-1 0-1,0 1 1,-1 1-1,0 2 1,0 0-1,-1 1 1,0 2 0,-41-4-1,20 4-228,0 2-1,-1 1 1,1 3 0,0 2-1,-79 15 1,68-1-1192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30T18:54:37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10904 2163 4799 0 0,'0'-7'10784'0'0,"0"-9"-10624"0"0,0-8-128 0 0,7-7-64 0 0,2-5 96 0 0,6-4-32 0 0,8 0-32 0 0,-1-2-32 0 0,4 8 32 0 0,-4 1 32 0 0,2 8-64 0 0,3 7 32 0 0,4 7 0 0 0,-3 13 0 0 0,0 4 0 0 0,-4 10 64 0 0,-7 8-64 0 0,-6 6 32 0 0,-5 6-32 0 0,-3 3 0 0 0,-3 1 0 0 0,-7-5 0 0 0,-3-3 0 0 0,0 1 0 0 0,2 1 0 0 0,-4-5 0 0 0,-1-1 32 0 0,-4-5-32 0 0,0 0 0 0 0,4 3-32 0 0,-4 4 64 0 0,2 3-32 0 0,-3-3 0 0 0,1-1 0 0 0,-4-5 0 0 0,3 1 0 0 0,-3-5 0 0 0,2 1 0 0 0,-2-2-32 0 0,2 1 64 0 0,-2-1-32 0 0,2 1 32 0 0,-2-2-64 0 0,2 3 64 0 0,5-9 512 0 0,11-14-320 0 0,13-5-160 0 0,5-10-64 0 0,6-8 64 0 0,7 1-64 0 0,5 3 64 0 0,4 6-128 0 0,2 6 64 0 0,1 4 64 0 0,1 3-64 0 0,0 1 0 0 0,-7 9-32 0 0,-2 2 32 0 0,-7 6 0 0 0,-1 1 0 0 0,-5 4 32 0 0,2-2 0 0 0,-3 3-32 0 0,-5 5 32 0 0,-4 3-32 0 0,3-2 32 0 0,-1 0-32 0 0,-2 3 32 0 0,-2 2-64 0 0,-10-4 32 0 0,-4 0 32 0 0,-7-6 0 0 0,-2 1-32 0 0,-5-4 0 0 0,-5-6 0 0 0,2 2-32 0 0,-3-1 32 0 0,-2-5 0 0 0,3 4 0 0 0,-1 0 0 0 0,-2-4 0 0 0,-3-2 32 0 0,-3 3-32 0 0,-2 1 0 0 0,-2-3-32 0 0,-1-2 64 0 0,0-3-32 0 0,0-1 0 0 0,0-2 0 0 0,0-1 0 0 0,-1-7 32 0 0,2-2-32 0 0,-1-7 128 0 0,0-1-96 0 0,7-3-32 0 0,2 1 32 0 0,7-3-32 0 0,0 2 0 0 0,-2 5 0 0 0,3-2 192 0 0,-1 2 32 0 0,3 10-384 0 0,6 13-1248 0 0,5 12-4128 0 0,11 2 3456 0 0,12-2-5216 0 0,4-5 7296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30T18:54:37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11269 1894 5151 0 0,'7'7'6592'0'0,"9"2"-5888"0"0,1 6-576 0 0,6 8 128 0 0,-3 6 160 0 0,-3 5-256 0 0,-6 4-64 0 0,3-5-32 0 0,-1-2 0 0 0,-3 2 32 0 0,-3 1-64 0 0,-3 2-32 0 0,-2 1 32 0 0,-1 2-32 0 0,-1 0 0 0 0,-1 1 32 0 0,1 0-32 0 0,-1 0 0 0 0,1 0 0 0 0,-1 0 0 0 0,1 0 32 0 0,0 0-32 0 0,0-1 0 0 0,0 1 0 0 0,-7 0 0 0 0,-2-1 0 0 0,1 8 0 0 0,-6 1-32 0 0,0 1 32 0 0,3-3 0 0 0,2-1 0 0 0,4-2 0 0 0,-5-2 0 0 0,-1-1 0 0 0,3 0 32 0 0,1-1-32 0 0,-4-6 0 0 0,0-3 0 0 0,1 1 0 0 0,3 2 32 0 0,-5-5-32 0 0,1-1 0 0 0,1 3 0 0 0,-4-5 0 0 0,0 1 0 0 0,3 2 0 0 0,-3-3 0 0 0,-1 1 0 0 0,4-5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07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0 26860,'0'0'3020,"0"1"-2952,1-1-1,-1 1 0,1-1 1,-1 1-1,1-1 1,-1 1-1,1-1 0,-1 1 1,0-1-1,1 1 0,-1 0 1,0-1-1,0 1 0,1 0 1,-1-1-1,0 1 1,0-1-1,0 1 0,0 0 1,0-1-1,0 1 0,0 0 1,0 1-1,-6 94-37,-4 0 0,-4-1 0,-31 109 0,7-32-19,-87 485 7,92-527-18,30-90 27,2-40-43,0 1 0,0-1 0,-1 1 0,1-1 0,0 1 0,0-1 0,0 1 0,0-1 0,0 0 0,-1 0 0,1 0 0,0 0 0,0 1 0,0-2 0,0 1-1,-1 0 1,1 0 0,0 0 0,-1-1 0,-6 0-330,-19 1-902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5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275 529 23195,'0'0'4506,"0"-14"-4330,-2-43 0,2 56-157,0 0 1,0 0-1,-1-1 1,1 1-1,0 0 0,-1 0 1,1 0-1,-1 0 1,0-1-1,1 1 0,-1 0 1,0 0-1,1 0 1,-1 0-1,0 1 0,0-1 1,0 0-1,0 0 1,0 0-1,0 1 1,0-1-1,0 0 0,0 1 1,0-1-1,-1 1 1,1 0-1,0-1 0,-2 1 1,-33-1 257,25 1-277,4 2 4,1-1-1,0 1 0,-1-1 0,1 2 1,0-1-1,0 1 0,0 0 0,1 0 1,-1 1-1,1-1 0,0 1 0,0 0 1,0 1-1,0-1 0,1 1 0,-1 0 1,-6 11-1,-4 5 42,1 0-1,1 1 1,-13 32 0,20-38-31,0 2 0,2-1 0,0 0 1,1 1-1,1 0 0,0 0 1,1 0-1,3 21 0,-2-16-22,3-22 21,1 0 0,0 0 1,-1-1-1,1 1 0,0-1 1,-1 0-1,1 0 0,0-1 1,0 1-1,6-3 0,2-4 0,0-1-1,-1 0 1,0 0-1,-1-2 1,0 1-1,-1-1 1,1 0-1,8-15 0,5-3-6,52-62-48,-4-4 1,-5-2-1,-3-3 0,93-205 1,-152 288 406,-6 33-205,0 9-51,-1-1-1,-2 0 1,-14 48-1,0-1 53,-2 22-11,-48 262 178,58-313-299,11-42-85,0-7-1422,0-12-53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6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0 297 17512,'0'0'10858,"28"-13"-10599,88-47-56,-105 54-167,-1 1-1,0-2 1,0 0 0,-1 0 0,0-1-1,0 0 1,13-15 0,-1 0 3,-15 18-14,-1 0 0,1 0 0,-1-1 0,0 0 0,0 1 0,-1-2 0,0 1 0,0-1-1,0 1 1,-1-1 0,0 0 0,0 0 0,-1 0 0,0-1 0,0 1 0,-1-1 0,1-10 0,-42 16 92,35 2-114,-1 1 0,1 0 0,0 0 0,0 0 0,1 1 0,-1-1 0,0 1 0,0 0 0,1 1 0,-1-1 1,1 1-1,0 0 0,0 0 0,-6 6 0,-5 5 35,1 2 1,-15 19-1,24-29-36,-1 3 10,0 0 0,1 0 1,0 0-1,1 1 0,0 0 1,1 0-1,-1 0 0,2 1 1,-2 11-1,1-4 40,1 0 0,1 0 1,1 0-1,3 33 0,-2-47-46,0 1 1,1-1 0,-1 1-1,1-1 1,0 0-1,0 1 1,0-1 0,0 0-1,1 0 1,0 0-1,-1-1 1,2 1 0,-1-1-1,0 0 1,1 1-1,-1-1 1,1-1 0,0 1-1,0-1 1,0 1-1,0-1 1,0 0-1,6 1 1,3 2 1,0-1 0,1-1 0,-1 0 0,1-1 0,0 0-1,21-1 1,-29-1-25,1-1-1,0 1 0,-1-1 0,1 0 0,-1-1 1,1 1-1,-1-2 0,1 1 0,-1 0 0,0-1 1,0 0-1,0-1 0,-1 1 0,1-1 1,-1 0-1,9-9 0,-3 4-192,37-29-1964,-24 17-1116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6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19 25532,'0'0'3380,"1"-1"-3337,-1 1 0,0-1 1,0 0-1,0 0 0,0 0 0,0 0 1,0 0-1,0 0 0,0 0 0,0 0 1,0 0-1,0 0 0,-1 0 0,1 1 1,0-1-1,-1 0 0,1 0 0,-2-1 1,-3 2-23,-1 1 1,1 1-1,-1-1 1,1 1-1,0 0 0,0 0 1,0 0-1,0 1 1,0 0-1,0 0 1,0 0-1,1 1 1,-6 4-1,-57 61 212,54-55-185,7-8-33,0 0-1,0 0 0,0 1 1,1-1-1,0 1 0,1 0 1,-1 0-1,1 1 0,1-1 1,0 1-1,0 0 0,0 0 1,1 0-1,0 0 0,-1 12 1,5-18-13,0 1 0,0-1 0,0 0 0,1 1 1,-1-1-1,1 0 0,-1 0 0,1-1 0,0 1 1,0-1-1,0 1 0,0-1 0,0 0 0,0 0 1,5 1-1,11 6 8,14 7 17,-20-10-32,0 1 0,0 0 0,-1 1-1,20 14 1,-30-19 2,1 0-1,-1 0 1,0 0-1,0 0 1,0 1-1,0-1 1,0 0-1,-1 1 1,1 0-1,-1-1 1,1 1-1,-1 0 1,0 0-1,0 0 1,0 0 0,-1-1-1,1 1 1,-1 0-1,0 1 1,1-1-1,-1 0 1,-1 0-1,1 0 1,0 0-1,-1 0 1,1 0-1,-2 3 1,0-3 16,0-1 1,0 1-1,0-1 0,-1 0 1,1 0-1,0 0 0,-1 0 0,1-1 1,-1 1-1,0-1 0,1 1 1,-1-1-1,0 0 0,0 0 1,0 0-1,0 0 0,0-1 1,0 1-1,-6-1 0,5 1-89,1 0 0,-1-1 0,0 0 0,0 1 0,0-1 0,0-1 0,0 1 0,0 0 0,1-1 0,-1 0 0,0 0 0,0 0 0,1-1 0,-1 1 0,-5-4 0,-3-10-1199,0-3-1222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26444,'0'0'3474,"77"-5"-3234,-47 5-128,6 2 0,-7 1-48,7 0-32,-6-1-16,-6 1-16,-7 2-80,7 1-256,0-1-401,-12-2-735,0 2-1826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7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22074,'0'0'6246,"-5"28"-5921,-2 13-210,-24 115 322,-68 201 665,74-288-1048,17-53-50,2 1 1,-8 31-1,13-43-22,-20 80 27,19-78-113,0 0 0,-1 0 0,0 0 0,0 0 0,-1-1 0,1 1 0,-1-1 0,-1 0 0,-6 7 0,1-12-2321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25724,'0'0'3543,"33"-6"-3295,210-43 184,-219 46-522,0 1 0,33 1 0,-33 1-1777,-13 0-1196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26060,'0'0'2606,"-1"23"-2384,-4 76-30,2-66 61,-2 0 0,-16 58-1,15-69-161,0 1-1,2 0 1,0 0 0,0 32-1,5-55-92,0 0 0,0 0 0,1 0 0,-1 0 0,0 0 0,0 0 0,0-1 0,0 1 0,1 0 0,-1-1 0,0 1 0,0-1 0,0 1 0,0-1 0,0 1 0,0-1 0,0 0 0,0 0 0,0 1 0,1-2 0,24-24-14,0 0 0,-2-1 0,33-49 1,6-6-720,-22 25-406,-29 40-427,1-1 1,26-26 0,-38 42 1911,1 0 0,1 1 0,-1-1 0,0 1 0,0 0 0,0 0 0,1-1 0,-1 1 0,1 1 0,-1-1 0,1 0 0,-1 1 0,5-1 0,-4 35 693,1-20-967,-1 0-1,-1-1 0,0 1 0,0 0 1,-2 25-1,0-22-12,1 0 1,0 1 0,5 20-1,-4-22 19,0-1 1,-2 32-1,-2-23-7284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8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26492,'0'0'3586,"-6"128"-3410,-12-96-32,12-2-96,-12-6-16,6-3-16,6-2-16,0-6 0,0 0-112,-5-5-304,11-5-417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24987,'0'0'4931,"-23"169"-4915,5-113-16,0 0-176,6 6-209,-6-1-559,0-2-513,7-3-2144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9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 22250,'0'0'6235,"-7"16"-6000,-65 124 107,-21 41 143,49-87-309,18-41-27,-36 109 1,35-79-117,13-43-23,-9 42 0,23-81-18,0-1-1,0 1 1,0 0 0,-1-1-1,1 1 1,0-1 0,0 1-1,0-1 1,0 1 0,0 0-1,0-1 1,0 1 0,0-1-1,0 1 1,1 0 0,-1-1-1,0 1 1,0-1-1,0 1 1,1-1 0,-1 1-1,0-1 1,1 1 0,-1-1-1,0 1 1,1-1 0,-1 1-1,1-1 1,-1 1 0,0-1-1,1 1 1,19-3-16,-14 0 36,-1 0-1,0-1 1,0 1-1,0-1 0,0-1 1,5-3-1,147-123 72,-131 98-8,-26 32 141,-14 9-173,7-4-32,1 0 0,-1 1 0,1 0 0,0 0 0,1 0 0,-1 0 0,1 1 0,1 0 0,-1 0 0,1 1 0,0-1 1,1 1-1,0 0 0,0-1 0,1 1 0,0 1 0,0-1 0,1 0 0,0 0 0,0 1 0,1-1 0,0 1 0,0-1 0,1 0 1,2 9-1,-1-13-9,0 0 0,0 0 1,0 0-1,0-1 0,1 1 0,0-1 1,0 1-1,0-1 0,0 0 1,0 0-1,0 0 0,1-1 0,0 1 1,-1-1-1,1 0 0,0 0 1,0 0-1,0 0 0,0-1 0,8 2 1,3 2-10,0-2 0,0 0 0,0 0 0,30 0 0,-15-3-91,-15 1-224,0 0 0,1-2-1,-1 0 1,0 0 0,0-2 0,22-5 0,-2-7-1943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0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27581,'0'0'2561,"36"13"-2481,-24-5 0,5-3-64,-5 3-16,18-2 0,6-4-224,5 1-449,7-3-463,-1 0-1537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0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339 469 24875,'0'0'3439,"-3"-10"-3287,1 4-136,2 4-10,0 0 1,-1-1-1,1 1 0,-1 0 0,0 0 0,1 0 1,-1 0-1,0 0 0,0 0 0,0 0 0,-1 0 0,1 1 1,0-1-1,-1 0 0,1 1 0,-1-1 0,0 1 0,1-1 1,-1 1-1,0 0 0,0 0 0,0 0 0,0 0 1,0 0-1,0 0 0,0 0 0,0 1 0,0-1 0,0 1 1,0-1-1,-1 1 0,1 0 0,0 0 0,-3 0 0,-3 0 1,0 1-1,0-1 0,0 1 0,0 1 1,0 0-1,1 0 0,-1 0 0,1 1 1,-1 0-1,1 0 0,0 1 0,0 0 0,0 1 1,1-1-1,0 1 0,0 0 0,-11 12 1,1-2 67,1 2 1,0-1-1,2 2 1,0 0-1,-11 20 1,17-26-41,1-1 1,1 2-1,0-1 1,1 1-1,0-1 1,1 1-1,0 0 1,1 0-1,-1 21 1,3 81 114,1-114-149,-1-1-1,0 1 1,1 0-1,-1 0 1,1 0-1,0-1 1,-1 1-1,1 0 1,-1-1-1,1 1 1,0 0-1,-1-1 1,1 1-1,0-1 1,0 1-1,0-1 1,-1 1-1,1-1 1,0 0-1,0 1 1,0-1-1,0 0 1,0 0-1,0 0 1,0 0-1,-1 0 1,1 0-1,0 0 1,0 0-1,0 0 1,2 0-1,31-5 60,-24-1-48,-1 0 1,1-1-1,-1 0 0,-1-1 0,1 0 1,-1 0-1,13-19 0,13-10 6,148-167 25,-84 89-34,-73 85-17,-1-1 0,-1-1 0,-2-1 0,-2-1-1,0-1 1,-3 0 0,-1-2 0,21-74 0,-26 90 1,2-7 837,-14 30-819,0-1-1,0 1 0,0 0 0,0 0 0,0 0 0,1 0 1,-1 1-1,1-1 0,0 0 0,-1 1 0,0 3 0,-3 4 17,-20 32 15,2 1 0,2 1 0,1 1 0,3 0 0,2 2 0,1 0 0,3 0 0,2 1 0,2 1 0,-1 96 0,7-115-40,1 8 1,1 0 1,1-1-1,8 41 1,-9-75-4,8 10 7,-8-12 45,5-22-761,-6 5-2971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1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167 263 24171,'0'0'3850,"1"-38"-2722,7 20-1047,0 1 0,1-1 0,1 1-1,1 1 1,0 0 0,1 0-1,19-18 1,-22 23-57,-7 8-21,2-2 8,0 0-1,1 0 1,-1 1 0,1-1 0,0 1 0,0 0 0,0 1-1,0-1 1,1 1 0,-1 0 0,1 0 0,0 1 0,0-1-1,0 1 1,6-1 0,-10 3-9,-1 0 0,1 0 0,-1 0 0,1 0 0,-1 0 0,1 0 0,-1 1 0,1-1 0,-1 0 0,1 1 0,-1 0 0,0-1 0,1 1 0,-1-1 0,0 1 0,1 0 0,-1 0 0,0 0 0,0 0 0,0 0 0,0 0 0,0 0 0,0 0 0,0 1 0,0-1 0,0 0 0,0 0 0,-1 1 0,1-1 0,0 1 0,-1-1 0,0 0 0,1 1 0,-1-1 0,0 1-1,1 1 2,0 8 1,1 0 0,-1 0 0,-2 21 0,1-21 31,-1 11-24,-1-1-1,-1 0 1,-1 0-1,0-1 1,-2 1-1,0-1 1,-13 27-1,-2-3 16,-3-1-1,-29 43 1,46-76 3,0 1 0,-2-1 0,1-1 0,-1 0 0,0 0 0,-14 10 1,19-16-20,1 0 0,-1-1 0,0 0 0,-1 1 0,1-2 0,0 1 0,0 0 0,-1-1 1,1 0-1,-1 0 0,1 0 0,-1 0 0,0-1 0,1 0 0,-1 0 0,0 0 0,1 0 0,-1-1 1,1 0-1,-8-2 0,9 2-4,1-1 1,-1 1-1,1-1 1,-1 0-1,1 0 1,0 0-1,0 0 1,0 0 0,0-1-1,0 1 1,0-1-1,0 1 1,1-1-1,-3-5 1,4 6-5,-1 0 1,0 0-1,0 0 1,0 0-1,0 0 1,0 0-1,-1 0 1,1 1-1,-1-1 1,1 0-1,-1 1 1,1-1-1,-1 1 1,0-1-1,0 1 0,0 0 1,0 0-1,0 0 1,0 0-1,0 0 1,0 0-1,0 1 1,0-1-1,-4 0 1,4 5-256,0 0 1,0 0-1,0 0 0,1 0 1,0 0-1,0 1 0,-1 6 1,2-9-150,-6 23-2292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21946,'0'0'5859,"-17"0"-4672,13 10-1077,1 1 1,1 0-1,0 0 1,-1 15-1,-3 18 24,-9 13 8,-44 103 0,33-94-72,22-53-47,-9 22 13,13-34-34,-1 0-1,1 0 1,0 0 0,-1 0 0,0 0-1,1 0 1,-1 0 0,1 0-1,-1 0 1,0 0 0,0 0-1,0 0 1,1 0 0,-1-1 0,0 1-1,0 0 1,0-1 0,0 1-1,0 0 1,0-1 0,-2 1-1,2-1 224,0-5-193,0-1 0,0 1 1,1 0-1,0-1 1,0 1-1,0-1 1,2-9-1,-1-4-22,0 7-5,1-1 0,0 1 0,1-1 1,0 1-1,1 0 0,1 0 0,-1 0 0,2 1 0,0 0 0,0 0 0,1 0 1,16-18-1,-14 18 2,1 2 1,0 0 0,1 0-1,0 0 1,23-11 0,5-7 20,-32 21-22,1 1-1,-1-1 0,1 1 1,0 0-1,1 1 0,-1 0 1,1 1-1,-1-1 0,1 1 1,0 1-1,0 0 0,1 0 1,-1 1-1,10 0 0,-18 2-11,0 1-1,0-1 0,0 1 1,-1-1-1,1 1 0,0 0 0,-1-1 1,1 1-1,-1 0 0,0-1 1,0 1-1,1 0 0,-1 0 0,0-1 1,0 1-1,-1 0 0,1 0 0,-1 3 1,1-3-48,0 43-2961,0-34-1950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63 12646,'0'0'15626,"-4"-5"-15349,1 0-177,-1 1 0,-1-1 0,1 1 1,-1-1-1,1 1 0,-1 1 0,-1-1 0,1 1 0,0 0 0,-1 0 0,1 0 1,-1 1-1,0 0 0,0 0 0,0 0 0,-12-1 0,11 3-82,0-1 0,0 1-1,0 0 0,0 0 0,-1 1 0,1 0 0,0 0 0,0 1 0,0 0 0,0 0 0,1 0 1,-1 1-1,1 0 0,-1 0 0,-6 5 0,-5 5 18,2 1 0,0 0 1,1 1-1,-18 22 0,32-36-34,1 0-1,-1 0 1,1 0-1,-1 0 1,1 0-1,0 0 1,0 0-1,-1 0 1,1 0-1,0-1 1,0 1-1,0 0 1,0 0-1,0 0 1,0 0-1,0 0 1,1 0-1,-1 0 1,0 0-1,0 0 1,1 0-1,-1 0 1,1 0-1,-1 0 1,1-1-1,-1 1 1,1 0-1,-1 0 1,1-1-1,0 1 1,-1 0-1,1-1 1,0 1-1,0 0 1,-1-1-1,1 1 1,0-1-1,0 1 1,0-1-1,0 0 1,0 1-1,0-1 1,0 0-1,-1 0 1,1 0-1,1 1 1,43 10 36,-34-9-39,9 0 10,0 2-1,0 0 1,0 1-1,31 12 0,-47-15-6,0 0-1,0 0 0,0 1 0,0-1 0,0 1 0,0 0 0,-1 0 0,1 0 0,-1 0 0,0 1 0,0 0 1,0-1-1,-1 1 0,1 0 0,-1 0 0,0 0 0,0 0 0,0 1 0,0-1 0,-1 1 0,0-1 0,0 1 1,0-1-1,-1 1 0,1 8 0,-1-9 2,0-1 0,-1 1 0,1-1 0,-1 1 0,0-1 0,1 0 0,-1 1 0,-1-1 0,1 0 0,-1 0 0,1 0 0,-1 0 0,0 0 0,0 0 0,0 0 0,0-1 0,-1 1 0,-2 2 0,1-2 11,-1 1 0,1-1 0,-1 0 0,0-1-1,0 1 1,0-1 0,0 0 0,-1-1-1,1 1 1,0-1 0,-9 1 0,-7 1 22,1-1 0,-1-1 0,0-1 0,1-1 0,-1-1 0,1 0 0,-1-2-1,1 0 1,-31-11 0,23 9-413,25 6 210,0 0 1,1-1 0,-1 1 0,0 0 0,0-1-1,0 0 1,1 0 0,-1 1 0,0-2 0,1 1-1,-1 0 1,1 0 0,-1-1 0,-2-2 0,4-8-3862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3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25580,'0'0'2993,"0"-5"-2782,3-9 199,6 25 288,-6-6-656,0-1 1,1 1-1,-1-1 1,1 0 0,0 0-1,5 4 1,0-2-15,0-1 0,0-1 0,0 1 0,0-2 0,1 1 0,0-1 0,-1-1 0,1 0 0,18 2 0,-20-3-11,0-1 1,-1 0 0,1 0 0,0 0-1,0-1 1,-1-1 0,1 1 0,-1-1-1,1 0 1,-1-1 0,1 0 0,-1 0-1,7-5 1,1-3-62,-9 7-5,-1-1-1,1 1 1,-1 1 0,1-1-1,0 1 1,1 0 0,-1 0-1,0 1 1,1 0 0,7-2-1,-14 21-2628,0 6-1164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25964,'0'0'3185,"1"2"-3109,0 0 0,0 0 0,-1 0 0,1 1 0,-1-1-1,0 0 1,1 1 0,-1-1 0,0 0 0,0 1 0,-1-1-1,1 0 1,-1 4 0,-73 161 508,61-140-569,9-22-10,1 0-1,0 1 0,1-1 0,0 1 1,0 0-1,0 0 0,0 0 1,-1 11-1,-3 1 475,2-11-1310,2 2-3908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4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0 332 21610,'0'0'7128,"1"0"-7085,-1 1-1,0-1 0,1 0 1,-1 0-1,0 1 0,1-1 1,-1 0-1,1 0 0,-1 0 0,0 0 1,1 1-1,-1-1 0,1 0 1,-1 0-1,0 0 0,1 0 0,-1 0 1,1 0-1,-1 0 0,1 0 1,-1 0-1,0 0 0,1 0 1,-1 0-1,1-1 0,-1 1 0,1 0 1,-1 0-1,0 0 0,1 0 1,-1-1-1,0 1 0,1-1 0,12-6 48,0-1 0,-1-1 0,0 0 0,0 0 0,15-18 0,1 2-45,167-166 235,-148 148-144,-45 40-136,-3 7-71,0 0 0,-1 0 0,1 0 0,-1 0 0,0 0-1,0 0 1,0 0 0,0 0 0,-1-1 0,1 1 0,-1-1 0,-6 6 0,-1 2-328,-14 19-978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25260,'0'0'4340,"24"-6"-3697,19 3-461,358-18-924,-394 20-1214,-1-3-3169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6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 11285,'0'0'17523,"0"8"-17179,0 11-148,1 7 3,-1-1-1,-2 1 0,0 0 0,-8 27 0,-119 534 484,82-350-678,34-161 7,9-44-10,-2-1-1,-1 0 1,-19 55-1,13-70 2,12-14-6,-1-1-1,1 1 0,0-1 0,-1 1 1,1 0-1,0-1 0,0 1 1,0 0-1,0 0 0,1-1 0,-1 1 1,0 0-1,0 4 0,1-6-107,0-3-984,0-17-17,0-13-872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114 185 24651,'0'0'3815,"0"-4"-3532,-1 0-237,1 1-1,0-1 1,0 1-1,1-1 1,-1 1-1,1-1 1,-1 1-1,1 0 1,0 0-1,1-1 1,-1 1-1,0 0 1,1 0-1,0 0 1,2-4-1,11-10 33,0 1 0,1 1-1,30-23 1,-39 33-74,1 1 0,0-1 0,0 1-1,1 1 1,-1-1 0,1 1 0,0 1 0,-1 0-1,1 0 1,0 1 0,1 0 0,8 0 0,-12 1-2,0 1 0,-1 0 1,1 0-1,0 0 1,-1 1-1,1 0 0,-1 0 1,0 0-1,1 1 1,-1-1-1,0 1 1,-1 0-1,1 1 0,0-1 1,-1 1-1,0 0 1,7 9-1,-6-7-4,0 0 0,-1 0 0,0 1 0,0 0 0,-1-1 0,0 1 0,0 0 0,0 1 0,-1-1 0,0 0 1,-1 1-1,0-1 0,1 14 0,-1 4 16,0-18-8,-1-1 0,1 0 0,-1 0 0,0 0 0,-1 1 0,1-1 0,-1 0 0,-1 0 0,1 0 1,-1 0-1,0 0 0,0 0 0,-1-1 0,1 1 0,-1-1 0,-5 7 0,-1-1 48,-1-1 0,-1 0 0,1-1-1,-2 0 1,1-1 0,-1 0 0,0 0 0,-1-2 0,0 1-1,0-2 1,0 0 0,-1 0 0,1-1 0,-1-1-1,0 0 1,-27 1 0,-152-12-2199,164 8-1977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19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23 24715,'0'0'3759,"0"-16"-2467,-3 79-1121,-3 1 0,-3-1 1,-30 112-1,30-138-153,1 0-1,1 1 0,-2 59 1,9-96-42,0-11 50,1 0-19,1 1 0,-1-1 0,1 1-1,1-1 1,0 1 0,0 0 0,1 1-1,6-13 1,46-70-2,-45 75-4,248-340 31,-246 343-121,-14 19-489,-16 23-505,-5-2-878,3 0-2732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0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1 355 25115,'0'0'2938,"12"2"-2527,-1-1-370,-4 1 20,0-1 1,1 0 0,-1 0-1,1-1 1,-1 0 0,1 0-1,-1-1 1,1 0 0,-1 0-1,0-1 1,1 0 0,-1 0-1,0 0 1,10-6-1,19-17 51,43-41-1,-68 55-106,0 0 0,0-1 0,-1 0 0,-1 0-1,0-1 1,-1-1 0,9-17 0,1-5 18,-15 31-15,0 0 0,0 0-1,0 0 1,-1-1-1,0 1 1,0-1 0,0 0-1,-1 0 1,0 1-1,0-1 1,0-8 0,-1 13-4,0 0 0,0 0 0,0 0 0,0 1 1,0-1-1,0 0 0,0 0 0,0 0 0,0 0 1,0 0-1,0 0 0,-1 0 0,1 0 0,0 0 1,-1 1-1,1-1 0,0 0 0,-1 0 0,1 0 1,-1 1-1,1-1 0,-1 0 0,0 1 0,1-1 1,-1 0-1,0 1 0,0-1 0,1 1 0,-1-1 1,0 1-1,0-1 0,0 1 0,1 0 0,-1-1 1,0 1-1,0 0 0,0 0 0,0 0 0,0-1 1,0 1-1,0 0 0,0 0 0,0 0 0,1 0 1,-1 1-1,0-1 0,0 0 0,0 0 0,-2 1 1,-8 0-55,6-1 50,0 0 0,0 1 1,0 0-1,1 0 0,-1 1 1,0 0-1,0-1 0,1 1 1,-1 1-1,1-1 0,0 1 0,-5 3 1,-47 43 86,33-26-80,15-15 0,0 0 0,1 0 0,0 1 0,1 0 0,0 0 0,1 0-1,-1 1 1,2 0 0,-1 0 0,2 1 0,-6 18 0,4-2 26,1 1 1,1 0-1,0 41 1,3-67-32,1 0 0,-1 0 0,0 0 0,1 0 0,-1 0 0,1 0 0,-1 0 0,1 0 1,0 0-1,0-1 0,0 1 0,0 0 0,0-1 0,0 1 0,1-1 0,-1 1 0,0-1 1,1 1-1,1 0 0,2 2 6,-1-1 0,1 0 1,0-1-1,1 1 1,-1-1-1,9 3 0,5 0 20,0-2-1,-1 0 1,25 1-1,-24-3-21,0-1-1,0 0 0,37-6 0,-48 4-163,0 0 0,0-1-1,0 1 1,-1-2 0,1 1 0,-1-1-1,0 0 1,0 0 0,0-1 0,-1 0-1,12-11 1,1-7-2123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0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24283,'0'0'3575,"-12"8"-2460,12-6-1091,0 5 26,0 0 0,0 0 1,1 0-1,-1 0 1,2 0-1,1 9 0,-1-13-49,0 0-1,0 0 0,0 0 1,0 0-1,0-1 1,0 1-1,1-1 0,-1 1 1,1-1-1,0 0 0,-1 0 1,1 0-1,0 0 0,6 2 1,2 1-2,1 0 0,0 0-1,0-1 1,0-1 0,0 0 0,0-1 0,1 0 0,-1 0 0,1-2 0,-1 0 0,23-2-1,-32 1 12,1 1-1,-1-1 0,0-1 0,-1 1 0,1 0 0,0-1 1,0 1-1,-1-1 0,1 0 0,0 0 0,-1 0 0,0 0 1,0-1-1,1 1 0,2-5 0,-5 6 31,-1 17-45,-1-8 10,0 0-1,-1 0 1,0 0-1,0 0 1,0-1 0,-1 1-1,-9 11 1,-42 51 26,33-42-8,0 0 11,5-4 8,-1-1 0,-2-1 1,0-1-1,-1 0 1,-1-1-1,-30 20 0,48-38-36,0 0-1,-1 0 0,1 0 1,0-1-1,-1 0 1,1 0-1,-10 1 0,13-1-7,0-1 0,0 0 1,-1 0-1,1 0 0,0 0 0,0 0 0,0 0 0,0 0 0,-1 0 0,1 0 0,0-1 0,0 1 0,0 0 0,0-1 0,0 1 0,0-1 0,0 1 0,0-1 0,0 0 0,0 1 0,0-1 0,0 0 1,0 1-1,0-1 0,1 0 0,-1 0 0,0 0 0,1 0 0,-1 0 0,0 0 0,1 0 0,-1-2 0,-6-71-19,7 73 21,0 1 0,1-1 0,-1 0 0,1 1 0,-1-1 1,1 1-1,-1-1 0,1 1 0,-1-1 0,1 1 0,-1-1 0,1 1 1,0 0-1,-1-1 0,1 1 0,0 0 0,-1-1 0,1 1 1,0 0-1,-1 0 0,1 0 0,0 0 0,0-1 0,-1 1 0,1 0 1,0 0-1,-1 1 0,2-1 0,28 0 13,-24 0-6,23-2 35,0 2 0,0 1 1,-1 2-1,1 0 1,-1 2-1,1 1 0,-1 2 1,34 13-1,-27-10-2448,-29-11-187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22890,'0'0'4915,"0"21"-4576,0 3-256,2 6 103,-2 0 1,-1 0 0,-7 43-1,-7-9-30,-3 0 0,-30 69-1,95-237 37,-40 93-187,94-151 29,-88 144-26,1 1-1,0 0 0,1 1 1,1 1-1,1 0 1,28-19-1,-44 33-9,0 0 0,1 0 0,-1 0 0,1 1 1,-1-1-1,1 0 0,0 1 0,-1 0 0,1-1 0,-1 1 0,1 0 0,0 0 0,-1-1 1,1 1-1,0 1 0,2-1 0,-3 30-22,-1-1 31,1 10 47,-2 0-1,-11 67 1,5-60-43,-8 31 13,23-91-291,-1 1 0,0-1 0,-1-1 1,5-17-1,-10 13-1377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24171,'0'0'3140,"16"-16"-2809,93-101 507,-97 104-658,-5 5-119,1-1 1,0 1-1,0 1 1,1-1-1,0 1 1,1 1-1,19-11 1,-28 17-35,0 0-14,3 0-24,-3 22 49,-1 19 114,2-7-79,-2 0 0,-1-1 0,-2 1 0,-1 0 1,-2-1-1,-17 57 0,17-72-59,1-1 0,1 1 0,1 0 0,0 0 1,1 0-1,0 19 0,-4-8-2573,6-36-1477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3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25500,'0'0'2724,"-10"27"-2412,-69 178 531,73-186-758,1 1 1,0-1-1,2 1 1,0 0-1,1 0 1,1 0-1,2 31 1,-1-26-122,1-24 31,-1-1 0,1 1 0,0-1 0,0 1-1,0-1 1,0 0 0,0 1 0,0-1 0,0 0 0,0 0 0,0 1 0,0-1-1,0 0 1,0 0 0,0 0 0,0 0 0,1 0 0,-1-1 0,0 1 0,0 0-1,0 0 1,1-1 0,28-7 48,-11-7-36,-1-1 1,-1-1-1,0 0 0,-2-2 0,24-33 0,-4 6-4,23-32 1,-32 42 6,1 0 0,58-56 0,-75 84 4,-8 7 4,-4 27 76,-2 1 0,0-1 0,-1 0-1,-17 45 1,-7 38 48,24-77-331,1 0 0,1 47-1,3-79 133,0 1 1,0-1-1,0 1 0,0-1 1,0 1-1,0 0 0,0-1 1,0 1-1,1-1 0,-1 1 0,0-1 1,0 1-1,0-1 0,1 1 1,-1-1-1,0 1 0,0-1 1,1 1-1,-1-1 0,1 1 1,-1-1-1,0 0 0,1 1 0,-1-1 1,1 0-1,-1 1 0,1-1 1,-1 0-1,1 1 0,-1-1 1,1 0-1,-1 0 0,1 0 1,-1 1-1,1-1 0,-1 0 0,1 0 1,0 0-1,0 0 0,21 1-2987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25948,'0'0'3268,"-12"1"-3145,4 0-82,0 0 0,0 1 1,1 0-1,-1 0 0,0 0 0,1 1 1,0 1-1,-1-1 0,1 1 1,1 0-1,-1 1 0,1-1 0,-1 1 1,1 1-1,1-1 0,-9 10 0,10-10-21,-1 0 0,1 0-1,0 1 1,0 0-1,0-1 1,1 1-1,0 1 1,0-1-1,1 0 1,0 1 0,0-1-1,0 1 1,1 0-1,0-1 1,0 1-1,1 0 1,0 9 0,0-12-22,0-1 1,0 0 0,1 0 0,-1 1 0,1-1 0,0 0 0,0 0 0,0 0 0,0 0 0,0 0-1,1 0 1,-1 0 0,1 0 0,0-1 0,0 1 0,0 0 0,0-1 0,1 0 0,-1 1-1,1-1 1,-1 0 0,1 0 0,0-1 0,-1 1 0,1 0 0,0-1 0,0 0 0,5 2 0,7 5 9,3 1 14,-2 0-2,1 0 1,-1 1-1,15 13 0,-27-20-21,-1 0 0,0 0 0,0 0 0,0 0 0,0 1-1,-1-1 1,1 1 0,-1 0 0,0-1 0,0 1 0,0 0 0,0 0 0,-1 1 0,0-1 0,0 0 0,0 0-1,0 1 1,0 5 0,-2-7 7,1 1 0,-1 0 0,0 0 0,0 0 1,0 0-1,-1-1 0,1 1 0,-1-1 0,0 1 0,0-1 0,0 1 0,0-1 0,-1 0 0,1 0 0,-1 0 0,0-1 0,0 1 0,0 0 0,0-1 0,0 0 0,0 0 0,-1 0 0,1 0 1,-1-1-1,0 1 0,1-1 0,-8 2 0,-6 2 23,0-1 0,1-1 0,-1-1 0,-1 0 0,-18-1 0,34 0-49,-1-2-1,1 1 1,0 0-1,0 0 0,0-1 1,0 1-1,0-1 1,0 0-1,0 1 0,0-1 1,0 0-1,1 0 1,-1 0-1,0-1 0,0 1 1,1 0-1,-1-1 1,1 1-1,-1-1 0,1 1 1,0-1-1,-1 0 1,1 1-1,0-1 1,0 0-1,0 0 0,0 0 1,1 0-1,-2-3 1,0-5-495,0 1 0,1-1 1,0 1-1,0-19 1,1 25 290,0-16-1993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26204,'0'0'2897,"-2"21"-2678,2-17-207,-2 18 42,-2 0 0,0 0 0,-1 0 1,-10 25-1,-19 78 466,32-119-793,0 0 0,0 0 0,0-1 1,1 1-1,0 0 0,0 12 0,1-24-1624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24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28333,'0'0'1169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2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73 23643,'0'0'5757,"-6"-16"-4642,6 14-1098,0 0 0,0 1 0,0-1 0,1 0 0,-1 1 0,0-1 0,1 0 0,0 1 0,-1-1 0,1 1 0,0-1 0,0 1 0,0-1 0,0 1 0,0-1 0,0 1 0,0 0 0,0 0 0,1 0-1,1-2 1,1 1-8,0-1-1,0 1 1,0 0-1,0 0 0,1 1 1,-1-1-1,8-1 1,6 0-20,1 1-1,35 0 1,-54 2 13,16 0-3,-1 1-1,1 0 0,-1 1 1,0 0-1,24 8 0,-35-9-1,0 0 0,-1 1-1,1-1 1,-1 1 0,1 0-1,-1 0 1,0 0 0,1 0-1,-1 0 1,0 1 0,-1-1-1,1 1 1,0 0 0,-1 0-1,1 0 1,-1 0 0,0 0-1,0 1 1,-1-1 0,1 1-1,0-1 1,-1 1 0,0 0-1,0-1 1,0 1 0,-1 0-1,1 0 1,-1 5 0,1 0 1,-1 0 0,0 0 0,0 0 0,-1-1 1,0 1-1,-1 0 0,0 0 0,0-1 0,-1 1 1,0-1-1,-1 0 0,1 0 0,-2 0 0,1 0 0,-1-1 1,0 0-1,-1 1 0,-8 7 0,-56 51 57,39-37-28,-34 39 0,45-47-27,17-18-3,0-1 1,0 1-1,1-1 0,-1 1 1,1 0-1,0 0 0,0 0 1,0 0-1,0 1 0,0-1 1,1 0-1,-1 1 1,1-1-1,0 1 0,0-1 1,0 1-1,1 0 0,0-1 1,-1 5-1,2-6 4,0-1-1,0 0 1,0 0 0,0 1-1,0-1 1,0 0 0,0 0-1,0 0 1,0 0-1,0 0 1,1-1 0,-1 1-1,0 0 1,1-1 0,-1 1-1,1-1 1,-1 1 0,0-1-1,1 1 1,-1-1-1,3 0 1,36 8 12,-39-8-13,53 6 41,82-3 0,-99-3-110,-35 0 15,1 0 0,-1-1-1,0 1 1,0 0 0,0-1-1,0 1 1,0-1 0,0 0 0,0 0-1,0 1 1,0-1 0,0-1-1,0 1 1,0 0 0,1-2 0,-1 2-230,-1-1 0,0 1 0,0 0 1,0-1-1,0 1 0,0-1 1,0 0-1,0 1 0,0-1 1,-1 0-1,1 1 0,0-3 0,0-12-7260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3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27885,'0'0'2353,"113"-69"-2161,-77 69-112,-1 0-64,1 0 0,-6 0-16,5 0-32,1 3-160,-1 2-320,1-2-369,-6-3-1120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4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25500,'0'0'2636,"-3"24"-2244,-36 190 301,16-145-424,-4 21-60,20-64-150,-1 16-81,8-42-39,19-30 90,73-84 62,-60 70-44,3 2 0,47-46 0,-65 72-13,-7 7-12,0 0 1,0 0-1,0 1 1,1 0-1,15-7 0,-25 14-19,-1 1 0,1 0 0,0-1 0,-1 1-1,1-1 1,0 1 0,0 0 0,-1 0 0,1 0-1,0-1 1,0 1 0,0 0 0,-1 0 0,1 0-1,0 0 1,0 0 0,-1 0 0,1 0 0,0 1-1,0-1 1,0 0 0,-1 0 0,1 1 0,0-1-1,-1 0 1,1 1 0,0-1 0,-1 0 0,1 1-1,0-1 1,-1 1 0,1-1 0,-1 1 0,1 0-1,-1-1 1,1 1 0,-1 0 0,1-1 0,-1 1-1,0 0 1,1-1 0,-1 1 0,1 1 0,2 30 104,-3-29-81,1 62 73,1-31-79,-2-1 0,-1 0 0,-11 65-1,9-70-16,3-26-3,1 0 0,-1 0 0,-1 0 0,1 0 0,0 0 0,0 0 0,-1 0 0,1 0 0,-1 0 0,1 0 0,-1 0 0,0 0 0,0 0 0,0 0 0,-2 2 0,244-275-83,-224 250 63,-12 14 20,0 1-1,0-1 1,0 1 0,1 1-1,-1-1 1,2 1 0,-1 0-1,0 0 1,1 1 0,0 0 0,8-4-1,-15 9-4,1-1 0,-1 0 0,1 1 1,-1-1-1,1 1 0,-1 0 0,1-1 0,-1 1 0,0-1 0,1 1 0,-1 0 0,0-1 0,0 1 0,1 0 0,-1-1 0,0 1 1,0 0-1,0-1 0,0 1 0,0 0 0,0-1 0,0 1 0,0 0 0,0-1 0,0 2 0,0 29-8,0-25-3,0 35 23,1-17 11,0 0 0,-2 1 1,-1-1-1,0 0 0,-2 0 0,-1 0 0,-12 35 0,15-54-204,1 1 0,-1-1 0,1 0 0,1 1 0,-1-1 1,1 1-1,0 7 0,0-8-133,0 9-1525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4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90 104 25420,'0'0'2958,"-8"16"-2731,6-11-230,-48 106 511,44-94-381,0 0 0,2 0 0,0 1 0,0-1 0,-1 34 0,5-49-127,0 1 0,-1-1 0,1 0-1,0 0 1,1 0 0,-1 0 0,0 0 0,1 1-1,-1-1 1,1 0 0,-1 0 0,1 0 0,0 0-1,0 0 1,0-1 0,0 1 0,0 0-1,1 0 1,-1-1 0,1 1 0,-1 0 0,1-1-1,2 2 1,1-1 10,0 0-1,0-1 1,0 1-1,1-1 1,-1 0 0,0-1-1,1 0 1,-1 1-1,6-2 1,-4 0-4,-1 0 0,0-1 1,0 1-1,0-1 0,-1-1 0,1 1 0,0-1 1,-1 0-1,1 0 0,-1-1 0,0 1 1,0-1-1,-1 0 0,1-1 0,-1 1 0,0-1 1,7-10-1,0 0 3,0-1 1,-1 0 0,-1-1-1,13-31 1,-16 34 11,-1-2-1,-1 1 1,0 0 0,-1-1-1,-1 0 1,0 0-1,-1 0 1,0 0 0,-2 0-1,-3-28 1,2 41-49,0-1 1,1 1-1,-1 0 1,0 0-1,0 0 0,-1 0 1,1 0-1,-1 0 1,1 1-1,-1-1 0,0 1 1,0 0-1,0 0 1,0 0-1,-1 0 0,1 0 1,0 1-1,-1-1 1,1 1-1,-1 0 1,1 0-1,-1 1 0,0-1 1,1 1-1,-1-1 1,0 1-1,1 0 0,-1 0 1,0 1-1,1-1 1,-1 1-1,0 0 0,1 0 1,-1 0-1,1 0 1,-1 1-1,1 0 1,0-1-1,0 1 0,-6 5 1,-5 15-1011,2 0-1211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25916,'0'0'2991,"-3"25"-2615,0 8-249,-1 5 115,-15 66 0,-33 184 576,44-234-759,5-39-44,-1 0-1,0 0 1,-1 0-1,-13 26 0,31-63-124,1 0-1,1 1 1,0 1-1,2 1 0,22-22 1,-10 13 8,1 2-1,2 2 1,41-26 0,-73 49 103,0 1 0,0 0 0,0 0 0,1-1 1,-1 1-1,0 0 0,0 0 0,1 0 0,-1 0 0,0-1 0,0 1 0,1 0 1,-1 0-1,0 0 0,0 0 0,1 0 0,-1 0 0,0 0 0,1 0 0,-1 0 0,0-1 1,1 1-1,-1 1 0,0-1 0,0 0 0,1 0 0,-1 0 0,0 0 0,1 0 1,-1 0-1,0 0 0,0 0 0,1 0 0,-1 0 0,0 1 0,0-1 0,1 0 0,-1 0 1,0 0-1,0 1 0,1-1 0,-3 15 63,-13 18 65,-5-10 49,-40 33 1,5-5 43,51-47-218,0 0-1,0 0 1,1 0-1,-1 1 1,1-1-1,0 1 1,0 0-1,1 0 1,-1 0-1,1 0 1,0 0-1,1 1 1,-1-1-1,1 0 1,0 1-1,0-1 1,1 1-1,0 0 1,0-1-1,0 1 1,1 7-1,0-11-3,0 0-1,0-1 0,0 1 1,0 0-1,0-1 0,1 1 1,-1-1-1,0 0 0,1 1 1,-1-1-1,0 0 0,1 0 1,0 0-1,-1 0 0,1 0 1,0 0-1,-1-1 0,1 1 1,0 0-1,3 0 0,42 9 13,-39-9-10,24 3-352,0-2-1,0-1 0,58-5 0,-62-3-980,-4-7-926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6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73 25580,'0'0'2654,"-9"24"-2438,-75 177 563,12-42-141,71-155-635,-1-1 1,1 0-1,0 1 0,1-1 0,-1 1 1,0 0-1,1-1 0,0 7 0,0-10-40,13-6-48,230-194 290,-203 166-188,3 2 1,0 1-1,2 2 0,1 3 1,73-32-1,-118 58-12,-1 0 0,1 0-1,-1 0 1,1 0 0,-1 0-1,1-1 1,-1 1 0,1 0-1,-1 0 1,1 0 0,-1 0 0,1 0-1,-1 1 1,1-1 0,-1 0-1,1 0 1,-1 0 0,1 0 0,-1 0-1,1 1 1,-1-1 0,1 0-1,-1 0 1,1 1 0,-1-1-1,0 0 1,1 1 0,-1-1 0,0 1-1,1-1 1,-1 0 0,0 1-1,1-1 1,-1 1 0,0-1 0,1 1-1,4 27 87,-9 32-25,-13 18-14,10-56-53,2 0 0,1 1 0,1-1 1,-1 25-1,4-45-2,0-1-1,0 1 1,0 0 0,0-1 0,0 1 0,0-1-1,1 1 1,-1-1 0,0 1 0,1-1-1,-1 1 1,1-1 0,-1 1 0,1-1-1,0 1 1,0-1 0,0 0 0,0 0 0,1 3-1,0-4 3,0 1-1,0 0 0,0-1 1,0 0-1,0 1 0,0-1 1,0 0-1,0 0 0,0 0 1,0 0-1,0 0 0,0-1 1,0 1-1,0-1 1,0 1-1,0-1 0,0 1 1,2-2-1,13-7 6,-1 0 0,0-1 0,-1 0-1,0-1 1,0-1 0,14-16 0,17-12 1,-17 15 7,0-1 0,-3-1 1,0-2-1,-1 0 0,-2-2 0,22-39 0,-45 70-9,0 0 1,0 0-1,0 0 0,0 0 0,0 0 0,0 0 1,0 0-1,0 0 0,0 1 0,0-1 0,0 0 1,1 0-1,-1 0 0,0 0 0,0 0 0,0 0 0,0 0 1,0 0-1,0 0 0,0 0 0,0 0 0,0 0 1,0 0-1,0 0 0,0 0 0,0 0 0,0 0 1,0 0-1,0 0 0,1 0 0,-1 0 0,-5 17 21,-11 24-8,7-25-4,1 1 1,0 1-1,1-1 1,1 1-1,1 1 1,0-1-1,2 1 1,0-1 0,-1 29-1,4 15-12,5-61-5,-1 0 0,1 0 0,-1-1 0,1 1 0,0-1-1,-1 0 1,7-1 0,-6 1 3,0-1 5,0 1-1,0-1 0,-1 0 0,1-1 0,0 1 0,0-1 0,0 0 1,-1 0-1,1 0 0,-1-1 0,0 0 0,6-4 0,50-48 44,-37 32-34,6-7-7,-2-1 0,28-42 0,-32 40 3,1 2 0,48-48 1,-71 79 20,-2 16 32,-34 136 33,30-117-73,1-19-9,2 0 0,0 0 0,1 0 0,0 0 0,1 0 0,1 0 0,3 18 0,-4-32-9,1 0-1,-1 0 1,1-1 0,-1 1-1,1 0 1,-1 0-1,1-1 1,0 1-1,0 0 1,0-1-1,0 1 1,0-1 0,0 1-1,1-1 1,-1 1-1,0-1 1,1 0-1,-1 0 1,1 0 0,-1 0-1,1 0 1,0 0-1,-1 0 1,1 0-1,0 0 1,0-1-1,0 1 1,-1-1 0,1 0-1,0 1 1,0-1-1,0 0 1,0 0-1,0 0 1,0 0 0,0 0-1,2-1 1,1-1 6,1 0 1,-1 0-1,0 0 1,0-1 0,0 1-1,0-1 1,0 0-1,-1-1 1,1 1-1,6-8 1,16-32 99,-22 27-4609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7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26396,'0'0'3938,"77"10"-3778,-47-7-96,-6 2-32,12-2-16,-7 3-16,7-6 0,-6 2-128,5-2-464,1 0-609,0 0-1616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25692,'0'0'2988,"20"-6"-2753,-16 5-218,34-9 209,1 1 1,61-5-1,-78 12-40,-10 1-107,0 0 0,1 1-1,-1 0 1,1 1 0,13 3 0,-24-4-69,0 1 1,1-1-1,-1 1 1,0 0-1,0 0 1,1 0-1,-1 0 1,0 0-1,0 1 1,0-1-1,0 1 1,-1-1-1,1 1 1,0 0-1,0-1 1,-1 1-1,0 0 1,1 0-1,-1 0 1,0 0-1,0 1 1,0-1-1,0 0 1,0 0-1,0 1 1,-1-1-1,1 0 1,-1 1-1,0-1 1,1 1 0,-2 4-1,2 5 15,-2-1 0,1 1 0,-1 0 1,-1 0-1,0-1 0,-1 1 0,-1-1 0,1 1 0,-2-1 1,1 0-1,-1-1 0,-1 1 0,-12 16 0,-176 245 13,192-270-40,0 0 0,1 1 0,-1-1 0,1 1 0,-1-1 0,1 1 0,0-1 0,0 1 1,0-1-1,0 1 0,1 0 0,-1 0 0,1 0 0,-1-1 0,1 1 0,0 5 1,1-7-1,0 1 1,0-1 0,0 1 0,0-1 0,0 0-1,0 0 1,0 1 0,0-1 0,0 0 0,1 0-1,-1 0 1,1 0 0,-1 0 0,0-1 0,1 1 0,-1 0-1,1-1 1,0 1 0,-1-1 0,1 0 0,-1 1-1,1-1 1,0 0 0,-1 0 0,1 0 0,2 0-1,72 5 40,113-8-1,-185 3-33,23-8 27,-26-10-2112,-1 7 109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38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27501,'0'0'2934,"17"-2"-2654,44-4-107,24-3 133,95-21 0,-150 27-2299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40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160 470 20649,'0'0'6286,"-8"16"-5595,-28 46-88,27-46 1195,9-26-1766,1-3-20,0-1 0,1 1 0,1 0 0,0 0 0,1 0 0,0 1 1,1-1-1,9-18 0,66-98-67,-30 50-26,56-101 76,-98 158 14,-5 13 74,-2 22-28,-2 0-39,-1-1 1,-1 0-1,0 0 1,-1-1 0,0 1-1,-1-1 1,0 1-1,-9 13 1,-16 42 58,-140 489 119,56-165-100,108-374-95,0 0-1,-1-1 1,-9 16 0,17-81-105,-3 33 121,2 0-1,0 0 0,3-26 1,13-6-9,1 1 1,3 0 0,2 2-1,1 0 1,49-68 0,-57 92-4,17-29 2,69-77 0,-100 126-6,-1 0 1,1 0-1,0 0 1,0 0-1,0 0 1,0 1-1,0-1 1,0 0-1,0 1 1,0-1-1,1 0 0,-1 1 1,0 0-1,0-1 1,0 1-1,1 0 1,-1-1-1,0 1 1,0 0-1,1 0 1,-1 0-1,0 0 0,0 0 1,1 1-1,-1-1 1,0 0-1,0 0 1,1 1-1,-1-1 1,0 1-1,0-1 1,0 1-1,0-1 0,0 1 1,0 0-1,0 0 1,0-1-1,0 1 1,0 0-1,0 0 1,1 1-1,3 5 12,1 0 0,-1 1 1,-1-1-1,7 14 0,-7-13-4,18 36 40,-15-28-24,1 0 0,0 0-1,1-1 1,16 19-1,-22-30-20,1 0-1,0 0 0,0 0 0,0-1 1,1 1-1,-1-1 0,1-1 0,0 1 1,0 0-1,0-1 0,0 0 0,0-1 1,1 1-1,-1-1 0,0 0 0,1 0 1,-1 0-1,9-1 0,-10 0 5,0 1-1,0-2 0,-1 1 1,1 0-1,0-1 1,-1 0-1,1 0 1,0 0-1,-1 0 0,1-1 1,-1 1-1,0-1 1,1 0-1,2-2 0,0-2 6,0 0-1,0 0 1,-1-1-1,0 0 1,5-8-1,-8 11-10,34-40 20,-26 33-25,0-1 0,-1 0 0,12-21 0,-18 27 45,-2 3-231,0 1-1,1-1 1,-1 0 0,0 0 0,1 1 0,0-1 0,0 1-1,-1-1 1,1 1 0,1 0 0,-1 0 0,0 0 0,1 0-1,-1 0 1,1 0 0,-1 1 0,6-3 0,10 2-3035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4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448 460 832,'0'0'27269,"0"-3"-27200,0 1-42,0 1-1,0-1 0,0 1 1,0-1-1,-1 1 0,1-1 1,-1 1-1,1 0 0,-1-1 1,1 1-1,-1 0 0,0-1 1,1 1-1,-1 0 0,0 0 1,0-1-1,0 1 0,0 0 1,0 0-1,0 0 0,-3-1 1,1 0 16,0 0 0,-1 1 1,0-1-1,1 1 1,-1 0-1,0 0 0,0 0 1,-5-1-1,-9 1 61,-1 1-1,-34 2 1,48-1-102,-7 1 21,0 0-1,1 1 1,0 0-1,-1 1 1,2 1-1,-1-1 0,0 2 1,1-1-1,0 2 1,0-1-1,1 1 0,-1 1 1,2 0-1,-15 15 1,2 1 60,1 1 0,2 1 0,0 0 1,-18 38-1,33-54-75,0-1 1,0 1-1,1 0 0,0 0 1,1 0-1,0 0 1,0 0-1,1 0 0,2 15 1,-1 5-2,-1-28-6,1 1 1,-1-1 0,1 0 0,0 0 0,-1 0 0,1 0 0,0 0 0,1 0-1,-1 0 1,0 0 0,0-1 0,1 1 0,-1 0 0,1-1 0,0 1 0,-1-1 0,1 1-1,0-1 1,0 0 0,0 0 0,0 0 0,0 0 0,0 0 0,0 0 0,0-1 0,0 1-1,1-1 1,-1 1 0,0-1 0,4 0 0,12 3 3,0-1 0,32-1 1,-40-1 8,-3 0-12,0 0 1,0-1-1,1 0 1,-1 0-1,0 0 1,-1-1-1,1 0 1,0 0-1,0-1 1,-1 1-1,1-2 1,-1 1-1,0-1 1,0 0-1,-1 0 1,1 0 0,-1-1-1,9-9 1,16-15-3,-1-1 1,-1-1 0,-2-2 0,-1-1-1,-2-1 1,19-38 0,19-38-132,20-40 12,-70 127 107,-1-1 0,-1-1 0,-1 1 0,6-36 0,-11 40 21,2-4 26,-2 0 1,0-25-1,-3 50 35,-2 6 87,-34 93-20,4 1-1,4 1 1,-24 179 0,36-185-106,-3 27 23,8-47 10,11-74-64,0-6-872,0-12-465,0-4-1448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43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1 390 25372,'0'0'2579,"5"-18"-2450,-3 11-111,45-135 412,47-75-17,-89 211-187,-2 21-62,0 47 41,0 9-18,-2-65-183,0 0 1,1 0-1,-1 0 1,1 0-1,1-1 0,-1 1 1,1-1-1,0 1 0,0-1 1,0 0-1,1 0 1,0-1-1,0 1 0,0-1 1,0 0-1,1 0 1,0 0-1,0 0 0,6 3 1,-4-4-5,1 0 1,-1 0-1,1 0 0,0-1 1,0 0-1,1 0 1,-1-1-1,0 0 0,0 0 1,1-1-1,-1 0 1,0-1-1,12-2 0,-11 1 4,0-1-1,-1 0 1,1-1 0,-1 0-1,0 0 1,0 0-1,0-1 1,8-7-1,54-50 21,-61 51-18,-1 0 0,0 0-1,0-1 1,-1 0 0,0-1 0,5-16-1,-10 25 1,8-11 0,-8 30-61,-9 31 13,0-25 68,0-1-1,-1 1 1,-1-1-1,-21 32 1,-56 75 123,68-101-130,7-11-9,-6 10 7,-1-2 0,0 1 1,-2-2-1,-32 29 0,45-46-12,6-3-6,-1-1 0,0 0 0,1 0 0,-1 0 0,0 0 1,0 0-1,1 0 0,-1 0 0,0-1 0,0 1 0,0 0 0,0-1 0,0 0 0,0 0 0,0 1 0,0-1 1,0 0-1,0-1 0,-4 1 0,5-1-1,0 1 0,0-1 0,1 1 0,-1-1 1,0 1-1,0-1 0,0 0 0,0 1 0,1-1 0,-1 0 0,0 1 1,1-1-1,-1 0 0,1 0 0,-1 0 0,1 0 0,-1 0 0,1 0 1,-1 0-1,1 0 0,0 0 0,0 0 0,-1 0 0,1 0 0,0 0 0,0 0 1,0 0-1,0 0 0,0 0 0,0 0 0,1-1 0,-1-1 2,0 1 0,0-1-1,0 1 1,0 0 0,0-1-1,1 1 1,-1 0 0,1-1-1,0 1 1,0 0 0,0-1-1,0 1 1,2-3 0,1 2 1,-1 1 0,1-1-1,-1 1 1,1 0 0,0 1 0,0-1 0,0 1 0,0 0 0,0 0 0,0 0 0,0 0-1,7 0 1,57 1 30,-32 2 7,186-2 236,-122 0-3502,-44 0-2782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45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20697,'0'0'6297,"6"24"-4921,18 556 78,-9-449-1456,-3-36 2,-8-78 2,-2 0 1,0 1-1,0 33 1,1 19 3,1 8-30,-5-58 22,2 0 0,0 0 0,7 28 0,14 90 11,-4-19-2,21 135 13,-25-147-11,1 4 26,2 125-1,-6-64 41,-11 232 312,2-368-337,11 64 0,1 1 5,11 94 15,0-5 22,-4-3-12,-8-79-45,-3-25-19,-1-23 0,-3 8-5,17 300 47,-21-246-15,0-39-18,-2-1 0,-15 98 0,-33 118 55,8 108-26,20-165-12,12 177 15,10-248-45,-2 560 18,21-463-31,-1-56 4,-7 674-2,-13-810-2,34 338-24,-4-134 0,-23-110-10,-7-169 11,0 0 10,1 0-1,-1 1 1,1-1 0,-1 0-1,0 0 1,1 0 0,-1 0-1,1 0 1,-1 0 0,1 0-1,-1 0 1,1 0 0,-1 0-1,1 0 1,-1-1 0,0 1-1,1 0 1,-1 0 0,1 0-1,-1 0 1,0-1 0,1 1-1,-1 0 1,1 0 0,-1-1-1,1 0 1,-1-80-4748,0 39-6883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10 25132,'0'0'4719,"-4"-1"-4345,0-1-344,-1 1 1,1-1-1,-1 1 1,0 0-1,1 1 1,-1-1-1,0 1 1,0 0-1,0 0 1,1 0-1,-1 1 1,0-1-1,0 1 1,1 1-1,-1-1 1,1 1-1,-1-1 1,1 1-1,0 0 1,-1 1-1,1-1 1,0 1-1,1 0 1,-1 0-1,0 0 1,1 0-1,0 1 1,-1-1-1,-3 8 1,-19 26-17,2 0 0,2 2 0,1 0 0,2 1 0,2 1 0,2 1 0,2 1 0,1-1 0,3 2 0,-9 81 0,12 93 14,7-188-24,2 0-1,0 0 0,3-1 1,0 1-1,13 34 0,-15-53 0,1-1 0,0 1-1,0-1 1,1 0 0,0-1-1,1 1 1,0-1 0,0-1-1,1 1 1,13 10 0,-19-18-41,-1-1-1,0 1 1,1-1 0,-1 1 0,1-1 0,-1 0 0,1 0 0,-1 0-1,0 0 1,1 0 0,-1 0 0,1 0 0,-1 0 0,1-1 0,-1 1-1,1 0 1,-1-1 0,0 1 0,1-1 0,-1 0 0,0 1 0,0-1-1,1 0 1,-1 0 0,0 0 0,0 0 0,0 0 0,0 0 0,0 0-1,0 0 1,0 0 0,0 0 0,-1-1 0,1 1 0,0 0 0,0-2-1,7-23-1556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5 414 25548,'0'0'2910,"-1"-2"-2824,1 1-1,-1-1 0,0 1 1,1-1-1,-1 0 1,1 1-1,0-1 0,-1 0 1,1 1-1,0-1 0,0 0 1,0-3-1,2-1-68,0 0 0,0 0 0,0 0 0,1 0 0,-1 0 0,1 1 0,1 0 0,6-10 0,8-12 28,-9 13-35,1 1 0,0 0-1,21-20 1,4-5 4,-4 4 50,1 1 0,2 2 0,1 1 0,50-32 0,-84 100 315,-7-10-345,0-1 0,-2 0 0,-1 0 1,-1 0-1,-18 32 0,-22 62 41,-66 194 0,53-149-54,34-56-8,28-105-15,1-4-25,2-35 43,1 0 1,2 0-1,1 1 0,2-1 0,1 1 0,25-59 0,-2 22-7,79-128 0,-101 182-6,1 1 0,0 1 0,2 0 0,18-18 0,-25 27-4,-1 0 0,1 1-1,0 0 1,0 0 0,0 0 0,1 1 0,-1-1 0,1 2-1,0-1 1,0 1 0,0 0 0,0 0 0,0 1-1,8-1 1,-13 2 0,1 1 0,-1-1 0,0 1 0,0 0 0,0-1 0,0 1 0,0 0 0,0 0 0,0 0 0,0 1 0,0-1 1,-1 0-1,1 1 0,0-1 0,-1 1 0,1 0 0,2 3 0,25 40 12,-15-20 11,-5-13-10,-1-1 0,2 0 0,-1 0-1,2-1 1,-1 0 0,1-1 0,21 14-1,-28-21-24,0 1 0,0-1 0,1 0 0,-1 0 0,1-1-1,-1 0 1,1 1 0,0-2 0,-1 1 0,1 0-1,0-1 1,0 0 0,-1 0 0,1 0 0,0-1 0,0 1-1,-1-1 1,1-1 0,0 1 0,-1 0 0,1-1-1,-1 0 1,0 0 0,0 0 0,1-1 0,-1 0 0,4-3-1,35-27-1059,8-5-3846,-20 11-8167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0 508 23675,'0'0'5384,"2"-11"-4819,8-7-470,0 1-1,1-1 1,0 2 0,1 0-1,1 0 1,16-14-1,5-8-59,260-289 178,-294 327-212,0 0 0,1 0 0,-1 0 0,0 0 0,0 0 0,0 0 0,0 0 0,0 0 0,0 0 0,1 0 0,-1 0 0,0-1 0,0 1 0,0 0 0,0 0 0,0 0 0,1 0 0,-1 0 0,0 0 0,0 0 0,0 1 0,0-1 0,0 0 0,1 0 0,-1 0 0,0 0 0,0 0 0,0 0 0,0 0 0,0 0 0,0 0 0,1 0 0,-1 0 0,0 0 0,0 1 0,0-1 0,0 0 0,0 0 0,0 0 0,0 0 0,0 0 0,0 0 0,0 1 0,1-1 0,-1 0 0,0 0 0,0 0 0,0 0 0,0 0 0,0 1 0,0-1 0,0 0 0,0 0 0,0 0 0,0 0 0,0 0 0,0 1 0,0-1 0,2 20 48,-2 37 25,0-39-51,0 427 316,0-445-371,-12-1-3311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323 458 27036,'0'0'2100,"0"-17"-1908,0-99 438,0 115-613,0 0 1,0 0-1,0 0 0,0-1 1,-1 1-1,1 0 1,0 0-1,-1 0 0,1 0 1,-1 0-1,1 0 1,-1 0-1,0 0 0,1 0 1,-1 0-1,0 1 1,0-1-1,1 0 0,-1 0 1,0 0-1,0 1 1,0-1-1,0 1 0,-1-2 1,-35-6 145,29 8-161,0 0 1,0 0-1,0 1 0,0 0 0,0 0 1,0 1-1,-10 3 0,5 3 7,-1 0 1,1 1-1,0 0 0,1 1 0,0 0 1,1 1-1,0 0 0,0 1 1,2 0-1,-1 1 0,1 0 0,1 0 1,1 1-1,0 0 0,0 0 0,2 1 1,-1 0-1,2 0 0,0 0 1,1 0-1,1 1 0,-2 24 0,4-13 10,-1-18-18,0 1 1,1-1-1,1 0 1,0 0-1,3 16 1,-4-23-2,1 0 0,0 0 0,0 0 0,0 0 0,0 0 0,0 0 0,1 0 0,-1 0 1,1 0-1,-1 0 0,1-1 0,0 1 0,-1-1 0,1 1 0,0-1 0,0 0 0,0 0 0,0 1 0,0-1 0,0-1 0,1 1 0,-1 0 0,0 0 1,0-1-1,1 0 0,-1 1 0,3-1 0,3 1 4,1 0 0,0 0 0,0-1 0,-1 0 0,1-1 1,0 0-1,-1 0 0,1-1 0,-1 0 0,1 0 0,-1-1 0,0 0 0,0-1 1,0 0-1,0 0 0,-1 0 0,0-1 0,1 0 0,-2-1 0,1 0 0,9-10 0,13-13 1,-2-1-1,-1-2 0,36-56 0,53-113-19,-98 169 16,-6 10 7,0 0 0,-2-1 0,-1 0 0,-1-1 0,-1 0 0,-1 0 0,-1 0 0,-1 0 0,0-38 0,-15 76 35,-9 29-16,2 1 0,2 0 0,2 1 0,-15 75 0,18-48 25,3 0 0,1 106 0,8-177-74,30-39-2918,-12 4-995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24123,'0'0'4664,"0"7"-4352,2 15-27,2 1 1,0-1-1,15 41 1,0 4-30,7 36-29,-11-53-183,-2 2 0,-2 0 0,-3 0 1,2 58-1,-10 119-15,-1-216-23,-1-1 0,0 0 0,0 0-1,-1 1 1,-1-2 0,0 1 0,-1 0 0,0-1-1,-1 0 1,0 0 0,0 0 0,-1-1 0,-1 0-1,0 0 1,0-1 0,-10 9 0,7-12 15,10-6-53,1-27-2646,0 3-46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27421,'0'0'1952,"190"0"-1759,-143 0-81,-5 0-112,-7 0 16,-11 0 32,-6 0-48,-6 0-48,-6 0 16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4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26268,'0'0'2807,"20"0"-2527,-14 0-252,25 0 148,-1-1-1,61-11 1,-86 11-168,18-4 107,0 0-1,1 1 1,43 0 0,-65 4-166,-1-1 1,1 1-1,-1 0 1,1-1-1,0 1 1,-1-1-1,1 0 1,-1 1-1,0-1 1,1 0 0,-1 0-1,0 0 1,1 0-1,-1 0 1,2-2-1,9-14-6716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5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 25676,'0'0'4719,"-1"-1"-4702,0 1 0,0 0 0,0-1 0,1 1 0,-1 0 0,0 0 0,0 0 0,0 0 0,0 0 0,0 0 0,0 0 0,0 0 0,0 0 0,1 0 0,-1 0 0,0 0 0,0 1 0,-1 0 0,3 2-5,0 1 1,0 0-1,1 0 0,-1-1 0,1 1 1,0 0-1,0-1 0,0 0 0,0 1 1,1-1-1,-1 0 0,1 0 0,0-1 1,0 1-1,0 0 0,0-1 0,1 0 1,-1 0-1,0 0 0,1 0 0,0 0 1,4 1-1,12 6 1,1-1-1,38 10 1,-6-7 10,103 6 0,-19-4-5,-135-13-18,-1 0 0,1 1 0,-1-1 0,1 0 1,-1 0-1,0 1 0,1-1 0,-1 1 0,1-1 0,-1 1 0,0 0 0,1-1 0,-1 1 0,0 0 0,0 0 0,1 0 0,-1 0 0,0 0 0,0 0 0,0 0 0,0 0 0,-1 1 1,1-1-1,1 2 0,-1 1 8,-1 0 0,1 0 1,-1 0-1,0 0 1,0 0-1,0 0 0,-2 8 1,2-9 0,-2 3-2,0 1 1,0 0 0,0-1-1,-1 1 1,0-1 0,0 0-1,-1 0 1,1 0 0,-7 7-1,-47 53 29,41-48-23,-194 192 134,109-112-65,97-94-154,2-2 4,0-1 0,0 1 0,1-1 0,-1 1 0,0-1 1,1 1-1,0 0 0,-1 0 0,1 0 0,0 0 0,0 0 1,0 0-1,0 0 0,0 0 0,1 0 0,-1 0 0,0 5 1,25-5-18313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25692,'0'0'3300,"32"2"-3135,-8 0-133,194 7 182,-125-17 95,-92 8 420,-29 19-601,14-4-101,2 0 0,0 1 0,0 0 1,2 1-1,0 0 0,-12 27 0,-36 120 91,29-75-85,13-50-98,10-26-60,1 0 0,0 1 0,1-1 0,0 1 0,2 0 0,-1 0 1,0 23-1,8-37-2327,20 0-4341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7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14 26492,'0'0'2244,"14"-2"-2001,-5 0-161,-2 0-10,0 0 0,1 0 0,0 1 0,-1 0-1,1 0 1,0 1 0,-1 0 0,1 0 0,0 1-1,-1 0 1,13 3 0,-17-1-44,0-1 0,0 0 1,0 1-1,-1-1 0,1 1 0,-1 0 0,0 0 0,0 0 1,0 0-1,0 0 0,0 0 0,-1 1 0,1-1 0,-1 1 1,0-1-1,0 1 0,0-1 0,0 7 0,1 10 37,0 0 0,-2 25 0,0-26-51,-1-11-8,1 0-1,-2 0 0,1-1 1,-1 1-1,0 0 1,0-1-1,-1 1 0,-7 12 1,-37 55 53,29-48-41,-71 87 10,62-83-3,2 0-1,2 2 0,-21 38 0,42-69-21,1 0 0,0 1 0,0-1 0,0 1 0,0-1 0,1 1 0,-1-1 0,1 1 0,-1-1 0,1 1 0,0-1 0,0 1 0,0 0 0,0-1 0,1 1 0,0 4 0,0-5-2,0-1 1,-1 1-1,1-1 1,0 0-1,0 1 0,0-1 1,0 0-1,0 0 1,1 0-1,-1 0 1,0 0-1,0 0 0,1 0 1,-1 0-1,0-1 1,1 1-1,-1 0 1,1-1-1,-1 1 1,1-1-1,0 1 0,-1-1 1,1 0-1,-1 0 1,3 0-1,55 2 53,-1-3 1,104-15-1,-156 16-51,-6-1-65,1 1 0,0 0 0,0-1 1,0 1-1,0-1 0,-1 0 1,1 1-1,0-1 0,-1 0 0,1 1 1,0-1-1,-1 0 0,1 1 1,-1-1-1,1 0 0,-1 0 1,1 0-1,-1 0 0,0 0 0,1 1 1,-1-1-1,0 0 0,0 0 1,0 0-1,0 0 0,1 0 0,-1 0 1,-1 0-1,1 0 0,0 0 1,0 0-1,-1-1 0,1 0-236,0-9-2127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4:57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27597,'0'0'2446,"0"-1"-2426,1 0 0,-1 0 0,0 1 0,0-1 0,0 0 0,0 1 1,1-1-1,-1 0 0,0 1 0,1-1 0,-1 0 0,0 1 0,1-1 0,-1 1 0,1-1 0,-1 0 0,1 1 0,-1-1 0,1 1 0,-1 0 1,1-1-1,0 0 0,6-2 29,-1 1 1,0-1 0,1 1 0,-1 1-1,1-1 1,0 1 0,0 0-1,-1 1 1,9-1 0,10-1 34,447-16-901,-467 18 756,51-2-1905,-1-4-3113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00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15767,'0'0'12176,"0"38"-11410,0 396 339,2-384-1031,10 58 0,-1-19 26,-1 11-33,27 346 167,-26-72-127,26 60-33,-4-129 23,-29 119 73,-7-220-108,3-175-57,-1 85 41,5-1 1,23 143-1,-3-125-31,94 637 138,-110-699-130,2 62-9,2 142 82,-12 875 120,-12-864-184,0-5-5,12 488-6,20-541-10,-3-53-6,19 383 11,-19 116-16,-14-606-4,3 0 0,3-1 0,19 68 0,-27-128 4,-2-5 0,1 1 0,0 0 0,0-1 0,0 1 0,1-1 0,-1 1 0,0 0 0,0-1 0,0 1 0,0 0 0,0-1 0,1 1 0,-1-1 0,0 1 0,1 0 0,-1-1 0,0 1 0,1-1 0,-1 1 0,1-1 0,-1 1 0,1-1 0,-1 1 0,1-1 0,-1 0 0,1 1 0,-1-1 0,1 0 0,-1 1 0,1-1 0,0 0 0,-1 0 0,1 0 0,-1 1 0,1-1 0,0 0 0,-1 0 0,1 0 0,0 0 0,-1 0 0,2 0 0,-1 0 11,-1 48 27,-1-37-691,-1-25 233,-2-31-684,-1-1-529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0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332 400 21146,'0'0'6029,"5"0"-5533,-4 1-424,0-1-1,0 0 0,0-1 0,0 1 0,1 0 1,-1 0-1,0 0 0,0-1 0,0 1 1,0 0-1,0-1 0,0 1 0,0-1 0,0 1 1,0-1-1,-1 0 0,1 1 0,0-1 1,0 0-1,0 0 0,-1 1 0,1-1 0,0 0 1,-1 0-1,1 0 0,0-1 0,-1 0-46,1 1 0,-1 0-1,0-1 1,0 1 0,0-1 0,0 1-1,0 0 1,0-1 0,0 1-1,0-1 1,0 1 0,-1 0-1,1-1 1,-1 1 0,1 0 0,-1-1-1,1 1 1,-1 0 0,0 0-1,1 0 1,-1-1 0,0 1-1,0 0 1,0 0 0,0 0-1,0 0 1,-2-1 0,-4-3-12,0-1 0,0 1 0,-1 1 0,1 0 0,-1 0 1,0 0-1,-1 1 0,1 0 0,0 0 0,-1 1 0,0 0 0,1 1 1,-18-1-1,19 2-13,0 0 0,0 0 0,0 1 0,0 0 0,0 0 1,0 1-1,0 0 0,1 0 0,-1 0 0,1 1 0,-1 0 1,1 0-1,0 1 0,0 0 0,0 0 0,1 0 0,-10 10 1,5-2 6,0 2 1,1-1-1,1 1 1,0 0-1,1 1 1,0 0-1,1 0 1,1 1 0,0 0-1,-3 20 1,4-9 16,1 0 0,1 1 0,1-1-1,1 0 1,6 38 0,-4-58-19,0 0-1,0-1 1,0 1 0,1-1-1,0 0 1,0 0-1,1 0 1,-1 0-1,1 0 1,1-1 0,-1 0-1,1 0 1,0 0-1,0 0 1,0-1-1,1 0 1,0 0-1,-1 0 1,1-1 0,1 0-1,-1 0 1,0 0-1,1-1 1,-1 0-1,9 1 1,-6 0 2,1-1 0,0 0-1,0 0 1,-1-1 0,1-1 0,0 0 0,0 0 0,0-1-1,0 0 1,-1-1 0,1 0 0,-1 0 0,1-1 0,-1 0-1,0-1 1,17-9 0,-6-2-11,-1-2 1,0 0-1,-2-1 0,0 0 0,-1-2 0,-1 0 1,0 0-1,-2-1 0,-1-1 0,0-1 1,-2 1-1,0-2 0,-2 1 0,0-1 0,5-34 1,1-30-23,-4 0 1,-2-175 0,-8 251 25,-9-7 48,9 19-47,-1 0 0,1 0 0,0 0 0,-1-1-1,1 1 1,-1 0 0,1 0 0,0 0 0,-1 0 0,1 0 0,0-1-1,-1 1 1,1 0 0,-1 0 0,1 0 0,0 0 0,-1 0 0,1 0-1,-1 0 1,1 1 0,0-1 0,-1 0 0,1 0 0,-1 0 0,1 0-1,0 0 1,-1 1 0,1-1 0,0 0 0,-1 0 0,1 0 0,0 1-1,-1-1 1,1 0 0,0 1 0,0-1 0,-1 0 0,1 1 0,0-1-1,0 0 1,0 1 0,-1-1 0,1 0 0,0 1 0,0-1 0,0 1-1,0-1 1,0 0 0,0 1 0,0-1 0,0 1 0,0-1 0,0 0-1,0 1 1,0 0 0,-10 45 43,3 1 0,2 0-1,1 0 1,5 81 0,0-52-9,-1-54-26,1 1 0,1 0-1,1-1 1,1 1 0,1-1 0,1 0 0,1-1 0,1 1 0,0-1 0,2-1 0,0 0 0,2 0 0,24 32 0,-33-48-6,0 1 0,1 0 0,0 0 0,0-1 0,0 1 0,0-1 1,1 0-1,0 0 0,0 0 0,0-1 0,9 5 0,-13-10-178,1 0-1,-1 0 0,0-1 1,0 1-1,1 0 1,-1 0-1,-1-1 0,1 1 1,0-1-1,-1 1 0,1-4 1,5-20-3080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0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21610,'0'0'6747,"0"17"-6352,0 33-60,-1 10-154,3 0 0,10 66 0,23 131 152,-6-86-171,24 165-68,6 110-56,-27-62 114,-12-154-77,-5-89-33,9 121 25,-11-68-8,3 111 28,-16-196-55,5 381 77,38-2-34,33 67 24,-67-446-83,-6 127 1,4 56 12,7 402 78,-16-441-6,2 868 61,11-736-116,-11 870 4,0-1255-54,0-1-1,0 1 0,0 0 0,0 0 1,0 0-1,0 0 0,0-1 0,0 1 1,0 0-1,0 0 0,0 0 0,0 0 1,0 0-1,0-1 0,0 1 0,0 0 1,0 0-1,0 0 0,0 0 0,-1 0 1,1 0-1,0-1 0,0 1 0,0 0 1,0 0-1,0 0 0,0 0 0,-1 0 1,1 0-1,0 0 0,0 0 0,0 0 1,0 0-1,-1 0 0,1 0 0,0 0 1,0 0-1,0 0 0,0 0 0,0 0 1,-1 0-1,1 0 0,0 0 0,0 0 1,0 0-1,0 0 0,-1 0 0,1 0 1,0 0-1,0 0 0,0 0 0,0 0 1,0 0-1,0 1 0,-1-1 0,1 0 1,0 0-1,0 0 0,0 0 0,0 0 1,0 0-1,0 1 0,0-1 0,-4-22-512,1 0 0,1-28 0,0-4-2568,-4-40-8830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08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 22634,'0'0'3429,"0"-6"-2011,0 3 65,0 5-1119,-6 334 506,46 156-438,-32-429-392,7 45 1,7 60 11,-6-40-37,-8-82 3,2 77 0,-8-91 1,9 53 0,1 1-9,-8-3-8,-3-38 12,11 62-1,20 194 21,-30-257-33,1 20 4,-2-31 0,7 52 1,12 82 10,-9-51-13,25 312 29,-34-379-19,15 80 1,0 3 4,25 210 46,-35-213-30,9 77 26,2-17-37,18 112-6,-25-224-10,-4 0 1,-3 0 0,-7 93 0,1-35 11,-4 363 80,-6-300-67,0 1 3,6 268 31,6 1391 14,-12-1597-74,7 41-126,5-296 116,2 1 1,-1 0-1,1-1 0,0 1 1,0-1-1,1 1 1,4 7-1,10 33-13,-3-12 17,-12-31 0,0-1 0,0 1 0,0 0 0,-1 0 0,1 0 0,-1 0 0,0 0 0,1 8 0,-2-8 2,1 0 0,0 0-1,0 0 1,0 0 0,1 0-1,-1 0 1,1 0 0,3 5-1,-3-5 1,0 0 0,0 1 0,0-1 0,0 1 0,-1 0 0,1-1 0,-1 1 0,1 8-1,15 129 93,-17-142-108,0-17-930,-2-16-521,-7-10-1632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1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37 4066,'0'0'23856,"-9"-4"-23373,1 0-312,2-1 60,-1 1 1,1 1 0,-1-1 0,0 1 0,0 0-1,0 1 1,-12-3 0,18 5 240,10 0-397,396 16 32,-404-16-107,1 0-1,-1 0 1,0 0 0,0 0 0,0 0 0,0 0 0,0 0 0,0 0 0,0 1 0,0-1 0,0 0 0,0 1 0,0-1 0,0 0 0,0 1 0,0 0 0,0-1 0,0 1 0,-1-1-1,1 1 1,0 0 0,0 0 0,0 0 0,-1-1 0,1 1 0,-1 0 0,1 0 0,0 0 0,-1 0 0,1 1 0,-1 31-12,-2-19 15,1 2 4,-1-1 0,-1 1 0,0-1 0,-1 1 0,-1-1 0,-10 23-1,-5 17 18,-26 69-1,28-79-9,1 0 1,3 1-1,-10 57 0,7-32 0,12-54 1,1-1-1,0 1 0,2 0 0,-2 18 0,4-33-7,-1-1 0,1 1-1,-1 0 1,1-1 0,-1 1-1,0-1 1,1 1 0,-1-1-1,0 1 1,0-1 0,0 0 0,0 1-1,0-1 1,-1 0 0,1 0-1,0 0 1,-1 0 0,1 0-1,0 0 1,-1 0 0,1 0-1,-1-1 1,1 1 0,-4 0-1,4 0-77,0-1 0,0 1 0,0-1 0,0 1-1,0-1 1,0 0 0,0 0 0,0 0 0,0 0-1,-1 1 1,1-1 0,0-1 0,0 1-1,0 0 1,0 0 0,0 0 0,0-1 0,0 1-1,-1 0 1,1-1 0,0 1 0,0-1 0,0 1-1,0-1 1,1 0 0,-1 1 0,0-1-1,0 0 1,0 0 0,0 1 0,1-1 0,-1 0-1,0 0 1,1 0 0,-1 0 0,0-2 0,-5-19-3224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12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20553,'0'0'9023,"24"-5"-8254,78 3-429,67 1-291,-166 1-49,-1 1-1,0-1 1,0 0-1,1 1 1,-1-1-1,0 1 1,0 0-1,0 0 1,1 0-1,-1 0 1,0 0-1,0 0 1,0 0-1,-1 1 1,1-1-1,0 1 1,-1-1-1,1 1 1,0 0-1,-1 0 1,0 0-1,1 0 1,-1 0-1,0 0 1,0 0-1,0 0 1,0 0-1,-1 0 1,1 0-1,-1 1 1,1-1-1,-1 3 1,1 6 14,0 0 1,-1 0 0,0 0 0,-1 0-1,-4 19 1,0-15-3,-1 1-1,-1-1 1,0 0-1,-1 0 1,0-1-1,-1 0 1,-1-1 0,0 0-1,-13 13 1,-18 26 38,19-20-34,0 2 1,3 0-1,1 1 1,-26 69-1,42-94-13,0 0-1,0 0 0,1 0 1,1 0-1,0 18 1,0-9-2,2-18 1,-1 0-1,0 0 1,1-1-1,-1 1 1,1 0 0,-1-1-1,0 1 1,1-1-1,0 1 1,-1-1-1,1 0 1,-1 0-1,1 1 1,-1-1-1,1 0 1,2-1 0,37 2 39,-37-1-37,29 1 8,1-2 0,-1-1 0,0-1 0,0-2 0,53-15 0,-83 18-10,12-1 12,-13 3 0,-2-2-89,0 1 1,1 0 0,-1-1 0,0 1-1,0 0 1,0-1 0,-1 1 0,1-1-1,0 1 1,0 0 0,-1-1 0,1 1-1,-1 0 1,1-1 0,-1 1 0,0 0-1,1 0 1,-1 0 0,0 0 0,0-1-1,0 1 1,0 0 0,-2-1-1,-9-11-1917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1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23963,'0'0'5474,"3"-5"-5265,-1 2-177,-1 1 0,1 0 0,0-1 0,0 1 0,0 0 0,0 0 0,0 0 1,0 1-1,1-1 0,-1 0 0,1 1 0,-1-1 0,1 1 0,-1 0 0,1 0 1,4-1-1,56-7 430,86 8-104,-99 3-306,73-6 0,-79-12-2019,-31 8-1218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1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1236 24811,'0'0'3194,"18"0"-2911,314 11 987,917 24-767,-1141-35-484,23 0 43,806-33 90,-286-54-124,-96 11-16,365 10 68,-466 28-35,-202 11-26,304-37 45,-204 20-32,-65 19 16,95-13-13,43-6 2,-127 16-29,21 16 8,-175 11-11,-13-1-6,214-10-3,64-24 4,96-7 0,-346 33 3,203-15 13,158-12 5,-122 11-32,932-70 14,-904 60 13,266-13-32,226 14 23,219-5 2,-429 8-29,-186 5 8,720-37 41,-289 3-84,-247 13 1,-683 47-33,9-2 343,-61-1-441,-5 0-917,-7-3-1686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1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38 22186,'0'0'6307,"-36"0"-3925,33 1-2375,0 0-1,0 0 0,0 0 0,0 0 0,1 1 1,-1-1-1,0 1 0,1 0 0,-1-1 0,1 1 1,0 0-1,0 1 0,0-1 0,0 0 0,0 1 1,0-1-1,0 1 0,-2 4 0,-29 55 0,31-57 1,-13 31 9,1 1 0,1 0 0,2 0 0,2 2 0,1-1 0,3 1 0,0 0 0,2 42 0,2-23 0,0-22 0,4 54 0,-2-87-15,0 0 0,-1 1 1,1-1-1,0 0 0,1-1 0,-1 1 0,1 0 0,-1 0 0,1-1 0,0 1 0,0 0 0,0-1 0,0 0 0,0 1 0,1-1 1,-1 0-1,1 0 0,-1-1 0,1 1 0,0 0 0,0-1 0,0 0 0,0 1 0,0-1 0,0 0 0,0-1 0,0 1 0,0-1 0,0 1 1,6-1-1,-4 1 1,1-1 0,0 0 1,-1 0-1,1-1 1,0 1-1,-1-1 1,1 0-1,0-1 1,-1 0-1,0 1 0,1-2 1,-1 1-1,0-1 1,0 1-1,0-1 1,6-5-1,15-18 5,37-46 1,-53 59-7,-2 0 0,1-1 0,-2 1-1,0-2 1,-1 1 0,7-22 0,-2 4-7,-7 22 1,-1-1 0,0 1 0,0-1 0,1-12-1,9-239-58,-13 253 64,-1-1 0,0 0 0,0 0 0,-1 1 0,0-1 0,0 1-1,-1 0 1,-1-1 0,1 1 0,-7-9 0,8 14 0,0 0-1,-1 0 1,0 1-1,0-1 1,0 1 0,-1-1-1,1 1 1,-1 0-1,1 0 1,-1 1-1,0-1 1,0 1 0,0 0-1,-1 0 1,1 0-1,0 0 1,-1 1 0,1 0-1,-1 0 1,0 0-1,1 1 1,-9-1 0,9 1-11,1 0 1,-1 0 0,1 0-1,-1 1 1,1-1 0,-1 1-1,1 0 1,0 0 0,-1 0-1,1 1 1,0-1 0,0 1 0,0-1-1,0 1 1,0 0 0,-5 5-1,3-1-86,0 1 0,0 0 0,0 0 0,1 0 0,-5 13 0,1-5-141,-16 33-1023,0-3-1210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23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23963,'0'0'6880,"3"-6"-6829,58-55-12,-28 30-2,54-66-1,-73 84-29,-14 13-7,0-1 1,0 1-1,0 0 1,1 0-1,-1 0 0,0 0 1,0 0-1,1 0 1,-1 0-1,0 0 0,0 1 1,0-1-1,1 0 1,-1 0-1,0 0 0,0 0 1,0 0-1,0 0 1,1 0-1,-1 0 0,0 0 1,0 1-1,0-1 0,0 0 1,1 0-1,-1 0 1,0 0-1,0 1 0,0-1 1,0 0-1,0 0 1,0 0-1,0 0 0,1 1 1,-1-1-1,0 0 1,0 0-1,0 0 0,0 1 1,0-1-1,0 0 1,-1 40 40,0-14-26,1 562-199,-6-588-3522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24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95 24187,'0'0'4754,"-29"2"-3729,25 1-988,0 1 0,0-1 0,0 1 0,1 0 0,0 0 0,-1 0 0,1 0 0,1 0 0,-1 1 0,-3 8 0,-21 58 190,16-38-205,5-15-1,1 1 0,0 0 0,2 0 0,0 0 0,1 1 0,1-1 0,2 24 0,-1-38-26,1-3 7,0-1-1,0 1 1,0-1 0,0 1 0,0-1 0,0 0 0,0 0-1,1 1 1,-1-1 0,0 0 0,1 0 0,-1 0 0,1-1-1,-1 1 1,1 0 0,0-1 0,-1 1 0,1 0-1,0-1 1,-1 0 0,1 1 0,0-1 0,-1 0 0,1 0-1,3 0 1,50 3 52,-39-3-52,-4 0 6,1 0 0,0 0 0,0-2 0,15-2 0,-23 2-7,-1 1 0,1-1 0,-1 0 0,1 0 0,-1 0 0,0-1 0,0 0 0,0 1-1,0-2 1,0 1 0,-1 0 0,1-1 0,-1 1 0,5-9 0,16-21 4,-16 24-1,-1-1-1,0 0 0,0-1 1,-1 1-1,0-1 0,-1-1 1,5-15-1,6-9-3,-14 33 0,0-1 0,0 1 0,0-1 0,0 0 0,0 0 0,-1 0 0,0 0 0,0 0 0,0 0 0,-1 0 0,1-6 0,1-26 4,-1 22-1,-1 0 0,0 0 0,-4-24 0,3 35-1,-1 0-1,0 0 0,0 0 1,0 0-1,0 0 0,0 0 1,-1 0-1,1 1 1,-1-1-1,1 1 0,-1 0 1,0 0-1,0 0 0,0 0 1,-1 0-1,-5-2 1,1 0 1,-1 1 1,1-1 0,-1 2 0,0-1 0,0 1 0,-11-1 0,10 2-4,-1 1 1,0-1-1,0 2 1,0 0-1,0 0 0,-17 5 1,22-4-20,1 0 0,-1 1 0,1 0 0,0 1 0,0-1 0,0 1 1,0 0-1,1 0 0,-1 0 0,1 1 0,0-1 0,0 1 0,-5 9 0,-5 9-499,0 0-1,2 0 1,1 1-1,-10 31 0,-1-4-1847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2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0 545 23835,'0'0'5165,"2"-33"-4250,8 9-771,2-1-1,0 2 0,1 0 1,30-39-1,15-24-73,4-19-25,-55 96-44,-1-1 0,0 1-1,0-1 1,-1 0 0,0-1-1,-1 1 1,0-1 0,0 0-1,-2 0 1,1 0 0,0-13-1,-1-2 51,2 37 62,2 47 62,-4-37-158,0 1 0,2-1 0,0 0 0,10 27 0,7 38-8,3 32 34,5 32 20,-28-114-127,10-32-1747,-10 6-476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2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55 25788,'0'0'2420,"-7"0"-2143,1 0-202,0 0 0,0 0 0,0 0 0,0 1-1,0 0 1,0 0 0,1 1 0,-1 0 0,0 0 0,1 0 0,-1 0 0,1 1-1,-1 0 1,-6 5 0,2 1-27,0 0 0,0 1 0,1 0 0,0 1 0,0 0 0,1 0-1,1 1 1,0 0 0,1 0 0,0 1 0,1-1 0,-4 15 0,4-9-9,1 1 0,1 0 1,1 0-1,1 0 0,0 0 1,1 0-1,1-1 0,4 23 1,-4-38-38,0 0 0,0 0 0,0 0 1,0 0-1,0 0 0,1 0 0,-1 0 0,1-1 1,0 1-1,0 0 0,0-1 0,0 1 1,0-1-1,0 0 0,1 0 0,-1 0 0,1 0 1,-1 0-1,1-1 0,0 1 0,0-1 1,0 1-1,0-1 0,0 0 0,0 0 1,4 0-1,8 2 1,0-1 1,1 0-1,-1-1 1,17-1-1,-20 0 8,-7-2-8,1 0 1,0 0-1,-1 0 0,0-1 1,0 0-1,1 0 1,-2 0-1,1-1 1,0 1-1,-1-1 0,0 0 1,1-1-1,-2 1 1,6-7-1,4-3 18,-4 3-18,0 0 0,-1 0 0,-1-1 0,0 0 0,0-1 0,-1 1 0,5-18 0,2 0 7,-8 15-7,-2 0-1,1-1 0,-2 1 0,0-1 0,-1 1 0,-1-1 0,-2-30 0,0-1 0,2 43-3,-1 0-1,1 0 1,-1 1-1,0-1 0,0 0 1,0 0-1,-1 0 1,1 1-1,-1-1 1,0 0-1,0 1 1,0 0-1,-1-1 1,1 1-1,-1 0 1,1 0-1,-1 0 1,0 1-1,0-1 1,-5-2-1,6 4 0,-1-1 1,1 1-1,-1-1 0,1 1 1,-1 0-1,0 0 0,0 0 1,0 0-1,1 1 1,-1-1-1,0 1 0,0 0 1,0 0-1,0 0 0,0 0 1,0 0-1,0 1 0,0-1 1,0 1-1,1 0 0,-1 0 1,0 0-1,0 0 0,1 0 1,-1 0-1,1 1 0,-1 0 1,-3 2-1,-4 6-209,0 1 0,1 0 0,0 1 0,1 0 0,0 0 0,-9 21 0,0-2-1673,-7 11-4135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27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5 394 24139,'0'0'4447,"-1"0"-4381,1 1-1,-1 0 0,1 0 0,0 0 0,-1-1 0,1 1 0,0 0 1,-1 0-1,1 0 0,0 0 0,0 0 0,0 0 0,0 0 1,0 0-1,0 0 0,0 0 0,0 0 0,1 1 0,4-3-22,-1 0 0,1-1 0,-1 0-1,0 1 1,1-2 0,-1 1-1,0 0 1,0-1 0,0 0 0,0 0-1,-1 0 1,1 0 0,-1-1 0,0 1-1,4-7 1,47-64 36,-53 73-76,66-110 39,24-36-7,-84 131-31,-7 15 2,0 0 1,0 1-1,0-1 0,0 0 0,1 0 0,-1 1 0,0-1 0,0 0 0,1 1 0,-1-1 0,0 0 0,1 1 0,-1-1 0,0 1 0,1-1 0,-1 0 0,1 1 0,-1-1 0,1 1 0,-1-1 0,1 1 1,0 0-1,-1-1 0,1 1 0,0-1 0,-1 1 0,2 0 0,-1 0 95,2 298 413,0 9-2887,-3-290 198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28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105 299 22186,'0'0'5152,"-1"-8"-4669,-4-21 64,5 28-510,0 1 1,0-1 0,-1 0 0,1 0 0,0 1-1,-1-1 1,1 0 0,0 1 0,-1-1 0,1 0-1,-1 1 1,1-1 0,-1 1 0,0-1 0,1 1-1,-1-1 1,1 1 0,-1-1 0,0 1 0,1-1-1,-1 1 1,0 0 0,0 0 0,1-1 0,-1 1-1,0 0 1,0 0 0,1 0 0,-1 0 0,0 0-1,0 0 1,0 0 0,1 0 0,-1 0 0,0 0-1,0 0 1,1 0 0,-1 1 0,0-1 0,0 0-1,-1 1 1,-24 16 229,20-8-256,0 1 1,1-1-1,1 1 0,-1 0 1,2 0-1,-1 1 0,1-1 1,1 1-1,0-1 0,-1 14 1,1 17 1,3 58 1,1-32-3,-2-64-9,0 1 0,0-1 0,0 1 0,0-1 0,0 1 1,1-1-1,0 1 0,0-1 0,0 1 0,0-1 0,0 0 1,1 1-1,-1-1 0,1 0 0,0 0 0,0 0 0,0 0 1,0-1-1,1 1 0,-1 0 0,1-1 0,-1 0 0,1 1 1,0-1-1,0 0 0,0-1 0,0 1 0,1 0 0,-1-1 0,0 0 1,1 0-1,-1 0 0,0 0 0,1 0 0,-1-1 0,5 1 1,5-1 1,-9 1 0,-1-1 1,1 1 0,0-1-1,0 0 1,0-1 0,0 1-1,0 0 1,0-1 0,0 0 0,0 0-1,0 0 1,0-1 0,-1 1-1,1-1 1,-1 0 0,1 0-1,-1 0 1,1 0 0,-1-1 0,0 1-1,0-1 1,3-3 0,13-22 14,-1-1 0,-2-1 1,26-62-1,-32 61-12,0 0 0,-2-1 0,-1-1-1,-2 1 1,-1-1 0,-1-53 0,-2 57 10,-1 16-16,1 0 1,-2 1-1,1-1 0,-2 0 1,-5-24-1,5 33 9,0 0 1,1 0-1,-2 0 0,1 0 1,0 1-1,-1-1 1,1 1-1,-1 0 0,0-1 1,-1 1-1,1 0 1,0 1-1,-1-1 0,1 1 1,-1-1-1,0 1 1,0 0-1,0 1 0,0-1 1,0 1-1,-8-2 0,9 1-15,-1 1 0,1 0 0,0 0 0,-1 0 0,1 1 0,-1-1-1,1 1 1,0 0 0,-1 0 0,1 0 0,-1 0 0,1 1-1,-1-1 1,1 1 0,-1 0 0,1 0 0,0 0 0,0 1-1,-1-1 1,1 1 0,0-1 0,0 1 0,1 0 0,-1 0-1,0 1 1,1-1 0,-1 0 0,1 1 0,-1 0 0,-2 4-1,-35 90-600,21-46-399,-5 8-1431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2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0 400 25852,'0'0'3036,"2"-25"-1817,4 14-1084,0 0 1,1 0-1,12-16 0,10-16-25,55-80-6,-56 72-71,17-39 38,-40 83 79,-2 8-54,0 20-19,-2 48-86,-1-55 47,10 189 64,2-40-36,0-27-31,1-40 10,-8-91-358,2-13 328,3-22-4559,-8 5-11391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3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85 26300,'0'0'2839,"-5"0"-2640,0 0 0,0 0 0,1 1 0,-1-1 0,0 1 0,0 0 0,-9 4 0,0 14-179,1 1-1,2 1 1,0 0-1,0 1 1,2 0-1,-10 39 0,7-20 6,3 1 0,1 1-1,2 0 1,-1 59-1,8-101-23,-1 0-1,1 0 0,0 0 1,-1 0-1,1 0 1,0 0-1,0 0 0,0 0 1,0-1-1,-1 1 1,1 0-1,0-1 0,0 1 1,0 0-1,1-1 1,-1 1-1,0-1 0,0 0 1,0 1-1,0-1 0,0 0 1,1 0-1,-1 0 1,0 1-1,0-1 0,0 0 1,1-1-1,1 1 1,47-1 17,-38 1-13,-5-1-3,0 0 1,-1 0 0,1 0-1,-1-1 1,1 0 0,-1 0-1,0-1 1,0 0-1,0 0 1,0 0 0,0-1-1,-1 0 1,1 0-1,-1 0 1,6-7 0,3-4 1,0 0 0,-1-1 0,18-28 1,-7-18-19,-18 53 13,0 0-1,-1-1 1,0 0-1,-1 0 1,0 0-1,-1 0 1,0-1-1,3-17 1,-3-4-8,-1-52 0,-2 56 8,0 24 0,-1-1 0,1 0 0,-1 0 0,0 0 0,0 0 0,0 1 0,-1-1 0,0 1 0,0-1 0,0 1 0,0-1 0,-1 1 0,1 0 0,-1 0 0,0 0 0,-1 1 0,1-1 0,0 1 0,-1 0 0,0 0 0,0 0 0,0 0 0,0 0 0,0 1 0,-1 0 0,1 0 0,-1 0 0,1 1 0,-1-1 0,0 1 0,0 0 0,0 0 0,1 1 0,-1 0 0,0-1 0,0 2 0,0-1 0,0 0 0,-5 2 0,6 0-6,0-1 0,0 1 0,0 0 0,0 0 0,1 0 1,-1 1-1,0-1 0,1 1 0,0 0 0,0 0 0,0 0 0,0 1 0,0-1 0,-4 8 0,-31 56-233,-3 32-1558,22-50-390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3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90 24891,'0'0'2666,"-6"-26"-100,2 25-2532,0 1 0,1 0 0,-1-1-1,0 1 1,0 0 0,0 1 0,1-1 0,-1 1 0,0-1-1,1 1 1,-1 0 0,0 1 0,1-1 0,-1 1 0,1-1-1,0 1 1,-1 0 0,1 0 0,0 1 0,0-1-1,1 1 1,-5 4 0,-4 6-31,0 0 0,1 1 0,-15 28 0,4-7 98,16-23-94,1-1-1,0 1 1,0 0-1,1 0 1,1 0 0,0 0-1,0 0 1,2 0-1,-1 1 1,1-1-1,1 0 1,4 20 0,-5-27-3,1 0 0,0-1 0,1 1 0,-1-1 0,1 1 0,0-1 0,0 0 0,0 0 0,1 0 0,-1 0 0,1 0 0,0 0 0,0-1 0,0 1 1,1-1-1,-1 0 0,1 0 0,0 0 0,0 0 0,0-1 0,0 0 0,0 0 0,9 3 0,2-1 4,1 0 1,0-2-1,0 0 0,0 0 0,25-2 0,-36-1-5,1 0-1,0 0 0,-1-1 1,1 0-1,-1 0 0,0 0 0,1-1 1,-1 1-1,0-1 0,-1 0 1,1-1-1,0 1 0,-1-1 1,0 0-1,7-8 0,4-5 6,-1 0 1,20-34-1,-28 41-8,-2 0 0,1 0 1,-1-1-1,-1 0 0,1 1 1,-2-1-1,0 0 0,1-12 0,0-93-10,-4 69 20,1 43-9,-1 1-1,0-1 0,0 0 1,0 0-1,0 1 0,0-1 1,-1 1-1,1-1 0,-1 1 1,0 0-1,0 0 0,-1 0 1,1 0-1,0 0 0,-1 0 1,0 0-1,0 1 0,0-1 1,0 1-1,0 0 0,0 0 1,0 0-1,-1 0 0,1 1 1,-1-1-1,1 1 0,-1 0 1,0 0-1,-4 0 0,2-1-6,1 1-1,0 0 0,-1 0 1,1 1-1,-1-1 1,0 1-1,1 1 0,-1-1 1,1 1-1,-1 0 0,1 0 1,0 0-1,-1 1 0,1 0 1,0 0-1,0 0 1,0 1-1,0-1 0,-7 7 1,-1 4-282,1 1 1,-19 29 0,8-9-1284,-5-2-1076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35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6 396 25804,'0'0'2852,"-1"0"-2821,1 0 1,0 0-1,0 0 1,0 0-1,0 0 1,0 0-1,-1 0 1,1 0-1,0 0 1,0 0-1,0 0 1,0 0-1,-1 0 1,1 0-1,0 0 1,0 0-1,0 0 1,0 0-1,-1 0 1,1 0 0,0 0-1,0 0 1,0 0-1,0 0 1,0-1-1,0 1 1,-1 0-1,1 0 1,0 0-1,0 0 1,0 0-1,0 0 1,0-1-1,0 1 1,0 0-1,0 0 1,0 0-1,0 0 1,-1 0-1,1-1 1,0 1-1,0 0 1,0 0-1,0 0 1,0 0-1,0-1 1,0 1-1,0 0 1,0 0-1,0 0 1,1 0-1,-1-1 1,5-10 13,1 0 1,0 1-1,1-1 1,0 1-1,1 1 0,12-13 1,15-19-23,4-14-7,-2-2 0,47-97 0,-84 155-9,0-1-1,0 0 0,0 0 0,0 0 0,1 0 0,-1 1 0,0-1 0,0 0 0,0 0 0,0 0 1,0 0-1,0 0 0,0 0 0,1 1 0,-1-1 0,0 0 0,0 0 0,0 0 0,0 0 1,1 0-1,-1 0 0,0 0 0,0 0 0,0 0 0,0 0 0,1 0 0,-1 0 0,0 0 1,0 0-1,0 0 0,0 0 0,1 0 0,-1 0 0,0 0 0,0 0 0,0 0 0,0 0 0,1 0 1,-1 0-1,0 0 0,0 0 0,0 0 0,0 0 0,1-1 0,-1 1 0,0 0 0,0 0 1,0 0-1,0 0 0,0 0 0,0 0 0,0-1 0,1 1 0,-1 0 0,3 35 115,-2 65-108,-1-78 30,0 18-36,1 29 15,-13 100-1,12-149-21,0-18 0,1 0 0,-1 0 0,0 0 1,0 0-1,0 0 0,0 0 0,-1 0 0,1 0 1,0 0-1,-1 0 0,1 0 0,-1 0 0,0 0 1,0 0-1,-1 2 0,1-2 11,1 1-11,0-3-14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36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0 396 18376,'0'0'10029,"13"-1"-9106,-7-5-824,1 1 0,-1-1-1,-1 0 1,1-1 0,-1 1-1,6-11 1,12-15 80,0 4-99,-1-1 0,-2 0 0,17-35 1,10-15-10,-31 45-61,3-1 79,-17 25-20,-2 9 86,0 25-102,0 371 102,4-383-151,-3-12-2,0 1-1,-1-1 1,1 1 0,0 0-1,-1 0 1,1 0-1,-1-1 1,1 1 0,-1 0-1,0 0 1,1 0-1,-1 0 1,0 0 0,1-1-1,-1 1 1,0 0-1,0 0 1,0 0 0,0 0-1,0 0 1,0 0-1,0 0 1,-1 1 0,7 29 19,-6-30 107,6 12-1619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38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9 9204,'0'0'17576,"-12"-8"-14342,7 8-3217,1 1 1,-1 0-1,1 0 0,-1 0 1,1 0-1,0 1 1,-1 0-1,1 0 0,0 0 1,0 0-1,0 1 0,0-1 1,1 1-1,-1 0 1,1 0-1,-5 5 0,-7 10 17,1-1 0,-14 24 0,1-1 92,22-31-120,0 0 1,1 0-1,0 1 1,1-1-1,0 1 1,1 0-1,-3 18 1,0 0-3,-3 15 34,2 0 0,2 1 0,2 61 0,2-102-35,0 0-1,0-1 1,0 1 0,1-1 0,-1 1 0,0-1 0,1 1 0,0-1-1,0 1 1,0-1 0,0 0 0,0 1 0,0-1 0,0 0-1,1 0 1,-1 0 0,1 0 0,0 0 0,0 0 0,-1-1 0,1 1-1,0 0 1,1-1 0,-1 1 0,0-1 0,0 0 0,0 0-1,1 0 1,-1 0 0,1 0 0,-1 0 0,3 0 0,8 1 6,1-1 1,-1 0 0,0-1-1,0 0 1,16-3 0,-25 2-9,-1 0 1,1-1 0,0 0 0,-1 0-1,1 0 1,-1 0 0,1 0-1,-1-1 1,0 1 0,0-1-1,0 0 1,0 0 0,-1 0-1,5-5 1,20-19 5,-19 20-4,-1-1 1,0 1 0,0-1-1,-1-1 1,0 1-1,0-1 1,8-18-1,-9 17-15,3-5 8,0-1 0,-1 0 0,-1-1 0,-1 0 0,0 1 0,3-25 0,-4 1-6,0-63 0,-4 97 14,-1 0 0,1 1 0,-1-1 0,0 1 0,-1 0 0,1-1 0,-1 1 0,0 0 0,0 0 0,-1 0 0,0 0 0,1 0 0,-2 0 0,-5-7 0,7 10-12,-1 0 0,1 0-1,-1-1 1,1 2-1,-1-1 1,0 0 0,0 0-1,0 1 1,1-1 0,-1 1-1,-1 0 1,1 0-1,0 0 1,0 1 0,0-1-1,0 1 1,-1-1 0,1 1-1,0 0 1,-1 1 0,1-1-1,0 0 1,0 1-1,0 0 1,-1 0 0,-4 2-1,5-1-91,0 0 1,0 0-1,0 0 0,1 0 0,-1 1 0,1 0 0,-1-1 0,1 1 0,0 0 0,0 0 0,0 0 0,1 0 0,-1 1 0,-1 3 0,-9 16-1183,-6 5-1663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39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 17624,'0'0'11808,"-36"0"-10405,32 1-1370,0-1-1,-1 1 1,1 1-1,0-1 1,0 1-1,0-1 0,0 1 1,1 0-1,-1 1 1,0-1-1,1 1 1,0-1-1,-1 1 0,1 0 1,0 0-1,-4 7 1,-42 61 8,45-65-28,-6 10-3,4-8-8,1 0 0,0 0 0,0 0 0,1 1 0,0-1 0,1 1 0,0 0 0,0 0-1,-1 11 1,3-13-1,0 0-1,0 0 1,0 0-1,-1 0 1,-4 11-1,3-11 2,1 0 0,0 0 1,0 0-1,1 1 0,-1 12 0,2 90 30,2-107-31,1 0 0,0 0 0,-1 0 0,1 0-1,0 0 1,1-1 0,-1 1 0,0-1-1,8 4 1,5 5 5,-10-9-6,0 0 1,0 0 0,1 0 0,-1-1-1,0 0 1,1 0 0,-1-1-1,0 1 1,1-1 0,-1-1 0,8 0-1,5 0 10,-14 1-9,0 1 0,0-1 0,0 0 0,-1 0-1,1 0 1,0-1 0,0 0 0,-1 0 0,1 0-1,0 0 1,-1-1 0,1 0 0,-1 0 0,0 0-1,0 0 1,1-1 0,-2 0 0,1 0 0,4-4-1,9-7 2,-1-2-1,0 0 1,-1 0-1,-1-2 1,-1 1-1,-1-2 1,0 0-1,-1 0 1,-2-1-1,11-27 0,-15 25 7,0 0 0,-1 0 0,-2 0 0,0 0 0,-2-34 0,0 43-8,-1 10 2,1 0 0,-1 0 0,1 0-1,-1 0 1,0 0 0,0 1-1,0-1 1,0 0 0,-1 1-1,1-1 1,-1 1 0,0-1 0,0 1-1,1 0 1,-1 0 0,-1-1-1,1 1 1,0 1 0,0-1 0,-1 0-1,1 1 1,-1-1 0,0 1-1,1 0 1,-1-1 0,0 1-1,0 1 1,0-1 0,-5-1-1,-6 0-9,1-1-1,-1 2 0,0 0 0,0 0 0,-17 2 0,28 0-18,0 0 0,0 1 1,1-1-1,-1 0 0,0 1 0,0 0 1,1-1-1,-1 1 0,1 0 0,-1 0 1,1 1-1,0-1 0,0 0 0,0 1 0,0 0 1,1-1-1,-3 5 0,-26 51-1285,30-58 1302,-14 42-1737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4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1 412 24779,'0'0'4149,"4"-2"-3842,7-7-218,0-1 0,0 0 0,-1-1 0,0 0 0,-1 0 0,0-1 0,-1 0 0,7-14 0,6-7-5,-11 19-39,31-47 83,67-128 1,-108 189-122,0 0 0,0 0-1,0 0 1,0 0 0,0 1 0,0-1 0,0 0 0,0 0-1,0 0 1,0 0 0,0 0 0,0 0 0,0 0 0,0 0 0,0 0-1,0 1 1,0-1 0,0 0 0,0 0 0,0 0 0,1 0-1,-1 0 1,0 0 0,0 0 0,0 0 0,0 0 0,0 0-1,0 0 1,0 0 0,0 0 0,0 0 0,0 0 0,1 1-1,-1-1 1,0 0 0,0 0 0,0 0 0,0 0 0,0 0 0,0 0-1,0 0 1,0 0 0,1 0 0,-1 0 0,0-1 0,0 1-1,0 0 1,0 0 0,0 0 0,0 0 0,0 0 0,0 0-1,1 0 1,1 20 73,-1 28-52,-1 421 237,0-469-207,0-20-1891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4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26380,'0'0'2057,"12"-2"-1523,-3-5-412,-1 0 1,0-1 0,-1 0 0,0 0-1,0-1 1,-1 0 0,0 0 0,8-16-1,9-13 49,114-141 64,-132 174-222,-5 14 86,0 0-1,0 0 1,1 1 0,0-1 0,4 14-1,8 38-17,7 92 0,-7-39-19,-11-53-27,-3-26 29,1-35 222,0 41-204,0 81 14,0-122-88,0-20-133,0-85-1118,0 27-1529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45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27148,'0'0'2388,"-8"1"-2172,4 0-194,-2-1 40,0 1 0,0 0 1,1 0-1,-1 0 0,0 1 0,1 0 1,0 0-1,-1 1 0,1-1 1,0 1-1,0 0 0,0 0 1,0 1-1,1 0 0,0 0 0,-7 7 1,-5 15-49,1 0 1,1 1-1,1 1 1,2 0 0,1 0-1,1 1 1,2 0-1,0 1 1,2 0-1,2 0 1,0 0 0,3 44-1,0-73-15,0 1-1,0-1 0,0 0 0,1 1 1,-1-1-1,0 1 0,1-1 1,-1 0-1,1 0 0,0 1 1,-1-1-1,1 0 0,0 0 1,0 0-1,0 1 0,0-1 0,0 0 1,0 0-1,0 0 0,0-1 1,0 1-1,0 0 0,0 0 1,1-1-1,1 2 0,2 0 3,0-1-1,0 1 0,0-1 1,0 0-1,1 0 0,-1 0 1,8-1-1,-3 0 4,1 0-1,-1-1 0,0 0 1,1-1-1,-1 0 1,0-1-1,14-5 1,-18 3-3,0 1-1,0-1 1,-1 0 0,0 0 0,0 0 0,0-1 0,-1 0-1,0 0 1,0 0 0,0 0 0,-1-1 0,3-7-1,1-3 4,0 0 0,-1-1 0,5-32 1,-6 8 6,-2-79 1,-4 78-3,1 40-8,0 0 0,0-1 1,0 1-1,-1-1 1,0 1-1,1 0 1,-1 0-1,0-1 0,-1 1 1,1 0-1,-1 0 1,1 0-1,-1 0 1,0 0-1,0 0 0,0 1 1,0-1-1,-1 1 1,1-1-1,-1 1 1,1 0-1,-1 0 1,-4-2-1,0 0 6,0 1 0,0 1 0,0-1 0,0 1 0,0 0 0,-1 1 0,1 0 0,-1 0 0,-12 1 0,18 0-13,0 0 1,-1 1 0,1 0 0,-1 0 0,1-1 0,0 1 0,-1 1 0,1-1 0,0 0-1,0 0 1,0 1 0,0 0 0,0-1 0,0 1 0,0 0 0,1 0 0,-1 0 0,1 0-1,-1 0 1,1 0 0,0 0 0,0 0 0,0 1 0,-2 3 0,-17 64-387,19-68 362,-8 56-845,-2 3-763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4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25548,'0'0'3820,"-4"0"-3654,-1 0-135,1 0 0,-1 0 0,1 1 0,-1-1 0,1 1 0,0 0 0,-1 0 0,1 0 0,0 0 0,-1 1 0,1 0 0,0 0 0,0 0 0,1 0 1,-1 1-1,0 0 0,1 0 0,-1-1 0,1 2 0,0-1 0,0 0 0,0 1 0,1-1 0,-1 1 0,1 0 0,0 0 0,0 0 0,0 0 0,0 0 1,-1 7-1,-8 18-2,1 0 0,1 1 1,2 0-1,1 1 0,1-1 1,2 1-1,1 40 0,1-47-20,1-10-3,0 1-1,1-1 0,3 18 0,-3-27-5,0 0 0,1 0 1,-1 0-1,1-1 1,1 1-1,-1-1 1,1 1-1,-1-1 0,1 0 1,0 0-1,1 0 1,6 7-1,-5-7 2,0 1 0,0-1 0,0 1-1,0-1 1,1-1 0,0 1 0,0-1 0,0 0 0,0 0-1,0-1 1,1 0 0,-1 0 0,1 0 0,-1-1-1,1 0 1,-1 0 0,1-1 0,12 0 0,-15 0-2,-1 0 1,1 0-1,0-1 1,-1 1-1,1-1 1,0 0-1,-1 0 1,1 0-1,-1 0 1,0 0-1,1-1 1,-1 0-1,0 0 1,0 0-1,0 0 1,0 0-1,0 0 1,0-1-1,0 1 1,-1-1-1,0 0 1,1 0-1,-1 0 1,0 0-1,0 0 1,2-7-1,37-63 16,-32 47-8,-1 0-1,-1-1 1,-1-1 0,-1 1-1,-2-1 1,-1 0 0,-2-46-1,0 71-3,-1 0-1,0 0 0,0 0 0,0-1 1,0 1-1,0 0 0,-1 1 0,1-1 0,-1 0 1,0 0-1,0 1 0,0-1 0,0 1 1,-1-1-1,1 1 0,0 0 0,-1 0 0,0 0 1,1 0-1,-1 1 0,0-1 0,0 1 1,0-1-1,-6 0 0,-1-2 7,0 0-1,0 1 0,0 1 1,-1 0-1,1 0 1,-15 0-1,22 2-31,0 0-1,1 0 0,-1 1 1,1-1-1,-1 1 1,1 0-1,-1-1 1,1 1-1,-1 0 0,1 0 1,0 1-1,-1-1 1,1 0-1,0 1 1,0-1-1,0 1 0,0 0 1,0 0-1,-1 2 1,-25 45-1552,19-31 456,-8 20-3518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4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251 118 26524,'0'0'2807,"-8"-2"-2594,7 2-213,-3-1 33,1 0 0,-1 0-1,0 0 1,0 1 0,0-1 0,1 1-1,-1 0 1,0 0 0,0 0 0,0 0-1,0 1 1,1 0 0,-1 0 0,0 0-1,0 0 1,1 0 0,-1 1 0,1-1-1,-1 1 1,1 0 0,0 0 0,0 1-1,0-1 1,0 1 0,0-1 0,0 1-1,1 0 1,-5 6 0,-17 24-6,12-18-14,1-1-1,1 2 1,1-1-1,0 2 1,1-1-1,-10 28 1,14-29-8,-4 15 2,1 0 1,1 1-1,1 0 1,0 34-1,5-62-7,0 0 0,0 0 0,0-1 0,0 1 0,0 0 0,1 0 0,-1-1 0,1 1 0,0 0 0,0-1 0,0 1 0,0-1 0,0 1 0,0-1 0,1 1 0,3 3 0,-3-4 0,1 0 0,0 0 1,0-1-1,0 0 0,0 1 0,1-1 0,-1 0 1,0-1-1,0 1 0,1 0 0,-1-1 0,0 0 1,0 0-1,7 0 0,-5 0 2,0 0 1,0 0-1,0 0 1,1 0-1,-1-1 0,0 0 1,0 0-1,0 0 1,0-1-1,0 1 0,0-1 1,-1 0-1,1-1 0,0 1 1,-1-1-1,0 0 1,0 0-1,8-7 0,-2 0-1,1-1-1,-1-1 0,-1 1 0,0-1 0,-1-1 1,0 0-1,-1 0 0,0 0 0,-1-1 0,-1 0 0,0 0 1,-1-1-1,4-18 0,3-15-2,-4 22 7,-1 0 0,-2 0 0,3-48 1,-6 68-1,-1 0 0,0 1 0,0-1 1,0 0-1,-1 1 0,0-1 0,0 1 1,-1-1-1,1 1 0,-1 0 0,0-1 1,-1 1-1,1 0 0,-1 0 0,0 1 1,0-1-1,0 0 0,-1 1 0,0 0 1,0 0-1,0 0 0,0 0 0,-1 1 1,1 0-1,-1 0 0,0 0 0,0 0 1,-7-2-1,5 2-4,1 0-1,-1 1 1,0 0 0,0 0 0,0 1-1,-13-2 1,19 3-27,-1 0 0,0 0 0,0 0 0,0 0 0,0 0 0,0 0 1,0 1-1,1-1 0,-1 1 0,0-1 0,0 1 0,1 0 0,-1-1 0,0 1 0,1 0 0,-1 0 0,0 0 0,1 1 0,0-1 0,-1 0 0,1 0 0,0 1 0,-1-1 1,1 1-1,0-1 0,0 1 0,0-1 0,-1 4 0,-17 59-3226,7-25-3805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4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173 105 9845,'0'0'18429,"-5"-3"-18087,3 2-314,-1-1 0,0 1 1,0-1-1,1 1 0,-1 0 1,0 0-1,0 1 0,0-1 1,0 0-1,0 1 0,-1 0 0,1 0 1,0 0-1,0 0 0,0 0 1,0 0-1,0 1 0,0 0 1,0-1-1,0 1 0,0 0 0,0 1 1,0-1-1,1 0 0,-1 1 1,0 0-1,1-1 0,-1 1 1,1 0-1,0 0 0,0 1 1,0-1-1,0 0 0,0 1 0,0-1 1,0 1-1,1-1 0,-1 1 1,1 0-1,-2 4 0,-4 13-10,-3 5 11,0 0 0,2 1-1,1 0 1,1 0 0,1 1-1,-2 46 1,7-70-27,-1 0-1,1-1 1,0 1 0,0 0 0,1 0-1,-1 0 1,0 0 0,1-1-1,0 1 1,0 0 0,0-1-1,0 1 1,0 0 0,0-1-1,1 1 1,-1-1 0,1 0 0,-1 1-1,1-1 1,0 0 0,0 0-1,0 0 1,0 0 0,1-1-1,-1 1 1,0-1 0,1 1-1,-1-1 1,1 0 0,-1 1 0,1-2-1,0 1 1,0 0 0,-1 0-1,1-1 1,0 1 0,0-1-1,0 0 1,-1 0 0,5-1-1,5 2 13,0 0 0,0-1 0,0-1 0,-1 0 0,14-2 0,-19 1-10,-1 0 0,0 0 1,0 0-1,0 0 0,0-1 0,-1 1 0,1-1 0,-1-1 0,0 1 0,1 0 1,-2-1-1,1 0 0,6-7 0,35-42 30,-30 38-28,-2 0 1,0-1-1,-1-1 1,15-27 0,-18 27 18,-1 1 0,-1-1 1,-1-1-1,0 1 0,-1-1 1,-1 0-1,-1 0 0,-1 0 1,1-37-1,-4 54-15,1-1 0,-1 0 1,0 0-1,1 0 0,-1 0 1,0 0-1,0 1 0,-1-1 0,1 0 1,0 1-1,0-1 0,-1 1 0,1 0 1,-1-1-1,1 1 0,-1 0 0,0 0 1,1 0-1,-1 0 0,0 0 0,0 0 1,0 0-1,0 1 0,0-1 0,0 1 1,0-1-1,0 1 0,0 0 1,-3 0-1,-65-5-42,64 5 4,2 1-71,-1-1 0,0 1 0,1-1 0,-1 1 0,1 1 0,0-1-1,-1 0 1,1 1 0,0 0 0,0 0 0,0 1 0,0-1 0,0 1 0,1-1 0,-1 1 0,1 1 0,-1-1-1,1 0 1,0 1 0,-2 3 0,-25 29-2166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4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6 502 17192,'0'0'10044,"-5"-17"-7090,8 11-2896,1 1-1,0 0 1,1 0 0,-1 0 0,1 0 0,0 1 0,6-5-1,19-20 38,28-46-50,-4-2-1,61-116 1,-70 126-32,-45 67-12,0 1 0,0-1 0,0 0 0,0 0-1,0 0 1,0 0 0,0 1 0,0-1 0,1 0 0,-1 0 0,0 0 0,0 0-1,0 1 1,0-1 0,0 0 0,0 0 0,0 0 0,0 0 0,0 0-1,1 0 1,-1 1 0,0-1 0,0 0 0,0 0 0,0 0 0,0 0 0,0 0-1,1 0 1,-1 0 0,0 0 0,0 0 0,0 0 0,0 1 0,1-1-1,-1 0 1,0 0 0,0 0 0,0 0 0,0 0 0,1 0 0,-1 0-1,0 0 1,0-1 0,0 1 0,0 0 0,1 0 0,-1 0 0,0 0 0,0 0-1,0 0 1,0 0 0,0 0 0,1 0 0,-1 0 0,0 0 0,0-1-1,0 1 1,4 32 112,-3 46 72,-1-76-183,0 413 192,-6-370-701,6-16-1301,0-8-615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50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1 324 23643,'0'0'4781,"25"-1"-3946,-18-1-780,-1-1 1,0 0-1,0 0 1,0 0-1,0-1 1,0 0-1,-1 0 1,1 0-1,-1-1 1,-1 0-1,1 0 1,7-10-1,48-76 152,-52 78-178,74-126 180,-68 120-75,-14 19-132,1 0 0,-1 0 0,0 0 0,0 0 1,1 0-1,-1 0 0,0 0 0,1 0 0,-1 1 0,0-1 0,0 0 0,1 0 0,-1 0 0,0 1 0,0-1 0,0 0 0,1 0 0,-1 0 0,0 1 0,0-1 0,0 0 0,0 1 0,1-1 0,-1 0 0,0 0 0,0 1 0,0-1 0,0 0 0,0 1 0,0-1 0,0 0 0,0 1 0,0-1 0,0 0 1,0 0-1,0 1 0,0 0 0,-1 53 58,0-34-39,1 372 208,0-391-210,0 3-2423,0 5 110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51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0 288 23691,'0'0'4829,"1"0"-4781,0 0 1,0 1 0,0-1 0,0 0 0,0 0-1,0 1 1,0-1 0,0 0 0,0 0-1,0 0 1,0 0 0,0 0 0,0 0-1,0-1 1,0 1 0,0 0 0,1-1-1,6-4 31,0-1-1,-1 0 1,1 0-1,-1-1 1,-1 1-1,1-2 1,-1 1-1,8-13 1,22-24 31,-24 32-101,111-118 57,-120 127-58,0-1 0,0 1 0,1 0 1,0 0-1,-1 0 0,1 0 0,0 0 1,5-1-1,-9 3-5,1 1 1,0 0-1,-1 0 1,1 0-1,0-1 1,-1 1-1,1 0 0,-1 0 1,1 0-1,0 0 1,-1 0-1,1 0 1,0 0-1,-1 0 0,1 0 1,0 1-1,-1-1 1,1 0-1,0 0 1,-1 0-1,1 1 0,-1-1 1,1 0-1,0 2 1,0-1 0,0 0 0,0 0 0,0 1 0,-1-1 0,1 1 0,-1-1 0,1 1 0,-1-1 0,1 1 0,-1-1 0,0 1 0,0-1 0,0 1 0,0 0 0,0 2 0,0 566 575,0-570-601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5:5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1 372 26124,'0'0'2873,"17"-2"-2150,-12-2-659,0 0-1,0-1 1,-1 1-1,0-1 0,0 0 1,6-11-1,6-6 51,38-42 5,57-61-3,-93 107-105,0 2 1,2 0 0,0 0 0,36-19-1,-21 23 2,-35 12-9,1 0 0,0-1 0,-1 1 0,1 0-1,0 0 1,-1-1 0,1 1 0,0 0 0,0 0 0,-1 0-1,1 0 1,0 0 0,0 0 0,-1 0 0,1 0-1,0 0 1,0 0 0,-1 1 0,1-1 0,0 0 0,0 0-1,-1 1 1,1-1 0,-1 1 0,1-1 0,0 0-1,-1 1 1,1-1 0,-1 1 0,1-1 0,-1 1 0,1 0-1,-1-1 1,1 1 0,-1-1 0,1 1 0,-1 0-1,0-1 1,1 1 0,-1 0 0,0 1 0,0 618 377,2-599-333,4-23 94,7-33-490,-10 26-73,3-9-913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0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1 486 20281,'0'0'8668,"6"-33"-7734,115-164-598,-68 115-319,-36 59-11,-1-2 0,14-29 0,-12 29 4,-15 22-7,-1 0 0,1 0 0,-1 0 0,0 0 1,0 0-1,0-1 0,0 1 0,-1 0 0,1-1 1,-1 1-1,1-6 0,-1 6 164,1 8 113,1 10-143,-15 521-1396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01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1 469 10789,'0'0'13185,"0"8"-6732,1-19-6430,1 0-1,1 0 0,0 0 1,0 0-1,1 0 0,1 1 1,0 0-1,0 0 0,1 0 1,7-10-1,19-36 7,81-145 31,-89 159-56,-17 31 5,-5 9-3,0-1 1,0 0-1,0 0 1,0 0-1,-1 0 1,0 0-1,1 0 1,-1-1-1,-1 1 1,2-7-1,-2 10 242,0 15-176,0 719 48,1-759-275,0 14-88,-1 0-1,-1 0 0,1 0 0,-4-12 0,-11-19-1479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0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32 25964,'0'0'2580,"-19"14"-1628,6 0-798,1 0-1,1 1 1,0 0 0,1 1-1,1 0 1,-7 17-1,3-4-100,2 1 0,1 0 1,2 1-1,0 0 0,3 0 0,0 1 0,2-1 0,1 41 0,2-63-51,0 0 1,0 0-1,1-1 0,0 1 1,0 0-1,1-1 0,4 11 1,-5-16-3,1 0 0,-1-1 0,1 0 0,0 1 0,0-1 0,0 0 0,0 0 0,0 0 0,0 0 1,0 0-1,1 0 0,-1 0 0,1-1 0,-1 1 0,1-1 0,0 0 0,-1 0 0,1 0 0,0 0 1,0-1-1,0 1 0,0-1 0,0 1 0,-1-1 0,1 0 0,5-1 0,12 2 2,-15 0-1,0 0 0,-1-1 0,1 1 0,0-1 0,0 0 0,-1-1 0,1 1 0,0-1 0,0 0 0,-1 0 0,1-1 0,-1 1 0,1-1 0,-1 0 0,0 0 0,7-5 0,-2-2 3,-1 0 0,0-1 0,0 0 0,-1 0 0,-1-1 0,0 0 0,0 0 0,-1 0 0,7-22 0,-6-2-20,-1-1 0,-1 1 1,-2-1-1,-4-61 0,0 21-57,2 69 73,-1 0 0,0 1 1,-1-1-1,1 0 0,-1 1 1,-1 0-1,1-1 0,-1 1 0,0 0 1,-1 0-1,1 1 0,-1-1 1,0 1-1,0 0 0,-1 0 0,0 0 1,0 0-1,0 1 0,0 0 1,-1 0-1,0 0 0,1 1 0,-1 0 1,-1 0-1,1 0 0,0 1 1,-13-3-1,13 3-112,0 1 1,0 0-1,0 0 1,0 1-1,0 0 1,0 0-1,1 0 1,-1 1 0,0 0-1,0 0 1,0 0-1,0 1 1,-9 4-1,-13 11-1571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0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153 155 25580,'0'0'2662,"-3"-1"-2516,-1 1 1,1 0-1,-1-1 0,1 1 0,-1 1 0,0-1 0,1 0 0,-5 2 1,2 3-101,-1 1 1,1 0-1,0 0 1,0 1 0,1 0-1,0 0 1,0 0-1,0 0 1,1 1 0,0 0-1,-3 9 1,-5 17 127,-11 47 1,14-45-80,6-24-70,2 0 0,-1 0 1,2 0-1,0 0 0,0 0 1,1 1-1,3 12 0,-4-22-22,2-1-1,-1 1 1,0-1-1,0 1 1,1-1 0,-1 1-1,1-1 1,0 0-1,0 0 1,0 0-1,0 0 1,0 0-1,0 0 1,1-1-1,-1 1 1,0-1-1,1 1 1,-1-1-1,1 0 1,0 0-1,-1 0 1,1 0-1,0-1 1,3 1-1,8 1 17,0 0-1,0-1 0,23-2 1,-17 1 5,-17 0-23,1-1 1,-1 1 0,0-1 0,1 0 0,-1 0 0,0 0 0,0-1 0,0 1 0,0-1 0,0 1 0,0-1 0,0 0 0,0 0 0,-1-1 0,3-2 0,38-45 21,-19 21-13,-15 16-12,0 0 0,-1 0 0,0-1 0,-1 0 0,-1-1 0,0 1 0,7-30 0,-6 8 3,-2 0 0,-1 0 1,-2-69-1,-2 91 10,0 11-12,-1-1 0,1 1 1,-1-1-1,0 1 1,0 0-1,0 0 1,-1-1-1,1 1 1,-1 0-1,0 0 1,1 0-1,-1 1 1,-1-1-1,1 0 1,0 1-1,-1-1 0,1 1 1,-1 0-1,0 0 1,1 0-1,-7-3 1,4 2 1,0 0 1,-1 1-1,1-1 1,-1 1-1,0 0 1,0 1-1,0 0 1,1 0-1,-1 0 1,0 0-1,0 1 1,-7 0 0,11 1-18,-1 1 0,0-1 1,1 0-1,0 1 1,-1 0-1,1-1 0,0 1 1,0 0-1,0 0 1,0 0-1,0 0 1,0 1-1,0-1 0,-1 4 1,-25 40-419,25-40 309,-14 27-655,3-5-4109,-3-1-12890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0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70 22218,'0'0'6689,"-6"0"-6503,1 0-153,0 1 1,0 0-1,0 0 0,1 1 0,-1-1 0,0 1 0,1 0 0,-1 1 0,1-1 1,0 1-1,0-1 0,0 1 0,0 1 0,0-1 0,1 0 0,-1 1 0,1 0 1,0 0-1,0 0 0,1 0 0,-1 0 0,1 0 0,-2 6 0,-10 23 84,2 1-1,2 1 1,1 0-1,1 0 0,2 1 1,2 0-1,0 70 0,5-103-117,-1-1-1,1 1 1,0-1 0,0 1-1,0-1 1,0 0-1,0 0 1,0 1-1,1-1 1,-1 0-1,1 0 1,0 0-1,-1 0 1,1 0-1,0-1 1,0 1-1,0-1 1,0 1-1,0-1 1,1 1-1,-1-1 1,0 0-1,1 0 1,-1 0-1,1-1 1,-1 1-1,5 0 1,6 2 15,0 0-1,-1-1 1,1 0-1,16-1 1,-21-1-10,1-1 1,-1 1-1,0-2 0,0 1 0,0-1 0,0 0 0,0-1 1,0 0-1,-1 0 0,1-1 0,-1 1 0,0-2 1,0 1-1,0-1 0,-1 0 0,1 0 0,-1-1 1,0 0-1,-1 0 0,8-11 0,-4 7-1,-1-1 0,-1 0 0,0 0 0,-1 0 1,0-1-1,0 1 0,-1-1 0,-1-1 0,0 1 0,-1-1 0,0 1 0,2-23 0,6-157 13,-12 188-16,1 0 0,-1 0 0,0 0 1,0 0-1,0 1 0,-1-1 0,1 0 0,-1 0 0,0 1 0,0-1 0,0 1 0,0 0 1,-1 0-1,1-1 0,-1 2 0,0-1 0,0 0 0,0 0 0,0 1 0,0 0 0,-1-1 0,1 1 1,-1 1-1,1-1 0,-8-2 0,0 0-10,0 0 1,0 1-1,0 0 0,-1 1 1,1 0-1,-1 1 0,-22 1 0,30 0-81,0 1-1,0 0 0,0 1 0,1-1 0,-1 1 0,0-1 1,0 1-1,1 0 0,-1 0 0,1 1 0,0-1 0,0 1 0,0 0 1,-4 4-1,-12 10-3936,-6 0-14055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06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137 239 24331,'0'0'3316,"-5"-4"-2998,3 3-283,0-1-1,0 1 1,0 0 0,0 0 0,0 0-1,0 0 1,0 0 0,0 0 0,-1 0-1,1 0 1,0 1 0,-1 0 0,1-1-1,-1 1 1,1 0 0,0 0 0,-1 0-1,1 0 1,-1 1 0,1-1 0,0 1-1,-1-1 1,1 1 0,0 0 0,0 0-1,-1 0 1,1 0 0,0 0 0,0 0-1,0 1 1,0-1 0,1 1 0,-1 0-1,0-1 1,0 1 0,1 0 0,-1 0-1,-1 3 1,-3 4 17,1 0-1,-1 1 1,2-1-1,-1 1 1,1 0-1,1 0 1,0 0 0,0 1-1,-1 15 1,1 10 138,1 53 0,3-54-149,-2-32-33,1 1 0,0-1 0,0 0 1,1 0-1,-1 1 0,1-1 0,-1 0 1,1 0-1,0 0 0,0 0 0,0 0 1,1 0-1,-1 0 0,1 0 0,0 0 1,-1-1-1,1 1 0,1 0 0,-1-1 1,0 0-1,0 0 0,1 1 0,3 1 1,0-1 2,0-1 1,0 0 0,1 0 0,-1 0 0,1 0 0,0-1-1,-1 0 1,1-1 0,0 0 0,6 0 0,-10 0-8,9 1 9,-1-1-1,0-1 1,0 0 0,20-5 0,-27 5-9,1-1 1,0-1-1,-1 1 1,1 0-1,-1-1 1,0 0-1,0 0 1,0-1-1,0 1 1,-1-1-1,1 0 0,-1 0 1,3-4-1,21-22-1,-22 25 1,0 0 0,0 0 0,-1-1 0,0 1 0,0-1 0,0 0 0,0 0 0,-1 0 0,3-9 0,6-22-1,-4 12-1,0 0-1,-2-1 0,-1 1 0,-1-1 1,1-33-1,-4 23-7,0 28 6,0-1 0,0 1 0,-1-1 0,-1 0 0,1 1 0,-1-1 0,-1 1 0,1-1 0,-2 1 0,1 0 0,-1 0 0,-6-13 0,-2 4-14,7 9 15,-1 1-1,0-1 1,-1 1 0,0 0 0,-7-7-1,11 13-3,1-1-1,-1 1 0,0 0 0,0 0 1,1 0-1,-1 0 0,0 0 0,0 0 1,0 1-1,0-1 0,0 0 1,0 1-1,-1 0 0,1-1 0,0 1 1,0 0-1,0 0 0,0 0 0,0 1 1,0-1-1,0 0 0,0 1 0,-1-1 1,1 1-1,0 0 0,1 0 0,-4 1 1,-5 6-2,0 0 0,0 0 0,1 1 0,0 1 0,1 0 0,0 0 0,1 0 0,-8 15 0,0-3-4,3-4-154,0 0 0,2 1 0,0 0-1,-11 32 1,3-9-861,-5-1-967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0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43 25276,'0'0'3332,"-11"3"-3132,4-1-150,0 0 0,0 1 1,0 0-1,1 0 0,-1 0 1,1 1-1,0-1 0,0 2 0,0-1 1,0 1-1,1 0 0,-9 9 0,5-2 15,1-1-1,0 1 0,1 0 0,1 1 1,0 0-1,0 0 0,1 0 0,1 1 0,0-1 1,1 1-1,1 0 0,0 0 0,1 0 0,0 25 1,1-14-38,-1-17-22,1 0-1,0 0 0,1 0 0,-1 1 1,2-1-1,1 9 0,-2-14-6,1 0 1,-1-1-1,1 1 0,-1 0 1,1-1-1,0 0 0,0 1 0,0-1 1,0 0-1,0 0 0,0 0 0,1 0 1,-1 0-1,1 0 0,-1-1 1,1 0-1,0 1 0,0-1 0,-1 0 1,6 1-1,5 1 10,0 0 0,0-2 0,1 1 0,-1-2 0,18 0 0,-8 0 19,-17-2-24,-1 1 1,1-1-1,0 1 1,-1-1-1,0-1 1,1 1-1,-1-1 1,0 0-1,0-1 1,0 1-1,-1-1 1,1 0-1,-1 0 1,8-9-1,0 0 2,-1-1 0,0-1 0,17-29 0,-14 17-1,-1-1 0,17-54 1,-27 69-4,0-1 1,0 1 0,-1 0-1,-1-1 1,0 1 0,-1-1-1,0 1 1,-1-1-1,-3-14 1,3 26-1,0 0 0,-1 0 0,1 0 0,0 0 0,-1 0 0,1 1 0,-1-1 0,1 0-1,-1 1 1,0-1 0,0 1 0,0 0 0,0-1 0,0 1 0,0 0 0,0 0 0,0 0 0,0 0 0,-3 0 0,-2-1 3,0 0 1,0 0-1,0 1 1,-1-1-1,-7 1 0,-9 1-11,19-1-4,-1 0-1,1 1 1,-1-1-1,1 1 1,-1 1-1,1-1 1,0 1-1,-1 0 1,1 0-1,0 0 0,-1 1 1,1 0-1,0 0 1,0 0-1,0 1 1,1 0-1,-1 0 1,1 0-1,-6 5 1,-31 34-1721,23-26-842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0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0 25452,'0'0'3481,"-13"7"-3321,2-3-114,5-1-11,-1 0 0,1 0 0,0 0 0,0 1 0,0 0 0,0 0 1,0 0-1,1 1 0,0 0 0,0 0 0,-7 9 0,-1 5 33,2 1 0,0 0 1,0 1-1,2 1 0,1-1 0,1 1 0,1 1 0,0-1 0,2 1 0,1 0 1,0 0-1,2 0 0,1 0 0,4 39 0,-3-58-67,0 0 0,1 0 0,-1-1 0,1 1 0,0-1 0,0 1 0,0-1 0,0 1 0,0-1 0,1 0 0,0 0 0,-1-1 0,1 1 0,0 0 0,1-1 0,-1 0 0,0 1 0,1-1 0,-1-1 0,1 1 0,-1 0 0,1-1 0,0 0 0,0 0 0,4 1 0,9 2 15,0-1-1,1 0 1,-1-2-1,20 0 1,-27-2-12,0 0 0,-1-1 0,1 0-1,-1 0 1,1-1 0,-1-1 0,0 0 0,0 0 0,0 0 0,-1-1 0,0-1-1,0 1 1,0-1 0,0-1 0,-1 1 0,0-1 0,-1 0 0,8-11-1,1-2 7,-1 1-1,-1-2 0,-1 0 1,-1-1-1,-1 0 0,11-31 1,-18 37-9,1-1 0,-2 1 0,0-1 0,-1 1 0,-2-19 0,1 31 1,0 1 1,-1 0 0,1-1-1,-1 1 1,0 0 0,0 0 0,0-1 0,-1 1 0,1 0 0,-1 0-1,0 0 1,0 1 0,0-1 0,0 0 0,0 1 0,0-1 0,-1 1 0,1 0-1,-1 0 1,0 0 0,0 0 0,0 0 0,0 0 0,0 1 0,0-1-1,0 1 1,0 0 0,-1 0 0,1 0 0,-5 0 0,-4-2 5,0 1 1,-1 0 0,1 1-1,0 1 1,-1-1 0,-20 4 0,30-2-41,-1 1 1,0 0 0,1 0-1,0 0 1,-1 0 0,1 0 0,0 1-1,0 0 1,0-1 0,1 1-1,-1 0 1,1 0 0,0 1-1,-1-1 1,1 0 0,1 1 0,-1-1-1,0 1 1,-1 7 0,-10 15-757,-10 8-1149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1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0 359 19737,'0'0'5957,"0"14"-2411,2-25-3482,0 1 0,1 0 0,0 0 0,0 0 0,1 1 0,1-1 0,-1 1-1,2 0 1,-1 0 0,1 0 0,11-12 0,17-29-20,-10 8 1,-10 15 15,1 0-1,2 2 0,32-41 1,-41 57 125,-8 9-172,0 0 0,0 0 1,0 0-1,0 0 1,0 0-1,0 0 0,1 0 1,-1 0-1,0 0 1,0 0-1,0 0 0,0 0 1,0 1-1,0-1 1,0 0-1,0 0 0,0 0 1,0 0-1,0 0 1,0 0-1,0 0 1,0 0-1,0 0 0,0 0 1,0-1-1,-2 25 49,0 158 63,5 203 6,8-249-118,-5-98-1864,-6-35 389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13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75 24027,'0'0'3964,"-9"10"-3739,-2 2-98,0 1 1,1 0 0,1 0 0,0 1 0,1 1 0,0-1-1,1 1 1,1 1 0,1-1 0,0 1 0,-3 16 0,4 3 49,1-17-96,1 0-1,1-1 1,0 1 0,2 0 0,4 34-1,-3-47-76,0-1-1,0 0 1,0 0-1,0 0 1,1 0 0,0 0-1,-1 0 1,1-1-1,1 1 1,-1-1-1,1 0 1,-1 0-1,1 0 1,0 0 0,0-1-1,0 0 1,0 0-1,0 0 1,1 0-1,-1 0 1,1-1-1,5 1 1,9 3 9,0-2 0,0 0 0,0-2 0,22 1 0,-32-3-8,-1 0 1,1-1-1,-1 0 1,0 0-1,1 0 0,-1-1 1,0-1-1,0 1 1,-1-1-1,1 0 0,-1-1 1,0 0-1,0 0 1,0-1-1,-1 1 0,6-8 1,3-3-5,-1-1-1,-1 0 1,0-1 0,-1 0-1,11-25 1,-17 26 4,0 0 0,-1 0-1,-1-1 1,0 1 0,-2-1 0,0 0-1,0 0 1,-4-33 0,2 44-3,0 1 1,-1 1 1,0-1-1,0 0 0,0 1 0,-1-1 0,0 1 0,0-1 0,-1 1 0,1 0 0,-1 0 0,0 0 1,-1 0-1,1 1 0,-1-1 0,0 1 0,0 0 0,-6-5 0,4 4 4,1 1 1,-1-1-1,0 1 0,-1 1 0,1-1 1,-1 1-1,1 0 0,-1 1 0,0 0 1,0 0-1,0 0 0,0 1 1,-13-2-1,14 3-15,-1 0 1,1 0 0,0 1-1,-1 0 1,1 0-1,0 0 1,-9 3-1,12-2-10,-1 0 0,0 1 1,1-1-1,-1 1 0,1 0 0,0 0 0,0 0 0,0 0 0,0 1 0,1-1 0,-5 8 0,-71 127-2092,49-85-238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14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0 287 18713,'0'0'11335,"13"-20"-11116,32-45-17,46-74-161,-86 130-38,0 1-1,1 0 1,1 0 0,-1 0-1,1 1 1,9-7 0,-15 84 407,-1 391-345,0-460-84,-6-1-3449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15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131 102 22346,'0'0'6006,"-18"7"-5193,11 1-746,0 0 0,0 0 0,0 1 0,1 0 0,1 0 0,0 0 0,-5 12 0,-8 12 64,12-20-93,0-1-1,1 1 0,0 0 1,1 0-1,1 1 0,0 0 0,-1 19 1,-1 103 156,5-112-140,0-22-55,0 1 0,1-1-1,-1 0 1,0 0 0,1 1-1,-1-1 1,1 0 0,0 0 0,-1 1-1,1-1 1,0 0 0,0 0-1,1 0 1,-1 0 0,0 0-1,1 0 1,-1-1 0,1 1-1,0 0 1,-1-1 0,1 1 0,0-1-1,0 0 1,0 0 0,0 1-1,0-1 1,0 0 0,0-1-1,0 1 1,1 0 0,1 0-1,5 1 19,0-1 0,0 0-1,0-1 1,0 0 0,0 0-1,18-3 1,-22 2-12,-1-1 1,1 0-1,-1 0 0,0 0 1,0 0-1,1-1 1,-2 1-1,1-1 0,0 0 1,5-6-1,35-38 22,-43 45-28,16-21 9,-1-1-1,-1-1 0,-1-1 0,15-36 1,-9 17 1,-16 34-4,-1 1 0,-1-1 1,0 1-1,0-1 0,-1 0 0,0 0 1,-1 0-1,-2-13 0,2 0 1,-1 18-4,0 0 0,0 0 0,-1 0 0,0 0-1,0 0 1,0 0 0,-1 1 0,0-1 0,0 1 0,0-1 0,-1 1 0,1 0 0,-1 1-1,-1-1 1,-7-7 0,6 7 1,1 0-1,-1 0 0,0 1 1,0 0-1,0 0 1,-1 0-1,0 1 0,1 0 1,-1 0-1,0 1 1,0-1-1,-13-1 0,15 4-20,0 0-1,-1 0 0,1 0 0,0 0 1,0 1-1,-1 0 0,1 0 0,0 0 1,0 1-1,0 0 0,0 0 0,0 0 1,-6 5-1,3-2-92,1 1 1,1 1 0,-1 0-1,1-1 1,0 2 0,-8 12-1,-11 17-999,-4 0-1064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16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1 382 15047,'0'0'13801,"1"0"-13757,0-1 1,0 1-1,0 0 0,0-1 0,1 0 1,-1 1-1,0-1 0,0 0 1,0 1-1,-1-1 0,1 0 1,0 0-1,0 0 0,0 0 1,-1 0-1,1 0 0,1-1 1,46-107 179,-40 82-214,1-4-1,1 0 0,1 0 0,2 1 0,1 1 0,25-40 0,-29 58 102,-9 19 121,2 17-135,3 16-37,-1-1-1,-2 1 1,-4 66 0,0-38 21,-17 202-500,18-253-1731,0-7 165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143 185 21306,'0'0'5856,"-2"14"-3954,-15 8-1757,0 0 0,1 2 1,1 0-1,1 1 0,2 0 0,-12 34 0,17-36-83,1 1-1,1 0 1,2 1-1,0-1 0,2 45 1,1-66-59,1 1 1,0 0-1,1-1 1,-1 1 0,0-1-1,1 0 1,0 1 0,0-1-1,0 0 1,0 0-1,0 0 1,1 0 0,0-1-1,-1 1 1,1-1-1,0 1 1,0-1 0,0 0-1,0 0 1,1 0 0,5 2-1,-1 0-8,1 0-1,-1 0 0,1-1 1,0 0-1,0-1 1,-1 0-1,2 0 1,8 0-1,-14-3 7,-1 0 0,1 1 1,-1-1-1,1 0 0,-1 0 1,0-1-1,0 1 0,1-1 0,-1 0 1,0 0-1,0 0 0,-1 0 0,1 0 1,0-1-1,-1 1 0,1-1 0,-1 1 1,3-5-1,41-68 72,-21 32-71,-11 22 7,0-1 0,-2-1 1,-1 0-1,-1 0 0,0-1 1,-2 0-1,-1-1 0,-1 1 1,4-34-1,-4 13-10,-2 20 7,1-49 0,-5 68-2,-1 0-1,1 0 1,-1 0-1,0 0 1,0 0 0,-1 0-1,0 0 1,0 0-1,0 0 1,-1 1 0,0-1-1,0 1 1,-4-5-1,3 6-9,-1 1-1,0 0 0,1 1 0,-1-1 0,0 1 0,-1 0 0,1 0 0,0 0 0,0 1 1,-1 0-1,1 0 0,-1 0 0,1 1 0,-1 0 0,0 0 0,1 0 0,-1 1 1,-8 1-1,12-1-55,-1 0 1,1 0-1,0 0 0,-1 1 1,1-1-1,0 0 1,0 1-1,0 0 1,0-1-1,0 1 1,0 0-1,1 0 1,-1 0-1,0 0 0,1 1 1,0-1-1,0 0 1,-1 1-1,1-1 1,0 0-1,0 4 1,-8 13-821,-13 14-1695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18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25340,'0'0'3145,"6"-9"-2718,11-24-248,2 1-1,2 1 1,0 1 0,28-28 0,14-21 15,-52 67 289,-10 25-15,-1 0-565,0 14 120,-1 28 10,2 1 0,2 0 0,17 83 0,15 13-4,-35-146-28,0-5 1,0-1 0,0 1 0,0 0 0,0-1 0,0 1 0,0 0 0,0-1 0,1 1 0,-1-1 0,0 1-1,0 0 1,0-1 0,1 1 0,-1-1 0,0 1 0,1-1 0,-1 1 0,0 0 0,1-1 0,-1 0 0,1 1 0,-1-1 0,1 1 0,1 5-62,1 6 339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19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125 182 26460,'0'0'2348,"0"-4"-1913,-3-12 382,-4 14-346,-17 26-232,-19 47-208,35-56-12,1 0 0,0 1 0,2 0-1,0 0 1,0 0 0,2 1 0,0-1 0,0 1 0,2 0 0,0 25 0,1-37-18,0 1 1,1-1-1,-1 1 0,1-1 1,0 0-1,0 1 1,1-1-1,-1 0 0,1 0 1,1 0-1,-1 0 1,1 0-1,-1 0 0,1-1 1,1 1-1,-1-1 1,0 0-1,1 0 0,0 0 1,0 0-1,1-1 0,5 4 1,0 2 7,0-1 0,1 0 0,0-1 0,23 11 0,-29-16-7,1 0 0,-1 0 0,0-1 0,0 1 0,1-1 0,-1-1 0,1 1 0,-1-1 0,1 0 0,-1 0 0,1-1 0,-1 1 0,1-1 0,9-3 0,-10 2 0,0 0 1,-1-1 0,1 0 0,0 1 0,-1-1 0,0-1 0,0 1 0,0-1 0,0 1-1,-1-1 1,1 0 0,4-9 0,32-61 8,-19 31-11,-8 18 3,-1-1-1,-1 0 1,-1-1 0,-1 1 0,-1-2 0,-2 1 0,-1-1 0,-1 0 0,-1 0 0,-2-37 0,-1 60-1,-1 0 0,0 0 0,0 1 0,0-1 0,-1 1 1,0-1-1,0 1 0,0-1 0,0 1 0,0 0 1,-1 0-1,0 0 0,0 1 0,0-1 0,0 0 0,-1 1 1,1 0-1,-1 0 0,0 0 0,0 0 0,0 1 0,0 0 1,-1 0-1,-4-2 0,-3-2-4,-1 1 0,1 1 0,-1 0-1,0 1 1,0 0 0,0 1 0,-23 0 0,30 2-59,0 1 0,0 0 1,0 1-1,0-1 0,0 1 1,0 0-1,1 1 0,-1-1 0,1 1 1,0 1-1,-1-1 0,1 0 0,1 1 1,-1 0-1,0 1 0,-6 7 0,-20 15-1211,-4 0-1500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2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22346,'0'0'8212,"-1"17"-7879,-3 0-307,-1 0-1,0-1 1,-10 20-1,7-19 11,2 0 1,-9 30-1,-2 74 72,5 0-1,5 180 1,7-298-107,0 0 1,1 0-1,-1 0 0,1-1 1,0 1-1,0 0 0,0 0 1,0-1-1,0 1 0,1 0 0,-1-1 1,1 1-1,-1-1 0,1 0 1,0 0-1,0 1 0,0-1 1,1 0-1,-1-1 0,0 1 1,1 0-1,-1-1 0,1 1 1,-1-1-1,1 0 0,0 0 0,0 0 1,-1 0-1,1 0 0,5 0 1,3 1 2,0 0 1,0-1 0,0 0-1,0-1 1,0 0-1,0-1 1,11-2-1,-18 2-3,-1 0 0,1 0-1,-1-1 1,1 1 0,-1-1-1,0 0 1,1 0 0,-1 0-1,0 0 1,0-1 0,-1 1-1,1-1 1,0 0 0,-1 0-1,0 0 1,1 0 0,1-4 0,4-8 4,0 0 1,8-26 0,-6 16-4,-2 4-4,-1 0 0,-1-1 0,-1 0 0,-1 0-1,2-25 1,-2-115-15,-4 122 15,-1 29 2,0 0 0,-1 1 0,0-1 0,0 0 0,-1 1 0,-1 0 0,0 0 0,0 0 0,-1 0 0,-6-10 0,1 6 0,1 0 0,-2 0 0,1 1 0,-2 0 0,-20-17 0,28 26-13,-1 1 0,1 0 0,-1-1 0,0 2 0,0-1 0,0 0 0,0 1 0,-1 0 0,1 0 0,0 1 0,-1 0 0,1-1 0,-12 1 0,14 1-3,0 0 0,0 1 0,-1-1 0,1 1 0,0 0 0,0 0 0,0 0 0,0 0 0,0 1 0,0-1 0,0 1 0,0 0 0,0 0 0,1 0 0,-1 0 0,1 0 0,-1 1 0,1-1 1,0 1-1,0-1 0,0 1 0,0 0 0,1 0 0,-3 4 0,-30 58-2086,20-35-913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3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6 319 23739,'0'0'5005,"0"0"-4962,-1 0 1,1 0-1,0 0 1,0 0-1,-1 0 1,1 0-1,0 0 1,0 0-1,-1-1 1,1 1 0,0 0-1,0 0 1,-1 0-1,1 0 1,0-1-1,0 1 1,0 0-1,-1 0 1,1 0-1,0 0 1,0-1-1,0 1 1,0 0-1,0 0 1,0-1-1,-1 1 1,1 0-1,0 0 1,0-1-1,0 1 1,0 0-1,0 0 1,0-1-1,0 1 1,0 0-1,0 0 1,0-1-1,0 1 1,0 0-1,0 0 1,0-1 0,0 1-1,1 0 1,-1-1-1,3-8-23,1-1 1,1 1-1,-1 0 1,2 0-1,7-11 0,4-7 10,16-27-24,-11 18-11,-1-1 1,21-51-1,-40 86 12,0 9 11,0 22 39,-1 35 45,-13 320 141,12-375-818,0-27-1139,0 8 660,0-24-4370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32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11 443 25868,'0'0'2892,"-7"2"-2465,4-1-319,5-2 451,3-2-518,0 1 0,0-1 0,-1 0 0,1 0 0,-1 0 0,0-1 0,0 1 0,0-1 0,4-6 1,37-48 100,-24 29-122,17-24 7,43-78 0,-10-4 69,-57 230 317,-9 209-161,-5-209-202,0-88-49,0-5-1,1-1 0,-1 1 0,0 0 0,0 0 0,0 0 0,0 0 0,0-1 0,0 1 0,0 0 0,-1 0-1,1 0 1,-1 0 0,1-1 0,-1 1 0,0 0 0,0-1 0,0 1 0,0 0 0,0-1 0,0 1 0,0-1 0,0 0 0,0 1 0,-1-1 0,-2 2 0,3-2-30,1-1-103,-1 0 101,1 0 0,0 0 0,0 0 0,-1 0 0,1 0 0,0 0 0,0 0 0,-1 0 0,1 0 0,0 0 1,-1 0-1,1 0 0,0 0 0,0-1 0,-1 1 0,1 0 0,0 0 0,0 0 0,0 0 0,-1 0 0,1 0 0,0-1 0,0 1 0,0 0 0,-1 0 0,1 0 0,0-1 0,0 1 0,0 0 0,0 0 0,0-1 1,-1 1-1,1 0 0,0 0 0,0-1 0,0 1 0,0 0 0,0 0 0,0-1 0,0 1 0,0-1 0,-10-19-1710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32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0 445 23915,'0'0'5005,"5"-1"-4730,-1 0-222,-1-1 1,0 1 0,1-1 0,-1 0-1,0 1 1,0-1 0,0-1-1,-1 1 1,1 0 0,0-1 0,-1 1-1,1-1 1,2-5 0,35-53 243,-15 20-239,13-11-26,-3-1 0,-2-3 0,33-74 0,-56 113 37,-8 37 58,-1 2-83,5 304 287,-8-202-270,2-123-106,-5-9-6161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3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1 367 27068,'0'0'1753,"12"-10"-1518,2-3-166,0 0 0,-2-1-1,1 0 1,18-29 0,49-72 99,16-28-2,-92 141 199,-2 12-263,-1 13-45,-1-22-40,2 76 211,-1-32-146,-1 0 0,-1-1-1,-13 66 1,12-88-71,2-18-9,0-1-1,0 0 0,0 0 0,0 0 0,-1 0 0,1 0 0,-1 0 0,0 0 1,0 0-1,0 0 0,0-1 0,0 1 0,-1 0 0,1 0 0,-3 3 0,3-6-25,-5 0-3502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34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0 281 23051,'0'0'6112,"1"0"-6065,0 0 0,1 0 0,-1 0 0,0 0 0,0 0 0,0 0 0,0-1 0,0 1 0,1 0 0,-1-1 0,0 1 0,0-1 0,0 1 0,0-1 0,1 0 0,53-59 196,66-97 0,-111 135-229,-9 19-13,0 0 1,1 0-1,-1-1 0,0 1 1,1 0-1,0 0 0,0 1 1,0-1-1,0 0 1,4-3-1,-6 6 1,1 0-1,0 0 1,-1 0 0,1 0 0,-1 0-1,1 0 1,-1 0 0,1 0 0,-1 0-1,1 0 1,-1 1 0,1-1-1,-1 0 1,1 0 0,-1 1 0,1-1-1,-1 0 1,1 1 0,-1-1 0,0 1-1,1-1 1,-1 0 0,0 1 0,1-1-1,-1 1 1,0-1 0,1 1-1,-1-1 1,0 1 0,0-1 0,0 1-1,1-1 1,-1 1 0,0 0 0,0-1-1,0 1 1,0-1 0,0 1 0,0-1-1,0 1 1,0-1 0,0 1 0,-1 0-1,1-1 1,0 1 0,0-1-1,0 1 1,-1 0 0,1 2 14,6 281 422,-7-171-398,-4-96-26,2-13-2360,-7-4 609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3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1 246 23675,'0'0'4951,"24"-2"-3654,14-46-1235,-1-1 1,53-94-1,-89 139-52,-1 389 727,0-385-785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36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1 424 23675,'0'0'4847,"5"13"-3521,-3-13-1306,0-1 0,0 1-1,0-1 1,0 0 0,0 0-1,0 0 1,-1 0 0,1 0-1,0 0 1,-1 0 0,1-1-1,-1 1 1,1 0-1,-1-1 1,2-2 0,22-30 91,-19 25-75,30-49 0,-3-3 0,-2 0 1,27-81-1,-44 108-29,-14 33-6,1 0 1,-1 0-1,0 0 0,1 0 0,-1-1 1,0 1-1,1 0 0,-1 0 1,1 1-1,0-1 0,-1 0 0,1 0 1,0 0-1,0 0 0,-1 0 1,1 1-1,0-1 0,1-1 0,4 17 66,-6 45 60,0-50-121,0 439 394,6-426-365,-6-22-22,3-1-236,-1 0-1532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0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62 22474,'0'0'6321,"-4"0"-6055,-152 0 1402,153 1-1663,0-1-1,0 1 1,-1 0 0,1 0 0,0 0 0,0 0 0,0 1 0,0-1 0,0 1 0,0-1-1,1 1 1,-1 0 0,1 0 0,-1 1 0,1-1 0,0 0 0,-1 1 0,1 0-1,1-1 1,-3 4 0,-5 10 21,0-1-1,-10 25 1,12-24 8,-1 4-12,0 1-1,1 0 1,2 0-1,0 0 1,-3 28 0,2 109-5,6-156-17,0 0 0,1 1 1,0-1-1,-1 0 0,1 0 0,0 0 1,0 1-1,0-1 0,0 0 0,0 0 1,1-1-1,-1 1 0,0 0 0,1 0 0,0-1 1,-1 1-1,1-1 0,0 1 0,0-1 1,0 0-1,0 1 0,0-1 0,0 0 1,0 0-1,0-1 0,0 1 0,1 0 1,-1-1-1,0 1 0,0-1 0,1 0 0,3 0 1,5 1 7,0 0 0,1-1 0,-1 0 0,0-1 0,20-4 0,-25 3-7,-1 1 0,1-2 0,-1 1 0,0-1 1,0 0-1,0 0 0,0 0 0,-1 0 0,1-1 0,-1 0 0,0 0 0,0 0 1,0 0-1,-1-1 0,4-5 0,6-11 5,-1-1-1,12-28 1,-5 10-4,-10 22-2,-1 0 0,-1-1 0,0 0 0,-2 0 0,0 0 0,-1-1 0,-1 1 0,-1-1 0,-1-39 0,0 38 1,-1 14 0,1 0-1,-1-1 0,-1 1 1,1 0-1,-1 0 0,0 0 1,-4-12-1,4 17-1,-1 0-1,1 0 1,-1 0-1,1 0 1,-1 0 0,0 0-1,1 0 1,-1 1-1,0-1 1,0 1-1,0-1 1,0 1 0,-1 0-1,1 0 1,0 0-1,-1 0 1,1 0-1,0 0 1,-1 0 0,1 1-1,-1 0 1,1-1-1,-1 1 1,1 0-1,-1 0 1,-4 1 0,4-1-33,-1-1 1,1 2-1,-1-1 1,1 0-1,-1 1 1,1-1 0,0 1-1,-1 0 1,1 0-1,0 1 1,0-1-1,-1 1 1,-3 2 0,2 1-79,0 0 1,1 0-1,0 0 1,-1 0-1,2 1 1,-7 11-1,-38 86-2273,25-43-1006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0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125 174 3954,'0'0'24163,"0"-1"-24106,0 0 0,0 1 0,0-1 0,0 0 0,0 1 1,0-1-1,0 1 0,0-1 0,-1 0 0,1 1 0,0-1 0,-1 1 0,1-1 1,0 0-1,-1 1 0,1-1 0,0 1 0,-1-1 0,1 1 0,-1 0 0,0-2 0,-2 3-36,0-1 0,1 1 0,-1-1-1,0 1 1,1 0 0,-1 0 0,1 0-1,0 0 1,-1 0 0,1 1-1,0-1 1,0 1 0,0 0 0,0-1-1,0 1 1,0 0 0,0 0-1,1 0 1,-1 0 0,0 1 0,1-1-1,-2 3 1,-25 65 126,19-47-29,4-4-57,1 1-1,1-1 0,0 1 1,2 0-1,0 0 0,4 39 1,-1-2-12,-2-53-48,0-1 0,0 1-1,1 0 1,-1-1 0,1 1-1,0-1 1,0 1 0,1-1-1,-1 0 1,1 1 0,-1-1-1,1 0 1,0 0 0,0 0-1,1 0 1,-1 0 0,0-1 0,1 1-1,0-1 1,0 1 0,-1-1-1,1 0 1,1 0 0,-1-1-1,5 3 1,-1-1 3,1 0-1,0-1 1,0 0 0,-1 0 0,1-1-1,0 0 1,0 0 0,1-1 0,-1 0-1,15-2 1,-19 1 4,0-1 0,1 1 0,-1-1 1,0 0-1,-1 0 0,1 0 0,0 0 0,0-1 0,-1 0 0,0 0 1,5-4-1,31-40 17,-27 29-21,-2-1 1,0 0-1,-1-1 1,-1 0 0,0 0-1,-2 0 1,-1-1-1,5-28 1,-6 11 3,0-1 1,-3 1-1,-6-70 0,5 103-5,-1 1-1,0-1 0,0 0 0,-1 1 0,1 0 0,-1-1 0,0 1 0,0 0 0,0 0 0,-1 0 0,0 0 0,1 0 0,-1 1 0,-1-1 0,1 1 1,0 0-1,-1 0 0,1 0 0,-1 0 0,0 1 0,-8-5 0,3 3-9,0 1 0,0 0 0,-1 0 0,1 1 0,0 0 0,-1 0 0,0 1 0,1 0 0,-15 1 0,20 1-14,0 0 0,-1 1 0,1-1-1,0 1 1,0 0 0,1 0 0,-1 0-1,0 0 1,1 1 0,-1-1-1,1 1 1,0 0 0,0 0 0,0 0-1,0 0 1,0 1 0,-3 5 0,-37 65-714,42-72 711,-12 28-1698,-13 43 1,21-61 577,-13 54-8900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1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1 310 24827,'0'0'3551,"1"1"-3495,-1 0 0,1 0 0,0 0 0,-1 0 0,1 0 0,0 0 0,0-1-1,0 1 1,0 0 0,0 0 0,0-1 0,0 1 0,0-1 0,0 1 0,0-1-1,0 0 1,0 1 0,2-1 0,0-1-17,0 1-1,0-2 1,0 1-1,0 0 1,0 0-1,-1-1 1,1 0-1,0 0 1,-1 1-1,1-1 1,-1-1-1,0 1 1,1 0-1,1-4 1,35-47 141,-15 20-108,-7 14-48,-1 0 1,-1-2-1,0 0 1,-2 0-1,19-41 1,-30 57-16,0 0 0,0 0 0,1 0 0,0 0 0,0 1 0,1-1 0,5-6 0,-8 10 49,0 34 46,9 25-23,-5-35-44,-2 0 0,2 33 0,7 130-2,-12-100-3071,0-70-59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0 251 25308,'0'0'3292,"0"2"-2618,7-6-457,32-31-47,-2-3 1,37-46-1,-25 27-137,-38 44 3,-10 11-26,0 1 0,0-1 0,0 0 0,0 1 0,1-1 0,-1 1 0,0 0 0,1-1 1,0 1-1,-1 0 0,1 0 0,0 0 0,-1 0 0,5-1 0,-4 1 38,-3 38 50,2-28-60,-1 281 390,0-166-4535,0-108-2163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138 342 19513,'0'0'7982,"-33"20"-5277,24-12-2695,0 1 0,1 1 0,0-1-1,0 1 1,1 1 0,0 0 0,1-1-1,1 2 1,0-1 0,0 1 0,-4 17-1,3-1 24,1 0-1,1 0 0,2 0 0,1 32 0,1-58-27,0 0 0,0 1 0,1-1-1,-1 0 1,1 0 0,0 1 0,-1-1 0,1 0 0,0 0 0,0 0 0,1 0-1,-1 0 1,0 0 0,1 0 0,-1 0 0,1-1 0,-1 1 0,1-1 0,2 3-1,1-1-7,0 0-1,0 0 0,0 0 0,0-1 0,1 0 0,-1 0 0,0 0 0,7 1 0,-6-1 6,1-1 0,-1 0 0,1 0 0,-1-1 0,1 1 0,0-1 0,-1-1-1,1 0 1,0 1 0,-1-2 0,1 1 0,-1-1 0,0 0 0,11-5 0,-3-4 3,-1-1 1,-1 0 0,0-1 0,0 0 0,-1-1-1,-1 0 1,0 0 0,-1-1 0,14-32 0,-4-1 3,-1-1 0,11-54 0,-24 76-4,-1 1 1,-2-1-1,0 0 1,-3-29-1,0 14 8,0 33-8,0 0 0,-1 0 0,0 1 0,-1-1 0,0 1 0,0 0 0,0 0 0,-1 0 0,-1 0 0,1 1 0,-1-1 0,0 1 0,-1 0 0,-7-7 0,10 11-7,-1 0 1,0-1-1,1 1 1,-1 1-1,0-1 0,-1 0 1,1 1-1,0 0 0,-1 0 1,1 0-1,-1 1 0,-5-2 1,7 3-5,-1 0 0,1 0-1,0 0 1,0 0 0,-1 0 0,1 1 0,0-1 0,0 1-1,0 0 1,0 0 0,0 0 0,0 1 0,0-1 0,0 1-1,0-1 1,1 1 0,-1 0 0,0 0 0,-3 4 0,-12 15-126,1 1 0,1 1 0,1 0 1,1 1-1,-14 34 0,23-49 50,-5 14-584,1 0 0,1 1 0,2 1 0,0-1 0,-3 27 0,3 8-5833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4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139 104 23611,'0'0'4434,"0"-1"-4344,-1 1 0,0 0 0,0-1 0,1 1 0,-1 0 0,0 0 0,0 0 0,0-1 0,1 1 0,-1 0 0,0 0 0,0 0 0,0 0 0,0 1 0,1-1 1,-1 0-1,0 0 0,0 0 0,0 1 0,1-1 0,-1 0 0,0 1 0,0 0 0,-13 16-49,0 1 0,2 0 0,1 1 0,0 0 1,-11 28-1,19-39-24,-5 13-2,2 0 0,0 0 0,2 1 0,0-1 0,2 1 0,0 0 0,2 0 0,2 27-1,-2-14 1,0-28-13,1 0 0,0-1 0,1 1 1,-1 0-1,1 0 0,1 0 0,-1-1 0,1 1 0,0-1 0,1 0 0,-1 0 0,1 0 0,1-1 0,-1 1 0,1-1 0,0 0 0,0 0 0,0 0 0,1-1 0,-1 0 0,1 0 0,0-1 0,0 1 0,1-1 0,-1 0 0,1-1 0,-1 0 1,1 0-1,0 0 0,0-1 0,0 0 0,0 0 0,12-1 0,-15-1 0,-1 0 0,0 0 0,1 0 0,-1-1 0,0 0 0,0 1 0,0-1 0,0 0 0,0-1 0,-1 1 0,1 0 0,-1-1 1,1 0-1,-1 1 0,0-1 0,0 0 0,3-5 0,33-64 35,-29 52-34,8-19 10,-2 0 0,-1-1 0,-3-1 0,-1 0 0,-2 0 0,-1-1 0,-3 0 0,-1-69 0,-3 107-12,-1-1 0,1 1 0,-1 1 0,0-1 0,0 0 0,-1 0 0,1 0 0,-1 0 0,0 1 0,0-1 0,0 1 0,0-1 0,0 1 0,-1 0-1,0 0 1,1 0 0,-1 0 0,-1 1 0,1-1 0,0 1 0,0 0 0,-1-1 0,1 2 0,-1-1 0,0 0 0,0 1 0,0-1 0,1 1-1,-1 0 1,0 1 0,0-1 0,0 1 0,-1-1 0,1 1 0,0 1 0,0-1 0,0 0 0,0 1 0,0 0 0,0 0 0,0 0 0,-4 2-1,1 2-117,0 0-1,1 1 1,0 0-1,0 0 0,0 0 1,1 1-1,0-1 0,0 1 1,1 0-1,0 1 0,0-1 1,-3 9-1,-5 6-572,-17 32-1634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1 451 26748,'0'0'1793,"12"-6"-1542,-2 2-199,-1-1 0,0 0 0,0-1 0,-1 0 0,0 0 1,0-1-1,0 0 0,-1 0 0,0-1 0,-1 0 0,1 0 0,-1-1 0,-1 1 0,6-13 1,50-89 309,-39 74-259,-2 0 1,-1-2-1,25-71 1,-46 128 64,1 1 0,3 29 0,0 0-120,-4 9 13,0-39-81,1 0 1,0 0 0,2 0 0,0 0-1,2 0 1,0-1 0,6 24 0,21 37-2262,-18-53 229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5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0 375 25420,'0'0'3436,"10"-18"-3159,76-141 302,10-16 40,-96 173-611,1 1-1,-1 0 0,1-1 1,0 1-1,-1 0 0,1 0 1,0 0-1,0 0 0,0 0 1,0 0-1,0 0 0,0 0 1,0 0-1,0 0 0,1 0 0,-1 1 1,0-1-1,0 0 0,1 1 1,-1-1-1,0 1 0,1 0 1,-1-1-1,1 1 0,-1 0 1,3 0-1,-3 0 3,1 1 0,0 0 0,-1-1 0,1 1 0,-1 0-1,1 0 1,-1 0 0,1 0 0,-1 0 0,0 1 0,1-1 0,-1 0 0,0 1 0,0-1-1,0 1 1,0-1 0,0 1 0,0-1 0,-1 1 0,2 2 0,15 42 37,-1 0 1,-3 1 0,-2 1 0,10 94 0,-10 199 166,-11-306-211,0-35-22,1-11-1573,4-10 199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7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0 393 24123,'0'0'4423,"1"0"-4334,0 0 0,0 0 0,0 0 0,0 0 0,0 0 0,0 0 0,0-1-1,0 1 1,0 0 0,0-1 0,0 1 0,0 0 0,0-1 0,0 1 0,0-1 0,-1 0-1,1 1 1,1-2 0,3-16-13,-3 8-52,1-1-1,1 1 0,0-1 0,6-11 0,79-147 12,-64 130-28,-15 24-2,0 0 0,-1-1 0,-1 0 0,7-17 0,-17 50 64,1 0 0,1 0 1,0 1-1,5 29 0,0 31 113,9 95-43,-3-78-118,-6 136-464,-5-167-1891,0-52-587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38 180 25516,'0'0'3244,"0"-5"-2166,-1 17-1026,-1-1 1,0 1 0,-5 17 0,-6 35 176,8-17-64,2-21-113,0 0 0,2 1 0,3 45 0,-2-67-46,0-1 1,1 1-1,0 0 0,0 0 1,1 0-1,-1-1 0,1 1 1,0-1-1,0 1 1,0-1-1,1 0 0,-1 1 1,1-2-1,0 1 1,0 0-1,1 0 0,-1-1 1,1 0-1,0 1 0,0-2 1,0 1-1,0 0 1,0-1-1,0 0 0,10 4 1,-7-5 1,0 1-1,0-1 1,1-1 0,-1 1 0,0-1-1,1-1 1,-1 1 0,0-1 0,1-1 0,-1 1-1,0-1 1,0-1 0,0 1 0,0-1-1,0 0 1,-1 0 0,0-1 0,1 0-1,-1 0 1,0-1 0,6-6 0,4-4-3,0-1 0,-2 0 0,0 0-1,-1-2 1,0 0 0,10-20 0,-10 13 2,-2-1-1,0 0 0,-1-1 1,-2 0-1,-1 0 1,-1-1-1,-2 0 0,0 0 1,-1-48-1,-3 71-3,-1 1-1,0-1 1,0 1 0,0 0-1,0-1 1,-1 1-1,0 0 1,0 0 0,0 0-1,0 0 1,0 0-1,-1 1 1,0-1 0,0 1-1,0 0 1,0-1-1,0 1 1,-1 1 0,1-1-1,-1 0 1,0 1-1,0 0 1,0 0 0,0 0-1,0 0 1,0 1-1,-8-3 1,3 2-15,1-1 0,-1 2 0,0-1 0,0 1 0,0 0 0,0 1 0,0 0 0,0 0-1,0 1 1,1 0 0,-1 1 0,0 0 0,-15 5 0,14-1-29,-1 0-1,1 0 1,0 1-1,1 1 1,-1 0-1,1 0 1,1 0-1,-10 14 1,-56 83-1888,72-102 1822,-28 45-2158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49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23259,'0'0'4831,"26"1"-3339,-19-5-1403,0-1 1,0 1-1,0-1 1,-1 0 0,1-1-1,-1 0 1,-1 0 0,7-7-1,11-12-10,-12 15-65,12-11 4,-1 0 0,-1-2 0,0 0 0,33-52 0,-52 68-12,-2 5 23,2 16-66,5 12 68,-1 1 0,-1 0 1,2 53-1,-8 93 49,-1-74-61,2 55-2135,0-139 507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5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143 107 24555,'0'0'4039,"-11"7"-3782,10-6-256,-6 3 57,1 0 0,-1 1 0,0 0 0,1 1 0,0-1 0,1 1 0,-1 0 0,1 1 0,0-1 0,0 1 0,1 0 0,0 0 0,0 1 0,1-1 0,0 1 0,-3 12 0,-2 22 91,2 0-1,2 0 1,2 0 0,5 65 0,-2-101-140,1 0 0,-1-1 0,1 1 0,1-1 0,-1 0-1,1 1 1,0-1 0,0 0 0,0 0 0,1-1 0,-1 1 0,1-1 0,0 0 0,1 0 0,-1 0 0,1 0-1,-1-1 1,1 0 0,7 4 0,-5-3-4,1 0 0,-1-1 0,1 0-1,0 0 1,0 0 0,0-1 0,0 0 0,0-1-1,1 0 1,-1 0 0,0-1 0,1 0 0,10-1-1,-14-1-1,-1 0 0,1-1 0,-1 1 0,0-1 0,0 0 0,0 0 0,0 0 0,-1 0-1,1-1 1,-1 0 0,1 0 0,-1 0 0,-1 0 0,6-8 0,2-6 0,0-1 0,9-23 1,-7 10 1,-1 0 0,-1 0 1,-2-1-1,-2 0 0,0-1 1,-3 1-1,0-35 0,-2 58 3,-1 1-1,-1-1 0,0 1 0,0-1 0,-1 1 0,0-1 0,-3-9 0,2 14-1,0 0 1,0 0 0,0 1-1,0-1 1,-1 0 0,1 1-1,-1 0 1,0 0 0,-1 0-1,1 1 1,-1-1 0,1 1-1,-9-4 1,0 0-31,-1 0 1,1 0-1,-1 1 1,-1 1-1,1 1 1,-1 0-1,0 1 0,0 0 1,0 1-1,0 1 1,-29 1-1,40 1-71,0 0-1,0 0 1,0 1-1,0-1 1,0 1-1,1 0 1,-1 0-1,0 0 1,1 1-1,0 0 1,-1-1-1,1 1 1,0 0-1,0 0 1,1 1-1,-1-1 1,1 0-1,-4 8 1,-4 3-529,-19 23-2116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51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0 312 26108,'0'0'2145,"5"0"-1870,-1-1-207,0-1-1,0 1 1,0-1 0,0 0 0,0 0 0,0 0 0,0 0 0,-1-1-1,1 0 1,-1 0 0,0 0 0,0 0 0,5-6 0,44-60 188,-29 37-203,29-43 45,-32 45 38,31-38 1,-50 69-119,0-1-1,0 1 1,0 0 0,0 0-1,-1-1 1,1 1 0,0 0 0,0 0-1,-1 0 1,1 0 0,-1 0 0,1 0-1,-1 0 1,1 0 0,-1 0 0,0 0-1,0 0 1,1 0 0,-1 0 0,0 0-1,0 0 1,0 0 0,0 0 0,0 2-1,8 42 39,8 62 113,28 142-7,-43-243-258,2 0 1,-1 0-1,1 0 1,-1-1 0,1 1-1,1-1 1,-1 1 0,7 6-1,0 1-1417,-4-5-563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5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16 24219,'0'0'3522,"-4"4"-3352,-5 6-62,1 1 0,0 1 0,1-1 0,0 1 0,1 1 0,0-1 0,1 1 0,0 0 0,-3 15 0,2-1 75,0-1 0,2 1 0,-2 53 0,6-60-124,0 2 19,0 1 0,1-1 0,6 26-1,-5-40-58,0 0 0,0 0 0,1-1 0,0 1 0,1-1 0,0 0 0,0 0 0,0-1 0,1 1 0,0-1-1,0 0 1,10 9 0,-12-13-11,0-1 1,-1 0-1,1 0 0,0 0 1,0 0-1,0-1 0,0 1 0,0-1 1,-1 0-1,1 1 0,0-2 0,0 1 1,0 0-1,0 0 0,0-1 1,0 0-1,0 1 0,-1-1 0,1 0 1,0 0-1,0-1 0,-1 1 0,1 0 1,-1-1-1,1 0 0,-1 0 1,0 1-1,0-1 0,3-3 0,10-19 21,0-1 0,-1 0-1,-2-1 1,0-1 0,-2 0-1,-1 0 1,9-47 0,-16 57-8,-1 0 0,-1 0 0,-1-22 0,0-2-7,0 36-9,1-1-1,-1 1 0,0 0 0,0 0 0,0 0 0,-1 0 0,0 0 0,0 0 0,0 0 0,-1 1 0,1-1 0,-1 1 0,-7-8 0,1 2 4,0 0 0,0 2 0,-1-1 0,-17-11 0,24 18-11,0 0 0,0 1 1,0-1-1,0 1 0,0-1 1,0 1-1,0 0 0,0 0 1,0 0-1,0 1 0,-1-1 1,1 1-1,0 0 1,0 0-1,-1 0 0,1 0 1,0 0-1,-1 1 0,-3 1 1,2 0-6,0 0 1,0 0 0,0 1-1,1-1 1,-1 1 0,1 1-1,0-1 1,0 1 0,0-1-1,-6 9 1,-2 3-159,2 1 0,0 0-1,0 1 1,2 0 0,-11 28-1,3 3-1148,3-2-1334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53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0 310 26492,'0'0'2601,"12"14"-2094,-10-13-479,0-1-1,-1 1 1,1 0-1,0-1 1,0 1-1,0-1 1,0 1-1,0-1 1,-1 0-1,1 0 1,0 0-1,0 0 1,0 0-1,0-1 1,0 1-1,0 0 1,-1-1-1,1 1 1,0-1-1,0 0 1,0 0-1,-1 0 1,1 1-1,-1-2 1,1 1-1,1-1 1,36-36 195,-9 1-130,146-197 107,-174 226-156,-1 9 54,0 3-103,5 15 34,-1 1 1,-1-1 0,0 1 0,-2 0 0,0 39 0,3 19 25,11 129 28,-12-175-74,-3-15-5,2 0 0,8 30 0,-4-17-2162,-7-25 723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6:5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132 139 25580,'0'0'3297,"-10"12"-3059,-7 8-52,1 1 0,1 1 1,1 1-1,0-1 0,-15 39 1,24-38-99,1 0 0,0 0 0,2 1 0,1-1 0,1 25 0,0-27-70,1-17-18,0-1-1,-1 0 0,1 1 1,0-1-1,0 0 0,1 0 1,-1 0-1,1 0 0,0 0 1,0 0-1,-1 0 0,2 0 1,-1-1-1,0 1 0,1-1 1,-1 0-1,1 1 0,-1-1 1,1 0-1,0-1 0,0 1 1,0 0-1,0-1 0,0 0 1,1 0-1,-1 0 0,7 1 1,5 3 2,1-2 1,0 0 0,0-1-1,27 0 1,-38-2 1,1 0 0,-1-1 0,0 0-1,1 0 1,-1 0 0,0-1 0,0 0 0,0 0 0,0 0-1,0 0 1,0-1 0,-1 0 0,1 0 0,5-5 0,-1 0 2,-1-1 1,0 1 0,-1-1 0,0-1 0,0 1 0,6-15 0,4-10 8,-3-1 0,-1 0 0,11-45-1,-18 47 16,-1 0-1,-1 0 1,-2-1-1,-2-35 0,0 64-21,1 2 1,-1-1 0,0 0 1,-1 1-1,1-1 0,-1 1 0,0-1 0,0 1 0,0-1 0,0 1 0,0 0 0,-1-1 0,1 1 0,-1 0 1,0 0-1,0 0 0,0 0 0,-1 1 0,1-1 0,-1 0 0,1 1 0,-1 0 0,0-1 0,0 1 0,0 0 1,0 1-1,0-1 0,0 0 0,-6-1 0,3 2-96,0-1 0,1 1 0,-1 1 1,0-1-1,0 1 0,1 0 0,-1 0 0,0 1 0,0 0 1,1 0-1,-1 0 0,0 1 0,1-1 0,0 1 0,-1 1 1,1-1-1,-8 5 0,-17 12-1839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7:03.08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23339,'0'0'2017,"0"13"-4034,0-7 1152,0 2-831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7:03.44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0 1 24171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7:04.87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 1 24171,'-14'113'1665,"12"-69"2045,4 2-3342,0-2-244,5 111 155,35 206-1,-15-189-199,36 306 34,-39-270-64,-3-41-10,15 71 26,14 112 17,-17-133-18,-26-174-48,-3-21-5,0 0 0,-1 25-1,9 160 52,-12 463 55,-12-494-117,12 275 16,4-380-22,3 0-1,24 103 1,4 37 22,-14 23-12,36 238 8,-43-388-11,-7-33-3,20 66 1,3-18-3,-4 1 1,24 203-1,-12-21-17,1 73 7,-19-149 15,15 218-4,-30-375-13,2-1 1,17 63-1,-2-11 15,6 87 3,-26-153 3,-2-31-4,0 1 0,0 0 0,0 0 0,0 0 0,1 0 0,-1-1 0,1 1 0,0 0 0,0 0-1,1-1 1,3 8 0,10 28-5,-7-12 8,-7-22 12,-2-8-152,-1-1 0,0 1 0,-1 0 0,1 0 0,0 0 0,-1 0 0,0 1 0,0-1 0,-3-2 0,-3-4-558,-20-19-2566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7:22.37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600 0 24779,'0'0'4925,"0"82"-3537,0 2476-1220,19-2142-166,-9-316-2,3 54 0,-2 14 3,2-12-3,-3 25-2,4 57 15,8-67-15,-4-43 4,1 143 0,-5-89 6,1 0 0,-12-134-8,16 89 0,-3-36 0,27 136 15,-34-194-16,11 81 6,-5 0 0,-3 208 1,-6 168-6,6-242 2,7 86-2,25-91-13,-32-191 13,-11-46-4,-1-15 4,0 0 0,0-1 0,0 1 0,0 0 0,0 0 0,0 0-1,0 0 1,0-1 0,0 1 0,0 0 0,0 0 0,0 0 0,0 0 0,1-1 0,-1 1 0,0 0 0,1 0 0,-1 0-1,1-1 1,-1 1 0,1 0 0,-1-1 0,1 1 0,-1 0 0,1-1 0,0 1 0,-1-1 0,1 1 0,0-1 0,-1 1-1,1-1 1,0 1 0,0-1 0,0 0 0,-1 0 0,1 1 0,0-1 0,0 0 0,0 0 0,0 0 0,-1 0 0,1 0-1,0 0 1,0 0 0,0 0 0,0 0 0,1 0 0,-2 0-8,6 49-181,-7-53 178,1-1 1,-1 1 0,0-1-1,0 1 1,0 0 0,0 0-1,-1 0 1,0 0 0,0 0-1,-3-5 1,-10-27-42,5 5 16,-1 1-1,-27-50 1,16 34 30,-108-238-7,109 230 13,-16-62 0,12 33 0,1-22-1,21 81 5,-2 0-1,-1 0 1,-18-45-1,-1 5-4,3 0-1,-14-68 1,15 52-8,-25-124 28,-4-11-33,-4-37 41,41 113-27,7 51 0,5 72 0,-9-124-13,-9-148 34,16 255-15,0 4-6,-1 0 1,0 0-1,-3 1 1,-12-38-1,15 55-2,1 0 0,0 0 0,0-1 0,2 1 0,-2-14 0,-2-17-2,-9-85 13,9 77-5,-14-135-7,-17-212 6,8-143 32,23 411-35,-4-42 0,9 167 0,-5-49 1,-2 1 0,-27-101 0,29 134 0,1-1 0,0 1 1,2-1-1,0-32 0,-5-36 6,-16-76-8,-12-72 2,16 95-18,7 36 31,5 32-17,3 0 0,6-82 0,1 33-1,-3 106-9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7:23.31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55 2198 23307,'0'0'2897,"1"-28"-2681,4-184 664,-4 42-129,-7-301 75,2 262-719,-11-110 42,-4 51-117,4 39 0,13-31 184,3 228 195,27 552-215,-9-258-205,9 375-3232,-8-424-3440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8:14.0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1313 195 27148,'0'0'2623,"0"-6"-2335,0 4-245,1-1-1,-1 0 1,0 0-1,-1 1 1,1-1 0,0 0-1,-1 0 1,1 1-1,-1-1 1,0 0-1,0 1 1,0-1 0,0 1-1,-1-1 1,1 1-1,-1 0 1,1 0 0,-1-1-1,0 1 1,0 0-1,0 0 1,0 1-1,0-1 1,-3-2 0,-5-2-24,-1-1 1,0 2 0,0-1 0,0 2 0,-1-1 0,0 1 0,0 1 0,0 0-1,0 1 1,-12-1 0,-25 0-4,-58 3-1,51 1 2,23 0-17,1 2-1,0 1 0,0 2 1,0 1-1,0 1 1,1 2-1,1 1 0,-34 17 1,-10 11 4,-133 93 0,152-93 3,3 3 1,1 2-1,-79 88 0,125-126-7,0 0 0,1 1 0,0-1 0,0 1 0,0 0 0,1 0 0,0 0 0,0 1 0,1-1 0,-2 12 0,1 5 0,1 0 0,1 28 0,1-48 0,0 1 0,1-1 0,0 0 0,0 0 0,0 0-1,0 0 1,1 0 0,-1 0 0,1 0 0,0-1-1,0 1 1,0 0 0,1-1 0,-1 0-1,1 1 1,0-1 0,0 0 0,0-1 0,0 1-1,1 0 1,-1-1 0,1 0 0,5 3 0,11 5-2,0 0 1,0-2-1,24 6 1,-30-9 1,35 7 6,0-2 0,1-2 0,-1-2 0,1-2 0,1-2 0,59-7 0,-77 2-4,-1-2 0,0-2 0,0 0 0,-1-2-1,0-2 1,0-1 0,-1-1 0,55-34 0,-33 14 2,-2-2 0,-1-3-1,81-80 1,-127 115-4,132-143 19,-113 120-15,-2-1 0,-1-1 0,29-54 0,-43 68 1,-1 1 1,-1-1-1,1 0 0,-2 0 0,0 0 0,-1 0 1,0 0-1,-2-18 0,1 17 4,0 12-5,-1-1 0,1 0-1,-1 1 1,1-1 0,-1 1-1,0-1 1,-1 0 0,1 1-1,0 0 1,-1-1 0,0 1 0,0 0-1,0 0 1,0 0 0,-5-5-1,2 3 3,-1 0-1,1 0 0,-1 1 1,-1 0-1,1 0 0,-1 0 1,-9-3-1,-3 0-3,1 1-1,-1 1 1,-1 1 0,1 0-1,-23 0 1,21 2-23,0 1 1,0 0-1,1 2 0,-33 5 1,47-4-82,0-1 1,0 1-1,1 0 0,-1 0 1,0 1-1,1 0 1,-1 0-1,1 0 1,0 1-1,0 0 1,0 0-1,1 0 1,-1 0-1,1 1 1,0-1-1,0 1 0,1 0 1,-1 1-1,-3 7 1,-12 29-2546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8:15.4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1243 150 25708,'0'0'3239,"-11"-2"-2903,-84-25 651,71 24-883,1 1-1,-1 1 1,-32 2-1,2 1-32,34-1-46,-1 1 0,0 0 0,1 2 0,0 1-1,-36 12 1,-98 50 50,58-23-48,29-16 3,2 3-1,2 2 0,1 4 1,-108 83-1,159-112-22,1 1 0,1 0 0,-1 1 0,2 0 0,-1 0 0,1 1-1,1 0 1,0 0 0,1 1 0,0 0 0,0 0 0,1 0 0,1 1 0,0 0 0,1 0 0,0 0 0,1 0 0,1 0 0,0 25 0,2-32-4,0-1 0,0 1 0,1-1 1,0 1-1,0-1 0,0 0 0,1 0 0,0 0 1,-1 0-1,2 0 0,-1-1 0,1 0 1,-1 1-1,1-1 0,0 0 0,1-1 1,-1 1-1,10 5 0,0 1 4,1-1 0,0-1 0,1 0 0,0-1 1,17 6-1,11-4 13,0-1 1,1-2 0,0-2-1,0-2 1,52-4 0,-66 1-12,7-1-7,-1-1 0,1-3 0,-1-1 0,0-1 0,-1-3 0,36-14 0,-5-3 1,-1-3-1,74-49 0,-70 34-6,-3-4 0,87-82-1,-61 37 2,-82 82 3,-1 0 0,-1 0 0,0 0 0,-1-1 0,0-1 0,6-16 0,-10 12 4,0-1 0,-1 0-1,-1 0 1,0 0 0,-2 0-1,-1 0 1,-2-22 0,2 37-2,0 0 0,1 0 0,-2 0 0,1 1 0,0-1 0,-1 0 1,0 0-1,0 1 0,0-1 0,-1 1 0,0 0 0,0 0 0,0 0 0,0 0 1,0 0-1,-1 1 0,1-1 0,-1 1 0,0 0 0,0 0 0,-1 1 0,1-1 0,0 1 1,-1 0-1,0 0 0,-5-2 0,-8-1 0,-1 1 0,0 1 0,0 0 0,0 1 0,-30 1 0,27 3-83,1 1 0,0 0 0,0 2 0,0 0 0,0 1 0,1 1 0,0 1 0,1 1 0,-23 14 0,26-16-67,-83 41-1282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8:17.4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776 38 25452,'0'0'3273,"-14"-7"-2982,-1-1-207,10 5-59,0 0 0,0 0 0,0 1 1,-1-1-1,1 1 0,-1 1 0,1-1 0,-1 1 0,1 0 0,-1 0 1,0 0-1,-10 1 0,3 0 36,0 1 1,0 0-1,0 1 0,0 1 1,0 0-1,1 0 0,-1 1 1,1 1-1,0 0 0,-20 12 1,-26 17 22,2 3 1,1 3-1,2 2 1,2 2-1,-72 79 1,110-106-78,1 0 0,0 1 1,1 0-1,1 1 1,1 1-1,1-1 0,0 1 1,1 1-1,2-1 0,0 1 1,1 0-1,1 0 1,1 1-1,1-1 0,1 0 1,3 34-1,-2-48-4,0-1-1,0 0 1,1 0 0,-1 0 0,1 0-1,0 0 1,1 0 0,0-1-1,0 1 1,0-1 0,0 0-1,1 0 1,5 7 0,-1-4 0,1 0 0,-1-1 1,1 0-1,1 0 1,-1-1-1,20 9 0,-4-4 10,0-2 0,1 0 0,0-2 0,0-1 0,41 5 0,285 0 115,-285-11-120,-44-1-6,0-2 1,-1 0 0,1-1-1,-1-1 1,0-2 0,0 0-1,-1-1 1,0-1 0,-1-1-1,0-1 1,0 0-1,-1-2 1,0 0 0,-1-1-1,-1-1 1,19-21 0,-16 15 2,-1-1 0,-1-1 0,-1 0 0,-1-1 1,-1-1-1,-1-1 0,-1 0 0,-2-1 0,0 0 0,-2 0 1,-1-1-1,6-37 0,-12 52-1,-1 1 0,0-1 1,-1 1-1,-1-1 0,0 1 0,-2-15 1,1 21-2,0 0 0,0 0 1,0 0-1,0 1 1,-1-1-1,0 1 0,0-1 1,0 1-1,-1 0 1,0 0-1,0 1 0,0-1 1,-10-7-1,2 4 8,0-1 1,-1 2-1,0 0 0,0 0 0,0 2 0,-1-1 0,0 2 0,0 0 1,-29-5-1,-1 5-11,1 1 0,-45 3 0,78 0-72,1 1 0,0 0 0,0 0 0,1 1 0,-1 0 0,0 0 0,0 1 0,1 1 0,0-1 0,-1 1 0,1 0 0,1 1 0,-1 0 0,1 0 0,0 1 0,0 0 0,0 0 0,1 1 0,0 0 0,0 0 0,1 0 0,0 0 0,0 1 0,0 0 0,1 0-1,1 1 1,-1-1 0,-1 10 0,-8 28-2897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8:20.9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919 30 23147,'0'0'6560,"-1"0"-6531,-3 0-21,4 0 166,0 0-156,0 3 828,-1-3-833,-3 0-5,3 0 104,-23 0-15,-6 0-82,-131 5 32,140-2-31,1 1-1,1 0 0,-1 2 1,1 0-1,-24 11 0,-92 34 50,97-39-37,0 2 1,0 2-1,-67 39 1,91-45-19,1 0 1,1 1-1,0 1 0,0 0 1,1 1-1,1 0 1,0 0-1,1 1 0,-13 26 1,4-1 7,2 1 1,-17 64 0,32-97-15,-1 0 1,1 1-1,1-1 1,-1 1-1,1-1 0,0 1 1,1-1-1,0 1 1,0-1-1,1 0 0,0 1 1,0-1-1,5 12 0,3-9 4,0 0 0,1-1 0,0 0-1,1-1 1,-1 0 0,2 0 0,-1-2 0,1 1-1,0-2 1,0 1 0,0-2 0,1 0-1,20 3 1,14 0 15,0-3-1,80-3 1,-64-2-7,-42 0-18,0-1 0,1-1 1,-1-1-1,0-1 1,-1-1-1,1-1 1,19-10-1,144-77 16,-146 72-13,-3 1 6,-1-1 0,50-43 0,-65 48-6,-2 0-1,0-2 1,-1 0-1,-1 0 1,20-32-1,-26 31 2,0-1 0,-2 1-1,0-1 1,-1-1 0,-1 1-1,-1-1 1,-1 0 0,-1 0-1,-1-1 1,-1-30 0,-2 49-2,0 1 0,0-1 1,0 1-1,0 0 0,-1 0 0,1-1 1,-1 1-1,0 0 0,0 0 1,0 1-1,-1-1 0,1 0 0,-1 1 1,1-1-1,-1 1 0,0 0 0,0 0 1,0 0-1,0 0 0,0 1 1,-4-2-1,-6-4 3,-1 0 0,0 2 0,-26-8 1,6 8-19,-1 1 0,1 1 0,-1 2 0,-57 5 0,66-1-21,0 1 0,0 1 1,1 2-1,0 0 0,0 1 0,-35 18 1,6 2-705,-80 56 1,65-33-883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8:55.0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993 1 24187,'0'0'3535,"-4"0"-3266,-211 8 2143,179-2-2393,1 2 1,0 2-1,1 1 0,0 1 0,-45 25 0,58-28-11,-38 18 2,3 2 0,-97 67-1,152-95-9,-42 30 7,1 1-1,-49 52 0,85-78-4,1 0-1,0 1 1,1 0-1,-1 0 1,1 1-1,1-1 1,-1 1-1,1 0 1,1 0-1,-4 15 1,2 1 22,2 0-1,1 36 1,1-54-13,1 0-1,1 0 1,-1 0 0,1 0-1,0 0 1,1-1 0,-1 1-1,1 0 1,0-1-1,1 0 1,-1 0 0,1 0-1,0 0 1,0-1 0,1 1-1,-1-1 1,11 7 0,8 7 34,1-2 1,35 18 0,-56-33-41,33 15 39,1-1 0,0-3 0,1 0 1,64 10-1,-11-6-1,1-3-1,0-4 1,124-4 0,-195-7-40,-1-1 0,0-1 0,0-1 0,-1 0 1,1-2-1,18-8 0,-3-2 2,0-1 0,37-27 0,-57 33-1,-1-1 1,0 0-1,-1-1 0,0-1 1,-1 0-1,-1 0 0,11-21 0,0 4 5,-18 25-7,-1 1 0,0-1 0,0 0 0,0 0 0,2-11 1,9-21 2,-9 24 0,-1 1-1,0-1 0,-1 0 0,-1-1 0,0 1 1,-1 0-1,0 0 0,-4-27 0,3 4 6,0 31-8,0 1-1,0-1 0,-1 1 0,0-1 0,0 1 1,0 0-1,-1 0 0,0-1 0,0 1 1,-1 0-1,0 0 0,0 1 0,0-1 0,0 1 1,-1-1-1,0 1 0,0 0 0,-1 1 0,1-1 1,-1 1-1,-9-7 0,-3-4 4,10 9-5,0 0 0,-1 1 0,1-1 0,-1 1 0,0 1 0,-15-7 0,-19-6-18,0 3-1,-1 1 0,0 2 1,-1 2-1,0 2 0,-1 2 1,-74 1-1,113 5-71,0-1 0,0 1 0,0 0 1,0 1-1,0 0 0,1-1 0,-1 2 0,0-1 0,1 1 0,-1 0 0,1 0 1,0 0-1,0 1 0,0 0 0,-5 5 0,-14 13-1668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8:57.0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1084 54 20601,'0'0'7297,"-8"-3"-6969,-24-8-21,-1 1-1,1 1 0,-1 2 1,-1 1-1,-42-1 0,53 8-256,-1 1 0,1 1 0,0 1 0,0 1 1,0 1-1,-35 14 0,-127 70 7,84-37 0,70-35-50,1 1 0,1 1 0,1 1 1,0 2-1,2 1 0,1 1 1,1 1-1,1 1 0,1 1 0,-20 35 1,36-54 0,0 0 1,1 1-1,1-1 0,0 1 1,0 0-1,1 1 1,0-1-1,0 0 0,1 1 1,1 0-1,0-1 1,0 17-1,1-8-1,-1-13 2,1 0-1,-1 0 1,1 0-1,1 0 0,-1 0 1,1-1-1,0 1 0,0 0 1,1 0-1,0-1 1,0 1-1,0-1 0,0 0 1,1 1-1,6 8 0,6 3 19,1-1-1,1 0 1,0-1-1,2-1 1,-1-1-1,1 0 1,1-2-1,0 0 1,1-1-1,0-1 1,1-1-1,-1-1 1,43 8-1,20 0 27,148 7 0,89-20 3,-174-3-23,-107-1-20,-1-1-1,1-3 1,-1 0-1,0-3 1,-1-1 0,39-16-1,-64 20-9,-1 0 0,1-1-1,-1-1 1,-1 1 0,0-2-1,0 0 1,0 0 0,-1-1 0,-1 0-1,1 0 1,-2-1 0,0-1 0,0 0-1,-1 0 1,0 0 0,-1 0 0,0-1-1,-1 0 1,3-16 0,3-14-4,-2 0 1,-2 0 0,-2 0 0,-1-81-1,-4 105 3,-1 1-1,0-1 0,-1 1 1,-2 0-1,-7-28 0,8 38 0,0-1 0,-1 0-1,0 1 1,-1 0-1,0 0 1,0 0-1,-1 1 1,0 0 0,0 0-1,0 0 1,-1 1-1,0 0 1,-10-7-1,-4-1 18,-1 1-1,0 0 0,0 2 1,-1 1-1,-1 0 1,0 2-1,0 1 0,0 1 1,-1 1-1,0 1 0,-45-2 1,49 6-14,-10-1-29,0 1-1,0 2 1,0 1 0,0 1 0,-54 15 0,-70 45-1453,97-37-323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06.5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1 583 25548,'0'0'4578,"0"-4"-4327,0-19 1077,0 38-1338,1-1 13,2-1 1,0 0 0,0 0-1,1 0 1,1 0-1,0-1 1,1 1 0,7 10-1,9 23-1,-13-24-1,1 0 1,1-1-1,1 0 0,1-1 0,1 0 1,18 20-1,-25-33-1,0 0 0,1-1 1,0 1-1,0-1 0,0-1 0,0 0 1,1 0-1,0-1 0,0 1 0,1-2 1,-1 0-1,1 0 0,-1-1 1,1 0-1,0 0 0,0-1 0,12 0 1,-17-2-1,0 1 1,-1-1-1,1 0 1,-1-1-1,1 1 1,-1-1 0,1 0-1,-1 0 1,0 0-1,0 0 1,0-1-1,0 0 1,0 1 0,4-6-1,48-54 16,-33 35-11,6-9 1,-2 0-1,42-73 1,-44 65-4,159-282 7,-36 61-2,-125 222 30,-21 40-1075,-2 7-523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09.3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25 837 21066,'0'0'5045,"-2"-6"-4392,-4-24 286,6 28-740,-1 0-1,1 0 1,0 0 0,-1 0 0,1 1 0,-1-1 0,0 0 0,1 0 0,-1 1-1,0-1 1,0 1 0,0-1 0,0 0 0,0 1 0,-1 0 0,-1-3 0,2 4 81,0 33-225,2 0 0,2 0 0,0 0 0,14 50 0,-14-72-55,0-1 1,1 0-1,0 0 1,1 0-1,1 0 0,-1-1 1,1 0-1,1 0 1,-1 0-1,2-1 1,-1 0-1,1 0 0,0-1 1,1 0-1,0 0 1,0-1-1,15 8 0,-12-9 1,0 0-1,-1-1 0,2 0 0,-1-1 1,0 0-1,0-1 0,1-1 0,0 0 0,-1 0 1,1-1-1,19-3 0,-27 2 2,-1 0 0,1 0 0,-1-1 0,1 0-1,-1 0 1,0 0 0,1-1 0,-1 1 0,0-1 0,-1 0-1,1 0 1,4-4 0,43-50 30,-30 32-26,10-13-5,-2-1 0,41-69 1,35-95 5,4-5-2,158-215 216,-259 409-295,6-7 476,-14 16-841,-9 9-992,-21 8-1795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18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12 243 25196,'0'0'5159,"-2"-5"-4953,-7-9 11,9 27 126,12 40-180,58 119-64,-5-15-73,-4-5-10,-60-149-16,1 1-1,0 0 1,-1-1-1,2 1 1,-1-1-1,0 0 1,1 0-1,-1 0 1,1 0 0,0 0-1,6 5 1,-8-8-14,1-15 14,0 1 0,-1-1 0,-1 1 0,-3-23 0,1-5-2,0 12-6,-1-1 0,-2 0 1,-1 1-1,-1 0 0,-2 1 1,-1 0-1,-25-51 0,29 70 5,0-1-1,0 1 0,-1 0 1,-17-17-1,7 7 1,6 13-5,9 6 9,0 1 0,0-1 0,1 0 0,-1 0 1,0 0-1,1 0 0,-1 0 0,1 0 0,-1 0 0,1 0 1,0-1-1,-1 1 0,0-2 0,6 1-1,0 0 1,0 0-1,0 0 0,0 1 1,0-1-1,1 1 0,-1 0 1,0 1-1,7-1 0,12-4 8,72-29 0,-3-4 1,-1-4 0,92-59-1,-170 93-12,-10 5 0,1 1 0,-1 0 1,1 0-1,-1 0 0,1 1 0,0-1 0,7-1 1,-11 27-27,0-2 29,1-9 2,0-1 1,-1 1-1,-1-1 1,0 1 0,-1-1-1,0 1 1,-1-1 0,-1 0-1,0 0 1,-6 14-1,-24 30 13,-3-3-1,-53 62 1,-32 44 7,94-119-19,17-28-2,1 2 0,1-1 0,1 2 0,-11 20 0,9-22 14,9-10-9,1-3 3,7-41-179,6 9 124,22-41 0,-21 44 24,22-57-1,-8 19 20,-21 53 8,0 0-1,-2 0 1,9-29 0,-13 31 1,-4 18-11,1 1 1,-1-1-1,0 0 1,0 0-1,-1 0 1,1-1-1,-1 1 1,-1-1-1,1 0 1,-9 8-1,-1 2 3,-119 138 30,131-151-27,1 0 0,-1 0 0,0 0 0,0 0 0,0 0 0,0-1 0,0 1 0,0-1 0,0 1 0,0-1 0,0 0 0,-4 1 0,6-2-1,-1 0 1,1 0 0,0-1 0,0 1-1,-1 0 1,1-1 0,0 1 0,0 0 0,0-1-1,0 1 1,0 0 0,-1-1 0,1 1-1,0 0 1,0-1 0,0 1 0,0 0 0,0-1-1,0 1 1,0 0 0,0-1 0,0 1-1,0-1 1,0 1 0,1 0 0,-1-1 0,0 1-1,0 0 1,0-1 0,0 1 0,0 0-1,1-1 1,-1 1 0,0 0 0,1-1 0,27-55 12,3 2 0,2 1 1,2 2-1,3 1 1,59-61-1,-90 105-14,-6 5-12,-16 22-35,12-16 40,-10 17-6,8-12 14,-1 1 0,-1-1 1,0 0-1,-1 0 1,-9 9-1,7-8 7,-1 1 2,11-12-7,0 0 0,0 0-1,0 0 1,0 0 0,0 0 0,0-1-1,0 1 1,0 0 0,0 0 0,0 0-1,0 0 1,0 0 0,0 0 0,0-1-1,0 1 1,0 0 0,0 0 0,0 0-1,0 0 1,0 0 0,0 0 0,0 0-1,0-1 1,0 1 0,0 0 0,0 0-1,0 0 1,-1 0 0,1 0 0,0 0-1,0 0 1,0 0 0,0-1 0,0 1-1,0 0 1,0 0 0,0 0 0,-1 0-1,1 0 1,0 0 0,0 0 0,0 0-1,0 0 1,0 0 0,0 0 0,0 0-1,-1 0 1,1 0 0,0 0-1,0 0 1,0 0 0,0 0 0,0 0-1,0 0 1,-1 0 0,5-11 2,-1 1-1,2-1 1,0 1 0,0 0-1,0 1 1,1-1 0,1 1-1,0 0 1,0 1 0,12-12-1,31-39-2,-57 86-72,-4-10 75,0 0 0,-1-1-1,-27 27 1,-10 14 2,62-126-18,5 40 27,-15 25-13,0 0-1,0 0 1,0 0 0,-1 0 0,0-1 0,0 1-1,0-1 1,0 0 0,0 0 0,-1 1-1,0-1 1,1-10 0,-4 17-3,1 0 0,0 0 0,-1 0-1,0 0 1,1 0 0,-1 0 0,0 0 0,0-1 0,0 1 0,-3 1 0,-3 4-2,-40 46 10,35-37-2,0 0 0,-1-2 0,-1 0 1,-17 13-1,51-62 17,-1 14-14,1 2-1,1 0 0,0 1 1,36-24-1,-50 39-8,-5 3-20,-1 40-47,6 93 53,-5-133 16,0 0 0,0 0-1,0 0 1,0 0 0,0 0 0,-1 0 0,1-1 0,0 1 0,0 0-1,0 0 1,0-1 0,0 1 0,0 0 0,0-1 0,0 1 0,-1-1-1,3 0 1,13-19 9,0-1-1,-1-1 0,19-36 1,-7 11-8,-5 13 9,-5 8-9,0-2 0,20-47 0,-36 70-6,-3 9-3,1 0 1,-1 0-1,0 0 1,0 0-1,0-1 1,0 1-1,0-1 1,-1 1-1,0-1 1,0 0-1,-4 3 1,-4 7-10,-159 194 49,158-190-603,2 2 0,0-1 0,-12 33 0,14-22-2555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20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97 24555,'0'0'4453,"0"-5"-4098,0-6-185,1 6-64,-1 1 1,0-1-1,0 1 0,-1-1 1,1 1-1,-1-1 1,0 1-1,-3-9 0,3 11-87,-1 1 0,1-1 0,-1 0 0,1 1 0,-1-1 0,1 1 0,-1 0 0,0 0 0,0-1 0,0 1 0,1 0-1,-1 0 1,0 1 0,0-1 0,0 0 0,-1 1 0,1-1 0,0 1 0,0 0 0,0-1 0,0 1 0,0 0 0,-1 0 0,-1 1 0,-3-1-15,0 0 0,0 1 1,1 0-1,-1 0 0,0 0 1,1 1-1,-1 0 1,1 0-1,-1 1 0,1 0 1,0 0-1,0 0 0,1 1 1,-1 0-1,1 0 1,-1 0-1,1 1 0,1-1 1,-1 1-1,1 1 0,-1-1 1,2 1-1,-1-1 1,-4 10-1,3-6-2,1 0 0,1 0 0,-1 1 0,1-1 0,1 1 0,0 0 0,0 0 0,1 0 0,0 0 0,1 0 0,0 0 1,2 15-1,-1-23-3,0-1 1,-1 1-1,1-1 1,0 1-1,0-1 1,0 1-1,1-1 0,-1 0 1,0 0-1,0 1 1,1-1-1,-1 0 1,0 0-1,1 0 1,-1 0-1,1-1 1,0 1-1,-1 0 1,1-1-1,0 1 1,-1-1-1,1 1 1,0-1-1,-1 0 1,4 1-1,54 0 28,-43-1-11,-1-1-11,-1-1 1,1 0-1,-1 0 1,0-2-1,0 0 1,0 0-1,0-1 1,-1-1-1,0 0 1,15-10-1,-4 0 3,-1 0 1,-1-1-1,0-1 0,25-29 0,-44 44-2,0 0 0,-1 0-1,1 0 1,-1-1 0,0 1 0,0-1-1,0 0 1,-1 1 0,1-1-1,-1 0 1,0 0 0,0 0-1,0 0 1,0 0 0,-1 0-1,0 0 1,0-1 0,0 1 0,0 0-1,-1 0 1,0-4 0,0 6-4,-1 1 1,1 0 0,-1-1-1,1 1 1,-1 0 0,0 0-1,1 0 1,-1 1 0,0-1-1,0 0 1,0 1 0,1-1-1,-1 1 1,0-1 0,0 1-1,0 0 1,0 0 0,0 0-1,0 0 1,0 0 0,0 0-1,1 1 1,-4 0 0,-2-1-1,-6 1-1,-1 2 0,1-1-1,0 1 1,0 1-1,0 1 1,0-1 0,1 2-1,0 0 1,0 0 0,0 2-1,1-1 1,0 1-1,1 1 1,-1 0 0,2 0-1,-1 1 1,1 0-1,1 0 1,0 1 0,0 1-1,1-1 1,1 1 0,0 0-1,0 1 1,-6 22-1,11-31 0,0-1-1,0 1 1,1 0-1,-1 0 1,1 0-1,0-1 1,0 1-1,0 0 1,1 0-1,-1 0 1,1-1-1,0 1 1,0 0-1,0 0 1,3 5-1,-2-7 1,0 0 0,0 0-1,0 0 1,1-1-1,-1 1 1,0-1 0,1 1-1,-1-1 1,1 0 0,-1 0-1,1 0 1,0 0-1,-1 0 1,1-1 0,0 1-1,0-1 1,0 0 0,-1 0-1,1 0 1,4 0-1,5 0 6,0-1 0,0 0 0,0 0 0,0-1 0,0-1 0,-1 0-1,1 0 1,-1-1 0,0-1 0,0 0 0,-1 0 0,1-1 0,-1 0-1,0-1 1,-1-1 0,11-9 0,-12 12-2,-1-1 0,-1 0 0,1 0 0,-1 0 0,0-1 0,0 0 0,-1 0 0,0-1 0,0 1-1,-1-1 1,0 0 0,0 0 0,-1 0 0,0-1 0,-1 1 0,1-1 0,-2 0 0,1 0 0,0-11 0,-2 18-1,0-1-1,0 0 1,0 0 0,0 0 0,0 0-1,0 1 1,-1-1 0,1 0 0,-1 0-1,0 0 1,0 1 0,0-1 0,0 1 0,0-1-1,-1 1 1,-2-5 0,0 5-1,1 0 0,0 1 0,0-1 0,-1 1 0,1 0 0,-1 0 0,1 0 1,-1 1-1,0-1 0,1 1 0,-1 0 0,0 0 0,-6 0 0,2 1-2,-1-1-1,1 1 1,-1 0-1,1 1 1,0 0-1,0 1 1,0-1 0,0 2-1,0-1 1,0 1-1,-11 8 1,4-2-1,1 1 0,1 1 0,0 0 0,-20 26 0,24-28 4,5-6-1,0 0 0,0 1 0,1-1 1,-1 1-1,1-1 0,0 1 0,0 0 0,1 0 0,0 0 0,0 1 0,0-1 0,-2 11 0,23-17-11,-13-1 15,1-1 0,-1 1 0,1-1 0,-1 0 1,0-1-1,0 0 0,0 0 0,-1 0 0,1 0 0,6-8 1,50-58 14,-50 56-20,-10 12 2,0 0-1,-1 0 1,1 0-1,-1 0 0,1 0 1,-1 0-1,0 0 1,0-1-1,0 1 1,0 0-1,0-1 1,0 1-1,-1-1 1,1 1-1,-1-1 1,0 1-1,0-1 1,0 1-1,0-4 1,-5 5-7,1 0 1,-1 0-1,0 1 1,1-1-1,-1 1 1,0 0-1,-5 1 1,5-1-6,-3 2 5,-1-1 0,1 1 0,-1 1 0,1 0 0,0 0 0,0 1 0,0 0 1,0 0-1,1 1 0,0 0 0,0 0 0,-12 11 0,-26 17 18,38-24-1664,7-4-1292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38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1 933 4306,'0'0'23283,"0"-3"-22907,5-41 2286,0 30-2636,0 1 1,1-1-1,1 1 0,0 0 0,11-15 1,291-396 122,-253 357-128,-3-2-1,51-88 1,-92 140 64,-11 32 27,-1 0-91,-21 238 28,0 2-4,21-87-69,1-162 13,0-5 11,-1-1 1,1 0-1,-1 1 1,1-1-1,-1 0 0,1 0 1,-1 1-1,1-1 1,0 0-1,-1 0 0,1 0 1,-1 0-1,1 1 0,0-1 1,-1 0-1,1 0 1,0 0-1,-1-1 0,1 1 1,-1 0-1,1 0 1,0 0-1,-1 0 0,1-1 1,-1 1-1,1 0 1,0 0-1,-1-1 0,1 1 1,-1 0-1,1-1 0,-1 1 1,1-2-1,14-15 22,-13 15-22,245-330 52,-51 64-67,-156 221 12,-24 29 13,0-2 0,23-36 0,-34 49-292,-10 16-166,-13 21-1295,-9 1-1576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39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0 435 26188,'0'0'2761,"23"-15"-2561,7-1-130,-14 8-14,-1-1 0,0 0 0,-1-1 0,0-1 0,14-13 0,16-18 377,66-79 1,-97 103-395,-1 0-1,-2 0 1,14-30-1,2-4 11,-26 52-44,0 0 0,-1 0 0,1 0 0,-1 1 0,1-1 0,0 0 0,-1 0 0,1 0 0,-1 0 0,1 0 0,0 0 0,-1 0 0,1 0 1,-1 0-1,1 0 0,-1 0 0,1 0 0,0-1 0,-1 1 0,1 0 0,-1 0 0,1 0 0,0-1 0,-1 1 0,1 0 0,0 0 0,-1-1 0,1 1 0,0 0 0,0 0 0,-1-1 1,1 1-1,0 0 0,0-1 0,-1 1 0,1-1 0,0 1 0,0 0 0,0-1 0,0 1 0,0-1 0,-1 1 0,1 0 0,0-1 0,0 1 0,0-1 0,0 1 0,0 0 1,0-1-1,0 1 0,0-1 0,1 1 0,-1-1 0,0 1 0,0 0 0,0-1 0,0 1 0,1 0 0,-1-1 0,0 1 0,0-1 0,0 1 0,1-1 0,-40 21-40,13 0 34,2 1 1,0 1-1,1 1 1,-25 33-1,35-39 1,1 0 0,1 1 0,1 0 0,0 0 0,1 1 0,1 0 0,-10 37 0,15-36 3,1 0-1,0 0 1,2 20-1,0-27-1,0-9 0,0-1 0,1 0-1,-1 0 1,1 0 0,-1 0 0,1 0 0,0 0 0,0 0-1,0 0 1,1 0 0,-1 0 0,1 0 0,-1 0 0,1-1 0,0 1-1,0-1 1,4 5 0,-1-4 3,0 1 0,0-1 0,0 0 0,0 0 0,1 0 0,-1-1 0,1 1 0,10 2 0,7-1 12,0 0 1,0-2 0,41 0-1,-48-2-26,-1 0 1,0-1-1,1 0 0,-1-1 0,0-1 1,0-1-1,0 0 0,-1-1 0,1 0 0,-1-1 1,0-1-1,-1 0 0,1-1 0,23-19 0,-27 19-407,0-1 0,0 1 0,0-2 0,-2 1 0,9-12 0,1-5-2376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39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1 27549,'0'0'1155,"-11"24"-702,-43 91-76,-82 186 692,132-292-1052,0 1 0,1 0-1,1 1 1,0-1 0,0 0-1,1 1 1,0 15 0,1-26-4,4-1-5,-1 0-1,1 0 1,0 0-1,0-1 1,-1 0-1,1 1 1,-1-1-1,0-1 1,1 1-1,-1 0 0,0-1 1,4-4-1,4-3 16,284-249 33,-250 212-56,-31 31 0,1 0 0,1 1 0,26-20 0,-42 35 0,0 0 0,1 0 0,-1-1 0,0 1 0,0 0 0,0 0 0,1 0 0,-1 0 0,0 0 0,0 0 0,0 0 0,1 0 0,-1 0 0,0 0 0,0 0 0,0 0 0,1 0 0,-1 0 0,0 0 0,0 0 0,0 1 0,1-1 0,-1 0 0,0 0 0,0 0 0,0 0 0,0 0 0,1 0 0,-1 1 0,0-1 0,0 0 0,0 0 0,0 0 0,0 0 0,0 0 0,1 1 0,-1-1 0,0 0 0,0 0 0,0 0 0,0 1 0,0-1 0,0 0 0,0 0 0,0 0 0,0 1 0,0-1 0,0 0 0,0 0 0,0 0 0,0 1 0,0-1 0,0 0 0,0 0 0,0 0 0,0 1 0,0-1 0,0 0 0,0 0 0,-1 0 0,1 1 0,0-1 0,0 1 0,0 238 190,0-235-189,-1 1 0,1-1 0,1 1 0,-1-1-1,1 0 1,0 1 0,0-1 0,0 1 0,0-1 0,1 0 0,0 0 0,0 0 0,0 0 0,0 0 0,0 0 0,1-1 0,0 1 0,0-1 0,0 1 0,0-1 0,0 0 0,1 0 0,-1-1 0,1 1 0,0-1 0,0 0 0,0 0 0,0 0 0,0 0 0,0-1 0,0 1 0,1-1 0,-1 0 0,1-1 0,-1 1 0,0-1 0,6 0 0,-4 1 4,1-1-1,0 0 1,-1-1 0,1 0-1,-1 0 1,1 0 0,-1-1-1,0 1 1,0-2 0,1 1-1,-2-1 1,1 0 0,0 0-1,0 0 1,-1-1 0,0 0-1,0 0 1,0-1 0,7-6-1,123-139 10,-119 135-26,-8 18-37,-3 30-65,-1-2 107,1-17 10,1 1 1,0-2-1,2 1 0,-1-1 0,1 0 0,1 0 0,0-1 1,1-1-1,1 1 0,-1-2 0,2 1 0,-1-1 0,1-1 0,1 0 1,0-1-1,0 0 0,1-1 0,-1-1 0,1 0 0,1-1 1,-1 0-1,1-1 0,0-1 0,0 0 0,0-1 0,17 0 1,-1-2-9,-18 1 15,0-1-1,0 0 0,-1-1 1,18-4-1,-25 4-17,-1 0-1,0-1 1,1 0 0,-1 0-1,0 0 1,0 0 0,0-1-1,0 1 1,-1-1 0,1 0-1,-1 0 1,0-1 0,0 1 0,0-1-1,5-6 1,4-11-590,-1 1 1,-1-2-1,-1 1 0,7-28 1,-8 9-2100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256 1 28013,'0'0'1617,"-77"173"-1489,47-92-96,1 15-32,-1 19-128,-12 5-593,-5 0-1792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1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75 22634,'0'0'6515,"6"-12"-6136,18-38-35,-19 38-10,-5 15-70,-2 10-227,-1 1 0,-1-1 0,0-1-1,-1 1 1,0-1 0,-1 1 0,-1-1 0,-10 14 0,-8 19 20,-47 97 56,-75 156-12,145-294-211,0 1 0,1-1 0,-1 1 0,1-1 0,0 1 0,0 0 0,0-1 1,1 1-1,-1 6 0,27-20-1278,-10-1 146,0-1 0,21-21 0,-31 27-50,36-32-13072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2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86 24875,'0'0'4461,"-4"3"-4210,-68 58 92,30-27-123,-45 46 1,83-76-211,0 0 0,0 1 0,0-1 0,1 1-1,-1-1 1,1 1 0,0 0 0,1 0 0,-1 1 0,1-1-1,0 1 1,0-1 0,1 1 0,0-1 0,0 1-1,0 0 1,0 0 0,1 9 0,1-14-10,0 1 1,0-1-1,0 0 1,0 0-1,0 0 0,0 0 1,0 0-1,0 0 0,0 0 1,0 0-1,0-1 1,1 1-1,-1 0 0,0-1 1,0 1-1,1-1 1,-1 1-1,1-1 0,-1 0 1,0 1-1,1-1 0,-1 0 1,1 0-1,-1 0 1,2 0-1,42 2 30,-23-1-34,0 0 1,0-2-1,1-1 1,-1-1-1,0-1 1,-1 0-1,1-2 1,40-16-1,-32 8-136,0-2-1,-1-1 1,-1-1 0,-1-1-1,-1-1 1,0-2 0,-2 0-1,0-2 1,33-44 0,-49 57 129,-3 4 15,-1 1 0,1-1-1,0 1 1,0 1 0,1-1 0,9-7 0,-13 12 508,-3 12-399,-1 1 0,0-1 0,-1 0 0,-6 19-1,-3 10-68,7-13 1,1 1 0,2-1-1,0 29 1,2-53-44,0-1 1,1 1-1,-1-1 0,1 0 1,-1 1-1,1-1 0,0 0 0,0 1 1,0-1-1,0 0 0,0 0 1,0 0-1,1 0 0,-1 0 1,1 0-1,0 0 0,-1 0 1,1-1-1,0 1 0,0-1 1,0 1-1,0-1 0,0 0 0,0 0 1,0 1-1,1-2 0,-1 1 1,0 0-1,1 0 0,3 0 1,7 2 7,2-1 0,-1 0 0,0-2 0,15 1 0,-25-1-4,1-1-1,1 0 1,-1 0 0,0-1-1,0 0 1,1 1-1,-1-2 1,0 1 0,-1-1-1,1 1 1,0-1 0,-1 0-1,0-1 1,1 1-1,-1-1 1,-1 0 0,1 0-1,0 0 1,-1-1 0,0 1-1,3-6 1,7-13-2,0 1 0,17-47 0,-25 53 3,0-1-1,-2 0 0,0 0 0,-1 0 0,-1 0 1,-1-30-1,0 37 1,0 9-5,0-1 0,-1 1-1,1 0 1,0 0 0,-1-1 0,1 1-1,-1 0 1,1 0 0,-1 0 0,0 0-1,1 0 1,-1 0 0,0 0 0,0 0-1,0 0 1,0 0 0,0 0 0,0 1-1,0-1 1,0 0 0,0 1 0,0-1-1,0 1 1,0-1 0,-1 1 0,1-1-1,0 1 1,0 0 0,-1-1 0,1 1 0,0 0-1,0 0 1,-1 0 0,-1 1 0,-2-2-8,1 1 0,-1 1 1,1-1-1,-1 1 0,1-1 1,-1 1-1,1 1 0,-1-1 1,-4 3-1,-4 5-63,1 1 0,0 1-1,1 0 1,0 0 0,1 1 0,0 1-1,1-1 1,0 2 0,1-1 0,1 1-1,-10 24 1,15-30-340,0 0-1,1 0 1,0 0-1,0 0 1,0 13 0,1-1-3048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2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25948,'0'0'3183,"0"8"-2895,0 31-202,2 14 67,-3-1 0,-2 0 0,-3 0 0,-15 66 0,52-157-217,48-47 0,-16 12 76,-50 57-11,0 1-1,1 0 0,0 1 0,2 1 0,-1 0 0,22-14 0,-36 28 1,-1 0-1,0 0 0,1 0 1,-1 0-1,0 0 0,1 0 1,-1 0-1,0 0 1,0 0-1,1 0 0,-1 0 1,0 0-1,1 0 0,-1 0 1,0 0-1,0 0 1,1 0-1,-1 1 0,0-1 1,0 0-1,1 0 1,-1 0-1,0 1 0,0-1 1,1 0-1,-1 0 0,0 1 1,0-1-1,0 0 1,0 0-1,0 1 0,1-1 1,-1 0-1,0 0 0,0 1 1,0-1-1,0 0 1,0 1-1,0-1 0,0 0 1,0 0-1,0 1 1,0-1-1,0 0 0,0 1 1,0-1-1,0 0 0,0 1 1,0-1-1,0 0 1,-1 0-1,1 1 0,0-1 1,0 0-1,-1 1 0,1 1 6,1 23 28,-2 0 1,-1 0-1,-1 0 0,-1-1 1,-1 1-1,-2-1 1,0 0-1,-12 26 0,3-1 19,14-28-3801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3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0 19625,'0'0'8865,"-19"10"-8707,-56 29-41,73-37-111,1-1 0,-1 0 0,0 1 0,1-1 0,-1 1 0,1-1 0,0 1 0,-1-1 0,1 1 0,0 0 0,0 0 0,0 0 0,0 0 0,0 0-1,1 0 1,-1 0 0,0 0 0,1 0 0,0 0 0,-1 0 0,1 0 0,0 0 0,0 0 0,0 0 0,0 1 0,1-1 0,-1 0 0,0 0 0,2 3 0,-1 6 7,0-8-9,0 1 1,-1 0-1,1 0 0,1 0 0,-1 0 0,0-1 0,1 1 0,0-1 0,0 1 1,0-1-1,0 0 0,1 1 0,-1-1 0,4 3 0,-2-2 3,0 0 0,-1 1 0,0-1 0,0 1 0,0 0 0,0 0 1,-1 0-1,4 11 0,-5-13 6,0 0 1,0 0-1,-1 0 1,1 0-1,-1 0 1,1 1-1,-1-1 1,0 0-1,0 0 1,-1 1-1,1-1 1,-1 0-1,1 0 1,-1 0-1,0 0 1,0 0-1,0 0 1,-1 0-1,1 0 1,-1 0-1,0-1 1,0 1-1,0 0 1,0-1-1,0 1 1,0-1-1,0 0 1,-1 0-1,1 0 1,-5 2 0,-5 4 95,-1-1 0,1 0 0,-1-1 0,-1 0 0,1-1 0,-1-1 0,0 0 1,0-1-1,0 0 0,-22 1 0,21-10-346,12 3-2479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3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1 304 25820,'0'0'3471,"20"-15"-3228,134-105 178,-130 101-374,-1-2 0,-1 0 0,-1-1 1,0-2-1,19-30 0,-40 53-33,0 1 0,0 0 0,0-1 0,0 1 0,0 0-1,0-1 1,-1 1 0,1-1 0,0 1 0,0 0 0,0 0 0,-1-1 0,1 1 0,0 0 0,-1-1 0,1 1 0,0 0 0,0 0 0,-1 0 0,1-1-1,-1 1 1,1 0 0,0 0 0,-1 0 0,1 0 0,0-1 0,-1 1 0,1 0 0,-1 0 0,1 0 0,0 0 0,-1 0 0,1 0 0,0 0 0,-1 0-1,1 0 1,-1 1 0,1-1 0,0 0 0,-1 0 0,1 0 0,-1 1 0,-21 1-42,14 1 29,0 0 0,0 0-1,1 1 1,-1 0 0,1 1 0,0 0 0,0 0 0,0 0 0,-5 7 0,0 0 2,0 1 0,1 0 0,-16 24 0,22-29-2,0 1-1,0 1 1,1-1 0,0 1-1,1 0 1,0-1 0,0 2-1,1-1 1,0 0-1,0 17 1,2-22-1,0-1 0,1 1 0,-1 0-1,1-1 1,0 1 0,0-1 0,1 1 0,-1-1 0,1 1-1,0-1 1,0 0 0,0 0 0,1 0 0,0 0 0,-1 0-1,1 0 1,1-1 0,-1 1 0,0-1 0,1 0-1,0 0 1,0-1 0,0 1 0,8 4 0,11 2 8,1 0 1,0-1 0,0-1-1,1-2 1,46 5 0,132-3-2,-179-7-8,-17 0-66,0 0 0,0-1 0,0 0 0,1 0 0,-1 0 0,-1-1 0,1 0 0,0-1 0,0 1 0,-1-1 0,1 0 0,-1-1-1,0 0 1,0 0 0,0 0 0,-1-1 0,1 1 0,-1-2 0,0 1 0,-1 0 0,1-1 0,-1 0 0,0 0 0,-1 0 0,1 0-1,-1-1 1,2-6 0,8-21-1686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4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0 28333,'0'0'1032,"-3"24"-722,1-1-251,-2 11 100,-1 0 0,-17 61 0,-104 224 474,34-96-586,88-212-52,1-4-4,0-1 0,1 1 0,0 0 0,0 0 0,1 0 0,0 0 0,0 8 0,10-16-404,-1-2 358,-1 0 0,1 0 0,-1-1 0,0 0 0,0 0 0,0-1 0,0 0 0,8-8 1,50-55-435,-33 32 124,-13 17 178,4-7 92,1 2 0,1 1-1,49-34 1,-69 58 1244,-7 9-848,-8 14-220,-9 4 107,-36 43-1,36-48-94,1 0 0,-29 49 0,46-69-90,-1 0 0,1 0 0,-1 0-1,1 0 1,0 0 0,0 0 0,1 1 0,-1-1 0,0 0 0,1 0-1,0 1 1,0-1 0,0 0 0,0 0 0,1 1 0,-1-1 0,1 0-1,0 0 1,0 0 0,0 1 0,0-1 0,0 0 0,1 0 0,0-1 0,-1 1-1,1 0 1,0-1 0,0 1 0,0-1 0,1 1 0,-1-1 0,1 0-1,-1 0 1,1 0 0,0 0 0,-1-1 0,1 1 0,0-1 0,0 1-1,0-1 1,4 1 0,15 4-1,1-2 0,0 0 0,0-1 0,0-1-1,0-1 1,42-4 0,-41 2-47,-16 0-120,-1 0 0,0 0 0,0 0 0,0-1 0,0 0 0,0 0 0,-1-1-1,1 0 1,-1 0 0,1-1 0,-1 1 0,0-1 0,0-1 0,-1 1 0,7-8 0,2-6-2564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4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19961,'0'0'7689,"0"26"-6913,0 87-327,-1-78-197,-8 55 0,1-3 145,8-86-393,-1 1 0,1-1 0,0 1 0,0-1 0,0 0 0,0 1-1,0-1 1,0 1 0,0-1 0,1 0 0,-1 1 0,0-1 0,1 0 0,-1 1-1,1-1 1,-1 0 0,1 1 0,0-1 0,-1 0 0,1 0 0,0 0 0,0 0 0,0 0-1,0 0 1,1 1 0,1-2 7,-1 0-1,0 0 1,0-1-1,1 1 1,-1-1-1,0 1 1,0-1-1,0 0 1,0 0 0,0 0-1,0 0 1,0 0-1,0-1 1,0 1-1,3-3 1,25-22 57,-1-1 0,0-1-1,36-48 1,-23 26-24,6-1 62,22-28-2768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5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0 374 24651,'0'0'3767,"24"-25"-3401,77-81-97,-77 82-135,-1-1 0,-1-1 0,-1-1 0,-2-1 0,19-33-1,-26 25 94,-12 35-220,0 1-1,0-1 1,0 0-1,0 1 1,0-1-1,0 0 1,0 1-1,-1-1 1,1 1-1,0-1 1,0 1 0,-1-1-1,1 0 1,0 1-1,-1-1 1,1 1-1,0-1 1,-1 1-1,1 0 1,-1-1-1,1 1 1,-1-1-1,1 1 1,-1 0-1,1-1 1,-1 1-1,0 0 1,1 0-1,-1-1 1,1 1-1,-1 0 1,0 0-1,1 0 1,-1 0-1,1 0 1,-1 0-1,0 0 1,1 0-1,-1 0 1,0 0-1,1 0 1,-1 0-1,1 0 1,-1 1-1,0-1 1,1 0-1,-1 0 1,1 1-1,-1-1 1,1 0-1,-1 1 1,-7 2-2,1 1 1,-1 0-1,1 0 1,0 0-1,1 1 0,-1 0 1,1 0-1,0 1 1,0 0-1,-5 6 1,-50 67 11,53-67-7,1 1 0,0 0 0,1 0 0,0 0 0,1 1-1,1 0 1,0 0 0,1 1 0,1-1 0,0 1 0,1-1 0,1 28-1,0-39-9,0 1 0,0-1-1,1 1 1,-1-1-1,1 1 1,0-1 0,0 0-1,0 1 1,1-1 0,-1 0-1,1 0 1,0 0-1,-1 0 1,1 0 0,1 0-1,-1-1 1,3 4 0,1-2 8,-1 1 0,1-1 1,0 0-1,0-1 0,0 0 0,1 0 1,-1 0-1,9 2 0,6 0-170,0 0 1,1-1-1,-1-2 0,37 1 0,-57-3 94,1 0 0,-1 0 0,0 0 1,0 0-1,0 0 0,1 0 0,-1-1 0,0 1 1,0 0-1,0 0 0,0-1 0,1 1 0,-1-1 1,0 1-1,0-1 0,0 0 0,0 1 1,0-1-1,0 0 0,0 0 0,-1 1 0,1-1 1,0 0-1,0 0 0,-1 0 0,2-2 1,5-15-1993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5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0 25484,'0'0'3577,"2"12"-3198,0-5-339,-1 0 1,0 0-1,-1 0 0,0 0 0,0 0 0,0 0 1,-1 0-1,0 0 0,0 0 0,-1 0 1,1 0-1,-6 10 0,-120 230 619,142-257-664,1-1-1,22-20 1,26-38-38,-50 52 27,1 0-1,0 1 1,1 1 0,0 0 0,1 2-1,1 0 1,25-14 0,-29 21 26,-5 9-4,-6 7 14,-1 0 1,0-1 0,0 1 0,-1 0 0,-1 0-1,0 0 1,-1 14 0,0 0 53,1 198-418,12-231-1393,0-12-91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5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0 28205,'0'0'1350,"-10"31"-881,-3 6-352,-42 151 385,45-143-456,-48 230 324,46-203-260,-3 137-1,15-165-1030,0-29 19,0-27-71,0-15-1465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19:46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 28221,'0'0'1841,"166"-6"-1313,-95-7-320,12-6-96,-5 1-96,-7-1 0,-6 3-16,-5 5-288,-19 0-1201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0:07.397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1 232 25164,'0'0'2401,"8"-3"-2215,59-26 858,193-72-353,-210 86-535,0 2 0,1 3 0,76-6 0,-108 14-155,0 0 1,1-2-1,-1 0 1,0-1-1,-1 0 1,27-13-1,-20 13-881,-50 21-2060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30T18:54:37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11435 2278 5567 0 0,'0'-6'2176'0'0,"0"3"3072"0"0,0 11-1504 0 0,0 9-3712 0 0,0 9-64 0 0,0 7 96 0 0,0 5-32 0 0,0 2-32 0 0,0 1 0 0 0,0 1 32 0 0,0-1 0 0 0,-7 1-64 0 0,-2-2 32 0 0,1 1 0 0 0,-6-1 0 0 0,0-1 0 0 0,3 1 0 0 0,2 0 0 0 0,-3-1 32 0 0,0 1-32 0 0,2-1 32 0 0,-4-6-32 0 0,1-2 0 0 0,1 0 32 0 0,-2-5 0 0 0,0-13 608 0 0,9-10-640 0 0,6-12 64 0 0,10-3-32 0 0,2-8 128 0 0,6 0-128 0 0,0-3-32 0 0,3 2 0 0 0,5 5 32 0 0,-2-2-32 0 0,1 2-32 0 0,3 4 64 0 0,-3-2-32 0 0,0 0 0 0 0,3 3 0 0 0,3 4-32 0 0,3 2 32 0 0,2 3 32 0 0,-5-6-32 0 0,-1-1 0 0 0,0 1-32 0 0,3 2 32 0 0,1 2 32 0 0,2 1-64 0 0,-5 8 64 0 0,-2 4-32 0 0,-12 0 352 0 0,-16-2-5888 0 0,-9 5 3520 0 0,-9 0-672 0 0,-3-1 2688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30T18:54:37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11695 2423 7487 0 0,'0'7'1184'0'0,"0"9"1536"0"0,0 8-1696 0 0,0 7-672 0 0,0 5 64 0 0,0 3-160 0 0,0 2-128 0 0,0 0-32 0 0,0 1-32 0 0,-6-1 0 0 0,-3 0 0 0 0,0-1 0 0 0,-5-7-64 0 0,0-2 32 0 0,3 0-32 0 0,2 2 64 0 0,4 2-64 0 0,-5-5 32 0 0,0-1-32 0 0,1 1 0 0 0,2 3 32 0 0,3 2-32 0 0,-5 2 32 0 0,-1 1 64 0 0,1 2 288 0 0,2 0-384 0 0,3 0 0 0 0,1 0 0 0 0,2 0 64 0 0,1-7-64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1-30T18:54:37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11927 2276 8319 0 0,'0'7'3616'0'0,"0"9"-2496"0"0,0 8-128 0 0,7 0-768 0 0,2 3 96 0 0,6 4 128 0 0,1 3-192 0 0,-3 2-96 0 0,-3 3-64 0 0,4 0 0 0 0,-2 1-64 0 0,-1 1-32 0 0,-4-1 32 0 0,-3 0-32 0 0,-1 0 0 0 0,-2 0 0 0 0,-1 0 32 0 0,-1 0-32 0 0,-6 0 0 0 0,-3-1 32 0 0,1 1-32 0 0,-5-7 0 0 0,0-3 0 0 0,3 2-32 0 0,2 0 64 0 0,-3-4-32 0 0,0 0 0 0 0,2 2-32 0 0,3 2 32 0 0,-4-4 32 0 0,-1 0-32 0 0,3 2 0 0 0,2 2-32 0 0,-5-4 64 0 0,1 1-32 0 0,1 1 32 0 0,-4 2-64 0 0,1 3 32 0 0,2 2 0 0 0,2 2 32 0 0,4 0-32 0 0,3 1 32 0 0,-6-6-64 0 0,-1-3 32 0 0,0 1-32 0 0,-4-6 64 0 0,0 0-32 0 0,-5-5 32 0 0,1 2 0 0 0,-4-4 1184 0 0,3-12-11040 0 0,3-7 9824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01.69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92 1 9316,'0'0'19863,"0"83"-18038,0 778-1801,-1-842-21,-1 1 0,-1 0 0,-6 20 1,5-20-1,0 0 0,1 0 1,-1 21-1,1 11 2,-18 99 0,-1 12 1,7 877 162,17-671-130,17-52 4,-2-85 28,-6 347-33,14-255-24,-14-221-10,32 159 56,-43-260-62,3 11 52,0 1-1,-1 0 1,1 22 0,-3 35 74,9-73-393,-7-2 171,-1 1 0,0 0 0,-1-1 0,1 1 0,0-1 0,-1 0 0,0 1 0,0-1 0,0 1 0,0-1 0,-2-5 0,0-12-887,2-43-3558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04.99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339 0 19913,'0'0'7430,"0"36"-6064,-2 4-924,-14 76 0,4-38-357,-71 502 280,77-531-356,-2 0 1,-2-1-1,-27 79 0,21-75 0,2 0 0,3 1-1,-6 62 1,-22 207 20,29-241-23,-11 81 2,10-84-2,0 125 1,7-96-2,-7 610 25,11-592-11,12 106 5,0-1-3,17 372 88,-16-323-10,-13-270-97,0 0 0,1-1-1,0 1 1,1-1 0,0 1 0,0-1-1,1 0 1,4 11 0,-7-19-3,0 0 0,0 1-1,1-1 1,-1 0 0,0 1 0,0-1-1,0 0 1,0 0 0,0 1 0,0-1-1,0 0 1,0 0 0,1 1 0,-1-1 0,0 0-1,0 0 1,0 0 0,1 1 0,-1-1-1,0 0 1,0 0 0,0 0 0,1 0-1,-1 0 1,0 1 0,0-1 0,1 0 0,-1 0-1,0 0 1,1 0 0,-1 0 0,0 0-1,0 0 1,1 0 0,-1 0 0,0 0 0,0 0-1,1 0 1,-1 0 0,0 0 0,1 0-1,-1 0 1,0 0 0,0 0 0,1-1-1,-1 1 1,0 0 0,0 0 0,1 0 0,-1 0-1,0 0 1,0-1 0,0 1 0,1 0-1,-1 0 1,0-1 0,5-19-209,-6-160-2119,-4 84-1321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07.12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227 3 20233,'0'-2'9236,"-29"456"-9033,16-343-187,-5 69 24,0 176 54,-8-33-8,5-79-26,-1-104-2,2-19 10,8 1-3,-22 382 155,22-161-73,11-217-113,7 217 47,3-71-19,-1-9-18,-6-85-46,-4-124 4,2-1 0,13 93-1,-6-55 6,-8-73-5,2 1-1,1-1 1,0 1 0,5 19 0,-4-28-2,-1-2 0,0 1 1,1-1-1,0 0 1,1 0-1,7 13 1,-6-14 13,-5-6-13,0-1 1,0 0 0,1 1-1,-1-1 1,0 1-1,1-1 1,-1 1-1,0-1 1,1 0-1,-1 1 1,1-1-1,-1 0 1,1 1-1,-1-1 1,1 0-1,-1 0 1,1 1-1,-1-1 1,1 0-1,-1 0 1,1 0-1,-1 0 1,1 0-1,0 0 1,-1 0-1,1 0 1,-1 0 0,1 0-1,-1 0 1,2 0-1,0 5 47,0 1 0,0 0 0,-1-1 0,1 1 0,-1 0 0,1 11 240,-2-17-274,4 0-14,-3 0-14,1 0-347,-1 0 308,-1 0 0,1 0 0,-1 0 0,1 0 0,0 0 0,-1 0 0,1 0 0,-1 0 0,1 0 0,-1-1 0,1 1 0,-1 0 0,1 0 1,-1 0-1,1-1 0,-1 1 0,1 0 0,-1-1 0,1 1 0,-1 0 0,0-1 0,1 1 0,-1-1 0,0 1 0,1-1 0,-1 1 0,0-1 0,1 1 0,-1-1 0,0 1 0,0-1 1,0 1-1,1-1 0,-1 1 0,0-2 0,3-7-1417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31.30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87 2 27100,'0'0'2778,"0"-1"-2766,0 1 0,-1 0 0,1 0 1,0 0-1,0 0 0,-1 0 0,1 0 0,0 0 1,-1-1-1,1 1 0,0 0 0,-1 0 0,1 0 1,-1 1-1,1-1 0,0 0 0,-1 0 1,1 0-1,0 0 0,-1 0 0,1 0 0,0 0 1,0 0-1,-1 1 0,1-1 0,0 0 0,-1 0 1,1 0-1,0 1 0,0-1 0,-1 0 0,1 0 1,0 1-1,0-1 0,0 0 0,-1 1 1,1-1-1,0 0 0,0 0 0,0 1 0,0-1 1,0 0-1,0 1 0,0 0 0,-27 328 636,9-158-570,-9 418 29,26-456-102,-2-23 2,19 174-1,21 188 16,-36 3 13,-3-224-25,-4 543 3,8-559-5,-9 347 32,6-359-8,1-223-50,2-1-47,0 1 68,-1-1-1,1 0 0,0 0 0,0 0 1,-1 0-1,1-1 0,-1 1 0,1 0 1,-1-1-1,1 1 0,-1-1 0,0 1 1,0-1-1,0 0 0,0 1 0,0-1 1,0 0-1,0 0 0,-1 0 0,1 1 1,-1-1-1,1 0 0,0-3 0,10-52 41,52-929 36,-55 703-70,2-283 14,4-76-4,-10 206 31,2-54 18,-2 449-34,1-1 0,2 1 0,18-62 0,-22 83-5,1 2 4,-3 25-599,-1 23-307,0 13-1205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14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48 571 18665,'0'0'1840,"0"-17"-524,0-50 7,0 50 2070,-2 17-2587,1 1-784,1-1-1,-1 0 0,1 0 1,-1 1-1,1-1 0,-1 0 1,1 1-1,-1-1 0,1 0 1,-1 1-1,1-1 0,0 1 1,-1-1-1,1 1 0,-1-1 1,1 1-1,0-1 0,0 1 1,-1-1-1,1 1 0,0-1 1,0 1-1,0-1 0,0 1 1,-1 0-1,1-1 0,0 1 1,0-1-1,0 1 0,0-1 1,0 1-1,1 0 1,-1 0-1,-6 66 563,5-50 1212,1-26-1642,2 0-144,-1-1-1,2 1 0,0 0 0,0 0 0,0 0 1,1 0-1,1 1 0,-1-1 0,10-11 0,13-29 17,17-53 4,62-128-44,-85 172 20,-14 36 6,-7 22-10,0 0 0,0 0 1,0 0-1,0 0 0,0 1 0,0-1 1,0 0-1,0 0 0,0 0 0,0 0 1,1 0-1,-1 0 0,0 0 1,0 0-1,0 0 0,0 0 0,0 0 1,0 0-1,0 0 0,0 0 0,0 0 1,0 0-1,1 0 0,-1 0 1,0 0-1,0 0 0,0 0 0,0 0 1,0 0-1,0 0 0,0 0 0,-1 9 19,-1-1-1,0 1 1,0-1-1,-7 15 0,-4 13 25,-46 200-4,28-100-20,-51 286-6,47-215-12,18-110 3,4 0 1,0 120-1,13-217 10,0-41 99,4-31-106,4 0 0,2 0 1,3 1-1,4 1 0,38-104 1,-33 117-10,2 0 1,2 2-1,3 1 1,52-74-1,-75 120 0,0 1-1,0 0 0,0 0 1,1 1-1,0 0 1,0 0-1,1 0 0,0 1 1,-1 0-1,2 1 1,-1 0-1,11-4 0,-15 6 1,1 1 0,-1 0-1,1 0 1,0 0 0,0 1-1,-1-1 1,1 1 0,0 0-1,0 1 1,0-1 0,-1 1-1,1 0 1,0 0 0,-1 0-1,1 1 1,-1 0 0,1 0 0,-1 0-1,0 0 1,0 1 0,0-1-1,0 1 1,0 0 0,5 6-1,11 14 16,-2 0 0,-1 2 1,20 34-1,8 14 31,-43-71-44,-1 1-1,1-1 1,0 1 0,0-1-1,0 0 1,1 0 0,-1 0-1,1 0 1,-1 0 0,1-1-1,-1 1 1,1-1 0,0 1-1,0-1 1,0 0 0,0 0 0,0-1-1,0 1 1,0 0 0,0-1-1,0 0 1,0 0 0,0 0-1,0 0 1,0 0 0,0 0-1,0-1 1,0 0 0,0 0-1,0 1 1,0-2 0,0 1-1,0 0 1,-1 0 0,1-1-1,0 0 1,-1 0 0,1 1-1,-1-1 1,0 0 0,0-1-1,3-2 1,12-18 31,0 0 0,22-44-1,-15 25 3,-10 16-18,0-1 0,-2 0 0,-1-1 0,-2-1-1,0 1 1,6-43 0,-13 55-156,-3 39-1008,1 12-942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16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463 216 23499,'0'0'4781,"0"-9"-2338,0-36-2451,1 23 27,-1 11-12,1-1-1,-2 0 1,0 0 0,0 0 0,-5-21 0,5 31-5,0-1 0,-1 0 1,1 1-1,0-1 1,-1 1-1,1-1 0,-1 1 1,0 0-1,0-1 0,0 1 1,0 0-1,0 0 1,0 0-1,-1 1 0,1-1 1,-1 1-1,1-1 1,-1 1-1,1 0 0,-1 0 1,0 0-1,0 0 0,1 0 1,-1 1-1,0-1 1,0 1-1,0 0 0,0-1 1,-4 2-1,-2-1 2,3-1-1,1 1 0,-1 0 0,0 0-1,0 0 1,1 1 0,-1 0 0,0 0-1,1 0 1,-1 1 0,1 0-1,-1 0 1,1 0 0,0 1 0,-8 5-1,-6 7 1,1 0 0,1 2-1,1 0 1,0 1-1,1 1 1,1 0-1,1 1 1,0 1-1,2 0 1,0 0-1,2 1 1,0 0-1,1 1 1,2 0-1,0 0 1,1 1 0,2-1-1,0 1 1,1 26-1,2-41-1,0-1 1,1 0-1,0 1 0,0-1 0,0 0 0,1 1 1,1-1-1,-1 0 0,8 14 0,-8-18-1,1-1 0,-1 0 0,1 1 0,0-1 0,-1-1 0,1 1 1,1 0-1,-1-1 0,0 1 0,0-1 0,1 0 0,0 0 0,-1 0 0,1-1 0,0 1 0,0-1 0,0 0 0,0 0 0,0-1 0,0 1 0,0-1 0,0 1 0,5-2 1,-7 1-2,3 1 6,0-1-1,0 0 1,0 0-1,0 0 0,0-1 1,0 1-1,0-1 1,-1 0-1,1-1 0,0 1 1,-1-1-1,1 0 1,-1 0-1,1-1 0,-1 1 1,7-6-1,2-2 3,-1-1 0,-1 1 1,0-2-1,0 0 0,15-24 0,0 2 4,11-18-6,-14 5 30,-11 27-3,-1-1 1,-1 0-1,0-1 1,-2 0 0,-1-1-1,-1 1 1,-1-1-1,5-44 1,-11 67-41,-1 1 7,0 0 1,0-1-1,0 1 0,0 0 0,0 0 1,0 1-1,1-1 0,-1 0 0,1 1 1,-1-1-1,1 1 0,-1-1 0,1 1 0,0 0 1,-1-1-1,1 1 0,0 0 0,0 0 1,0 0-1,1 0 0,-1 0 0,0 4 1,-1-2-2,-135 303 2,-54 151 0,179-429 3,-2 0 0,-1-1-1,-1-1 1,-2 0 0,-40 47-1,49-71 10,5-14 15,3-26 26,1 30-49,-2-46-4,0 33 1,1 0-1,1 0 1,1 0-1,5-31 1,4 36 9,2-6-23,-11 21 10,0 0 0,1 0 0,-1 0 0,0 0 0,1 0 0,-1 1 0,0-1 0,1 0 0,-1 1 0,0-1-1,0 1 1,1-1 0,-1 1 0,0 0 0,0 0 0,0-1 0,0 1 0,1 1 0,43 59 9,-35-45-3,1 0 0,0-1 0,26 25-1,-32-35 0,0-1 0,0 0 0,1 0-1,0-1 1,-1 0 0,1 0 0,1 0-1,-1-1 1,0 0 0,0 0-1,1 0 1,-1-1 0,1 0 0,0 0-1,8-1 1,-7 0 4,-1-1 0,1 0 0,-1 0 0,1-1 0,-1 0-1,0 0 1,0-1 0,0 1 0,0-2 0,0 1 0,-1-1 0,12-9 0,-5 2 13,0 0-1,0-2 1,-1 1 0,15-23 0,-19 23-28,-8 11-13,1 0-1,0 0 1,-1-1-1,1 1 1,0 0 0,-1 0-1,1 0 1,0 0 0,0 0-1,0 0 1,0 0 0,0 0-1,0 1 1,0-1 0,0 0-1,1 1 1,-1-1-1,0 0 1,0 1 0,0-1-1,1 1 1,-1 0 0,0 0-1,1-1 1,-1 1 0,0 0-1,3 0 1,14 0-1416,5 0-1465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35 23691,'0'0'5469,"-21"-6"-5242,-70-17-40,85 21-158,0 1 0,0 0 0,0 0 0,0 1 0,0 0 0,0 0 0,0 0 0,0 1 0,0 0 0,0 0 0,0 0 0,0 1 0,0 0 0,1 0 0,-1 0 0,1 1 0,0 0 0,-10 6 0,5 0-6,0 1 0,0 0 1,1 0-1,0 1 0,-12 21 0,15-24-4,-12 18 15,1 0-1,1 1 0,2 1 1,1 0-1,1 0 0,1 2 1,2-1-1,1 1 0,1 1 1,2-1-1,-3 61 0,7-85-29,1 0 0,0 0-1,0 0 1,1 0 0,0 0-1,0 0 1,0 0 0,0 0-1,1-1 1,0 1-1,0 0 1,5 6 0,-5-9-2,1-1-1,1 1 1,-1-1 0,0 1 0,1-1-1,-1 0 1,1-1 0,0 1 0,-1-1-1,1 1 1,0-1 0,0 0 0,0 0-1,0-1 1,0 1 0,0-1 0,0 0 0,0 0-1,6-1 1,0 0 3,0 0 1,0-1-1,0 0 0,-1-1 0,1 0 0,-1 0 1,1-1-1,-1 0 0,0-1 0,-1 0 0,1 0 1,-1-1-1,0 0 0,0-1 0,-1 0 1,11-11-1,3-7 16,0-1 0,-1-1 0,27-51 0,-30 42-16,-2-1 0,-1-1 0,-2 0 0,-2-1 0,-1 0 0,3-42 0,-10 72 0,-4 28 6,-5 35 5,-4 2-7,3 1 0,1 0 0,4 0 0,6 104 1,-2-156-4,0 1 0,0-1 1,1 0-1,-1 0 0,1 0 0,1 0 1,-1 0-1,1-1 0,0 1 1,0 0-1,0-1 0,6 6 1,-7-8-43,-1 0-1,1 0 1,0 0 0,0 0 0,0-1 0,1 1-1,-1-1 1,0 0 0,1 1 0,-1-1 0,0 0-1,1 0 1,-1-1 0,1 1 0,0 0 0,-1-1 0,1 1-1,-1-1 1,1 0 0,0 0 0,-1 0 0,1 0-1,0-1 1,-1 1 0,1-1 0,-1 0 0,4 0-1,-4-7-1224,-2-16-1410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3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21066,'0'0'6232,"8"30"-5429,6 13-548,39 145 552,-37-101-226,6 145 1,-17 90-74,-5-263-456,0-22-30,-2 0 0,-1 0 0,-3 0 0,0-1 0,-3 0 0,-1 0 1,-1-1-1,-2-1 0,-2 0 0,-1 0 0,-1-2 0,-2 0 0,-1-1 0,-25 29 0,43-57-17,-3 3 9,0 0 0,-1 0 0,0 0 0,0-1 0,0 0 0,0 0 0,-1 0 0,-11 5 0,15-9 7,-1-1-18,3-22-1020,1 6-605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42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203 100 23739,'0'0'5378,"-1"0"-5316,0 0-1,0 0 0,1 0 0,-1 0 1,0 0-1,0 0 0,0 0 1,1 0-1,-1 1 0,0-1 0,0 0 1,1 0-1,-1 1 0,0-1 0,1 0 1,-1 1-1,0-1 0,1 1 0,-1-1 1,0 1-1,1-1 0,-1 1 1,1-1-1,-1 1 0,1 0 0,-1-1 1,1 1-1,0 0 0,-1 0 1,-9 17-49,1-1 1,1 1 0,1 1 0,1-1-1,0 1 1,1 0 0,-3 28 0,-8 27 38,4-19-18,3 1-1,3 1 0,2-1 0,4 81 1,1-70-25,-1-64-10,0 0 0,0 0-1,0-1 1,1 1 0,-1 0 0,1 0-1,-1-1 1,1 1 0,0 0 0,0-1-1,0 1 1,1-1 0,-1 1-1,1-1 1,-1 0 0,1 0 0,0 1-1,0-1 1,0 0 0,0-1-1,0 1 1,0 0 0,0 0 0,1-1-1,-1 0 1,1 1 0,-1-1 0,1 0-1,-1 0 1,1 0 0,0-1-1,-1 1 1,1 0 0,0-1 0,0 0-1,0 0 1,-1 0 0,1 0-1,0 0 1,0 0 0,-1-1 0,1 0-1,0 1 1,0-1 0,-1 0-1,1 0 1,4-3 0,5-3 3,-1 0 0,1-1 1,-2 0-1,1-1 0,-1 0 0,0-1 0,-1 0 0,10-14 1,-1 1 14,-2-2 1,27-50-1,-29 44-15,-2-1 0,-1 0 0,-2-1 0,-1 0-1,5-42 1,-2-169 35,-11 237-35,-1 0 0,0 0 1,0 0-1,-1 1 0,0-1 0,0 0 1,-1 1-1,0 0 0,0-1 0,0 1 0,-1 0 1,0 1-1,0-1 0,-1 1 0,1-1 1,-1 1-1,0 1 0,0-1 0,-1 1 0,-7-5 1,8 6-2,0 0 1,0 0-1,0 0 0,0 1 1,0 0-1,0 0 1,-1 1-1,1-1 1,0 1-1,-1 1 0,0-1 1,1 1-1,-1-1 1,1 2-1,-1-1 1,1 1-1,-1-1 1,1 1-1,-1 1 0,1-1 1,-1 1-1,1 0 1,0 0-1,0 1 1,0 0-1,-7 5 0,0 2-23,1 1-1,0 0 1,1 1 0,0 0-1,1 1 1,1 0-1,0 0 1,-11 24-1,-1 10-256,-20 67 0,14-14-847,3 4-1037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43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0 507 27389,'0'0'2129,"6"-6"-1745,17-21-182,-1 0 0,-2-2 1,-1 0-1,26-53 0,19-31-117,-34 66-55,3 0-1,43-48 0,-76 95-28,0 0-1,0 0 0,0-1 0,0 1 1,0 0-1,1 0 0,-1-1 0,0 1 1,0 0-1,0 0 0,0 0 1,1-1-1,-1 1 0,0 0 0,0 0 1,0 0-1,1 0 0,-1-1 1,0 1-1,0 0 0,1 0 0,-1 0 1,0 0-1,0 0 0,1 0 0,-1 0 1,0 0-1,0 0 0,1 0 1,-1 0-1,0 0 0,0 0 0,1 0 1,-1 0-1,0 0 0,0 0 1,1 0-1,-1 0 0,0 0 0,0 0 1,1 1-1,-1-1 0,0 0 1,0 0-1,1 0 0,-1 0 0,0 0 1,0 1-1,0-1 0,0 0 0,1 0 1,-1 0-1,0 1 0,0-1 1,0 0-1,0 0 0,0 1 0,0-1 1,1 0-1,-1 0 0,0 1 1,0-1-1,2 20-3,-2-17 4,4 106 66,-4-1 0,-29 208-1,1 58-37,21-231-407,5-60-1599,-3-54-763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43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167 426 27100,'0'0'1126,"0"-25"-517,6-185 722,-6 208-1283,1 0 1,-1 0-1,0 0 0,-1 0 1,1 0-1,0 1 0,-1-1 1,1 0-1,-1 0 0,1 0 1,-1 0-1,0 0 1,-1-2-1,1 3-37,0 1 0,0-1 0,0 1 1,0-1-1,0 1 0,0-1 0,0 1 0,0 0 1,0-1-1,0 1 0,0 0 0,0 0 0,0 0 1,0 0-1,-1 0 0,1 0 0,0 0 0,0 0 0,0 0 1,0 0-1,0 1 0,0-1 0,0 0 0,0 1 1,0-1-1,-1 1 0,-1 1-7,1 0 0,-1-1-1,1 1 1,-1 0 0,1 0 0,0 0 0,0 0 0,0 1-1,0-1 1,0 1 0,1-1 0,-1 1 0,1-1 0,-2 6-1,-18 48-1,14-35 6,-11 33 10,2 1 1,3 0 0,2 1-1,3 0 1,2 0 0,1 63-1,5-116-18,0-1 0,0 1 0,0 0 0,0-1 0,1 1 0,-1 0 0,1-1 0,0 1 0,0-1 0,0 1 0,0-1 0,0 1 0,0-1 0,1 0 0,-1 1 0,1-1 0,-1 0 0,1 0 0,0 0-1,0 0 1,0-1 0,0 1 0,0 0 0,1-1 0,-1 1 0,0-1 0,1 0 0,-1 0 0,1 0 0,4 1 0,5 1 1,1-1 0,0-1 0,0 0-1,-1-1 1,17-1 0,-19 1 1,-4-1 1,-1 1 0,1-1 0,0-1 0,0 1 0,0-1 0,-1 0 0,1 0 0,0-1 0,-1 1 0,0-1 0,0 0 0,8-7 0,-3 1-2,-1 0 0,0 0 0,0 0 0,-1-1 0,11-19 0,-5 5 5,-2 0 1,0-1 0,-2-1 0,0 1-1,5-30 1,-3-2 4,-3 0-1,-2-1 1,-3 1 0,-6-108-1,2 159-8,-1 1-1,0 0 1,0-1-1,-1 1 0,1 0 1,-1 0-1,0 0 1,0 0-1,-1 0 0,1 1 1,-1-1-1,0 1 1,-1-1-1,1 1 0,-1 0 1,0 0-1,0 1 0,0-1 1,0 1-1,0 0 1,-1 0-1,0 0 0,1 1 1,-1-1-1,0 1 1,0 0-1,-1 1 0,1-1 1,0 1-1,0 0 1,-1 0-1,1 1 0,0 0 1,-1 0-1,1 0 1,-1 0-1,1 1 0,0 0 1,-1 0-1,1 1 1,0-1-1,0 1 0,0 0 1,0 0-1,-5 4 0,-4 6-24,1 1 0,0 0-1,1 1 1,0 0-1,1 1 1,1 1 0,1 0-1,-15 31 1,14-23-251,0 0 0,2 1 0,1 0 1,1 0-1,1 1 0,1 0 0,0 42 0,3 16-1999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44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0 535 26716,'0'0'3196,"3"-21"-1979,10-11-1114,1 1-1,28-46 1,-9 18-48,18-55-23,-39 84-12,1-1 1,1 2 0,2 0 0,34-48 0,-44 73-18,-5 12-2,-2-4 0,1 25 1,-14 458 74,9-308-80,6-119-30,-10 94-1,7-112-535,-10-55-3008,0-29-5968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4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27 25372,'0'0'3905,"-17"-6"-3592,3 0-227,-1 2 0,-26-7 0,39 12-78,0-1 0,0 0-1,-1 1 1,1-1 0,0 1-1,0 0 1,0 0 0,0 0 0,0 0-1,1 0 1,-1 0 0,0 0-1,0 1 1,1-1 0,-1 1-1,1-1 1,-1 1 0,1-1-1,-1 1 1,1 0 0,0 0-1,0 0 1,0 0 0,0 0 0,0 0-1,1 0 1,-1 0 0,0 0-1,0 4 1,-4 6 28,-11 25 49,2-1 1,1 2-1,2 0 0,2 0 0,-7 60 0,9-26-6,4 1 0,5 78-1,-1-143-75,-1-1 0,1 0-1,0 1 1,1-1 0,0 0-1,0 0 1,0 0 0,1 0-1,0 0 1,1-1 0,-1 1 0,1-1-1,9 12 1,-8-14-3,-1 0 0,1 0-1,0 0 1,0-1 0,0 0 0,0 0 0,1 0 0,0 0-1,-1-1 1,1 0 0,0 0 0,0 0 0,0-1 0,0 0-1,0 0 1,0-1 0,9 0 0,-8 0 1,5 1 3,0-2 0,0 1 1,0-1-1,18-5 1,-26 5-4,0-1 0,0 1 0,0-1 1,0 0-1,0 0 0,-1 0 0,1-1 1,-1 1-1,0-1 0,0 0 0,0 0 1,0 0-1,0 0 0,-1 0 0,1-1 1,-1 1-1,2-5 0,15-30 6,-2-1-1,-2-1 0,-1 0 1,-2 0-1,-2-2 1,-2 1-1,-2-1 0,-1 0 1,-2-65-1,-3 101-4,0 1 0,0-1 0,-1 0 0,0 1 0,0-1 1,-1 0-1,1 1 0,-1-1 0,0 1 0,-1 0 0,1 0 0,-1 0 0,0 0 0,0 0 0,-1 1 0,1-1 0,-1 1 0,0 0 0,0 0 0,-1 0 0,1 1 0,-1-1 0,0 1 0,0 0 1,0 0-1,0 1 0,0 0 0,-1 0 0,1 0 0,-1 0 0,1 1 0,-1 0 0,0 0 0,1 1 0,-1-1 0,0 1 0,0 0 0,-10 2 0,11 0-4,1-1 0,0 1 0,-1 0 0,1 0 1,0 0-1,0 1 0,0-1 0,0 1 0,1 0 0,-1 0 0,1 0 0,0 0 0,0 1 0,0 0 0,0-1 0,0 1 0,1 0 0,0 0 0,-4 9 1,-5 12-82,1 0 0,-8 31 0,18-55 79,-13 51-867,-11 99 0,7-21-1466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4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67 13542,'0'0'15629,"-20"17"-15403,5-5-172,5-6-25,1 1 1,0 1 0,1-1 0,-1 2-1,1-1 1,1 1 0,0 0 0,0 1-1,1-1 1,0 1 0,0 1 0,1-1-1,-5 16 1,-3 33 155,1 2 0,4-1 0,2 1 1,3 85-1,3-132-176,1 0 1,0 0 0,1 0-1,0-1 1,2 1 0,-1-1-1,2 1 1,8 19-1,-10-27-6,0 0-1,1-1 0,-1 1 1,1-1-1,1 1 0,-1-1 1,1 0-1,-1-1 0,1 1 1,1-1-1,-1 0 0,1 0 1,-1-1-1,1 1 0,0-1 1,0-1-1,1 1 0,-1-1 1,13 3-1,-7-3-1,0 0 0,1-1 0,-1-1 0,0 0 0,0 0-1,0-1 1,0-1 0,19-4 0,-23 4 0,-1-1-1,1-1 1,-1 1-1,1-1 1,-1 0 0,0-1-1,-1 1 1,1-1-1,-1-1 1,0 1-1,0-1 1,-1 0 0,8-11-1,4-8 6,-1-1 0,-1-1 0,-2 0 0,0-1 0,-2-1 0,-1 1 0,-2-2 0,8-45 1,-6-6 39,0-158 0,-10 232-38,0 0-1,-1-1 1,0 1 0,0 0-1,0 0 1,-1 0-1,0-1 1,0 2 0,-1-1-1,0 0 1,0 0 0,-1 1-1,1 0 1,-9-11 0,7 13 3,1-1 0,-1 1 0,0 1 0,0-1 0,-1 0-1,1 1 1,-1 0 0,1 1 0,-1-1 0,0 1 0,0 0 0,0 0 0,0 1 0,0 0 0,-1 0 0,1 1 0,-12-1 0,9 2-10,0 0-1,0 1 1,1-1-1,-1 2 1,0-1 0,1 1-1,0 0 1,-1 1-1,1 0 1,1 1-1,-1-1 1,1 1 0,-1 1-1,1-1 1,1 1-1,-1 1 1,1-1-1,-7 10 1,-7 11-69,0 1 0,2 0 0,-21 47 0,28-53-130,2 1 1,1 0-1,1 0 1,0 0-1,2 1 1,-3 28 0,-4 48-1644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46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9 500 26844,'0'0'2858,"-1"0"-2830,1 1 0,-1-1 0,0 1 0,1 0 0,-1 0 0,0-1 0,1 1 0,-1 0 0,1 0 0,-1 0 0,1 0 1,0-1-1,-1 1 0,1 0 0,0 0 0,0 0 0,-1 0 0,1 0 0,0 0 0,0 1 0,4 0-2,0 0-1,0-1 1,1 0 0,-1 0-1,0 0 1,1 0-1,-1 0 1,0-1 0,1 0-1,-1 0 1,0 0-1,1-1 1,-1 0 0,0 1-1,1-1 1,-1-1-1,0 1 1,8-4-1,0-1-5,0 1-1,-1-2 1,1 0-1,-1 0 1,13-13-1,40-42 29,-3-4-1,-3-2 0,54-83 1,-59 79 5,-40 57-39,-10 13-10,0-1 1,-1 1 0,0 0 0,1-1-1,-1 0 1,0 0 0,0 0 0,-1 1 0,3-5-1,-4 40 13,0 1 0,-3-1 1,0 0-1,-16 62 0,-18 24-8,6-21-64,4 0 1,-23 159-1,43-105-767,4-70-869,-2-24-1777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47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0 431 27485,'0'0'1835,"5"-11"-1347,14-28-54,39-57-1,-34 60-299,23-48-1,-27 45-21,29-40 0,-16 44-80,-9 23-20,-24 12-12,1 0 0,0 0-1,0 0 1,-1 0 0,1 0 0,0 0 0,0 1-1,-1-1 1,1 0 0,0 0 0,0 1 0,-1-1-1,1 0 1,0 1 0,-1-1 0,1 1-1,0-1 1,-1 1 0,1-1 0,-1 1 0,1-1-1,-1 1 1,1 0 0,-1-1 0,1 1-1,-1-1 1,0 1 0,1 0 0,-1 0 0,8 24 11,-1 0 1,-1 1-1,-2 0 0,0 0 1,-2 0-1,0 28 1,1 2-2,4 398 57,-8-281-942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2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6 513 22250,'0'0'5032,"0"0"-4979,0 0 1,0 0-1,-1 0 1,1 0-1,0 0 1,0 0-1,0-1 1,0 1-1,0 0 1,0 0-1,0 0 1,0 0-1,0 0 1,0 0-1,0 0 1,0 0-1,0 0 0,0 0 1,-1 0-1,1-1 1,0 1-1,0 0 1,0 0-1,0 0 1,0 0-1,0 0 1,0 0-1,0 0 1,-1 0-1,1 0 1,0 0-1,0 0 1,0 0-1,0 0 1,0 0-1,0 0 1,0 0-1,-1 0 1,1 0-1,0 0 1,0 0-1,0 0 0,0 0 1,0 0-1,0 0 1,0 1-1,0-1 1,0 0-1,-1 0 1,1 0-1,0 0 1,0 0-1,0 0 1,0 0-1,0 0 1,0 0-1,0 0 1,0 1-1,0-1 1,0 0-1,0 0 1,0 0-1,0 0 1,0 0-1,3-7-30,1-1 1,1 1-1,-1 0 0,1 0 1,0 1-1,1-1 0,-1 1 1,12-9-1,12-14-1,47-75 22,-54 70-27,38-43 0,-47 61-9,0-1 0,-2 0 1,0-1-1,12-26 1,-12 21 67,28-41 0,-38 65-70,-1 0 0,1-1 0,-1 1-1,1-1 1,-1 1 0,0 0-1,1-1 1,-1 1 0,0 0 0,1-1-1,-1 1 1,0 0 0,0-1 0,0 1-1,0 0 1,1 0 0,-1-1 0,0 1-1,0 0 1,0 0 0,-1-1-1,1 1 1,0 0 0,0 0 0,-1 1-1,2 37-31,-1-36 37,-3 87 14,-4-1 1,-22 111 0,-58 176-11,11-51-17,30-92 2,46-222 3,1-9-3,-1-1 1,0 1-1,0-1 1,0 1-1,0-1 0,0 1 1,0-1-1,0 1 1,0-1-1,-1 1 0,1-1 1,0 0-1,-1 1 1,0-1-1,1 1 0,-1-1 1,0 0-1,0 0 1,0 2-1,0-2-11,1-6-2,4-53 37,2 0 0,3-1 0,33-111 0,-15 70-13,91-311-9,-111 389-2,1 0 0,1 1 0,17-32 0,-17 44-2,-9 9 1,1 0 0,-1-1 0,1 1 0,0 0 0,-1 0 0,1 0 0,-1 0 1,1 0-1,-1-1 0,1 1 0,-1 0 0,1 0 0,0 0 0,-1 1 0,1-1 0,-1 0 0,1 0 0,-1 0 1,1 0-1,-1 0 0,1 1 0,-1-1 0,1 0 0,-1 1 0,1-1 0,-1 0 0,1 1 0,-1-1 0,1 0 1,-1 1-1,0-1 0,1 1 0,12 18 5,-10-15-5,3 5 9,16 25 9,41 45 0,-56-71-7,0-1-1,0 0 1,1 0 0,0 0-1,1-1 1,-1 0-1,1-1 1,0 0 0,0 0-1,1-1 1,15 5 0,-21-8-3,0 0 0,0 0 1,1 0-1,-1-1 0,0 1 1,1-1-1,-1 0 1,0 0-1,1-1 0,-1 1 1,0-1-1,1 0 1,-1 0-1,0-1 0,0 1 1,0-1-1,0 0 0,0 0 1,0 0-1,0 0 1,-1-1-1,1 1 0,-1-1 1,0 0-1,3-4 1,17-22 5,-1-1 0,-2-2-1,-1 0 1,-1-1 0,-2 0 0,19-58 0,-48 128-3310,-9-6-364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2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21034,'0'0'8302,"0"50"-6859,12 101-1023,0 2-314,-6 242 57,0-341-174,-6-53 10,0-1 0,0 0-1,0 0 1,1 1 0,-1-1-1,0 0 1,0 0 0,0 0 0,1 1-1,-1-1 1,0 0 0,0 0-1,1 0 1,-1 0 0,0 0 0,0 1-1,1-1 1,-1 0 0,0 0-1,1 0 1,-1 0 0,0 0 0,0 0-1,1 0 1,-1 0 0,0 0 0,1 0-1,-1 0 1,0 0 0,0 0-1,1 0 1,-1 0 0,0 0 0,1 0-1,-1-1 1,0 1 0,0 0-1,1 0 1,-1 0 0,0 0 0,0-1-1,1 1 1,-1 0 0,0 0 0,0 0-1,0-1 1,1 1 0,158-289 222,-126 236-204,42-75-5,-53 88 17,1 2-1,2 0 0,58-65 0,-83 103-36,0 1 1,0-1-1,0 0 1,0 0-1,0 0 1,0 1-1,0-1 1,0 0-1,0 0 1,0 0-1,0 0 1,1 0-1,-1 1 1,0-1-1,0 0 1,0 0-1,0 0 1,0 0-1,1 0 1,-1 0-1,0 1 1,0-1-1,0 0 1,0 0-1,1 0 1,-1 0-1,0 0 1,0 0-1,0 0 1,0 0-1,1 0 1,-1 0-1,0 0 1,0 0-1,0 0 1,1 0-1,-1 0 1,0 0-1,0 0 1,0 0-1,0 0 1,1-1-1,-8 22-454,-14 12-856,-3 3-1494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29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401 228 21146,'0'0'7705,"2"-7"-7337,3-31 163,-1 0 0,-3-50-1,-1 85-525,0 1 0,-1 0-1,1 0 1,-1-1 0,0 1-1,0 0 1,0 0 0,0 0-1,0 0 1,0 0 0,0 0-1,-1 0 1,1 0 0,-1 0-1,1 1 1,-1-1 0,0 1-1,1-1 1,-1 1 0,0-1-1,0 1 1,0 0 0,0 0-1,0 0 1,-1 0 0,1 0-1,0 1 1,0-1-1,-5 0 1,-6-1 16,-1-1-1,1 2 0,-25 0 1,32 2-20,0 0 0,0 0 1,0 1-1,0 0 0,0 0 0,0 1 1,1-1-1,-1 1 0,1 0 1,-1 1-1,1 0 0,0 0 0,1 0 1,-1 0-1,-5 7 0,-11 12 6,-31 44 0,48-61-4,-11 17-2,0 1 0,1 0 0,2 2 0,1-1 1,0 1-1,2 1 0,1 0 0,2 0 0,0 0 0,2 1 0,1 0 0,1 0 0,1 0 0,5 46 0,-3-71-2,0 0 0,-1-1-1,1 1 1,0-1 0,1 1 0,-1-1-1,0 1 1,1-1 0,-1 1 0,1-1-1,0 0 1,0 0 0,0 0 0,0 0-1,0 0 1,0-1 0,1 1 0,-1 0-1,0-1 1,1 0 0,-1 0 0,1 0-1,0 0 1,-1 0 0,1 0-1,4 0 1,-2 0 1,1 0-1,-1 0 0,0-1 1,0 1-1,0-1 1,0-1-1,1 1 1,-1-1-1,0 0 0,0 0 1,0 0-1,0-1 1,0 0-1,6-3 1,9-10 11,-1-1 1,0-1-1,-1-1 0,-1 0 1,-1-2-1,0 0 1,16-28-1,9-9 2,-21 26-7,0-1 0,-3 0 0,-1-2 0,-1 0 1,12-41-1,-26 70 5,1-1-1,-1 1 1,0-1 0,-1 0-1,1 1 1,-1-7 0,0 11 103,-2 45-82,-57 151 0,15-26-19,-48 157 22,80-290-31,-1-1 0,-2 0 0,-33 57 0,45-88-4,0-1 0,0 1 0,-1-1 0,1 0 0,-1 0 0,0 0 0,-4 3 0,6-5 0,0 2 3,2-3 10,-18-21 35,14 3-49,0-1 0,1 1 0,1 0 0,1-1 0,0 1 0,3-23 0,-1-8-10,30 50-35,-18 4 50,0 0-1,-1 1 1,0 0-1,0 1 0,21 15 1,34 19 7,-31-24-9,1-1 0,0-2 0,1-2 0,0-1-1,1-2 1,0-1 0,0-3 0,65 2-1,-96-6 5,-1-1 0,0 0 0,0 0 0,0-1 0,1 1 0,-1-1 0,0-1 0,0 0 0,0 0 0,0 0 0,-1-1 0,1 0 0,-1 0 0,1-1 0,9-7 0,5-5 56,36-38 0,-50 46-43,0 1 1,-1-1-1,1-1 1,-2 1-1,1-1 1,-1 0-1,-1 0 1,5-13-1,-9 22-26,0 0 0,0 0 0,0 0 0,0-1 0,1 1 0,-1 0 0,0 0 0,0 0 0,0-1 0,0 1 0,0 0 1,0 0-1,0-1 0,0 1 0,0 0 0,0 0 0,0-1 0,0 1 0,0 0 0,0 0 0,0 0 0,0-1 0,0 1 0,0 0 0,-1 0 0,1-1 0,0 1 0,0 0 0,0 0 0,0 0 0,0-1 0,0 1 0,-1 0 0,1 0 0,0 0 0,0 0 0,0 0 0,-1-1 0,1 1 0,0 0 0,0 0 0,0 0 0,-1 0 0,1 0 0,0 0 0,0 0 0,0 0 0,-1 0 0,1 0 0,-17 5-368,-20 18-669,35-21 902,-38 26-1976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4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10885,'0'0'11944,"0"-5"-8039,0 2-4635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41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184 123 21226,'0'0'6936,"0"-9"-6368,0-27-21,0 27 1310,-7 12-1662,-3 7-184,0-1 0,1 1 0,1 0 0,0 1 1,0 0-1,1 0 0,-11 25 0,-32 91 132,42-97-103,1 1-1,2 0 0,2 0 1,0 0-1,4 60 1,-1-45 1,0-40-39,0-1 0,1 0 0,-1 0 0,1 1 1,0-1-1,1 0 0,-1 0 0,1 0 1,0 0-1,0 0 0,1-1 0,-1 1 0,1-1 1,0 1-1,0-1 0,1 0 0,-1 0 1,1 0-1,0-1 0,0 1 0,0-1 1,0 0-1,1 0 0,-1 0 0,1-1 0,8 4 1,2-1 2,-1 0 1,1-2 0,0 0 0,0 0 0,0-1-1,0-1 1,1-1 0,16-1 0,-26 0-6,-1 0 0,1 0 0,0-1 1,0 1-1,-1-2 0,1 1 0,-1-1 1,0 1-1,0-1 0,0-1 0,0 1 1,0-1-1,-1 0 0,1 0 0,6-8 0,5-8 3,0 0 0,16-30-1,-20 30 0,58-90-13,-60 96 11,-1-1-1,-1 0 0,0 0 1,-1-1-1,-1 0 0,-1 0 1,0 0-1,-1-1 0,2-19 1,0-17 3,-1-83 0,-6 132-2,1 1 0,-1-1-1,0 0 1,0 1 0,-1-1 0,1 0-1,-1 1 1,1-1 0,-1 1 0,0 0-1,-1 0 1,1 0 0,0 0 0,-1 0-1,0 0 1,1 0 0,-1 1-1,0 0 1,0-1 0,-1 1 0,1 0-1,0 1 1,-7-4 0,0 1 2,-1-1 0,1 2 0,-1-1 0,0 2 1,0-1-1,0 1 0,-12 0 0,10 1-3,0 0 1,0 0-1,1 2 1,-1 0-1,0 0 0,0 1 1,0 1-1,1 0 0,-1 0 1,1 2-1,0-1 1,0 2-1,-12 6 0,6 1-186,1 1 0,0 0 0,1 1 0,1 0 0,0 2 1,1 0-1,1 0 0,1 1 0,0 1 0,1 0 0,1 0 0,1 1 0,1 1 0,1-1 0,0 1 0,-6 40 0,0 15-3506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48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12 455 12742,'0'0'13918,"0"0"-13770,-1 1 0,1-1 0,0 0 0,0 1 1,-1-1-1,1 0 0,0 1 0,-1-1 0,1 0 0,0 0 0,-1 1 0,1-1 0,-1 0 0,1 0 0,0 0 0,-1 1 0,1-1 0,-1 0 0,1 0 1,0 0-1,-1 0 0,1 0 0,-1 0 0,1 0 0,-1 0 0,1 0 0,-1 0 0,11-23-103,1 0 0,1 1 0,1 1-1,22-29 1,-4 5-23,110-174 12,-135 207-34,-6 11 1,1 0 0,-1 0-1,1 0 1,-1 1 0,1-1-1,-1 0 1,1 0 0,-1 0-1,1 0 1,0 0 0,-1 1-1,1-1 1,0 0 0,0 1-1,0-1 1,0 0 0,-1 1-1,1-1 1,1 0 0,-1 1-1,-1 0-1,1-1 1,-1 1 0,0-1 0,1 1 0,-1-1 0,0 0 0,0 1 0,1-1 0,-1 1 0,0-1 0,0 1 0,0-1 0,0 0 0,1 1 0,-1-1 0,0 1-1,0-1 1,0 0 0,0 1 0,-1-1 0,1 1 0,0-1 0,0-1 0,2-11 20,2 12-17,-3 1 32,-1 86 46,2 49-20,-26 205-1,12-252-21,-1 129 0,13-216-55,-19-36-1153,2 22-365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49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1 471 26236,'0'0'2647,"0"1"-2610,0-1 0,1 0 0,-1 0 0,0 0 0,1 0 0,-1 0 0,1 0 0,-1 0 0,0 0 0,1 0 0,-1 0 0,1 0 0,-1 0 0,0 0 0,1 0 1,-1 0-1,1 0 0,-1 0 0,0 0 0,1 0 0,-1-1 0,0 1 0,1 0 0,-1 0 0,0 0 0,1-1 0,-1 1 0,0 0 0,1 0 0,-1-1 0,0 1 1,0 0-1,1-1 0,-1 1 0,0 0 0,0-1 0,60-84 385,35-56-305,-71 100-74,3 0 0,1 2 0,1 1 1,44-43-1,-71 86-8,-1-1 1,1 1 0,-1 0-1,0 0 1,-1 0 0,1 0-1,-1 0 1,0 0-1,-1 7 1,2 81-40,-1-89 15,-2 154-3,5 178 37,-2-322-41,-1-10-3,0 1-1,0 0 1,0 0-1,1 0 1,0-1-1,0 1 0,0 0 1,1-1-1,0 1 1,0-1-1,0 0 1,0 1-1,5 5 1,-6-9-15,-1-29-2819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50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0 563 20409,'0'0'8185,"13"-8"-6256,-2-4-1854,-1-1 0,0-1 0,14-25 0,12-17-49,234-342 147,-255 378-123,-15 20-47,0 0 0,0-1 1,0 1-1,0 0 0,0 0 0,1 0 1,-1 0-1,0 0 0,0 0 1,0 0-1,0-1 0,0 1 0,1 0 1,-1 0-1,0 0 0,0 0 1,0 0-1,1 0 0,-1 0 0,0 0 1,0 0-1,0 0 0,0 0 0,1 0 1,-1 0-1,0 0 0,0 0 1,0 0-1,1 0 0,-1 0 0,0 0 1,0 0-1,0 0 0,0 1 1,1-1-1,-1 0 0,0 0 0,0 0 1,0 0-1,0 0 0,0 0 0,1 0 1,-1 1-1,0-1 0,0 0 1,0 0-1,0 0 0,0 1 0,3 37 246,-4-21-300,2 111 119,34 247 0,-18-220-30,-8-57-14,4-45-22,-10-44 5,0 0 0,0 0-1,-1 0 1,-1 0 0,1 15 0,4-41-285,-6-16-1715,0 19-1731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24667,'0'0'4762,"-3"8"-4722,-24 56 240,15-39-135,1 2-1,0 0 0,-8 38 0,1 39 25,5 1 1,4 0-1,10 194 1,0-282-159,2-1 0,0 0 1,1 0-1,1 0 0,0 0 1,1-1-1,14 25 0,-15-30-4,1-1-1,0 0 1,1 0 0,0 0-1,0 0 1,1-1-1,0-1 1,0 1-1,1-1 1,0-1-1,0 1 1,14 6 0,-22-13-7,24 4 5,-11-4 3,-11-13-475,-2 10 292,6-21-644,-5 4-2810,-2-6-10420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1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90 410 27917,'0'0'2166,"0"-2"-1960,1-8-157,0 0 0,0 1 0,1 0 0,1-1 0,0 1 0,0 0 0,1 0 0,8-15 0,48-71-53,-46 75 28,14-19-15,1 1-1,2 1 1,36-32 0,-65 68-8,10-9 17,-11 19-4,-2 6-15,2 23 21,-1-1 1,-2 1-1,-2-1 1,-1 0-1,-16 54 0,-162 455 159,67-267-131,106-245-37,10-30-9,-1 0 1,0 0-1,0 0 0,-1 0 0,1 0 0,-1 0 0,0-1 0,0 1 0,-2 3 0,-1-4 17,4-22 74,2-15-83,3 1 0,0 0 0,2-1-1,2 2 1,1-1 0,16-39 0,95-186 33,-106 231-43,0-2 0,2 0-1,0 1 1,2 1 0,1 0-1,37-39 1,-55 66-2,-1 0 1,0 0 0,1-1 0,-1 1-1,1 0 1,-1 0 0,0 0 0,1-1-1,-1 1 1,1 0 0,-1 0-1,0 0 1,1 0 0,-1 0 0,1 0-1,-1 0 1,1 0 0,-1 0 0,0 0-1,1 0 1,-1 0 0,1 0-1,-1 0 1,0 1 0,1-1 0,-1 0-1,1 0 1,-1 0 0,0 0 0,1 1-1,-1-1 1,0 0 0,1 1-1,-1-1 1,0 0 0,0 0 0,1 1-1,-1-1 1,0 0 0,0 1 0,1 0-1,9 17-12,-9-15 10,4 8 3,6 13 0,0 0-1,2 0 0,28 38 0,-36-57 3,-1 1 0,1-1 0,0 0 0,0 0 0,1 0 0,0-1 0,0 0 0,0 0-1,0 0 1,0-1 0,1 0 0,0 0 0,-1-1 0,1 0 0,0 0 0,0 0 0,0-1 0,1 0-1,7 0 1,-10-1 5,1 0 0,-1 0 0,0-1 0,1 1 0,-1-1 0,0 0 0,0 0-1,0-1 1,0 0 0,0 0 0,0 0 0,0 0 0,-1-1 0,1 1 0,-1-1 0,0-1 0,0 1-1,0 0 1,0-1 0,0 0 0,-1 0 0,1 0 0,2-5 0,17-20-112,-2 3 254,23-37 1,-40 56-319,1 0 1,-2-1 0,1 0 0,-1 0 0,0 0 0,0 0-1,-1-1 1,0 1 0,-1-1 0,1-10 0,-2-2-2689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26572,'0'0'3386,"-6"-4"-3176,17 2-116,1 0 0,-1 1 0,0 1 0,1 0 0,19 2 0,6 0-23,211-5-2034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5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23 121 26236,'0'0'3983,"-6"2"-3735,5-2-241,0 0 0,0 0-1,1 0 1,-1 0 0,0 1-1,0-1 1,1 0 0,-1 0-1,0 1 1,0-1 0,1 1-1,-1-1 1,0 0 0,1 1-1,-1-1 1,0 1 0,1 0-1,-1-1 1,1 1 0,-1-1-1,1 1 1,-1 0 0,0 1-1,20 1 192,50-7 53,131-29-122,-140 21-146,-50 11-256,1-1 0,-1 0 0,0-1 0,0 0 0,0-1 0,0 0 0,-1-1 1,1 0-1,-1 0 0,0-1 0,-1 0 0,1 0 0,9-11 0,-5-2-2763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 27485,'0'0'2737,"-8"-5"-2510,5 3-189,5 3 182,139 81 50,-78-48-255,-1 2 0,65 53 0,-121-84-14,0 0 0,-1 0-1,0 0 1,0 0 0,-1 1 0,0 0-1,1 0 1,-2 0 0,1 0-1,-1 1 1,0 0 0,4 12 0,-4-2 5,-1 0 0,0 1 0,-1-1 0,-1 18 0,0-18 0,-1-6 1,-1 0 1,0 0 0,0 0-1,-1-1 1,-1 1 0,1-1-1,-2 0 1,1 0 0,-2 0-1,1-1 1,-1 0 0,-1 0-1,1 0 1,-1-1 0,-16 14-1,-13 11 47,-1-2-1,-51 33 1,58-43-28,6-4 1,11-7-16,0 0 0,-1-1 0,0-1 0,-1 0 0,-18 7 0,81-41-3719,-2-3-1099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6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460 171 25580,'0'0'3247,"2"-25"-2847,4-76-64,-6 99-319,0 0 1,0 1-1,0-1 0,0 0 1,0 1-1,0-1 1,0 0-1,-1 1 1,1-1-1,-1 1 0,1-1 1,-1 1-1,1-1 1,-1 1-1,0-1 0,0 1 1,0-1-1,0 1 1,0 0-1,0 0 0,0-1 1,0 1-1,-1 0 1,1 0-1,0 0 0,-1 0 1,1 0-1,-1 1 1,1-1-1,-1 0 0,1 1 1,-1-1-1,1 1 1,-1-1-1,0 1 0,1 0 1,-1 0-1,1 0 1,-1 0-1,0 0 1,1 0-1,-1 0 0,0 0 1,-2 1-1,-2 0 27,-3-2 8,-63 2 138,67 0-186,-1 1 0,1-1-1,-1 1 1,1 0 0,0 0-1,0 0 1,0 1 0,0 0-1,0 0 1,-7 6 0,-18 17 32,1 1 0,1 0 0,2 3 0,-46 63 0,61-75-25,0 0-1,2 0 0,0 1 0,1 1 1,1 0-1,1 0 0,0 0 1,2 0-1,0 1 0,1 0 1,1 24-1,1-19-7,0-17-2,0-1 0,1 1 0,1 0 0,-1-1 1,4 14-1,-3-20-1,-1 1 0,1-1 0,0 0 0,0 0 0,0 0 1,0 0-1,1-1 0,-1 1 0,0 0 0,1 0 0,-1-1 0,1 1 0,0-1 1,0 1-1,-1-1 0,1 0 0,0 0 0,0 0 0,0 0 0,0 0 0,0 0 1,0 0-1,1-1 0,-1 1 0,0-1 0,3 1 0,4 0 2,-1 1 0,1-2 0,0 1 0,-1-1 0,1 0 1,0-1-1,-1 0 0,1 0 0,0-1 0,-1 0 0,0-1 0,1 0 0,-1 0 0,0-1 0,-1 0 0,1 0 0,-1-1 0,1 1 0,-1-2 0,-1 1 0,12-13 1,0 1 2,-1-1 0,0-1 1,-2-1-1,0 0 0,-2-1 1,0-1-1,-1 0 0,16-42 1,-18 40-3,-8 19-1,0 1 0,0-1 0,0 0 0,0 0 0,-1 0 0,0 0 0,0 0 0,0-7 0,-1 11 6,0 18-45,-1 8 40,-1-1 0,-2 0 1,-1 0-1,0 0 1,-15 37-1,-54 115 31,69-166-32,-12 29 14,-1-1 1,-2-2 0,-1 1 0,-2-2-1,-1-1 1,-34 35 0,39-56 9,19-13-25,0 0 1,-1 0-1,1 0 0,-1 0 1,1 0-1,0 0 1,-1 0-1,1 0 0,0-1 1,-1 1-1,1 0 1,0 0-1,-1 0 0,1 0 1,0 0-1,0-1 1,-1 1-1,1 0 0,0 0 1,-1 0-1,1-1 1,0 1-1,0 0 0,-1 0 1,1-1-1,0 1 1,0 0-1,0-1 1,0 1-1,-1 0 0,1-1 1,0 1-1,-2-41 89,3 25-79,-2 10-11,1 1-1,1-1 0,-1 0 0,1 0 0,0 1 1,0-1-1,1 0 0,0 1 0,0-1 0,0 1 0,0 0 1,1-1-1,0 1 0,0 1 0,0-1 0,1 0 1,7-7-1,-5 8-1,0 0 1,-1 0-1,2 0 1,-1 1-1,0 0 1,1 1-1,-1-1 1,1 1-1,0 0 1,-1 1-1,1 0 1,0 0-1,0 0 1,12 1-1,4 0 1,0 0 0,0 2-1,-1 1 1,1 0 0,-1 2 0,0 0 0,0 2 0,21 8-1,-37-11-199,1-1-1,0 0 1,0 0-1,0-1 1,0 0-1,0 0 1,0-1-1,0 0 1,0 0-1,1 0 1,-1-1-1,0 0 1,1-1-1,-1 0 1,0 0-1,0 0 1,1-1-1,8-3 1,8-12-5927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7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15047,'0'0'14305,"-6"22"-13617,7-16-636,1 0 0,0 0 0,0-1 0,0 1 0,1-1 0,-1 1 0,1-1 0,0 0 0,1 0 0,-1 0 0,6 5 0,14 22 74,66 149 139,-76-150-247,-2 1 0,-2 0 0,-1 1 0,4 35 0,-6 7 18,-4 87-1,-3-86-21,0-36-1,-3 0-1,-1-1 0,-2 1 1,-1-1-1,-2 0 0,-28 68 1,5-34 23,-3-1 0,-64 94 0,72-117-11,-14 17 17,42-65-39,0-1 1,0 1-1,0-1 0,0 1 1,-1-1-1,1 0 1,0 1-1,0-1 1,-1 1-1,1-1 1,0 0-1,0 1 0,-1-1 1,1 0-1,0 1 1,-1-1-1,1 0 1,-1 0-1,1 1 1,0-1-1,-1 0 0,1 0 1,-1 0-1,1 1 1,0-1-1,-1 0 1,1 0-1,-1 0 0,1 0 1,-1 0-1,1 0 1,-1 0-1,1 0 1,0 0-1,-1 0 1,0 0-1,-1-18-894,2 12 369,0-4-1495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26732,'0'0'3434,"2"-7"-3255,0 3-156,1 0 0,-1 1 0,0-1 0,1 1 0,0-1 0,0 1 0,0 0 0,0 0 0,0 1 0,1-1 0,-1 0 0,1 1 0,0 0 0,-1 0 0,1 0 0,0 1 0,0-1 0,1 1 0,-1 0 0,0 0 0,8-1 0,20-3 51,61-2 0,-71 6-80,162-2-1227,-183 7-386,-1 3-158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25644,'0'0'3753,"5"1"-3310,52 3-220,0-1-1,0-4 1,0-1-1,102-19 1,-151 19-499,0 0 0,0 0 0,0-1 0,-1 0 0,1 0 0,-1-1 1,0 0-1,0 0 0,0 0 0,-1-1 0,8-7 0,4-7-3003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29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27421,'0'0'2547,"8"-4"-2392,1 1-113,-1 1 1,0 0-1,1 0 0,0 0 1,-1 1-1,1 0 0,0 1 1,-1 0-1,1 0 0,0 1 1,0 0-1,-1 1 0,1-1 1,11 6-1,0 1-18,0 1 0,-1 1 0,0 1 0,0 0 0,24 21 0,-37-27-21,0 0 0,-1 1 1,1 0-1,-1 0 0,0 0 0,-1 1 1,1-1-1,-1 1 0,-1 0 0,1 0 1,-1 1-1,-1-1 0,1 1 0,-1-1 1,-1 1-1,1 0 0,-1 0 0,0 8 1,0-5 5,-1 0 0,0 0 1,-1 0-1,0 0 1,0 0-1,-1-1 0,-1 1 1,0-1-1,0 1 1,-1-1-1,0 0 1,-1 0-1,0-1 0,-12 17 1,-11 8 42,-2-1 0,-1-2 1,-2-1-1,-1-1 0,-1-2 0,-48 28 0,64-47-2263,39-17-156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3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530 141 23691,'0'0'4965,"5"-21"-4509,12-64-107,-17 84-332,1-1-1,-1 1 0,0 0 0,0 0 0,0 0 1,0-1-1,0 1 0,-1 0 0,1 0 0,0 0 1,-1-1-1,1 1 0,0 0 0,-1 0 0,1 0 0,-1 0 1,0 0-1,1 0 0,-1 0 0,0 0 0,0 0 1,1 0-1,-1 0 0,0 1 0,0-1 0,0 0 0,0 1 1,0-1-1,0 0 0,0 1 0,0-1 0,-1 1 1,1 0-1,-2-1 0,-40 0 310,31 2-261,3-1-61,-1 0-1,1 0 1,-1 1 0,1 1-1,0-1 1,0 2 0,0-1-1,0 1 1,0 1-1,1-1 1,-1 1 0,1 1-1,0 0 1,0 0-1,0 0 1,-10 12 0,-4 1 10,0 2-1,2 1 1,1 1 0,0 0 0,2 1 0,1 1 0,0 1 0,2 0 0,1 1 0,1 0 0,1 1-1,2 1 1,0-1 0,2 1 0,1 1 0,2-1 0,0 1 0,1 44 0,3-71-11,0 1 0,0-1 0,1 1 1,-1-1-1,1 1 0,-1-1 0,1 1 1,0-1-1,0 0 0,0 1 0,0-1 0,0 0 1,1 0-1,-1 0 0,1 0 0,-1 0 0,1 0 1,0 0-1,-1-1 0,1 1 0,0 0 1,0-1-1,0 0 0,1 1 0,-1-1 0,0 0 1,0 0-1,1 0 0,-1-1 0,1 1 1,-1 0-1,1-1 0,-1 0 0,1 1 0,-1-1 1,1 0-1,-1 0 0,5-1 0,0 0 3,0 1-1,0-1 1,0 0-1,0-1 1,0 0-1,0 0 1,0 0-1,-1-1 1,1 0-1,-1 0 1,0-1-1,0 1 1,6-6-1,17-21 19,-1-1-1,-2-1 1,31-48-1,56-113-11,-106 181-8,3-8-12,1 2 81,-16 44-42,-7 9-20,-1-2 0,-26 47 0,10-21 15,-30 65 7,-5-3 0,-6-3 1,-85 110-1,148-219-24,5-5-4,0-1 1,-1 1-1,1 0 0,-1-1 1,0 1-1,0-1 1,0 0-1,0 0 1,-1 0-1,1-1 1,-1 1-1,0-1 0,0 0 1,0 0-1,0 0 1,0 0-1,-5 1 1,7-3 15,2-14 64,-1 7-83,0-1-1,1 1 0,0-1 1,1 1-1,0 0 0,0-1 1,0 1-1,1 0 0,0 0 1,1 0-1,0 0 0,0 0 1,0 0-1,0 1 0,1 0 1,0 0-1,9-10 0,-5 7-3,1 2 0,-1-1 0,1 1-1,0 0 1,1 1 0,0 0-1,0 1 1,0 0 0,1 0 0,-1 1-1,1 0 1,0 1 0,17-2-1,-15 4 1,0 0-1,0 1 0,0 0 1,0 2-1,0-1 0,0 1 1,0 1-1,0 1 0,0 0 1,-1 0-1,18 10 0,-17-8 4,-3-2 1,0 0-1,0 1 1,-1 1-1,0-1 1,0 1-1,0 1 1,0 0-1,-1 0 1,9 11-1,-14-15-23,-1-1-1,1 1 0,0-1 1,1 1-1,-1-1 0,0 0 1,1-1-1,-1 1 0,1 0 1,-1-1-1,1 0 0,0 0 1,0 0-1,0 0 0,4 0 1,69 2-1087,-56-2 534,54-1-1540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51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36 27741,'0'0'2414,"-24"11"-2296,-74 33 58,91-41-144,-1 1 0,1 0-1,0 1 1,0 0 0,0 0 0,1 0 0,0 1 0,0 0 0,0 0 0,1 1 0,0-1 0,0 1 0,0 0 0,-5 14 0,-4 3 33,3-4-42,0 1 0,1 0 1,2 1-1,0 0 0,1 1 1,-7 44-1,7-11 23,1 98 1,6-147-46,0-1 1,0 1-1,1 0 0,0-1 0,0 1 1,1-1-1,-1 1 0,2-1 1,-1 0-1,1 0 0,-1 0 0,2 0 1,-1 0-1,1-1 0,5 8 1,-3-7-2,0-1 1,1 1 0,0-1 0,0-1-1,0 1 1,1-1 0,-1 0-1,1-1 1,0 0 0,0 0 0,15 3-1,-9-3 2,1 0-1,0 0 0,0-2 1,0 1-1,26-3 0,-36 1 0,1-1-1,0 0 1,0 0-1,-1-1 1,1 1-1,-1-1 0,1 0 1,-1-1-1,0 1 1,0-1-1,0 0 1,0-1-1,-1 1 1,1-1-1,-1 0 0,0 0 1,5-5-1,5-12 5,-1 0-1,0 0 1,-1-1-1,-2-1 1,0 0-1,-2 0 1,0-1-1,-2 0 1,7-42-1,-7 7 12,-2 0 0,-8-114 1,4 164-16,-1 0 1,0 0 0,-1 0 0,0 0-1,-1 1 1,1-1 0,-2 1-1,1 0 1,-1-1 0,0 2-1,-1-1 1,0 0 0,0 1 0,-1 0-1,-8-9 1,8 12 1,0-1-1,1 1 1,-1 0-1,0 0 1,-1 1-1,1 0 1,-1 0-1,1 0 1,-1 1-1,0 0 1,0 1-1,0-1 1,0 1-1,0 1 1,0-1-1,-1 1 1,1 0-1,0 1 1,0 0-1,-7 1 1,6 0-15,1 1 0,0-1 0,0 1 0,0 0 1,0 1-1,1 0 0,-1 0 0,1 0 0,0 1 1,0 0-1,1 0 0,-8 9 0,-7 10-405,-30 45 0,35-46-12,-26 39-1241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52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1 484 27949,'0'0'1726,"-1"4"-1484,7-8-116,25-38 139,-2 0-1,43-86 0,-49 82-223,2 2 1,2 1-1,51-63 0,-74 102-38,-3 2-2,1-1 0,0 1-1,1-1 1,-1 1 0,0 0 0,1 0 0,-1 0 0,1 0 0,-1 1 0,1-1 0,0 0 0,0 1 0,4-2 0,-5 9-4,8 84 47,-5 0 0,-7 115 0,0-62-42,0-113-1742,-8-48-55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53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4 421 23003,'0'0'6026,"-1"13"-5812,-1 39 12,5-46 114,4-12-188,5-13 55,24-43 132,166-265 48,-193 315-354,0 1 0,1 0 0,0 0 0,21-17 1,-30 28-34,0-1 1,-1 1-1,1-1 1,0 1-1,0 0 1,-1-1 0,1 1-1,0 0 1,0-1-1,0 1 1,-1 0-1,1 0 1,0 0 0,0 0-1,0 0 1,0 0-1,0 0 1,-1 0-1,1 0 1,0 0 0,0 0-1,0 0 1,0 1-1,-1-1 1,1 0 0,0 1-1,0-1 1,-1 0-1,1 1 1,0-1-1,0 1 1,-1-1 0,1 1-1,-1 0 1,1-1-1,0 1 1,0 1-1,17 30 9,-16-27-7,11 28 22,-2 1-1,-1 0 1,-1 1 0,-2-1 0,4 60 0,-6 184-482,-7-167-823,2-131-154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5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18 669 25708,'0'0'3772,"-1"1"-3731,1-1 0,-1 0 0,0 1 0,0-1 0,1 0 0,-1 1 0,0-1 0,0 0 0,1 0 0,-1 0 0,0 1 0,0-1 0,0 0 0,1 0 0,-1 0 0,0 0 0,0-1 0,0 1 0,1 0 0,-1 0 0,-1-1 0,4-9-1,0-1 0,1 1 0,0 0 0,0 0 0,1 0 1,1 1-1,-1-1 0,2 1 0,-1 0 0,1 0 0,1 1 0,9-11 0,6-11-4,226-367 47,-245 392-80,4-10 10,1 0 0,0 1 0,2 0-1,0 1 1,17-19 0,-25 31 1,2 1-9,-3 26 16,-1 22 16,-28 728 332,25-733-367,3-30-1,-1 1 0,-1-1-1,-4 17 1,4-14 5,2-16-8,0 1 0,0-1 0,0 1 0,0-1 0,0 1 0,0 0 0,0-1-1,0 1 1,0-1 0,0 1 0,0-1 0,0 1 0,-1-1 0,1 1 0,0-1 0,0 1-1,-1-1 1,1 1 0,0-1 0,-1 1 0,1-1 0,0 1 0,-1-1 0,1 1 0,-1-1 0,1 0-1,-1 1 1,1-1 0,0 0 0,-1 0 0,0 1 0,1-1 0,-1 0 0,1 0 0,-1 0-1,1 0 1,-1 1 0,1-1 0,-1 0 0,0 0 0,1 0 0,-1 0 0,1 0 0,-1 0-1,0-1 1,0 1-187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5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24315,'0'0'4458,"-3"1"-4375,1 1 0,-1 0-1,1 0 1,0 0 0,0 0-1,0 0 1,0 0 0,0 1 0,0-1-1,1 1 1,-1-1 0,-1 4-1,-12 29-4,0 1-1,3 0 1,1 0-1,2 1 1,1 1-1,-3 38 1,1 229 224,10-253-274,0-46-26,0 0 0,0-1 0,0 1 1,1 0-1,0-1 0,0 1 0,1-1 0,-1 1 1,1-1-1,0 0 0,1 0 0,2 6 0,-3-9-1,0 0 0,1 0-1,-1 0 1,0 0 0,1 0-1,-1 0 1,1-1 0,0 1-1,0-1 1,-1 1 0,1-1-1,0 0 1,0 0 0,0-1-1,0 1 1,0-1 0,0 1-1,1-1 1,-1 0 0,0 0-1,0 0 1,0 0 0,0-1-1,3 0 1,1-1 1,0-1 1,0 1-1,0-1 0,0-1 1,-1 1-1,1-1 0,-1 0 1,0-1-1,0 1 0,-1-1 1,1 0-1,-1-1 0,7-9 1,7-8 12,-1-1 0,15-30-1,-13 17-4,-2 0-1,-2-2 1,-2 0-1,-1-1 1,-2 0-1,-2-1 1,-2 0-1,-1 0 1,-3-1-1,-1-43 1,-2 83-7,0-1 1,0 1-1,-1-1 1,1 1 0,-1 0-1,0-1 1,0 1-1,0 0 1,0-1 0,0 1-1,0 0 1,-1 0 0,1 0-1,-1 0 1,1 0-1,-1 0 1,0 1 0,0-1-1,0 0 1,0 1-1,0 0 1,0-1 0,0 1-1,0 0 1,0 0 0,-1 0-1,1 0 1,0 0-1,-4 0 1,-3-1-8,0 0 1,0 1-1,0 0 1,-1 0-1,1 1 1,0 1-1,-13 1 1,16-1-27,1 1 1,0 0 0,0-1-1,0 2 1,1-1 0,-1 1-1,0 0 1,1 0 0,0 0-1,0 0 1,0 1 0,0-1 0,0 1-1,1 0 1,-1 1 0,-3 5-1,-6 10-467,1 1 0,-12 28-1,-1 9-1455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57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0 475 25308,'0'0'3068,"0"0"-3043,0 0 1,0 0 0,0 0 0,1 0-1,-1 0 1,0 0 0,0 0 0,0 0 0,0 0-1,0 0 1,0 0 0,0 0 0,0 0-1,0 1 1,0-1 0,1 0 0,-1 0-1,0 0 1,0 0 0,0 0 0,0 0 0,0 0-1,0 0 1,0 0 0,0 0 0,0 0-1,0 1 1,0-1 0,0 0 0,0 0-1,0 0 1,0 0 0,0 0 0,0 0-1,0 0 1,0 0 0,0 1 0,14-12 148,0-1 0,0 0 1,-2 0-1,1-2 0,19-27 0,48-86 14,-58 89-106,26-36-21,-25 40 13,35-69-1,-59 112-53,0-1-1,0 1 1,1 0-1,0-1 1,2 12-1,0 11-8,-20 208 33,12-179-40,-6 295-1953,12-330 1721,0 6-2013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57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226 204 25932,'0'0'3244,"-10"1"-3039,6 0-192,-1 0 0,1 1-1,-1-1 1,1 1 0,0-1-1,0 1 1,0 1 0,0-1-1,0 0 1,0 1-1,0 0 1,-5 5 0,2 1 18,0-1 1,1 1 0,0 1 0,0-1 0,-7 17-1,-11 28 197,2 2 0,-18 70 0,32-93-159,2 0 1,1 0 0,1 0 0,2 1-1,2 50 1,1-80-68,0 0-1,0 0 0,0-1 1,0 1-1,1 0 1,-1-1-1,1 1 0,0-1 1,0 1-1,0-1 1,1 0-1,-1 0 0,1 0 1,-1 0-1,1 0 1,0-1-1,0 1 0,1-1 1,-1 0-1,0 0 1,1 0-1,-1 0 1,1 0-1,0-1 0,-1 0 1,9 2-1,-6-1 1,0-1-1,1 0 1,-1 0-1,0-1 1,1 0-1,-1 0 1,1 0-1,-1-1 1,0 1-1,1-2 1,-1 1-1,0-1 1,0 0 0,0 0-1,0 0 1,8-6-1,2-4 12,0-1-1,-2-1 1,0 0-1,0-1 1,-1 0-1,-1-1 1,-1-1 0,13-24-1,-7 11-6,-3-1 1,0-1-1,-2 0 0,8-38 0,-12 28 20,-3 0 0,-2-1 0,-3-78-1,-1 52-10,1 58-13,-1-1 0,0 1 0,0 0 0,-1 0 0,-1 0 0,0 0 0,-1 0 0,0 1 0,-5-11 0,7 17-2,-1-1 0,1 1 0,-1 0 0,0 0 0,0 0 0,0 0 0,-1 1 0,0-1 0,1 1-1,-1 0 1,0 0 0,0 0 0,-1 1 0,1-1 0,-1 1 0,1 0 0,-1 0 0,0 1 0,1-1 0,-1 1-1,0 0 1,-9 0 0,9 1-10,0-1 0,0 2-1,0-1 1,0 0-1,-1 1 1,1 0 0,0 0-1,0 1 1,0 0 0,1-1-1,-1 2 1,0-1-1,1 0 1,-1 1 0,-4 3-1,2 1-55,-1 1 0,2-1-1,-1 1 1,1 0 0,0 1 0,1-1-1,-5 11 1,-1 5-569,0 0-1,-11 47 1,15-49 46,-16 59-2158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3:5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1 599 21658,'0'0'7387,"1"-8"-7157,2-10-91,1-1 0,1 1 1,0 1-1,16-35 0,47-76 96,-20 38-142,-41 76-67,11-23 53,1 0 0,2 2 0,2 0 1,47-56-1,-67 105-39,2 71 20,-4 86 0,-2-72 7,1-89-69,0 54-28,-13 112 0,13-175 19,0 0-76,0-1 0,0 1 0,0 0 0,0-1 0,0 1 0,0 0 0,-1-1 1,1 1-1,0 0 0,0-1 0,0 1 0,-1-1 0,1 1 0,0 0 0,0-1 0,-1 1 1,1-1-1,-1 1 0,1-1 0,0 1 0,-1-1 0,1 1 0,-1-1 0,1 0 1,-1 1-1,1-1 0,-1 0 0,0 1 0,1-1 0,-1 0 0,1 0 0,-2 1 0,-9-1-4245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0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67 19513,'0'0'6462,"0"-7"-5665,0-53 3237,-13 66-3909,2 6-118,1 1-1,0 1 1,1 0-1,0 0 0,1 1 1,1-1-1,1 2 1,-7 19-1,3-8 3,-3 8 11,1 1 0,2 1 0,2-1 0,-6 61 0,9-31-1,7 117 1,-1-174-21,1-1 1,-1 1-1,2-1 1,-1 0 0,1 0-1,0 0 1,1 0-1,0 0 1,0-1-1,0 0 1,1 0-1,0 0 1,1 0-1,0-1 1,0 0-1,0 0 1,0 0-1,1-1 1,0 0-1,0 0 1,1-1-1,-1 0 1,1 0-1,0-1 1,0 0-1,0 0 1,0-1-1,1 0 1,-1 0-1,1-1 1,-1 0-1,11-1 1,-15-1 1,-1 1 0,0-1 0,1 0 0,-1-1 0,0 1 0,0-1 0,0 1 0,0-1 0,0 0 0,0 0 0,0 0 0,-1 0 0,1-1 0,3-4 0,31-43 13,-33 44-14,24-39 9,-3-1 0,35-91 0,-52 115-7,-1-2-1,-1 1 1,-2 0 0,4-39 0,-5-98 9,-3 116-10,0 39-2,-1-1 0,0 1 0,0 0 0,0 0 0,0-1 0,-1 1 0,0 0 0,0 1 0,0-1 0,-1 0 0,1 0 0,-1 1 0,0 0 0,-1-1 0,1 1 0,-1 0 0,0 1 0,0-1 0,0 1 0,0 0 0,0-1 0,-1 2 0,0-1 0,1 1 0,-1-1 0,0 1 0,0 1 0,0-1 0,0 1-1,-1 0 1,1 0 0,0 0 0,-1 1 0,1 0 0,0 0 0,-1 0 0,1 0 0,-8 3 0,10-2-24,0 0-1,0 0 0,0 0 1,1 1-1,-1 0 0,0-1 1,1 1-1,-1 0 1,1 0-1,-1 1 0,1-1 1,0 0-1,0 1 0,0-1 1,0 1-1,-2 4 1,-21 53-1187,16-34 351,-13 20-1249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03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9 461 13894,'0'0'13385,"-2"6"-12782,-5 11 1372,26-54-1221,83-169-607,-43 79-107,-21 20-8,-32 100 156,-3 17-147,-1 21-60,-2-30 31,11 264 42,1 1-42,-11-247-9,0 1 0,1-1-1,1 0 1,0 1 0,12 32-1,-15-52-43,0 1-1,1-1 0,-1 0 0,0 1 1,0-1-1,0 0 0,1 0 1,-1 1-1,0-1 0,0 0 0,1 0 1,-1 1-1,0-1 0,0 0 1,1 0-1,-1 0 0,0 0 0,1 1 1,-1-1-1,0 0 0,1 0 1,-1 0-1,0 0 0,1 0 0,-1 0 1,0 0-1,1 0 0,-1 0 1,0 0-1,1 0 0,-1 0 0,0 0 1,1 0-1,-1 0 0,0 0 0,1 0 1,-1-1-1,0 1 0,0 0 1,1 0-1,-1 0 0,0 0 0,1-1 1,-1 1-1,0 0 0,0 0 1,1-1-1,-1 1 0,0 0 0,0 0 1,0-1-1,0 1 0,1 0 1,-1-1-1,2-3-2258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0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1 601 19961,'0'0'7910,"6"18"-6199,-1-22-1657,0 1 0,0-1 0,0 0 0,-1 0 1,1 0-1,-1-1 0,0 1 0,0-1 1,0 0-1,5-10 0,30-63 2,-32 64-17,18-41 52,86-173 199,-79 149-133,-17 58-66,-13 19-88,0 0 1,0 0-1,0-1 0,-1 1 1,1 0-1,-1-1 0,1 1 0,-1-1 1,0 1-1,0-1 0,0 1 1,1-7-1,10-18 56,-12 26-59,-1 0 0,1 1 1,0-1-1,0 1 0,0-1 1,-1 1-1,1-1 1,0 1-1,0-1 1,0 1-1,0-1 0,0 1 1,0-1-1,0 1 1,0-1-1,0 1 1,1-1-1,-1 1 0,0-1 1,0 1-1,0-1 1,1 1-1,-1-1 1,0 1-1,0-1 0,1 1 1,-1-1-1,0 1 1,1 0-1,-1-1 1,1 1-1,-1 0 0,1-1 1,-1 1-1,0 0 1,1-1-1,-1 1 1,1 0-1,-1 0 0,1 0 1,-1-1-1,1 1 1,0 0-1,2-4 24,-4 16 0,1 609-109,1-621 34,-1 0 0,1 0 0,0 0-1,-1 0 1,1 0 0,-1 0 0,1 1 0,-1-1 0,1 0 0,-1 0 0,0 1 0,1-1-1,-1 0 1,1 0 0,-1 1 0,1-1 0,-1 1 0,0-1 0,1 0 0,-1 1 0,0-1 0,1 1-1,-1-1 1,0 1 0,0-1 0,0 1 0,1-1 0,-1 1 0,0-1 0,0 1 0,0 0-1,0 12-1956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4:06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7 466 17624,'0'0'10840,"-6"33"-8621,7-44-2185,1 0-1,1-1 0,0 1 1,0 0-1,1 0 0,1 1 1,0-1-1,9-15 0,11-26 14,87-234 116,-109 279-149,-3 5-10,0-1 0,1 1 0,-1 0 1,1 0-1,0 0 0,0 0 1,-1 0-1,1 0 0,1 0 1,-1 0-1,0 1 0,0-1 1,1 0-1,-1 1 0,1-1 0,-1 0 1,1 1-1,0 0 0,0-1 1,3-1-1,-4 3 73,3 38-24,-3-22-44,13 249 25,-13-171-19,20 138 0,-12-179-10,-6-27 4,1 0-1,2 0 1,0 0-1,13 29 1,-18-51-4,-1-4 137,0-22-324,6-36-2510,-6 37-757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38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20137,'0'0'6534,"0"0"-6457,1 0 1,-1 0-1,0 0 0,1 1 1,-1-1-1,0 0 0,1 0 1,-1 0-1,0 1 1,1-1-1,-1 0 0,0 1 1,0-1-1,1 0 0,-1 0 1,0 1-1,0-1 1,0 0-1,0 1 0,1-1 1,-1 0-1,0 1 0,0-1 1,0 0-1,0 1 0,0-1 1,0 1-1,0-1 1,0 0-1,0 1 0,0 0 1,0 15-37,0 94 165,17 137 0,27 117-55,68 370-32,107 464-39,-203-1074-79,6 40 7,0 168-1,-24-167-6,14 312 11,14-104-9,-9-97-1,40 276 21,-18-197-16,-16-185-2,6 92 6,-10 256 21,-13-435-23,25 134 0,-18-175 6,-13-40-16,1 0 1,-1-1-1,1 1 0,0 0 1,0 0-1,0 0 0,0 0 1,0 0-1,0-1 0,0 1 1,0-1-1,1 1 0,-1-1 1,1 1-1,-1-1 0,1 0 1,2 2-1,0-3 1,-3 0 502,5-20-430,5-44-779,-5 30-510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3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25836,'0'0'2081,"0"12"-1820,0 1783 1879,5-549-2108,31-124 0,-22-807-29,57 290 41,-24-285-27,65 392 84,-94-613-55,30 119 86,-21-108-91,-20-85-13,1 1-1,19 37 0,-16-39 4,-1 1-1,12 43 0,-10-18 23,-5-27-6,-2 0 0,0 0 0,2 42 0,-7-64 147,0-46-191,0-201-3973,0 133-4180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44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1 412 25340,'0'0'3833,"37"0"-2995,107 1-480,428-17-105,-439 4-222,253-33 18,-236 26-37,1 6-1,177 8 1,-76 2 14,382-30 41,-388 29-46,326-18 3,-299 8-21,-7 2-16,-4-5 5,406 25 0,-154-3 7,-286-7-30,455 18 33,-184 0-7,581-41-62,-375-1 35,-83 5-13,116-9 45,-270 22-16,-427 8 16,447-27 9,-156 4-2,-143 15-21,294-19 12,-92 12 14,-218 12-11,640-3 5,-755 5-4,30-3 4,170 17-1,-136 0 5,173-5 1,-22-2 0,-238-4-10,849 43 174,101-45-65,-597-20-121,-91 3-5,877-16 35,-282 11-9,-397 16 598,-539 5-1712,0-4-1089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05.4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43 25228,'0'0'3313,"7"0"-2998,3 1-252,-4-1 41,0 1 0,0-1 0,0 0 0,0-1 0,0 1 0,0-1-1,0 0 1,-1-1 0,1 0 0,0 0 0,-1 0 0,9-4 0,-4-1-137,5-3 213,-11 0-3414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57.7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2057 206 19513,'0'0'4242,"1"-6"-3791,0-2-853,0 6 625,-1 0-1,1 0 0,-1 0 1,0 0-1,0 0 1,0 0-1,0 0 1,0 0-1,0 0 0,0-1 1,-1 1-1,0-2 1,0 3-127,0 0 1,0 0 0,0 0 0,0 0 0,-1 0 0,1 0-1,0 0 1,-1 1 0,1-1 0,0 1 0,-1-1 0,1 1-1,-1-1 1,1 1 0,-1 0 0,1-1 0,-1 1-1,1 0 1,-1 0 0,1 0 0,-1 0 0,-1 1 0,-93 5-18,1 5 1,-183 43-1,177-31-59,70-17-20,-144 32 0,-189 65 0,342-95 2,-214 87 121,203-80-97,1 3 0,1 0 1,0 2-1,-53 47 0,22-9 65,-104 127-1,145-157-73,1 0 0,1 2 0,2 0 0,1 1 1,1 1-1,2 0 0,-13 51 0,11-15 13,4 1 0,3 0 0,1 112 0,7-171-21,1 0 0,0 1 0,0-1 0,1 0 0,0 0-1,1 0 1,0-1 0,1 1 0,0-1 0,0 0 0,1 0 0,8 11 0,-4-7 10,1-2 1,1 1 0,0-1 0,0-1-1,1 0 1,0-1 0,20 12 0,6-1 26,0-2 1,2-1 0,0-3-1,82 20 1,7-8 2,1-6 1,165 5 0,268-21 32,-296-7-12,65 5-27,602-13 17,-688-3-3,431-83-1,-609 83-39,-2-3-1,0-3 1,-1-3-1,114-57 0,-156 68-11,-1-2-1,0 0 0,-1-1 0,-1-2 0,0 0 0,-1-1 0,-1 0 0,-1-2 1,-1 0-1,-1-1 0,0-1 0,-2 0 0,0-1 0,-2 0 0,0-1 0,7-25 1,-8 5-12,-3-1 0,-1 1 1,-2-1-1,-3 0 0,-5-71 1,2 97 5,-1 1 0,0-1 0,-1 1 0,-2 0 0,1 0 1,-2 0-1,-10-19 0,-72-114 2,86 146-1,-31-46 12,-3 1 0,-2 3 1,-2 0-1,-2 3 0,-2 2 0,-2 1 0,-1 3 0,-2 2 0,-73-40 1,59 43 3,-2 2 0,0 3 0,-2 4 0,-1 2 0,0 3 1,-2 4-1,-125-12 0,43 17-8,0 8-1,0 6 1,1 7-1,0 6 1,-201 50-1,-44 51-146,316-87-444,1 3-1,-126 74 1,93-31-2274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58.9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27677,'0'0'2580,"26"21"-2370,-9-8-176,18 15 26,-1 1-1,-1 1 1,36 44-1,6 16-14,-4-7 10,84 128 0,-144-193-182,-1 0 0,11 28 0,-19-40 74,0-1 1,0 1-1,0-1 1,-1 1 0,0-1-1,0 1 1,-1 0-1,1 0 1,-1-1 0,-1 1-1,1 0 1,-1 0-1,-2 10 1,0-14-219,1 0-1,0 0 1,-1 0-1,0-1 1,1 1 0,-1-1-1,0 0 1,1 0 0,-1 0-1,0 0 1,0 0-1,0-1 1,0 1 0,0-1-1,0 0 1,-4 0 0,-1 1-1981,-22 2-11458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5:59.3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97 394 25676,'0'0'3551,"-16"-14"-3218,-47-46-45,46 48 573,24 23-895,19 15 78,2-2 0,1-1-1,0-2 1,2-1-1,40 21 1,132 57 18,-168-85-61,1-1 0,0-2 0,74 12 1,-108-22 1,0 1 0,1-1 0,-1 0 0,1 0 0,-1 0 1,0 0-1,1 0 0,-1 0 0,1-1 0,-1 1 0,0-1 0,1 0 1,-1 1-1,0-1 0,0 0 0,0 0 0,1-1 0,-1 1 1,2-2-1,-1-1 2,0 0 0,0 0 0,-1-1 1,1 1-1,-1 0 0,0-1 0,2-8 1,0 2-10,32-90 14,-6 15-2,3 2-1,57-105 0,-28 85 20,-66 128-1096,-14 24-864,-16 10-2554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08.6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310 0 26972,'0'0'2527,"-11"27"-2250,-72 172 217,42-75-139,-35 176 1,3-3-315,48-217-2274,25-104 368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09.0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1 113 26844,'0'0'3356,"5"-5"-3139,5-2-157,0 1 1,0 0 0,1 1 0,0 0 0,0 0-1,0 1 1,11-2 0,96-20 120,-76 18-139,25-4-46,131-4 0,-85 14-3248,-105 2 421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09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387 24 24795,'0'0'4253,"-14"-4"-4008,-4-2-120,-1 2 0,-36-4 0,48 7-93,0 0 0,0 1 0,-1 1-1,1-1 1,0 1 0,0 0-1,0 1 1,0 0 0,0 0 0,0 0-1,0 1 1,1 0 0,-10 5-1,2 3-7,0 1-1,0 0 1,1 1-1,1 0 0,0 1 1,1 0-1,0 1 0,1 0 1,1 1-1,0 0 1,2 1-1,0-1 0,0 1 1,2 1-1,0-1 0,1 1 1,0 0-1,2 0 1,0 0-1,1 25 0,1-32-23,0-7 2,-1 1-1,1-1 0,1 1 0,-1-1 1,1 1-1,-1-1 0,1 1 1,2 5-1,-1-8 0,-1-1-1,0 1 0,0-1 1,1 0-1,-1 1 1,1-1-1,-1 0 0,1 0 1,0 0-1,-1 0 1,1 0-1,0-1 1,-1 1-1,1 0 0,0-1 1,0 1-1,0-1 1,0 0-1,0 0 0,-1 0 1,1 1-1,4-2 1,1 2 3,0 0 0,0-1 1,1 0-1,-1 0 0,0-1 1,1 0-1,-1 0 1,0-1-1,0 1 0,0-2 1,0 1-1,0-1 0,-1 0 1,1 0-1,-1-1 0,0 0 1,0 0-1,7-6 0,4-6 4,-1-1-1,-1 0 1,0-1-1,-2-1 0,0 0 1,-1 0-1,-1-2 1,14-33-1,-7 17 5,28-45 0,-46 82-11,0 0 0,0 0-1,0 0 1,0 0 0,0 0-1,0 0 1,0 1 0,0-1 0,1 0-1,-1 0 1,0 0 0,0 0-1,0 0 1,0 0 0,0 0 0,0 0-1,0 1 1,0-1 0,0 0-1,0 0 1,0 0 0,1 0 0,-1 0-1,0 0 1,0 0 0,0 0-1,0 0 1,0 0 0,0 0 0,1 0-1,-1 0 1,0 0 0,0 0-1,0 0 1,0 0 0,0 0 0,1 0-1,-7 28 58,-3 19 4,9 131-1,0-176-60,1 0-1,-1 0 0,0 1 1,1-1-1,-1 0 1,1 0-1,-1 0 0,1 0 1,0 0-1,0 0 0,0 0 1,0 0-1,1 0 1,-1-1-1,0 1 0,1 0 1,-1-1-1,1 1 1,-1-1-1,1 0 0,0 1 1,0-1-1,0 0 0,-1 0 1,1 0-1,0 0 1,0 0-1,1-1 0,-1 1 1,0-1-1,3 1 1,9 2 3,1-2 1,-1 1 0,28-3 0,-21 1-2,-15-1-2,0 0 0,0 0-1,-1-1 1,1 0 0,0 0 0,-1 0 0,1 0 0,-1-1-1,0 0 1,0 0 0,6-5 0,56-48-13,-56 46 9,-4 2-334,0 1 1,0-1-1,-1 0 1,0-1-1,-1 1 1,0-1 0,0 0-1,-1 0 1,5-15-1,-8 10-3403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0.2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73 1 21098,'0'0'7902,"-1"13"-7686,-4 24 37,-2-1-1,-12 37 1,8-37-68,2 0-1,2 0 1,-5 67 0,11-85-181,1-15-1,0 0 0,-1 0 0,1 0 0,1 0 0,-1 0 1,0 0-1,1 0 0,-1 0 0,1 0 0,2 5 0,-2-7-2,0 0 0,1 0-1,-1 0 1,1 1 0,-1-1 0,1-1 0,-1 1-1,1 0 1,0 0 0,-1-1 0,1 1 0,0 0-1,-1-1 1,1 0 0,0 1 0,0-1 0,0 0-1,-1 0 1,1 0 0,0 0 0,2-1 0,0 1 0,-1 0 0,0-1 0,0 0 0,1 1 1,-1-1-1,0 0 0,0 0 0,0-1 0,0 1 1,0-1-1,0 0 0,0 1 0,-1-1 0,5-4 1,34-39 8,-22 22-6,-6 8 4,50-54-23,83-122 0,-129 171 21,-16 29-6,-3 18 3,-1 0 1,-1 0-1,-8 28 1,6-27-1,0 0 1,2 0 0,-1 33 0,5-58-3,0 1-1,0 0 1,0 0-1,0-1 1,0 1-1,1 0 1,0-1-1,0 1 1,0-1-1,0 1 1,0-1-1,1 1 1,0-1-1,-1 0 1,1 1-1,3 2 1,-2-4-17,1 1 0,-1-1 1,0 0-1,1-1 0,0 1 0,-1-1 1,1 0-1,0 1 0,0-2 1,-1 1-1,1 0 0,0-1 0,0 0 1,0 0-1,6 0 0,2 0-148,-7 0 8,0 1 0,0-1-1,0-1 1,-1 1 0,1-1-1,0 0 1,0 0 0,0 0-1,-1 0 1,9-4 0,15-15-1976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0.6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173 0 16984,'0'0'12131,"1"21"-11801,0 2-263,2 8 104,-1-1 0,-2 1-1,-2 0 1,0 0 0,-14 60 0,-25 38 42,14-42-187,-41 89-1,58-161 48,0 1-731,7-9-2714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1.0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54 25740,'0'0'4226,"48"-2"-3954,-12 2-128,-1-6-64,7 4-64,-1-1-32,-11-2 0,6 5-176,-6-3-272,-7 0-193,25-2-447,-13-3-385,7-8-11333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1.4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98 0 18504,'0'0'9928,"-10"27"-9557,-8 15-209,-1 0 117,-16 56 0,31-83-219,0-1 0,2 1 0,-1 0 0,2 0 0,0 0 0,0 0 0,2 1 0,0-1 0,3 19 0,-2-31-58,-1 1-1,1-1 1,0 0 0,0 1-1,0-1 1,0 0 0,1-1-1,-1 1 1,1 0-1,0-1 1,0 1 0,0-1-1,0 0 1,0 0 0,0 0-1,0 0 1,1-1-1,-1 1 1,1-1 0,-1 0-1,1 0 1,0 0 0,5 0-1,12 2 12,0 0 0,41-2 0,-46-1-8,-6-1-3,0 1 1,0-1 0,-1-1-1,1 0 1,-1 0 0,0-1-1,1 0 1,-1 0 0,0-1-1,-1 0 1,1-1 0,-1 0-1,0-1 1,0 1-1,0-1 1,-1-1 0,0 0-1,0 0 1,-1 0 0,7-10-1,-6 6 27,0 0-1,0 0 1,-2-1-1,1 0 1,-1 0-1,-1-1 1,0 1-1,-1-1 1,-1 0-1,0 0 1,0 0-1,-1 0 1,-1-1-1,-2-20 1,2 31-26,-1 1 0,1 0 0,-1-1 0,0 1 0,0 0 0,0 0 0,0-1 0,0 1 0,0 0 0,0 0 0,-1 0 0,1 1 0,-1-1 0,0 0 0,1 0 0,-1 1 0,0-1 0,0 1 0,0 0 0,0-1 0,0 1 0,0 0 0,-1 0 0,1 0 0,0 0 0,0 1 0,-1-1 0,-2 0 0,-9-1-4,1 0 0,-1 1 0,-26 2-1,21-1-8,6 0-45,1 0 0,-1 1 0,1 0-1,-15 4 1,22-3-68,0-1-1,1 1 1,-1 0-1,1 0 0,-1 1 1,1-1-1,0 1 0,0 0 1,0 0-1,0 0 0,1 1 1,-1-1-1,-4 8 1,-6 13-1852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1.8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0 498 25900,'0'0'2881,"9"-6"-2489,12-7-259,-1-2-1,-1 0 1,0-1-1,25-30 1,64-91 45,-80 98-136,-2-2 1,26-53 0,-41 73-26,-9 18 8,1-1 0,-1 0-1,0 0 1,0-1-1,-1 1 1,0 0 0,1-1-1,-1 1 1,0-1-1,0-7 1,-1 11 100,-9 2-10,4 0-116,1 0 1,-1 1-1,1-1 0,0 1 1,0 0-1,0 0 0,0 1 1,0-1-1,0 1 0,0 0 1,1 0-1,-1 0 0,1 0 1,-5 8-1,-44 62 26,40-54-21,-9 16 16,1 1-1,2 1 1,2 1 0,1 0 0,2 1 0,2 0 0,-7 46 0,5 4 5,4 0 0,3 105 0,5-191-25,1 0 0,0 0 0,0-1-1,0 1 1,1 0 0,-1 0-1,1 0 1,-1-1 0,1 1 0,0 0-1,0-1 1,0 1 0,0-1-1,1 1 1,-1-1 0,1 1-1,2 2 1,-1-4 3,-1 1 0,1 0 0,0-1 0,0 0-1,0 1 1,0-1 0,0-1 0,1 1 0,-1 0 0,0-1-1,0 1 1,1-1 0,-1 0 0,5-1 0,-5 1-2,0-1 1,-1 1 0,1-1-1,0 0 1,-1 0 0,1 0-1,-1 0 1,1 0 0,-1-1-1,1 1 1,-1-1 0,0 0-1,0 0 1,0 1-1,0-1 1,0-1 0,0 1-1,1-3 1,33-52-355,-22 32-259,7 0-978,-2-2-1507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2.2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11 100 25083,'0'0'4595,"0"14"-4414,-5 61 78,1-30-24,2 69-1,3-110-231,-1 0 0,1 1-1,0-1 1,1 0 0,-1 0 0,1 0-1,0 0 1,0 0 0,0 0-1,0-1 1,0 1 0,1-1 0,0 1-1,0-1 1,0 0 0,0 0-1,0 0 1,1-1 0,-1 1 0,1-1-1,0 0 1,-1 0 0,1 0-1,0 0 1,0-1 0,6 2-1,-4-1 2,0-1 0,0 1 0,0-2-1,0 1 1,0-1 0,0 1 0,0-2-1,0 1 1,0-1 0,0 0 0,0 0-1,-1 0 1,1-1 0,0 0-1,0 0 1,-1 0 0,0-1 0,8-5-1,0-3 20,0-1 0,-1-1 0,0 0-1,-2 0 1,1-1 0,-1 0 0,-1-1-1,-1-1 1,0 1 0,-1-1 0,-1 0-1,0-1 1,-1 1 0,-1-1 0,0 0-1,-2 0 1,0-1 0,0 1-1,-2-1 1,-1-17 0,0 32-19,1 0 1,-1-1-1,0 1 1,0 0-1,0 0 1,0 0-1,-1 0 1,1 0-1,-1 0 1,0 0-1,0 0 1,0 0-1,0 1 1,0-1-1,-1 1 0,1 0 1,-1-1-1,1 1 1,-1 0-1,0 1 1,0-1-1,0 0 1,0 1-1,0 0 1,0-1-1,0 1 1,-6-1-1,-4-1-6,-1 1 1,0 0-1,-1 1 0,1 1 0,-16 1 1,27-1-20,0 1 1,-1 0-1,1-1 1,0 1-1,0 1 1,0-1-1,0 0 1,0 1-1,0 0 1,0 0-1,1-1 1,-1 2-1,0-1 1,1 0-1,0 0 1,-1 1-1,1-1 1,0 1-1,0 0 1,1 0-1,-1 0 1,-2 6-1,0 0-248,0 1-1,1-1 1,0 1-1,0 0 0,1 0 1,-1 12-1,2 11-1563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2.9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286 59 4418,'0'0'24513,"-9"-9"-24177,-30-29-83,36 37-236,0-1 0,0 0 0,-1 1-1,1 0 1,-1 0 0,1 0 0,0 0 0,-1 0 0,0 1-1,1-1 1,-1 1 0,1 0 0,-1 0 0,1 1-1,-1-1 1,1 1 0,-1 0 0,1 0 0,-1 0 0,1 0-1,-1 0 1,-3 3 0,-2 1 13,1 0 0,0 0 0,1 1-1,-1 0 1,1 1 0,0 0 0,0 0 0,1 0 0,-9 14 0,4-5 37,1 1 0,1 0 1,-14 34-1,17-30-26,2 0 0,0 0 0,1 1 0,1-1 0,1 42 0,1-62-41,0 0 1,1 1-1,-1-1 1,0 0 0,0 1-1,1-1 1,-1 0-1,1 0 1,-1 1 0,1-1-1,0 0 1,-1 0-1,1 0 1,0 0 0,0 0-1,-1 0 1,1 0-1,0 0 1,0 0-1,0 0 1,1 0 0,-1-1-1,2 2 1,1 0 1,0 0 0,0-1-1,0 1 1,1-1 0,-1 0 0,0 0 0,7 0 0,0-1 1,0 1 1,-1-2-1,1 1 1,0-2-1,-1 1 1,12-4-1,-7-2 4,0 0 1,0 0-1,-1-2 0,0 0 0,0 0 0,-1-1 1,0-1-1,16-18 0,2-4-1,48-69 0,-76 98 3,0 0 0,-1 0 0,0 0 0,0 0-1,0-1 1,-1 1 0,1 0 0,-1-1-1,0 0 1,-1 1 0,1-1 0,-1 1-1,0-10 1,0 13 87,-7 31-77,-9 57-22,3 0 0,3 2 1,4 118-1,6-111 6,-5-1-1,-27 150 1,31-239 1,1-1 0,-2 1-1,1 0 1,-1 0 0,0-1 0,0 0-1,0 1 1,-1-1 0,0 0 0,0 0-1,0 0 1,-1 0 0,1-1 0,-6 6-1,8-9 10,0 0-1,0-1 0,0 1 1,0-1-1,0 1 0,0 0 1,-1-1-1,1 0 0,0 1 1,0-1-1,0 0 0,0 1 1,0-1-1,-1 0 0,1 0 1,0 0-1,0 0 0,0 0 1,-1 0-1,1-1 1,0 1-1,0 0 0,0-1 1,0 1-1,0 0 0,0-1 1,-1 0-1,1 1 0,0-1 1,0 1-1,0-1 0,1 0 1,-1 0-1,-1-1 0,-1-1 9,0 0 0,1-1 1,-1 1-1,1-1 0,0 1 0,0-1 0,1 0 0,-3-6 0,-7-28-9,1-1 1,2 0-1,2 0 0,1-1 1,2 0-1,2 1 0,5-45 1,-4 79-56,2 0 0,-1 0 1,1 0-1,-1 0 0,1 0 1,1 1-1,-1-1 1,1 1-1,0-1 0,0 1 1,0 0-1,0 0 0,1 0 1,5-4-1,7-6-493,1 1-1,23-13 1,-2 0-1297,5-8-2801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3.3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77 0 26604,'0'0'2577,"-29"137"-2240,11-84-81,6 1 96,6-6-144,0-6-64,0-7-48,6-8-64,0-8-32,0-11-16,0-3-208,12-5-2417,6-24-14103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3.6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36 26556,'0'0'3794,"-36"-35"-4691,36 59-495,0 3-8293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4.0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222 13 24667,'0'0'5003,"-19"-3"-4891,-61-6 13,75 10-115,1 0 0,-1 0 0,1 0 1,0 1-1,-1-1 0,1 1 0,0 0 0,0 0 0,0 1 0,0-1 0,1 1 0,-1 0 1,1 0-1,-1 0 0,1 1 0,0-1 0,0 1 0,1 0 0,-1-1 0,1 1 1,0 0-1,0 1 0,-3 5 0,1-1 24,-2 4-4,0 1 0,2 0 0,-1 0 0,2 0 0,0 1 0,1-1 0,0 1 0,1 0 0,1-1 0,1 19 0,-1-20-21,0-10-8,0 0 0,1 0 0,-1 0 0,1 0 0,-1-1 0,1 1 0,0 0 0,0 0 0,0 0-1,1-1 1,-1 1 0,0 0 0,1-1 0,0 0 0,0 1 0,0-1 0,0 0 0,3 3 0,1-1-1,-1 0 1,1 0-1,0-1 0,0 0 1,0 0-1,0 0 0,13 2 1,4 0 6,0-1 0,0-1-1,42 0 1,-56-3-31,0 1-1,-1-2 1,1 1-1,0-1 1,0 0-1,-1-1 1,1 0 0,0-1-1,-1 0 1,0 0-1,0 0 1,0-1-1,0-1 1,-1 1-1,1-1 1,-1 0-1,0-1 1,0 0-1,-1 0 1,0 0-1,0-1 1,5-8-1,-4 5-929,0 0 0,0 0-1,8-21 1,-2-6-8749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4.3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163 1 944,'0'0'26978,"-4"24"-26113,-58 363 1125,28-208-1682,15-92-219,4-25-72,9-43-10,1 1 0,-3 28 0,-1-11-287,8-33-823,6-10-147,7-9 268,15-16-1500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4.7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55 0 25996,'0'0'3706,"-8"25"-3418,-25 81-110,30-98-149,1 1 0,-1 0 0,1 0 0,1 0 0,0 0-1,0 0 1,1 14 0,0-4 21,1-17-48,-1 1 0,1-1 0,0 0 0,0 1 1,0-1-1,0 0 0,0 1 0,0-1 0,0 0 1,1 0-1,-1 0 0,1 0 0,0-1 0,-1 1 1,1 0-1,0 0 0,0-1 0,0 0 0,0 1 1,1-1-1,-1 0 0,0 0 0,0 0 0,1 0 1,-1 0-1,0-1 0,1 1 0,-1-1 0,1 1 1,-1-1-1,1 0 0,3 0 0,-1 0 3,1 1 1,-1-1-1,1 0 0,-1 0 0,0-1 0,1 0 0,-1 0 0,1 0 0,-1 0 0,0-1 1,0 0-1,0 0 0,0 0 0,9-7 0,16-22 37,-1-2 0,-2-1 0,40-62 0,-33 44-26,-44 66 28,1 1-1,1 0 0,0 0 1,1 1-1,0-1 1,-6 28-1,12-38-43,0 0 0,1 0 0,-1 1 0,1-1 0,0 0 0,1 0 0,-1 0 0,1 0 0,0 0 0,2 5 0,-1-8 1,-1 0 0,1 0 0,-1 0 0,1-1 1,0 1-1,0 0 0,0-1 0,0 1 1,0-1-1,0 0 0,0 0 0,1 0 1,-1 0-1,0 0 0,1 0 0,-1 0 1,0-1-1,1 1 0,-1-1 0,1 0 1,3 0-1,12 3 4,-1 0 0,1-2 0,-1 0 0,1-1 0,0-1 0,-1-1 0,1 0 0,-1-1 0,0-1-1,0-1 1,0 0 0,0-1 0,23-12 0,-40 17-4,0 1-1,0 0 0,0 0 0,1 0 1,-1 0-1,0 0 0,0 0 0,1 0 1,-1 0-1,0 0 0,0 0 0,0 0 1,1 0-1,-1 0 0,0 0 1,0 0-1,1 0 0,-1 0 0,0 0 1,0 0-1,1 0 0,-1 0 0,0 1 1,0-1-1,0 0 0,1 0 1,-1 0-1,0 0 0,0 0 0,0 1 1,0-1-1,1 0 0,-1 0 0,0 0 1,0 1-1,0-1 0,0 0 0,0 0 1,0 0-1,0 1 0,6 16 27,-2 29 42,-3-34-48,17 487 87,-18-454-101,0-3 14,-3 0 0,-1-1 0,-2 1 1,-20 72-1,18-88 6,-2 0 0,0-1 0,-2 0 0,-1 0 0,-1-2 0,-1 1 0,0-2 0,-26 28 1,40-49-15,0 0 1,0 1-1,0-1 1,0 0-1,0 0 1,0 0-1,-1-1 1,1 1-1,0 0 1,0 0-1,-1-1 1,1 1 0,-1-1-1,1 1 1,0-1-1,-1 1 1,-2-1-1,3 0-2,0 0-1,0 0 1,0-1-1,0 1 1,0 0-1,0-1 1,0 1-1,1-1 1,-1 1-1,0-1 1,0 1-1,0-1 1,1 0-1,-1 1 1,0-1-1,1 0 1,-1 1-1,0-1 1,0-2-1,-2-3 6,0-1-1,0 1 1,1-1-1,0 0 1,-3-13-1,-3-40-8,3 0 0,2 0-1,9-112 1,-3 152-94,0 0-1,2 0 1,1 1 0,0 0-1,2 0 1,0 0 0,1 1-1,0 0 1,2 1-1,0 0 1,1 1 0,0 0-1,2 1 1,0 0 0,21-17-1,5 4-1473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6.6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0 546 25468,'0'0'3927,"26"-24"-3807,83-78-48,-90 83-38,-1-1 0,-1-1 0,-1 0 0,0-1 0,24-47 0,-17 25 2,-13 29 9,-1-1-1,-1-1 1,0 1-1,-2-1 1,0 0-1,0-1 1,-2 0-1,0 1 1,2-32 0,-11 48-2,0 0 1,0 0 0,1 1 0,-1-1 0,0 1 0,0 0 0,0 1 0,-8 0-1,6 2-41,0 0 0,1 1 0,-1 0 0,1 0 0,0 0-1,0 1 1,0-1 0,0 2 0,1-1 0,0 1-1,0-1 1,-4 8 0,-1-2 9,-12 16 6,0 0 1,2 2-1,-24 43 0,37-57-11,-1 1 1,2 0-1,0 0 0,1 1 0,1-1 1,0 1-1,2 0 0,-2 33 0,3-40 2,1 0 1,1 1-1,-1-1 0,2 0 0,-1 0 0,2 0 0,3 12 0,-4-18-4,1 0 0,-1 0 0,1 0 1,-1-1-1,1 1 0,0-1 0,1 0 0,-1 1 0,0-2 1,1 1-1,0 0 0,0-1 0,-1 1 0,2-1 1,-1 0-1,0-1 0,0 1 0,8 1 0,2 1-9,-1-1 0,1 0 0,0-1 0,1 0 0,-1-2 0,0 0 0,0 0 0,0-1 0,0-1 0,0 0-1,0-1 1,0 0 0,0-1 0,-1-1 0,0 0 0,0-1 0,0-1 0,-1 0 0,0 0 0,0-1 0,13-12-1,42-44-840,-30 14-3795,-17 7-10374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6.9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262 0 27517,'0'0'1723,"-6"31"-1280,-1 12-324,-2 14 134,-24 77-1,-155 432 607,180-545-860,6-17-23,1 1 1,-1-1 0,1 1-1,0 0 1,0-1-1,-1 10 1,12-22-711,61-63-176,103-95-3337,-114 120-1718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7.3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286 0 10789,'0'0'17968,"-5"3"-17605,-26 16-75,-38 32 1,20-14 22,32-25-159,0 1 0,0 1-1,-26 29 1,39-38-136,0 0 1,0 0-1,1 0 1,0 0-1,0 1 0,0-1 1,0 1-1,1 0 1,0 0-1,0 0 0,1 0 1,0 0-1,0 0 1,0 0-1,1 0 0,0 0 1,1 12-1,0-14-13,1 0-1,0 0 1,0 0-1,0 0 1,0 0-1,1 0 1,-1 0-1,1-1 1,0 0-1,0 1 1,1-1-1,-1 0 1,1 0-1,-1-1 1,1 1-1,0-1 1,0 0-1,0 0 1,0 0-1,0 0 1,1-1-1,5 2 1,11 3 6,0 0 0,1-2 0,24 3 0,0-2-375,1-2 1,80-5-1,-92-7-784,-4-10-1115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7.6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0 20137,'0'0'7262,"-5"29"-6461,-1 3-579,-1 10 175,-5 83 0,7 119 857,5-242-1246,-1 0-1,1 0 1,0 0 0,0 0-1,1 0 1,-1 0 0,0 0-1,1 0 1,-1 0-1,1-1 1,0 1 0,0 0-1,-1 0 1,1 0 0,0-1-1,0 1 1,1 0 0,-1-1-1,0 1 1,3 1 0,-3-2-3,1 0 0,-1-1 1,1 1-1,0 0 0,0-1 0,-1 0 1,1 1-1,0-1 0,0 0 1,-1 0-1,1 0 0,0 0 1,0 0-1,0 0 0,-1 0 0,1-1 1,3 0-1,2-2 13,0 1-1,-1-1 1,1-1-1,-1 1 1,0-1 0,0 0-1,-1 0 1,1-1 0,8-8-1,218-237 107,-110 123-3380,-102 104-487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8.0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143 329 25388,'0'0'4194,"-36"168"-3826,30-125 16,-6 5-128,-6-5-80,1 0 0,-1-6-80,0-10-80,12-6-16,-6-7-48,12-12-144,0-20-4754</inkml:trace>
  <inkml:trace contextRef="#ctx0" brushRef="#br0" timeOffset="1">309 0 29261,'0'0'897,"-12"56"-6340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8.3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167 0 28189,'0'0'1291,"-10"25"-1085,-68 162 106,74-179-286,-9 17 69,2 1 0,0 1-1,2 0 1,0 0 0,2 1 0,1 0-1,-3 42 1,35-73 57,-11-7-130,-1 0-1,0-1 1,-1 0-1,0-1 1,-1-1 0,0 0-1,12-19 1,5-2-11,29-35 3,-21 24-90,59-56 0,-90 96-34,0 0 1,0 0 0,1 1 0,-1 0 0,1 0-1,0 0 1,15-5 0,30 2-4705,-23 7-6936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8.8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292 1 24635,'0'0'4821,"-16"7"-4693,7-2-109,-5 0 14,1 2-1,0 0 1,1 1 0,0 0-1,0 0 1,0 1 0,-12 14-1,-1 4 156,2 1 0,-34 53-1,50-70-144,0 2-1,1-1 1,1 1-1,0 0 0,0 0 1,1 0-1,1 1 1,0-1-1,1 1 1,0 18-1,2-32-42,0 1 0,0-1 0,0 1 0,1-1 0,-1 0 0,0 1 0,1-1 0,-1 1 0,0-1 0,1 0 0,-1 1 0,0-1 0,1 0 0,-1 0 0,1 1 0,-1-1 0,1 0 0,-1 0 0,0 1 0,1-1 0,-1 0 0,1 0 0,-1 0 0,1 0 0,-1 0 0,1 0 0,-1 0 0,1 0 0,-1 0 0,1 0 0,-1 0 0,2 0 0,19-3 0,-20 3 0,13-4-12,0-1 1,-1 0-1,0-2 0,0 1 1,0-1-1,-1-1 0,0 0 1,-1-1-1,15-14 1,16-10-49,-2 6-20,-15 10 12,45-39 0,-68 54 92,-3 7-9,0 0 0,0 0-1,1 0 1,-1 0 0,1 0 0,0 0 0,1 1-1,0 5 1,1 10-1,-4 11 65,-8 50 1,5-49-329,-2 51 0,11-83-1138,16-1-1708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19.5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0 465 26764,'0'0'2879,"28"-23"-2698,91-77 1,-66 52-26,-2-3 0,-2-1 0,42-61 0,-79 98-143,-7 9-2,1-1 0,-1 0 0,-1 1 0,1-2 0,-1 1 1,3-9-1,-6 10 21,-28 15 13,14-1-46,1 1-1,-1 1 1,1 0 0,1 1-1,-18 19 1,-47 67-7,40-51 11,3 2 0,1 0 1,3 3-1,-31 71 0,54-100 2,1 0 0,1 0 0,1 0 0,1 1 0,1 43-1,1-65-4,0 1 0,0 0-1,0 0 1,1 0-1,-1 0 0,0 1 1,1-1-1,0 0 1,-1 0-1,1-1 1,0 1-1,0 0 0,0 0 1,0 0-1,0 0 1,0-1-1,1 1 0,-1-1 1,1 1-1,-1-1 1,1 1-1,2 1 0,0-1 3,0 0-1,1 0 0,-1 0 0,1 0 1,-1-1-1,1 1 0,-1-1 0,1 0 0,7 0 1,-2-1 4,0 1 1,0-2-1,0 1 1,0-2-1,0 1 1,0-1-1,0-1 1,-1 1-1,14-7 0,3-6 1,-2-1 0,0-1-1,-1-1 1,39-39-1,72-98 42,-127 147-45,-1-1 1,0 0-1,0 0 1,-1-1 0,-1 0-1,0 0 1,0 0-1,-1 0 1,0 0 0,0-1-1,-1 1 1,-1-1 0,1-16-1,-2 26-3,0 1 0,0 0 0,0-1 0,-1 1 0,1 0 0,0-1 0,0 1 0,0 0 0,0-1 1,-1 1-1,1 0 0,0-1 0,0 1 0,0 0 0,-1 0 0,1-1 0,0 1 0,-1 0 0,1 0 0,0 0 0,-1-1 0,1 1 0,0 0 0,-1 0 0,1 0 0,0 0 0,-1 0 0,1 0 0,0-1 0,-1 1 0,1 0 0,0 0 0,-1 0 0,1 0 0,0 0 0,-1 0 0,1 1 0,0-1 0,-1 0 0,1 0 0,0 0 1,-1 0-1,1 0 0,0 0 0,-1 1 0,-1-1-2,-4 2 1,0 0 0,0 0-1,0 1 1,0 0 0,0 0 0,1 0-1,0 1 1,-1-1 0,1 1 0,1 1-1,-1-1 1,1 1 0,-8 9-1,-10 14 5,-21 36-1,33-49-2,3-5 7,0 1 0,1 0 0,0 0 0,1 0 0,0 0 0,1 1 0,1 0 0,0 0 0,0 0 0,1 0 0,0 1 0,1 23 0,1-35-7,1 1 1,-1-1-1,1 1 1,-1-1-1,1 0 1,-1 1-1,1-1 1,0 0-1,0 1 1,-1-1-1,1 0 1,0 0-1,0 0 1,0 0-1,0 0 1,1 0-1,-1 0 1,0 0-1,0 0 1,0-1-1,1 1 1,-1 0-1,0-1 1,1 1 0,-1-1-1,1 0 1,-1 1-1,1-1 1,-1 0-1,1 0 1,-1 0-1,3 0 1,59 0-148,-49-1 39,-4 0-308,0-1 1,0 0-1,0-1 1,0 0-1,-1-1 0,1 0 1,-1 0-1,0-1 0,14-10 1,9-8-8475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20.0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125 0 26556,'0'0'3642,"-1"21"-3493,0-6-118,1 0 1,-1 1 1,0 0-1,-1-1 1,-1 0-1,-1 1 1,0-1-1,-9 20 1,-4 3 73,-3 6 17,1 1 0,-19 70 0,37-107-107,11-23-13,161-176-107,-109 125 82,-50 55 22,-12 11 0,0 0 0,1 0 0,-1 0 1,1 0-1,-1 0 0,0 0 0,1 1 0,-1-1 0,0 0 0,1 0 0,-1 0 0,0 0 0,1 1 1,-1-1-1,0 0 0,1 0 0,-1 0 0,0 1 0,0-1 0,1 0 0,-1 1 0,0-1 0,0 0 1,0 1-1,1-1 0,-1 0 0,0 1 0,0-1 0,0 0 0,0 1 0,0-1 0,0 0 0,0 1 1,0-1-1,0 0 0,0 1 0,0-1 0,0 1 0,0-1 0,0 0 0,0 1 0,0-1 0,0 0 1,0 1-1,0-1 0,0 0 0,-1 1 0,1-1 0,0 1 0,0 0 6,0 298-236,6-307-4689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20.3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298 0 28189,'0'0'2257,"-30"169"-2001,6-95 0,1 4-64,-7-6-48,6-2-48,0-9-16,7-2-80,-7-6 0,6-2-16,0-5-144,-6-12-176,12-10-384,-5-13-865,5-11-6515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20.7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91 27437,'0'0'3265,"113"-21"-3105,-72 15-80,1-2-48,11 0-32,1 0-112,-1-3-208,7 3-608,-1-2-353,-11-1-1472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21.0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155 1 22314,'0'0'6969,"-10"23"-6582,-86 186 464,80-179-736,11-22-77,1 0 0,0 1 0,0 0 0,0-1 0,1 1 1,1 0-1,-1 1 0,2-1 0,-2 10 0,13-20-65,10-9 16,-1-1-1,-1 0 1,0-1 0,31-28-1,12-7-22,-40 33 21,35-28-8,-55 91 109,-1 135 29,0-183-117,1 0-1,-1 0 1,0 0-1,0 0 1,0 0-1,1-1 1,-1 1 0,1 0-1,-1 0 1,0 0-1,1 0 1,0-1-1,-1 1 1,1 0-1,-1 0 1,1-1-1,0 1 1,-1 0-1,1-1 1,0 1-1,0-1 1,0 1 0,0-1-1,-1 1 1,1-1-1,0 0 1,0 1-1,0-1 1,0 0-1,0 0 1,0 0-1,0 0 1,0 0-1,0 0 1,0 0-1,0 0 1,0 0 0,-1 0-1,1 0 1,0 0-1,0-1 1,2 0-1,46-15-27,3-12 5,102-47-114,-135 68 130,0 0 0,1 2 0,-1 0-1,1 1 1,0 1 0,32 0-1,-51 3 12,0 1-1,0-1 0,0 1 0,1-1 0,-1 1 1,0-1-1,0 1 0,0 0 0,0-1 1,0 1-1,0 0 0,-1 0 0,1 0 0,0 0 1,0 0-1,-1 0 0,1 0 0,0 0 0,-1 0 1,1 0-1,-1 0 0,1 1 0,-1-1 0,0 0 1,0 0-1,1 0 0,-1 1 0,0-1 0,0 0 1,0 0-1,0 0 0,-1 2 0,0 47 131,1-47-128,-2 7-1,1-1 0,-2 0 0,1 0 0,-1 0 0,0 0 0,-1 0 1,0-1-1,-1 1 0,0-1 0,-9 12 0,13-19-138,1-4-980,0-12-1301,0-10-4053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26:21.4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0 276 27853,'0'0'3441,"89"-123"-3409,-47 88-32,12-2-64,11 0-432,6-6-1601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27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25 21146,'0'0'6122,"-4"-3"-5655,2 1-407,1 0-1,-1 0 1,1 1-1,-1-1 1,0 1-1,1-1 1,-1 1 0,0 0-1,0 0 1,0-1-1,0 2 1,-1-1-1,1 0 1,0 0-1,0 1 1,0-1-1,-1 1 1,1-1-1,0 1 1,-1 0-1,1 0 1,0 0-1,0 0 1,-1 1-1,1-1 1,0 1-1,0-1 1,-1 1-1,1 0 1,0 0-1,0 0 1,0 0 0,0 0-1,0 0 1,0 0-1,0 1 1,1-1-1,-1 1 1,0-1-1,1 1 1,-3 3-1,-30 39-38,2 1 0,1 1 0,3 2 0,2 1 0,3 0 0,-23 68 0,36-87-20,-2 2 1,1 1 0,2 1 0,2 0 0,0 0 0,-1 55 0,8 175 14,0-257-14,1 1-1,0 0 0,0 0 1,1-1-1,0 1 1,0-1-1,1 1 1,0-1-1,0 0 0,1 0 1,0 0-1,0-1 1,1 1-1,-1-1 0,1 0 1,1-1-1,-1 1 1,1-1-1,0 0 0,0 0 1,1-1-1,-1 1 1,1-1-1,0-1 1,0 0-1,0 0 0,1 0 1,-1-1-1,1 0 1,-1 0-1,1-1 0,0 0 1,15 0-1,48-1 21,-70 0 60,-19 0-1730,6 0-759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2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4 537 24635,'0'0'3391,"-4"2"-2492,5-10-571,17-25-249,1 1 0,1 0-1,27-30 1,-8 10-63,143-190 59,-130 170-70,-52 71-3,0 1-1,0 0 1,0 0 0,0 0-1,0 0 1,0-1-1,0 1 1,0 0 0,0 0-1,0 0 1,0 0-1,0-1 1,0 1 0,1 0-1,-1 0 1,0 0-1,0 0 1,0-1-1,0 1 1,0 0 0,0 0-1,0 0 1,0 0-1,1 0 1,-1 0 0,0-1-1,0 1 1,0 0-1,0 0 1,0 0 0,1 0-1,-1 0 1,0 0-1,0 0 1,0 0-1,0 0 1,1 0 0,-1 0-1,0 0 1,0 0-1,0 0 1,1 0 0,-1 0-1,0 0 1,0 0-1,0 0 1,0 0 0,1 0-1,-1 0 1,0 0-1,0 0 1,0 0 0,0 0-1,0 0 1,1 0-1,-1 1 1,0-1-1,0 0 1,0 0 0,0 0-1,0 0 1,0 0-1,1 1 1,2 17 38,-4 27-8,-5-11 7,-2 0 1,-25 64 0,-7 27 73,-58 226 117,-6 21-183,38-108-31,62-255-16,3-7-8,1-23 48,1-19 6,3 0 0,1 1-1,18-67 1,47-119-37,32-16 9,-85 205-17,-7 12 4,2 1 1,1 0-1,0 1 0,2 0 1,26-29-1,-41 50-5,0 1-1,1-1 1,-1 1 0,1-1 0,-1 1-1,1-1 1,-1 1 0,1-1 0,-1 1-1,1-1 1,-1 1 0,1 0-1,0-1 1,-1 1 0,1 0 0,0 0-1,-1-1 1,1 1 0,0 0-1,-1 0 1,1 0 0,0 0 0,-1 0-1,1 0 1,0 0 0,-1 0 0,1 0-1,0 0 1,-1 0 0,1 1-1,0-1 1,-1 0 0,1 0 0,0 1-1,-1-1 1,1 0 0,-1 1-1,1-1 1,-1 1 0,1-1 0,-1 1-1,1-1 1,-1 1 0,1-1 0,-1 1-1,1-1 1,-1 1 0,0-1-1,1 2 1,12 36-16,-12-32 17,5 15 6,3 16 23,1-1-1,2 0 1,2 0-1,24 45 0,-36-78-24,0-1-1,1 1 0,-1-1 1,1 0-1,-1 0 1,1 0-1,0 0 0,-1 0 1,1 0-1,0-1 0,0 0 1,1 1-1,-1-1 0,0 0 1,0 0-1,0-1 0,1 1 1,-1-1-1,0 0 0,1 1 1,-1-1-1,0-1 1,1 1-1,5-2 0,-3 1 2,1 0-1,-1 0 1,0-1 0,1 0-1,-1 0 1,0 0-1,0-1 1,-1 0 0,1 0-1,-1-1 1,10-7-1,8-16-262,-1 0-1,-1-2 1,24-44-1,-32 50-640,5-8-1365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29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27405,'0'0'1987,"3"0"-1896,360 0 173,-345 3-615,-16 7-2622,-2-4-175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29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26012,'0'0'3137,"7"3"-2606,21-2-359,-1-1-1,0-2 0,52-8 0,-41 4-208,54-1 0,-90 7 36,-2 0-52,0 0 0,1 0 1,-1 0-1,0 0 0,1 0 1,-1 0-1,0 0 0,1 0 1,-1 0-1,0 0 0,0 0 0,1 0 1,-1 0-1,0 0 0,1 0 1,-1 0-1,0 0 0,0-1 1,1 1-1,-1 0 0,0 0 1,0 0-1,1 0 0,-1-1 1,0 1-1,0 0 0,0 0 0,1 0 1,-1-1-1,0 1 0,0 0 1,0-1-1,0 1 0,0 0 1,1 0-1,-1-1 0,0 1 1,0 0-1,0-1 0,0 1 1,0 0-1,0 0 0,0-1 0,0 1 1,0 0-1,0-1 0,0 1 1,0 0-1,-1-1 0,1-9-2519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30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25 25596,'0'0'3617,"-3"-5"-3358,-4-10-59,10 11 139,29 19 37,-25-11-421,48 22 78,2-2 0,0-3 0,2-2 0,0-3 0,1-2 0,0-3 0,76 4 0,-125-14-30,-9 29 19,-2-27-15,-1 7-2,0-1 1,-1 0-1,0 1 0,0-1 1,-1 0-1,0-1 0,-1 1 1,0 0-1,0-1 0,-10 15 0,-10 10 0,-33 36 0,26-31 7,-66 85 4,-70 84 243,185-228-2199,6 3-509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3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393 225 23387,'0'0'4071,"4"-18"-3655,3-19-13,-1-1 0,1-54 0,-7 90-387,-1 0 1,1 1-1,0-1 1,-1 0 0,1 0-1,-1 1 1,1-1-1,-1 0 1,0 1 0,0-1-1,1 1 1,-1-1-1,0 1 1,-1-1 0,1 1-1,0 0 1,0-1-1,0 1 1,-1 0 0,1 0-1,-1 0 1,1 0-1,-1 0 1,1 0 0,-1 0-1,0 1 1,1-1-1,-1 1 1,0-1 0,0 1-1,1-1 1,-1 1-1,0 0 1,0 0 0,1 0-1,-3 0 1,-1 0-12,1 0 0,-1 1 0,1-1 0,0 1-1,-1 0 1,1 0 0,0 0 0,0 0 0,-1 1 0,1-1 0,0 1 0,1 1 0,-1-1 0,-6 5 0,-12 14 1,1 1 0,2 1 0,0 1-1,1 0 1,-22 43 0,30-49 4,2 1-1,0 1 1,1-1-1,2 1 1,0 1-1,0-1 1,2 0 0,1 1-1,0 21 1,0-15 2,2 33-9,0-58-2,0 0 0,1 0-1,-1 1 1,0-1 0,1 0 0,0 0-1,-1 0 1,1 0 0,0 0 0,0-1-1,0 1 1,0 0 0,0 0 0,1-1-1,-1 1 1,0 0 0,1-1 0,-1 1-1,1-1 1,0 0 0,2 2 0,1-1 8,-1-1 1,1-1-1,-1 1 1,1-1-1,-1 1 1,1-1-1,-1 0 1,1-1-1,-1 1 1,1-1 0,-1 0-1,0 0 1,1-1-1,-1 1 1,0-1-1,0 0 1,0 0-1,0 0 1,0 0-1,6-6 1,21-22 12,-3-2 1,-1 0 0,-1-2 0,-1-1-1,27-53 1,-51 86-20,5-7 0,0-1-1,-1 1 1,0-2 0,0 1-1,-1 0 1,-1-1-1,4-18 1,-6 28 16,3 1-6,-3 23 43,-2 1-35,-1 0-1,-1 0 1,-1 0 0,-2 0 0,-9 26 0,-51 116 108,42-110-82,-20 38-3,-5-2 0,-3-3 0,-91 117 0,95-149-4,47-57-37,1 0-1,-1-1 0,1 1 0,0 0 0,-1-1 0,1 1 0,-1 0 1,1-1-1,0 1 0,-1 0 0,1-1 0,0 1 0,0-1 0,-1 1 1,1 0-1,0-1 0,0 1 0,0-1 0,-1 1 0,1-1 0,0 1 1,0-1-1,0 1 0,0-1 0,0 1 0,0-1 0,0 1 0,0-1 0,0 1 1,0-1-1,0 1 0,1-1 0,-1 1 0,0-1 0,1 0 0,0-24-17,1 17 14,1 0 1,0 0-1,0 1 1,1-1-1,0 1 1,1 0-1,-1 0 1,1 1-1,0-1 1,1 1-1,0 0 1,11-9-1,-8 8 1,0 0 1,1 0-1,-1 1 1,1 0-1,1 1 1,-1 0-1,1 1 1,18-6-1,-13 7 1,0 1 0,0 0 0,0 1 0,0 1 0,0 1 0,0 0 0,30 6 0,-35-4 0,-1 0-1,1 0 1,-1 1 0,0 0-1,0 1 1,0 0-1,-1 1 1,0 0 0,0 0-1,0 1 1,-1 0 0,8 9-1,-12-9-116,-4-7 46,0 1 0,0-1 0,0 1 0,0-1 0,0 1 0,1-1 0,-1 1 0,0-1 0,0 1 0,0-1 0,1 0 0,-1 1 0,0-1 0,0 1 0,1-1 0,-1 0-1,0 1 1,1-1 0,-1 0 0,0 1 0,1-1 0,-1 0 0,1 0 0,-1 1 0,0-1 0,1 0 0,-1 0 0,1 0 0,-1 0 0,1 0 0,-1 1 0,1-1 0,-1 0 0,1 0 0,-1 0 0,1 0 0,-1 0 0,1 0 0,-1 0 0,0-1 0,1 1 0,-1 0 0,1 0 0,-1 0 0,1 0 0,-1-1 0,1 1 0,-1 0 0,0 0 0,1-1 0,-1 1-1,0 0 1,1-1 0,-1 1 0,0 0 0,1-1 0,-1 1 0,0 0 0,0-1 0,1 1 0,-1-1 0,0 1 0,0-1 0,0 1 0,1 0 0,-1-1 0,0 1 0,0-1 0,0 0 0,12-27-10199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32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25132,'0'0'3332,"17"4"-3044,-5-2-223,-6-2-46,-1 0 0,0 1 1,0 0-1,-1 0 0,1 0 1,0 0-1,0 1 0,0 0 0,-1 0 1,1 0-1,-1 0 0,1 1 1,-1 0-1,0 0 0,0 0 1,-1 0-1,1 1 0,0-1 0,5 9 1,2 11 54,0 0 0,-1 0-1,-1 1 1,-2 0 0,0 0 0,-2 1 0,3 28 0,2 179 191,-11-208-253,-1 0-1,-1 0 1,-1-1-1,-1 0 1,-10 27-1,-48 110 18,40-107-4,1 6-10,13-35 5,-21 45 1,59-112-2260,-12 12-677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32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26124,'0'0'2959,"15"-1"-2730,277-6 531,-62 7-730,-226 0-100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3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26636,'0'0'2596,"12"0"-2246,45 0-68,0-3 1,61-10 0,182-40-152,-298 52-110,-36 1-6074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33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26636,'0'0'2513,"3"6"-2363,2 2-105,1-1 0,0 0 0,0 0 0,0-1 0,1 0 1,0 0-1,0 0 0,0-1 0,1 0 0,0 0 0,0-1 0,0 0 1,14 5-1,24 7 50,62 14 1,-77-22-111,73 14 43,-59-14-10,-1 2-1,45 17 0,-86-26-15,-1 0 0,0 0 0,1 1 0,-1-1 0,0 1 0,0 0 0,0-1 0,0 1 0,-1 0 0,1 0 0,0 0 0,-1 1 0,0-1 0,1 0 0,-1 0-1,0 1 1,0-1 0,0 1 0,0-1 0,-1 1 0,1-1 0,-1 1 0,1 0 0,-1-1 0,0 1 0,0-1 0,0 1 0,0 0 0,-1-1 0,1 1 0,-2 3 0,0 5 6,-1 0 0,0-1 0,-1 1 1,0-1-1,0 0 0,-11 16 0,-90 147 91,-136 204 322,213-350-354,25-24-38,3-2-15,0-13-7081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4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595 175 24667,'0'0'5760,"0"-7"-5661,0 2-97,0-1 0,0 1 0,0 0 0,-1 0 1,1-1-1,-1 1 0,-1 0 0,1 0 0,-1 0 0,0 0 0,0 0 0,0 0 0,0 1 1,-1-1-1,0 1 0,0 0 0,0-1 0,-1 1 0,1 1 0,-1-1 0,0 0 0,0 1 1,-9-5-1,2 0-2,0 2 1,-1 0 0,0 0 0,0 1 0,0 0 0,-1 1 0,0 1-1,1 0 1,-1 1 0,0 0 0,-1 1 0,1 0 0,0 1-1,0 0 1,-20 4 0,23-2-1,1 0 0,1 1-1,-1 0 1,0 1 0,1-1 0,0 2 0,-1-1 0,2 1-1,-1 0 1,0 1 0,1 0 0,-9 10 0,-13 12-7,-34 47 0,59-69 7,-6 7 2,1 0 0,1 1 0,1 0 0,0 1 0,0 0-1,-7 28 1,-16 98 16,25-108-17,1-3 1,2 0-1,1 40 0,2-34-2,-1-34 0,1 1 1,-1-1-1,1 0 1,0 0-1,0 1 1,0-1-1,0 0 1,0 0-1,0 0 1,0 0-1,1 0 1,-1-1-1,1 1 1,-1 0-1,1-1 1,0 1-1,0-1 1,0 1 0,0-1-1,0 0 1,0 0-1,0 0 1,0 0-1,0 0 1,1 0-1,-1-1 1,0 1-1,0-1 1,1 1-1,-1-1 1,0 0-1,4 0 1,2 0 0,-1 1 0,0-1 0,1 0 0,-1-1 0,0 1 0,1-1 0,-1-1 0,0 0 0,11-4 0,7-9 2,0-2 1,-1-1-1,-1-1 0,28-30 1,-9 10-2,56-64 13,-29 27-9,-54 60-4,-1-2 1,-1 0 0,22-39-1,-10 16 19,-25 41-20,1-2-1,1 0 0,-1 0 0,0 0 1,0 0-1,0-1 0,0 1 0,0 0 0,0-1 0,-1 1 0,1-1 0,-1 1 0,0 0 0,1-4 0,-1 6 2,0 0 0,0 0 0,0 0 0,0 0 0,0 0 0,0 0 0,0 0 0,0 0 0,0 0-1,1 0 1,-1 0 0,0 0 0,0 0 0,0 0 0,0 0 0,0 0 0,0 0 0,0 0 0,0 0 0,0 0 0,0 0 0,1 0 0,-1 0 0,0 0 0,0 0 0,0 0-1,0 0 1,0 0 0,0 0 0,0 0 0,0 0 0,0 0 0,0-1 0,0 1 0,0 0 0,0 0 0,0 0 0,0 0 0,0 0 0,1 0 0,-1 0 0,0 0 0,0 0-1,0 0 1,0 0 0,0-1 0,0 1 0,0 0 0,0 0 0,0 0 0,3 12 47,-5 3-48,0-1 1,-1 1-1,-1-1 1,0 1-1,-1-1 0,0 0 1,-11 18-1,-4 14 13,-182 415 35,101-272-75,88-167 34,0 1-1,-2-2 0,0 0 0,-2-1 1,-37 36-1,55-57-5,-1 1 0,0-1 0,0 1 1,0-1-1,0 1 0,0 0 0,0-1 1,0 1-1,0-1 0,0 1 0,0-1 1,0 1-1,0-1 0,0 1 0,0-1 1,0 1-1,0 0 0,-1-1 0,1 1 1,0-1-1,0 1 0,0-1 0,-1 1 0,1 0 1,0-1-1,-1 1 0,1 0 0,0-1 1,-1 1-1,1 0 0,0-1 0,-1 1 1,1 0-1,-1 0 0,1 0 0,0-1 1,-1 1-1,1 0 0,-1 0 0,1 0 1,-1 0-1,1 0 0,-1 0 0,1 0 0,-1 0 1,1 0-1,0 0 0,-1 0 0,1 0 1,-1 0-1,1 0 0,-1 0 0,1 0 1,-1 0-1,1 1 0,0-1 0,-1 0 1,1 0-1,-1 1 0,1-1 0,0 0 1,-1 1-1,1-1 0,0 0 0,-1 1 0,1-1 1,0 0-1,0 1 0,-1 0 0,1-5 8,0 0 0,0 0 0,1 0-1,0 0 1,-1 0 0,1 0 0,1 0-1,1-5 1,7-6-7,1 0-1,0 0 1,1 2 0,0-1-1,1 2 1,0-1-1,1 2 1,1 0 0,18-11-1,-30 20-1,0 1 0,0-1 0,0 1 0,1 0 0,-1 0-1,0 0 1,1 1 0,-1-1 0,0 1 0,1-1 0,-1 1 0,1 0 0,-1 1-1,1-1 1,-1 0 0,0 1 0,1 0 0,-1 0 0,0 0 0,0 0 0,1 0-1,-1 1 1,0 0 0,0-1 0,-1 1 0,1 0 0,0 0 0,4 5 0,6 7-2,-1-1 1,-1 2 0,0-1 0,12 25 0,8 9 0,-14-26 2,1 0 1,0-1-1,2-1 1,30 24 0,-44-39-2,1-1 1,-1 0-1,1 0 0,0-1 1,0 0-1,0 0 1,0 0-1,1-1 1,10 2-1,-14-4 2,1 1 1,0-1-1,0-1 0,-1 1 0,1-1 0,0 1 1,0-1-1,-1-1 0,1 1 0,-1-1 1,1 1-1,-1-1 0,0 0 0,0-1 1,0 1-1,6-6 0,55-47 120,70-79-1,-135 134-118,1 0 0,-1-1-1,0 1 1,0 0 0,0-1 0,0 1 0,1 0-1,-1-1 1,0 1 0,0 0 0,1-1 0,-1 1-1,0 0 1,0 0 0,1-1 0,-1 1 0,0 0 0,1 0-1,-1 0 1,0 0 0,1-1 0,-1 1 0,0 0-1,1 0 1,-1 0 0,0 0 0,1 0 0,-1 0-1,1 0 1,-1 0 0,0 0 0,1 0 0,-1 0-1,1 0 1,-1 0 0,1 0 0,-2 16-116,-14 21-388,1-16-331,-2-2-718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45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35 23371,'0'0'5061,"-3"0"-3159,147-3-1801,194-28 1,-327 31-243,-15 2-244,-28 10-891,3-2-137,-10 6-1530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46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24939,'0'0'3573,"10"-4"-3360,-6 3-204,19-8 116,1 1 0,-1 1 1,1 2-1,0 0 0,28-2 0,168 7 81,-190 8-2226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46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40 23675,'0'0'3828,"2"-8"-3502,0-1-621,3-14 1820,-3 24-698,-1 16-622,0 93 58,1-2-148,-4-1 0,-22 148 0,-5-52-80,29-203-38,0 1 1,0-1-1,0 1 0,0-1 0,0 1 1,0-1-1,0 1 0,0-1 0,0 1 1,0-1-1,0 1 0,0-1 0,0 1 1,0-1-1,0 1 0,-1-1 1,1 1-1,0-1 0,0 1 0,-1-1 1,1 0-1,0 1 0,0-1 0,-1 1 1,1-1-1,-1 0 0,1 1 0,0-1 1,-1 0-1,1 1 0,-1-1 1,1 0-1,-1 0 0,0 1 0,-8-17-432,3 4 190,3 6-179,-1 0-1,0-1 1,0 2 0,-1-1 0,-7-7 0,-11-13-3714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4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25 21498,'0'0'6091,"-2"-3"-5675,2 2-361,-1-1 0,0 1 0,0 0 0,0-1-1,0 1 1,0 0 0,0 0 0,0 0 0,0-1 0,0 1 0,0 1 0,-1-1 0,1 0 0,0 0 0,-1 0 0,1 1-1,-1-1 1,1 0 0,-1 1 0,1 0 0,-1-1 0,1 1 0,-1 0 0,1 0 0,-1 0 0,1 0 0,-1 0 0,-1 0 0,2 0 345,0 1-394,0-1 0,0 1 0,1-1 0,-1 1-1,0-1 1,1 1 0,-1 0 0,0-1 0,1 1 0,-1 0 0,1 0 0,-1 0 0,1-1 0,0 1 0,-1 0 0,1 0 0,0 0 0,-1 0 0,1 0 0,0 0 0,0 1-1,-88 468 559,42-245-445,-28 70-52,69-282-59,2 0-1,-1 0 1,2 1-1,0-1 1,-1 22-1,3-34 74,0-36-2405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0:5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1681,'0'0'3105,"36"-34"-3105,-24 26-368,-1-1-1297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1:2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60 23339,'0'0'6285,"-6"0"-5337,2 0-523,7 0-48,106-5-360,111-20-1,21-1-1,-120 23-257,-122 27-900,-5-8-48,-5-3-1086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1:2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26236,'0'0'3871,"4"0"-3703,145 0 199,166-21 0,-275 15-335,69 1 0,-108 5-8,-1-5-4053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1:23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25420,'0'0'3278,"1"39"-1653,3 15-1508,-2 1 0,-2-1 0,-3 0 0,-2 0 0,-2 0 0,-27 98 0,13-80-67,3 1 0,4 1-1,3 0 1,-2 101-1,12-174-76,0-1-1,0 1 0,0-1 1,-1 0-1,1 1 0,0-1 0,0 0 1,0 0-1,-1 0 0,1 0 0,0 0 1,0 0-1,-1 0 0,1 0 1,0-1-1,0 1 0,-3-1 0,-26-27-1527,7 10-152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1:2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15 23051,'0'0'5063,"-6"-15"-2888,-12 92-1965,-19 119 98,10-61-170,-29 217 142,-1 8-195,56-298-77,1-61 120,3-28-1101,10 14-380,-5-1-1691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1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27164,'0'0'1769,"-6"17"-1537,-30 89 707,33-101-837,1 0-1,-1 0 0,0 0 0,0 0 1,-1 0-1,-5 6 0,-19 27 74,11-8-146,-11 20 17,1 1 0,3 1 0,-21 64 0,26-49-18,4 1 1,3 1-1,3 0 0,-1 124 0,10-191-28,6 136 4,-4-121-4,1-1-1,0 1 1,1-1-1,1 0 1,1 0-1,9 18 0,-10-26-3,0-1 0,0 0 0,1-1 0,0 1 0,0-1 0,0 0 0,1-1 0,0 0-1,0 0 1,1 0 0,-1-1 0,15 6 0,-18-9-20,4-1 13,-6 0 361,-2-24-2495,0 13-1158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0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25564,'0'0'4199,"4"0"-3980,7 0-134,79 1 112,1-4-1,134-22 1,-215 23-194,28-1-6,-37 5 5,0 0 0,0-1 0,0 1 0,0 0 0,0 0 0,-1 0 0,1 0 0,-1 0 0,1 0 0,-1 0 0,0 0-1,0 0 1,0 0 0,0 0 0,0 0 0,0 0 0,-1 4 0,0 1 8,-1 15-4,-1-1 1,-1-1-1,-1 1 1,-1-1-1,-1 0 0,-1 0 1,0 0-1,-17 26 0,-19 48 17,32-62-9,-28 65 20,28-60 50,10-24-6707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1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202 484 25164,'0'0'3233,"5"-8"-2785,192-273 606,-172 245-987,2 1 1,1 2-1,63-57 0,-91 121 208,-7-5-258,0 0 0,-2-1 0,-1 0 1,-23 43-1,-6 15 12,-68 167 34,-83 208-17,31-100-27,153-345-10,0-2 34,4-30 17,4-12-37,0 0 0,3 0 0,0 1 0,2 0 0,1 0 0,21-50 0,93-167-29,-77 164 14,-29 52-8,1 1 0,1 1 0,2 1 0,1 1 0,48-49 0,-68 75-1,0 0 1,0 0-1,0 0 0,0 1 1,0-1-1,-1 1 0,1-1 1,0 0-1,1 1 0,-1 0 1,0-1-1,0 1 0,0 0 1,0-1-1,0 1 1,0 0-1,0 0 0,0 0 1,1 0-1,-1 0 0,0 0 1,0 0-1,0 0 0,0 1 1,0-1-1,0 0 0,0 1 1,0-1-1,0 1 1,0-1-1,0 1 0,0-1 1,0 1-1,0 0 0,0-1 1,0 1-1,0 0 0,-1 0 1,1 0-1,0 0 0,-1 0 1,1-1-1,0 3 1,4 5 1,0 0 0,-1 1 1,0 0-1,3 10 1,-2-8 11,5 12-8,1 0 0,21 32 0,-28-48-4,1 0-1,-1-1 0,2 1 0,-1-1 1,1 0-1,0-1 0,0 1 0,0-1 1,1-1-1,0 1 0,12 6 1,-15-10-1,0 0 1,0-1 0,-1 1-1,1 0 1,0-1 0,0 0-1,0 0 1,-1 0 0,1 0-1,0-1 1,0 0 0,0 1-1,-1-1 1,1-1 0,0 1 0,-1 0-1,1-1 1,-1 0 0,0 0-1,1 0 1,-1 0 0,0 0-1,3-4 1,7-7 13,0 0 1,-1-1-1,18-26 1,-8 10-9,-1 3-68,1 2-119,-2-1-1,-2 0 1,30-56 0,-46 76-1159,3 3-1461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26428,'0'0'2759,"0"16"-2404,0 53-51,-3-1 0,-13 68 0,-16 0-171,-13 66-2,39-166-131,-1 3 0,-3 76 0,11-121 0,0 1 0,1 0 0,-1 0-1,1 0 1,0 0 0,1 1 0,-1-1 0,1 0-1,0 1 1,3-5 0,47-60-2,-12 17 3,4-7 1,64-63 0,-4 4-3,1 4 66,-65 72-42,-41 42-46,1 0 1,-1 0-1,0 0 0,0 0 0,1 0 0,-1 0 1,0 0-1,0 1 0,1-1 0,-1 0 0,0 0 1,0 0-1,0 0 0,1 1 0,-1-1 0,0 0 1,0 0-1,0 0 0,0 1 0,1-1 0,-1 0 1,0 0-1,0 1 0,0-1 0,0 0 0,0 0 1,0 1-1,0-1 0,0 0 0,0 1 0,0-1 1,0 0-1,0 0 0,0 1 0,0-1 0,0 0 1,0 1-1,0-1 0,0 0 0,0 0 0,0 1 1,0-1-1,-1 0 0,1 0 0,0 1 0,0-1 1,0 0-1,-3 22-3296,-7-2-7019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3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66 20281,'0'0'6080,"-25"-12"-5626,-85-33-158,106 43-284,1 1 1,-1 0-1,1 0 0,-1 0 1,0 0-1,1 0 0,-1 1 1,0 0-1,0-1 0,1 1 1,-1 1-1,0-1 0,1 1 0,-1-1 1,0 1-1,1 0 0,-1 0 1,1 1-1,-1-1 0,1 1 1,-1-1-1,1 1 0,0 0 1,0 1-1,0-1 0,-5 5 0,1-1 24,-14 12 64,2 1 0,0 1 0,1 0 0,1 2 0,1 0 0,-14 25 0,5 0 156,1 0 0,-19 57 0,35-76-185,1 1 0,1 0 0,1 0 1,2 0-1,1 1 0,2 41 0,0-68-68,0 1-1,0-1 0,0 1 0,0-1 0,0 1 0,1-1 0,0 1 0,0-1 0,0 1 0,0-1 0,0 0 1,0 0-1,1 1 0,0-1 0,0 0 0,0 0 0,0-1 0,3 4 0,-1-3-4,0-1 0,0 0 0,0 0 0,0 0 0,0-1 0,1 1 0,-1-1 0,0 0 0,1 0-1,-1-1 1,1 1 0,-1-1 0,9-1 0,-7 1 4,-1-1 0,1 0 0,-1 0 0,0 0 0,0-1 0,1 0 0,-1 0 0,0 0 0,-1 0 0,1-1 0,0 0 0,-1 0 0,1 0 0,3-5 0,9-8 24,31-36 0,-32 33-28,42-51 20,80-123 0,-111 149 14,-3 0 0,-1-2 1,-2-1-1,21-71 1,-35 90 285,-14 39 37,-6 15-412,-52 105 104,-77 223-1,-66 227-11,193-543-29,0-1 1,-3 0-1,-1-2 1,-37 53-1,56-88-4,0 0-1,0 0 1,0 1-1,0-1 1,0 0-1,-1 0 1,1 0-1,0 1 1,0-1-1,0 0 1,0 0-1,0 0 1,-1 0 0,1 1-1,0-1 1,0 0-1,0 0 1,0 0-1,-1 0 1,1 0-1,0 0 1,0 0-1,0 0 1,-1 1-1,1-1 1,0 0 0,0 0-1,-1 0 1,1 0-1,0 0 1,0 0-1,0 0 1,-1 0-1,1 0 1,0 0-1,0 0 1,-1-1 0,1 1-1,0 0 1,0 0-1,0 0 1,-1 0-1,1 0 1,0 0-1,0 0 1,0-1-1,0 1 1,-1 0-1,1 0 1,0 0 0,0 0-1,0-1 1,0 1-1,0 0 1,0 0-1,-1 0 1,1 0-1,0-1 1,0 1-1,0 0 1,0 0 0,0-1-1,0 1 1,0 0-1,0 0 1,0 0-1,0-1 1,-4-29 15,5-38-30,0 56 12,1 0-1,0 0 0,0 1 0,1-1 0,1 1 1,0-1-1,0 1 0,1 1 0,1-1 1,-1 1-1,2 0 0,0 0 0,0 0 0,0 1 1,1 0-1,1 1 0,15-13 0,-19 18 1,0 0-1,0 1 1,0 0-1,0-1 1,0 2-1,1-1 1,-1 1-1,1-1 0,-1 2 1,1-1-1,-1 0 1,1 1-1,0 0 1,-1 1-1,1-1 1,-1 1-1,1 0 1,6 3-1,8 2 3,-1 2-1,-1 0 1,31 20 0,9 3 12,-48-27-41,3 3-24,0-1 1,1-1-1,-1 0 1,1-1-1,0 0 1,0-1-1,24 2 1,-25-9-1102,9-19-872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3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24491,'0'0'3532,"13"33"-2907,80 199-12,-75-182-499,-2 0-1,-2 1 0,-2 0 0,-3 1 0,-2 0 1,1 80-1,-7-95-93,-2 1-1,-1 0 1,-2-1 0,-1 1 0,-3-1 0,0-1 0,-3 1 0,-25 60 0,2-36 83,-2-1 1,-2-2-1,-3-2 1,-2-1 0,-82 79-1,114-129-695,11-18 62,12-22-848,10-6-1204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25532,'0'0'3601,"154"0"-3409,-106 3-128,-1-3-16,-11 3-16,5-3-32,-17 2 0,-6 1 0,-6 0-64,-12 2-720,0 3-256,-6 3-1634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4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24715,'0'0'4197,"16"4"-3832,23 3-237,0-2 1,1-2-1,-1-1 0,1-2 0,-1-1 0,40-8 0,-48 3-551,-22 5 476,0-1 0,0 0-1,0-1 1,-1 1 0,1-2-1,9-4 1,-14 6-802,0-1-1,0 0 0,-1 0 1,1-1-1,-1 1 0,1-1 1,-1 0-1,5-7 0,4-10-15980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27629,'0'0'2126,"3"0"-2006,8 2-43,0 0-1,1 1 1,-1 1-1,-1 0 1,1 0-1,0 1 1,12 8-1,17 6 16,145 47 39,-3-1-78,-174-62-52,1 1 0,-1 0-1,1 1 1,-1-1 0,0 2-1,-1-1 1,1 1 0,10 11-1,-16-14 3,1 0 1,-1 1-1,0-1 0,0 1 0,0 0 0,-1 0 0,1 0 0,-1-1 0,0 1 0,0 1 0,0-1 1,-1 0-1,1 0 0,-1 0 0,0 0 0,0 0 0,0 1 0,-1-1 0,0 0 0,0 0 1,0 0-1,-1 4 0,-4 8 7,-1 0 1,0-1 0,-1 0-1,0-1 1,-2 1 0,-15 18-1,-76 79 24,70-79-25,-13 14-7,-15 18 187,-129 107-1,186-170-103,-25 20-487,27-18-466,17-11-169,11-9-657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6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548 244 25132,'0'0'4041,"0"-16"-3894,0-131 272,0 144-412,0 0 0,0 0 1,-1 0-1,1 0 0,-1 0 0,1 0 0,-1 0 0,0 0 1,0 0-1,0 1 0,0-1 0,-1 0 0,1 1 1,-1-1-1,0 1 0,0-1 0,1 1 0,-2 0 0,1 0 1,0 0-1,0 0 0,-1 0 0,1 0 0,-1 0 1,1 1-1,-1 0 0,0-1 0,1 1 0,-1 0 1,-4-1-1,-7-1 3,-1 1 0,0 0 0,1 0 0,-30 2 1,25 1-13,6 0 1,-1 1 0,1 0 0,0 1 0,-1 1 0,1 0 0,1 0 0,-1 2 0,1-1 0,0 2 0,0 0 0,0 0 0,1 1 0,-16 14 0,8-5 4,0 1-1,1 1 0,1 0 1,1 2-1,0-1 0,-16 33 1,23-34 5,2 1 0,0 0 1,1 0-1,1 1 0,1 0 0,1 0 1,1 0-1,0 0 0,3 31 0,-1-48-5,0 0-1,0-1 0,1 1 0,-1-1 0,1 1 0,0 0 0,0-1 0,0 0 0,1 1 0,-1-1 1,1 0-1,-1 1 0,1-1 0,0 0 0,0 0 0,1 0 0,-1-1 0,1 1 0,-1 0 1,1-1-1,0 0 0,0 0 0,0 0 0,0 0 0,0 0 0,1 0 0,-1-1 0,0 0 0,1 1 1,3-1-1,11 3 7,0 0 0,0-2 1,0 0-1,32-2 0,-41 0-3,1-1 3,1 0 0,-1-1 0,0 0 0,0-1 1,-1-1-1,1 1 0,-1-1 0,1-1 0,-1 0 0,0 0 1,-1-1-1,13-10 0,8-8 3,-1-1 0,27-33 0,-36 37 0,0-1 1,-1-1-1,-1-1 1,-2 0-1,0-2 1,-2 1-1,0-2 1,-2 0-1,15-54 1,-25 61 59,-1 22 318,-1 6-386,-1 0 1,1-1 0,-2 1 0,1-1 0,-1 1-1,-6 10 1,-7 22 42,-82 232 78,50-146-98,-59 177 10,31-52-45,67-225 14,-15 40-7,22-62 2,0-1-1,1 1 1,-1-1 0,0 1 0,-1-1 0,1 0-1,0 0 1,-1 0 0,0 0 0,0-1 0,0 1-1,0-1 1,-5 3 0,6-2 12,2-50-13,-1 25 1,0-1-1,2 1 1,5-30-1,-4 44-1,0 1-1,0-1 1,1 0-1,0 1 1,1 0 0,-1-1-1,1 1 1,1 1-1,-1-1 1,1 1-1,0-1 1,1 2-1,6-7 1,-11 11-1,1 0 0,-1 0 0,1 0 1,-1 0-1,1 0 0,-1 0 0,1 1 1,0-1-1,-1 1 0,1-1 1,0 1-1,0 0 0,0-1 0,-1 1 1,1 0-1,0 0 0,0 0 0,-1 0 1,1 1-1,0-1 0,0 0 0,0 1 1,-1 0-1,1-1 0,0 1 0,-1 0 1,1 0-1,-1-1 0,3 3 0,5 3-1,-1 1 0,1 0 0,12 14 0,-10-10 6,13 12-1,1 0-1,1-1 0,54 33 0,-66-47 11,0-1-1,0-1 1,0 0 0,1-1-1,0-1 1,0 0-1,0 0 1,1-2 0,-1 0-1,1-1 1,16-1-1,-26 0 6,0-1-1,-1 0 1,1-1 0,-1 0-1,1 1 1,-1-2-1,0 1 1,1-1-1,-1 1 1,7-7-1,46-39 125,-44 35-144,-12 12-69,0-1-1,-1 0 0,1 0 1,0 0-1,-1 0 0,1-1 1,-1 1-1,0 0 0,0-1 1,0 1-1,0-1 0,0 1 1,0-1-1,-1 1 0,1-1 1,-1 1-1,0-1 0,0 0 1,0 1-1,0-6 0,0-3-2130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9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38 24731,'0'0'4450,"-5"1"-3394,6 1-340,396-25-380,-168 6-344,-192 16 40,-36 1 93,-31 28-79,5 0-48,1 0-1,1 2 1,1 0 0,2 2 0,-26 53-1,21-35 3,12-25 0,0 1 0,-8 30 0,17-45-36,-3 10-61,1 0-1,0 1 0,2 0 1,0 0-1,0 32 1,6-76-1848,8-1-643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2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0 26508,'0'0'3060,"-9"13"-2809,-8 11-146,-21 29 259,-60 115-1,-28 160-130,112-279-215,1 2 0,3-1 0,1 1 0,-2 92 0,11-132-17,0 49 9,10 84 0,-7-123-9,1 0 1,1-1-1,1 1 0,1-1 1,1-1-1,1 0 1,17 30-1,-15-32-1,-7-9-1,0 0-1,1 0 1,0 0 0,0-1 0,1 0 0,0 0-1,0-1 1,1 1 0,0-1 0,0-1 0,0 1-1,12 5 1,-18-11-7,-1 0 1,1 0-1,-1 0 0,1 0 1,-1 0-1,1 0 0,0 0 0,-1 0 1,1 0-1,-1 0 0,1-1 1,-1 1-1,0 0 0,1 0 1,-1-1-1,1 1 0,-1 0 0,1-1 1,-1 1-1,0 0 0,1-1 1,-1 1-1,0 0 0,1-1 0,-1 1 1,0-1-1,0 1 0,1-1 1,-1 1-1,0-1 0,0 1 0,0-1 1,1 1-1,-1-1 0,0 1 1,0-1-1,0 1 0,0-1 0,0 0 1,4-29-684,-4 25 346,1-21-1256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30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22 25532,'0'0'4354,"-6"-1"-4192,-18-1-74,18 2-34,10 2 5,13 4-42,0 0 1,0-1 0,1-1 0,0-1 0,0 0 0,0-2-1,26 0 1,-18-1 3,-1-2-1,0-1 1,0-1-1,45-13 1,-16-6-18,-52 22 10,-2 41 5,-1-1-1,-2 0 1,-2 0-1,-16 61 1,-68 198 198,86-285-210,-2 5-3,0 0-1,-1 0 1,-8 17-1,10-26-420,8-18-2085,5-17-467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3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127 335 26796,'0'0'2271,"6"-8"-1946,52-57-83,4 2 0,2 3 0,73-53 1,-104 91-206,-31 19-21,-1 3 0,0 0-15,-1 0 0,0 0 1,1 1-1,-1-1 0,0 0 0,1 1 0,-1-1 1,0 0-1,1 1 0,-1-1 0,0 0 1,1 1-1,-1-1 0,0 1 0,0-1 0,0 0 1,1 1-1,-1-1 0,0 1 0,0-1 0,0 1 1,0-1-1,0 0 0,0 1 0,0-1 1,0 1-1,0-1 0,0 1 0,0-1 0,0 1 1,0-1-1,0 1 0,-1 0 0,1 1 6,0 24 14,1-10 1,0 0 0,-2-1 1,0 1-1,-1-1 0,0 0 0,-9 28 0,-294 640 368,234-535-297,44-86-62,14-31 1,-24 41 1,30-61-62,-5 9 168,8-20-49,2-12-45,1-1-44,1 0 0,0 0 0,1 0-1,0 0 1,1 0 0,1 1 0,0-1-1,0 1 1,1 0 0,9-17-1,22-34-16,79-105 0,-91 139 11,1 1 0,2 1-1,0 1 1,2 1 0,40-27-1,-60 46 4,-1 1 0,1 1 0,0-1 0,1 1 0,-1 1 0,1 0 0,-1 0 0,1 0 0,0 1 0,0 1 0,0-1 0,0 1 0,1 1 0,-1 0 0,16 2 0,-22-2 3,0 1-1,0 1 1,0-1-1,0 0 1,0 1-1,0 0 1,-1-1-1,1 1 1,0 0-1,-1 0 1,1 1-1,-1-1 1,0 0-1,3 5 1,23 44 14,-24-43-14,-1 0 1,1-1-1,1 1 1,-1-1 0,8 8-1,-10-13-2,0 0 0,0 0 0,0 0-1,1-1 1,-1 1 0,0-1 0,1 0 0,0 1-1,-1-1 1,1 0 0,0 0 0,-1-1-1,1 1 1,0-1 0,0 1 0,0-1-1,-1 0 1,1 0 0,0 0 0,0 0 0,0-1-1,-1 1 1,1-1 0,0 0 0,0 1-1,-1-1 1,1-1 0,-1 1 0,5-3-1,6-4-16,-1 0-1,0-1 0,0 0 0,14-16 1,-17 16-1,94-92-996,-41 29-3028,-37 32-4724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3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27389,'0'0'1987,"0"23"-1635,0 2-300,0 86 358,-17 137 1,8-180-327,-1 118 0,12-193-80,0 1 0,0 0-1,1 0 1,0 0 0,0 1 0,0-1 0,1 1 0,0 0 0,0 0 0,6-6-1,6-10 11,75-101 22,93-142 168,-182 261-237,0 1 0,-1-1 1,1 0-1,-1 0 0,0 0 0,0 0 1,0 0-1,0 0 0,0 0 0,0-7 1,9 10-1927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3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99 25820,'0'0'3431,"4"-16"-3180,12-47-3,-16 63-240,0-1 1,1 1 0,-1-1 0,0 1 0,0-1 0,0 1 0,0-1-1,1 1 1,-1-1 0,0 0 0,0 1 0,0-1 0,0 1 0,0-1-1,0 1 1,-1-1 0,1 1 0,0-1 0,0 0 0,0 1-1,0-1 1,-1 1 0,1-1 0,0 1 0,0-1 0,-1 1 0,1 0-1,0-1 1,-1 1 0,1-1 0,-1 1 0,1 0 0,-1-1 0,1 1-1,0 0 1,-1-1 0,1 1 0,-1 0 0,1 0 0,-1-1 0,0 1-1,1 0 1,-2 0 0,-19 3-35,19-3 55,-4 2-27,1 0 0,-1 0 0,0 0 0,1 1 0,-1 0 0,1 0 0,0 0 0,0 1 0,0-1 0,-8 9 0,-42 53-10,39-44 15,-15 19 67,2 2 0,2 1 1,2 1-1,-26 63 0,45-92-66,0 1-1,1 0 1,1 0-1,1 0 1,0 0 0,-1 26-1,7-42-9,-1 1 0,1 0 0,-1-1 0,0 1 0,1-1 0,-1 1 0,1-1 0,-1 0-1,1 0 1,-1-1 0,1 1 0,-1 0 0,4-2 0,0 1 3,0-1-1,0 0 1,0-1-1,0 1 1,0-1-1,-1 0 1,1-1-1,-1 1 1,10-9-1,44-48 10,-35 34-6,29-31 16,-3-3 1,63-94-1,-110 157 51,-3 14-48,-5 22-21,-2-20 8,-1 1-1,-14 24 1,-10 21 36,-172 386 34,177-399-66,-2-1 1,-3-2-1,-1-1 1,-3-1-1,-1-2 1,-58 52-1,95-97-14,0 0 0,1-1-1,-1 1 1,0 0 0,0 0 0,0-1-1,0 1 1,0 0 0,0-1-1,0 1 1,0 0 0,0-1 0,0 1-1,0 0 1,0-1 0,0 1 0,0 0-1,0-1 1,0 1 0,0 0-1,0 0 1,0-1 0,-1 1 0,1 0-1,0-1 1,0 1 0,0 0-1,0 0 1,-1-1 0,1 1 0,0 0-1,0 0 1,-1-1 0,1 1 0,0 0-1,0 0 1,-1 0 0,1 0-1,0-1 1,-1 1 0,1 0 0,0 0-1,0 0 1,-1 0 0,1 0 0,0 0-1,-1 0 1,1 0 0,0 0-1,-1 0 1,1 0 0,0 0 0,-1 0-1,1 0 1,0 0 0,-1 0-1,1 0 1,0 0 0,0 1 0,-1-1-1,1 0 1,0 0 0,-1 0 0,1 0-1,0 1 1,0-1 0,-1 0 0,2-7-5,0 0 0,1-1 0,0 1 0,0 0 0,1 0 1,-1 0-1,1 0 0,1 0 0,0 1 0,0-1 1,0 1-1,0 0 0,1 0 0,0 1 0,1-1 0,-1 1 1,1 0-1,0 1 0,11-7 0,-6 3 0,1 1-1,0 0 1,0 1-1,1 0 0,0 1 1,0 0-1,0 1 1,1 1-1,-1 0 1,19-1-1,-22 3 11,1 1-1,-1 1 0,0-1 1,1 2-1,-1-1 1,0 1-1,1 1 1,-1 0-1,-1 0 1,1 1-1,0 0 0,-1 1 1,0 0-1,0 1 1,0-1-1,-1 2 1,0-1-1,0 1 1,-1 1-1,11 11 0,13 21 12,-27-40-379,-1 1 0,0-1 0,1 1-1,-1-1 1,1 0 0,-1 0-1,0-1 1,1 1 0,-1-1-1,4-1 1,11-9-4650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33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24907,'0'0'3989,"7"5"-3525,6 5-370,-2 0-1,0 1 1,0 0 0,-1 1-1,0 0 1,-1 0-1,0 1 1,-1 0 0,-1 1-1,0 0 1,0 0-1,-2 1 1,5 15 0,4 18 17,-2 1 1,11 94 0,-15-37-47,-5-1 0,-9 109 0,-1-163-39,-2 1 0,-2-1 1,-2-1-1,-3 0 0,-39 87 0,54-135-23,-1 4 8,0 0 1,-1-1 0,0 1-1,0-1 1,0 0-1,0 0 1,-1 0-1,0 0 1,0-1 0,0 1-1,-7 5 1,10-10 1,1-20-808,0-21-2070,0 19-2642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34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25372,'0'0'4204,"0"0"-4181,0-1-1,0 1 0,0 0 1,0 0-1,0 0 0,1-1 1,-1 1-1,0 0 0,0 0 1,1 0-1,-1-1 0,0 1 1,0 0-1,1 0 0,-1 0 1,0 0-1,0 0 0,1 0 1,-1 0-1,0-1 0,0 1 1,1 0-1,-1 0 0,0 0 1,1 0-1,-1 0 0,0 0 1,0 0-1,1 0 0,-1 1 1,0-1-1,1 0 0,-1 0 1,0 0-1,0 0 0,1 0 1,-1 0-1,0 0 0,0 1 1,0-1-1,1 0 0,-1 0 1,0 0-1,0 1 0,0-1 1,1 0-1,-1 0 0,0 1 1,0-1-1,0 0 0,9 24 70,-2 0 0,-1 1 0,0 0-1,-2 0 1,1 30 0,-4 135 35,-3-94-71,2 131-19,0-227-39,1 1 0,-1-1 0,0 0 0,1 1 0,-1-1 0,0 0 0,1 1 0,-1-1 0,0 0 0,1 0 0,-1 0 0,1 1 0,-1-1-1,0 0 1,1 0 0,-1 0 0,1 0 0,-1 0 0,1 0 0,-1 0 0,1 0 0,-1 0 0,0 0 0,1 0 0,-1 0 0,1 0 0,-1 0 0,1 0-1,-1 0 1,1-1 0,3-2 5,1 0-1,-1-1 0,0 1 0,0-1 1,0 0-1,-1 0 0,1-1 0,-1 1 1,0-1-1,0 1 0,3-9 0,6-8 6,51-73 17,194-263-18,-247 345-1,134-149 36,-138 156-33,-5 4-2,1 0-1,-1-1 0,1 1 1,-1 0-1,0 0 1,0-1-1,1 1 1,-1-1-1,0 1 1,0-1-1,0 0 0,-1 1 1,1-1-1,0 0 1,0-3-1,-1 4 61,-13 6-763,-10 9-220,-6 4-791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37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619 157 25612,'0'0'3367,"-18"-24"-1692,15 14-1669,-1 0 0,0 1 1,-1-1-1,0 1 0,0 1 0,-1-1 0,0 1 0,-13-14 1,14 18-6,0 0 1,0 0-1,0 1 1,-1-1-1,1 2 1,-1-1-1,0 0 1,0 1-1,0 0 1,0 1-1,0-1 1,0 1-1,0 0 1,-1 1 0,-9 0-1,12 0 0,-8-1-3,1 0 0,0 1 1,-1 1-1,1 0 1,0 0-1,0 1 0,-1 1 1,1 0-1,1 0 1,-1 1-1,-18 9 0,3 3-6,0 2 0,1 0-1,1 1 1,1 2 0,1 0-1,-23 28 1,35-36 7,1 0 1,0 0-1,1 1 1,1 0-1,0 0 0,1 1 1,0 0-1,1 0 1,1 1-1,0-1 0,2 1 1,-1 0-1,1 25 1,2-37 0,0-1 0,0 0 0,1 1 0,-1-1 0,1 0 0,0 1 0,0-1 0,0 0 0,0 0 0,1 0 1,-1 0-1,1 0 0,0 0 0,0 0 0,0-1 0,0 1 0,5 4 0,-2-3 2,0 0-1,1 0 0,-1-1 1,1 0-1,0 0 1,0-1-1,0 1 1,12 2-1,4-1 4,1 0-1,0-2 1,0 0 0,28-3-1,-39 0-3,0-1 1,1-1-1,-1 0 1,0 0-1,0-1 0,-1-1 1,1 0-1,-1-1 1,0 0-1,13-9 0,3-4 6,-1-1-1,39-40 1,-51 46-5,-1-1 1,0-1-1,-1 0 1,-1 0-1,-1-1 0,0 0 1,-1-1-1,-1 0 1,-1 0-1,0-1 1,7-35-1,-3 4 30,-11 49 147,-2 13-147,-57 79 67,-30 114 79,-19 39-74,-62 102-48,100-213-48,51-98-8,0 0 0,-3-1 0,-36 44 0,50-64 5,8-13-4,0 1 0,-1-1-1,1 0 1,-1 1 0,0-1 0,0 0-1,1 0 1,-1 1 0,0-1 0,0 0 0,0 0-1,0 0 1,0 0 0,0 0 0,0 0-1,-1 0 1,-1 1 0,2-2 31,1-12-28,0 0 0,0 0-1,2 1 1,-1-1 0,1 0 0,1 0-1,0 1 1,1 0 0,0 0 0,1 0 0,0 0-1,0 0 1,1 1 0,1 0 0,0 0-1,10-11 1,-8 10-8,1 0 0,0 0 1,0 1-1,1 0 0,0 1 0,1 1 0,-1-1 0,18-7 0,-26 15 4,0 0 0,-1 0 0,1 1 0,0-1-1,0 1 1,0 0 0,-1 0 0,1 0-1,0 0 1,0 1 0,0-1 0,-1 1 0,1 0-1,0-1 1,0 1 0,-1 0 0,1 1 0,-1-1-1,1 0 1,-1 1 0,0-1 0,5 4-1,2 4 0,-1 0-1,0 1 0,0-1 1,7 13-1,15 17-1,-17-25 3,1-1 0,0 0-1,1-1 1,29 18-1,-35-25 2,1 0 0,0-1 0,0 0 0,0-1 0,1 0 0,-1 0 0,1-1 0,-1-1 0,1 1 0,11-2-1,-14 0 21,0 0-1,0-1 0,0-1 1,1 0-1,-2 0 1,1 0-1,0-1 0,0 0 1,-1 0-1,1-1 0,-1 0 1,0-1-1,0 1 0,-1-1 1,0-1-1,1 1 1,-2-1-1,11-12 0,26-23 84,17-17 14,-55 53-117,1 0 0,-1-1 0,-1 1-1,1-1 1,-1 0 0,0 0 0,0 0 0,4-12 0,-7-7-1514,-5 25 16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4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1 537 25996,'0'0'3364,"30"-25"-3097,101-84-91,111-103 249,-107 92-308,-118 105-89,-10 7-7,1 1 1,0 1-1,0-1 0,0 1 0,1 1 0,0 0 0,13-6 0,-21 12-12,0-1-1,0 1 1,-1 1-1,1-1 1,0 0 0,-1 0-1,1 0 1,-1 0 0,1 0-1,-1 0 1,1 1-1,-1-1 1,0 0 0,0 0-1,0 1 1,0-1 0,0 0-1,0 0 1,0 1-1,0-1 1,0 0 0,-1 2-1,-1 37 2,-7 5 14,-2-1 1,-1-1-1,-26 59 1,13-38-8,-315 970 122,330-988-131,7-28 100,2-51-3,4-2-84,2 0-1,2 0 1,1 0-1,23-61 1,-23 70-20,27-70 2,4 1 1,4 2-1,64-101 0,-85 161-4,1 1 1,28-29-1,-50 59-1,1 1 1,0-1 0,-1 1 0,1-1 0,0 1-1,0-1 1,0 1 0,0 0 0,0 0-1,0 0 1,0 0 0,0 1 0,1-1 0,-1 0-1,0 1 1,0 0 0,1-1 0,-1 1-1,0 0 1,1 0 0,-1 0 0,0 1 0,0-1-1,1 0 1,-1 1 0,0 0 0,0-1-1,0 1 1,0 0 0,1 0 0,-1 0-1,-1 0 1,5 3 0,6 5 1,-1 0 0,0 1 1,0 0-1,12 15 0,-3-3 9,-12-15-7,-1 1 0,1-1 1,0 0-1,1-1 1,-1 0-1,1 0 1,1-1-1,-1 0 0,1 0 1,0-1-1,0-1 1,0 0-1,0 0 0,1-1 1,-1 0-1,1-1 1,-1 0-1,1 0 1,0-1-1,18-3 0,-22 1 8,0 0-1,-1-1 1,1 0-1,-1 0 0,1 0 1,-1-1-1,0 0 0,0 0 1,-1-1-1,1 1 1,-1-1-1,0 0 0,-1-1 1,6-6-1,3-6 0,0 0 0,-1-1 0,14-30-1,-16 24-680,-1-1 0,0 0 0,4-32-1,-12 45-2912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45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0 642 5138,'0'0'24131,"2"10"-23533,25-45-112,-13 15-393,328-466 266,-306 433-302,-27 40-41,-7 8-12,0 1 1,1 0-1,-1 0 1,1 0-1,0 1 0,1-1 1,-1 1-1,1 0 0,-1-1 1,7-2-1,-9 5 7,0 4-9,-1 1 1,1-1-1,-1 1 1,0-1 0,1 0-1,-2 1 1,1-1-1,-1 7 1,0 6 19,1 513 272,6-411-297,-6-118-16,0 0 0,0 0 0,0 0 1,0 0-1,1 0 0,-1 1 0,0-1 0,0 0 0,0 0 0,1 0 1,-1 0-1,0 0 0,0 0 0,0 0 0,1 0 0,-1 0 1,0 0-1,0 0 0,0 0 0,1 0 0,-1 0 0,0 0 0,0 0 1,0 0-1,1 0 0,-1 0 0,0 0 0,0-1 0,0 1 1,1 0-1,-1 0 0,0 0 0,0 0 0,0 0 0,0 0 0,1-1 1,-1 1-1,0 0 0,0 0 0,0 0 0,0 0 0,0-1 0,0 1 1,0 0-1,1-1 0,6-16-1147,-5-11-1454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46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23931,'0'0'5458,"29"-3"-4993,222-11 228,-172 11-609,0-4 0,118-25-1,-196 32-72,-1 1-1,0-1 0,1 0 1,-1 0-1,1 1 1,-1-1-1,0 0 0,1 0 1,-1 1-1,0-1 1,1 1-1,-1-1 0,0 0 1,0 1-1,1-1 1,-1 0-1,0 1 1,0-1-1,0 1 0,0-1 1,1 1-1,-1-1 1,0 1-1,0-1 0,0 1 1,0-1-1,0 0 1,0 1-1,0-1 0,0 1 1,-1 0-1,1 24-62,0-19 83,2 159 82,-5 192 113,0-310-167,-12 51-1,12-92-298,2-19-84,0-25-1098,1 35 1117,0-24-2558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4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15127,'0'0'15877,"0"19"-16184,-1-11-560,-4 0-678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3:59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92 25132,'0'0'3855,"-8"-6"-3677,1 2-179,1-2 75,0 1 0,-1 1 0,1-1-1,-1 1 1,0 1 0,-1-1 0,1 1-1,-1 0 1,1 1 0,-1 0 0,0 0-1,-12-1 1,7 4-70,1 1 0,-1 0 0,1 1 0,0 0 0,0 1 0,0 0 0,0 1 0,1 1-1,-1 0 1,1 0 0,1 1 0,-1 0 0,1 1 0,-10 10 0,-5 5-2,1 2 0,1 1 0,1 0 0,-20 33 0,30-40 11,1 1-1,1 0 0,0 0 0,2 1 0,0 1 0,2-1 0,0 1 0,1 0 0,1 1 1,2-1-1,0 1 0,2 37 0,0-59-10,0 0 1,0 0-1,0 1 1,1-1-1,-1 0 1,0 1-1,1-1 1,-1 0-1,1 0 1,-1 0-1,1 1 1,0-1-1,-1 0 1,1 0-1,0 0 1,0 0-1,0 0 1,0 0 0,0 0-1,0-1 1,0 1-1,2 1 1,0 0 3,1-1 0,-1 1 0,1-1 0,0 0 0,-1 0 0,1 0 1,0 0-1,4 0 0,-1-1 7,1 1-1,-1-2 1,0 1-1,1-1 1,-1 0 0,0 0-1,0-1 1,14-4 0,-5-3 1,0-1 0,-1-1 0,0 0 0,-1-1 0,22-22 0,59-77 43,-53 58-43,41-69 0,-71 102-9,-1-1-1,0 0 1,-2 0-1,-1-1 1,0 0-1,-2-1 1,5-27-1,-7 10 86,-5 36 54,-3 25-92,-6 14-40,0-1 1,-27 58 0,12-32 13,-63 186 54,-32 78-32,-58 92-32,173-407-16,5-52-12,-1 27 10,1 3-2,1 1-1,0-1 1,1 1-1,1-1 1,-1 1-1,10-22 1,-11 30 2,1 0 1,0 0 0,0 0-1,0 0 1,0 0-1,1 1 1,-1-1-1,1 1 1,0 0-1,0-1 1,0 1-1,1 1 1,-1-1-1,1 0 1,-1 1-1,1 0 1,0 0-1,0 0 1,0 0 0,0 0-1,0 1 1,1 0-1,5-1 1,62-1 7,-1 3 1,98 12 0,46 2 197,-213-16-242,0 0 0,-1 0 0,1 0 1,-1 0-1,1 0 0,-1-1 0,0 1 0,0 0 1,0-1-1,0 1 0,0-1 0,0 1 0,0-3 1,0 1-171,4-14-1163,-4-1-1641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2:0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57 8324,'0'0'10370,"-4"1"-10245,-20 13-31,13-7-2538,-9 1 9849,-6-8-4304,3-4-945,23 3-2125,0 1 0,0 0 1,-1 0-1,1 0 0,0 0 1,0-1-1,0 1 0,-1 0 1,1 0-1,0 0 1,0-1-1,0 1 0,0 0 1,-1 0-1,1-1 0,0 1 1,0 0-1,0 0 0,0-1 1,0 1-1,0 0 0,0 0 1,0-1-1,0 1 0,0 0 1,0-1-1,0 1 0,0 0 1,0 0-1,0-1 0,0 1 1,0 0-1,0 0 1,0-1-1,0 1 0,1 0 1,-1-1-1,2-1-9,0 0 0,0 0 0,0 0 0,0 0 0,1 1 0,-1-1 0,1 1 0,-1-1 0,1 1 0,-1 0 1,1 0-1,4-1 0,39-11-8,1 2-1,0 2 1,73-4 0,145 8 36,-188 5-46,-16 0-137,-73 19-1343,-2-4-343,-13-1-1636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2:01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90 9316,'0'0'18916,"-22"3"-16678,21-3-1699,73 4-400,84-6 1,-42 0-120,-55-1-20,0-2 1,-1-3 0,75-19-1,-118 24 1,37-5 9,-52 8-10,0-22-2324,0 6-3465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2:0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25276,'0'0'3068,"0"8"-1734,-6 137-930,-30 168 0,1-24-316,22-188-73,6-60-8,-2 77 0,9-117-36,-11-18-3218,4-1-1045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2:0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4 18921,'0'0'9177,"0"-4"-8268,0 8-158,-2 34-606,-3 0 1,0 0 0,-21 65 0,-7 47 2,-1 63-32,-14 115-16,23 44-114,26-374-93,0 0-1,0-1 0,0 1 0,0 0 1,0 0-1,0 0 0,1 0 1,-1 0-1,1 0 0,0 1 0,-1-1 1,1 1-1,0-1 0,0 1 1,0-1-1,0 1 0,0 0 0,3-1 1,6-5-2297,5-2-6581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00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641 5 24187,'0'0'4530,"-11"-1"-4143,10 1-387,-6-1 47,1 0 0,-1 0 1,1 1-1,-1 0 0,0 0 0,1 1 0,-1-1 0,1 2 1,-1-1-1,1 1 0,0 0 0,-1 0 0,1 0 1,0 1-1,0 0 0,1 0 0,-1 1 0,-10 8 0,-56 58 157,-106 134-1,149-165-178,3 2 0,0 0 1,3 2-1,2 0 0,-27 77 0,27-42 12,3 1-1,4 0 1,3 1-1,3 1 1,4-1 0,10 129-1,-5-197-22,0 0 0,1-1 0,1 1 0,0 0 1,0-1-1,1 1 0,0-1 0,1 0 0,9 15 0,-10-20-61,1 0 0,-1 0 0,1 0 0,0-1 0,1 0 0,-1 0 0,1 0 0,0 0 0,0-1-1,0 0 1,1-1 0,-1 1 0,1-1 0,0 0 0,0-1 0,9 3 0,32 4-2864,-19-8-2227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01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26204,'0'0'2657,"11"23"-2403,5 7-184,12 20 234,29 75-1,-36-72-173,-3 1 0,-3 2 0,-2-1 0,-2 1-1,6 113 1,-16-118-117,-7 159 28,3-176-35,-2 1 0,-1-1 1,-2 0-1,-13 35 1,-1-14 5,-2-1 0,-3 0 0,-49 72 0,60-106 9,11-22-924,4-13-1849,1 5-3365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0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26268,'0'0'4786,"0"6"-4738,11 338 176,7-67-176,-18-271-48,0-1 0,0 1 0,0-1-1,0 0 1,1 1 0,0-1 0,0 1-1,1-1 1,0 0 0,2 6 0,-3-10-14,0-1-3,-1 0 15,1 0 1,-1 0-1,1 0 0,-1 0 1,0 0-1,1 0 1,-1 0-1,1 0 1,-1 0-1,1-1 0,-1 1 1,1 0-1,-1 0 1,1 0-1,-1-1 0,0 1 1,1 0-1,-1 0 1,1-1-1,-1 1 1,0 0-1,1-1 0,-1 1 1,0 0-1,1-2 1,180-286 17,-42 71-6,19-28-8,-115 182 10,-25 35-18,-29 43-212,-29 44-1426,21-29-888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0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435 218 24091,'0'0'4101,"18"-29"-3619,-14 23-448,0-1-1,0 1 0,-1-1 0,0 0 0,0 1 1,-1-1-1,1-1 0,-2 1 0,1 0 0,-1 0 1,0-1-1,0 1 0,-1-1 0,0 1 0,-2-15 1,2-2 56,-1 23-85,0-1 1,1 1-1,-1-1 0,0 0 0,0 1 1,0-1-1,0 1 0,0 0 0,-1-1 1,1 1-1,0 0 0,-1 0 0,1 0 1,-1 0-1,1 0 0,-1 0 0,1 0 1,-1 0-1,1 0 0,-1 1 1,0-1-1,0 1 0,1-1 0,-1 1 1,0 0-1,0 0 0,1 0 0,-3 0 1,-56-4 17,52 4-20,0 0-1,0 0 0,0 1 1,1 1-1,-1-1 0,0 1 1,1 0-1,-1 1 1,1 0-1,0 0 0,0 0 1,0 1-1,0 0 1,1 1-1,0-1 0,0 1 1,0 0-1,-6 7 1,-4 4 8,0 0 0,2 2 1,0-1-1,0 2 1,2 0-1,0 0 1,2 1-1,0 1 1,-9 27-1,9-16 36,2 1 0,2 0-1,0 1 1,3-1 0,0 53-1,3-84-43,0 0 0,0 1 0,0-1 0,0 0 0,1 0 0,-1 0 0,1 1 0,-1-1-1,1 0 1,0 0 0,0 0 0,0 0 0,0 0 0,0 0 0,1-1 0,-1 1 0,1 0 0,-1 0-1,1-1 1,-1 1 0,1-1 0,0 0 0,0 1 0,0-1 0,0 0 0,0 0 0,0 0-1,0 0 1,0 0 0,0-1 0,0 1 0,0-1 0,0 1 0,1-1 0,-1 0 0,0 0 0,0 0-1,1 0 1,1-1 0,4 1 8,-1-1-1,0 0 0,0 0 1,0-1-1,0 1 0,0-2 1,0 1-1,-1-1 0,1 0 1,-1 0-1,7-6 0,25-23 0,-1-2-1,-2-1 0,45-61 1,1-13 3,-69 91-11,-1-1 0,-1 0 0,0 0 0,-1-1-1,-1 0 1,-1-1 0,-1 1 0,6-40 0,-10 54 0,4-20 93,-6 35 214,-13 46-121,-39 73-49,-23 70-22,20-49-85,-148 280 0,196-415-32,-56 101 6,-35 72 15,98-187-21,0 0 0,0-1 0,0 1 0,0 0 1,0 0-1,-1 0 0,1 0 0,0-1 0,0 1 0,0 0 0,0 0 0,-1 0 1,1 0-1,0 0 0,0 0 0,0 0 0,0 0 0,-1 0 0,1 0 0,0-1 1,0 1-1,0 0 0,-1 0 0,1 0 0,0 0 0,0 0 0,0 0 0,-1 0 1,1 0-1,0 1 0,0-1 0,0 0 0,-1 0 0,1 0 0,0 0 0,0 0 1,0 0-1,0 0 0,-1 0 0,1 0 0,0 1 0,0-1 0,0 0 1,0 0-1,0 0 0,-1 0 0,1 0 0,0 1 0,0-1 0,0 0 0,0 0 1,0 0-1,0 1 0,0-1 0,0 0 0,0 0 0,0 0 0,0 1 0,0-1 1,0 0-1,0 0 0,-4-29 7,6-45-1,1 64-7,-1 0 0,2 1 0,-1-1 0,1 1 0,1 0 0,-1 0 0,2 1 0,-1-1 0,1 1 0,0 0 0,1 1 0,0-1 0,0 1 0,0 1 0,1-1 0,0 1-1,1 1 1,-1 0 0,1 0 0,0 0 0,0 1 0,0 0 0,1 1 0,0 0 0,-1 1 0,1 0 0,18-2 0,-24 5 3,0 0 0,-1 0-1,1 0 1,-1 0 0,1 1 0,-1-1 0,0 1 0,1 0-1,-1 0 1,0 0 0,0 0 0,0 1 0,-1-1-1,5 5 1,38 45 30,-36-40-30,4 4 8,1 0 1,1-1-1,0 0 0,35 23 0,-41-32-4,0 0-1,0-1 1,1 0-1,0-1 1,0 0-1,0-1 1,0 0-1,0 0 1,1-1 0,0-1-1,16 1 1,-16-2 12,0-2 0,-1 1 0,1-2 0,0 1 1,-1-1-1,1-1 0,-1 0 0,0-1 0,0 1 1,-1-2-1,1 1 0,-1-2 0,0 1 0,-1-1 1,15-15-1,7-11 78,-2 0-1,39-60 1,-55 75-58,-8 12-31,-3 6-7,0-1 0,-1 0 0,1 0 0,0 0 0,-1 1 1,1-1-1,-1 0 0,1 0 0,-1 0 0,0 0 0,1 0 0,-1 0 0,0 0 0,0 0 0,1 0 0,-1 0 0,0 0 0,0-2 0,0 3-77,-2 0-289,1 0 209,0 0 0,0 1 0,0-1 0,0 0 0,0 0-1,0 1 1,0-1 0,0 1 0,0-1 0,0 1 0,0 0-1,0-1 1,0 1 0,0 0 0,-1 1 0,-5 4-2475,-21 14-13474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1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25164,'0'0'4151,"0"23"-3866,0 151 233,1-15-123,-7 273 80,5-409-475,-10 77 21,9-94-1503,3-22 524,6-30-2335,4 9-3222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15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24651,'0'0'4122,"0"-1"-4101,0 1 1,0-1-1,1 1 0,-1-1 0,0 1 1,0-1-1,1 1 0,-1 0 1,1-1-1,-1 1 0,0-1 0,1 1 1,-1 0-1,1-1 0,-1 1 0,0 0 1,1 0-1,-1-1 0,1 1 0,-1 0 1,1 0-1,-1 0 0,1 0 0,-1 0 1,1-1-1,0 1 0,-1 0 1,1 0-1,-1 0 0,1 0 0,-1 0 1,2 1-1,301-18 996,19-1-986,-321 16-951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15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65 6403,'0'0'22226,"-11"0"-21922,-33 2 22,33-2 837,27 0-1088,222-13 31,13 0-36,-186 13-22,-64 0-8,-1-23-3204,0 6-598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16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29 7764,'0'0'20729,"0"-4"-20321,0-16 197,0 15 130,0 18-469,12 88-4,-12 676 117,-12-616-345,0 8 1,12-168 2,0-27-2886,0 14-72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2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 27533,'0'0'2435,"-54"0"-871,44 4-1557,0 0 1,1 1-1,-1 0 1,1 0-1,0 1 1,1 0-1,-1 0 1,1 1-1,0 0 1,-8 11-1,-14 18-4,1 0-1,3 3 0,0 0 1,3 1-1,1 1 0,2 2 1,2 0-1,2 0 0,2 2 1,2 0-1,2 0 0,2 1 1,1 0-1,1 93 0,5-105 5,1 0-1,1 0 0,6 45 0,-5-68-5,1 0 1,0 0-1,0-1 1,1 1-1,0-1 1,1 0-1,0 0 1,1 0-1,0-1 1,1 0-1,8 10 1,-11-14 0,0 0 0,1 0 0,0 0 0,-1 0-1,2-1 1,-1 0 0,0 0 0,1 0 0,0-1 0,0 0 0,0 0 0,0 0 0,0-1 0,1 0 0,-1 0 0,1-1 0,7 2 0,3-35-1689,-10 19-522,-1 4-2571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2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1 524 17384,'0'0'10626,"0"1"-10560,0-1 0,0 0 1,0 1-1,1-1 0,-1 0 0,0 0 0,1 1 0,-1-1 0,0 0 0,0 0 1,1 1-1,-1-1 0,0 0 0,1 0 0,-1 0 0,1 0 0,-1 0 1,0 1-1,1-1 0,-1 0 0,1 0 0,-1 0 0,0 0 0,1 0 0,-1 0 1,0 0-1,1 0 0,-1 0 0,1-1 0,-1 1 0,0 0 0,1 0 0,10-7-34,-2-1-1,1 0 1,-1-1-1,0 0 0,-1 0 1,0-1-1,12-18 0,109-192 36,-22 78-30,-92 120 22,-14 19-50,1-1-1,0 1 1,0 1 0,0-1-1,0 0 1,1 0-1,-1 1 1,4-4-1,12-16 101,-13 18 246,-4 24-226,-2 23-112,-1 0 0,-2 1 1,-12 50-1,-128 491 76,60-256-79,60-230-14,19-85-10,2-22 4,0-25 27,6-10-14,2-1 0,2 0 1,2 1-1,20-59 0,-4 12-3,-11 41 0,3 0-1,2 2 1,2 0-1,2 1 1,36-54-1,-44 78 1,0 0-1,2 1 0,0 1 0,31-27 0,-47 45-3,0 1 0,1 0 0,-1 0-1,0 0 1,1 0 0,-1 0 0,1 0 0,-1 0-1,1 0 1,-1 0 0,1 1 0,0-1-1,-1 1 1,1-1 0,0 1 0,-1 0-1,1 0 1,0-1 0,0 1 0,-1 0-1,1 1 1,0-1 0,-1 0 0,1 0-1,0 1 1,0-1 0,1 2 0,1 0-1,-1 1 0,1 0 1,-1 0-1,0 0 0,0 1 0,0-1 1,-1 1-1,4 5 0,15 22 17,-1 0 0,24 56 0,-43-86-16,-1 0-1,0 0 1,1 1-1,-1-1 0,1 0 1,-1 0-1,1 0 1,-1 1-1,1-1 1,0 0-1,0 0 1,-1 0-1,1 0 1,0 0-1,0 0 0,0-1 1,0 1-1,0 0 1,0 0-1,1-1 1,-1 1-1,0 0 1,0-1-1,0 1 1,1-1-1,-1 0 1,0 1-1,0-1 0,1 0 1,-1 0-1,3 0 1,-1-1 3,0 0 0,0 0 0,-1-1 0,1 0 0,0 1 0,0-1 0,-1 0 0,1 0 0,-1 0 0,0 0 0,1-1 0,2-3 0,8-12 24,-1 0 1,18-35-1,29-66 19,-56 114-36,0 0 5,1-1 1,-1 1-1,-1-1 0,1 1 1,-1-1-1,0 0 1,1-7-1,-3 13-2,0 26-1064,-4 16-150,-4-14-2678,-9 9-11066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30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62 24235,'0'0'5034,"-1"-10"-4708,-4-41 461,4 51-558,1 0-224,0 0 0,0 0 0,0-1 1,-1 1-1,1 0 0,0 0 0,0 0 0,0 0 0,0 0 0,0 0 0,0 0 0,-1 0 0,1 0 0,0 0 0,0 0 0,0 0 0,0 0 0,0 0 0,-1 0 0,1 0 0,0 0 0,0 0 0,0 1 0,0-1 0,0 0 1,0 0-1,-1 0 0,1 0 0,0 0 0,0 0 0,0 0 0,0 0 0,0 0 0,0 0 0,0 1 0,0-1 0,0 0 0,0 0 0,-1 0 0,1 0 0,0 0 0,0 0 0,0 1 0,0-1 0,0 0 0,0 0 0,0 0 0,0 0 1,0 0-1,0 1 0,0-1 0,0 0 0,0 0 0,0 0 0,1 85 189,-17 383 36,14-346-217,2-121 9,0-16 26,0 6-41,1 0 0,1 0-1,0 0 1,0 1 0,0-1 0,1 1 0,5-11 0,35-63-4,-17 36 0,15-26 26,97-127 0,-110 162 9,-27 36-41,-1 7-826,0 41-1212,0-23-755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3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432 145 25708,'0'0'2836,"0"-8"-2497,0-96 1032,0 103-1364,-1-1 1,1 1-1,-1-1 0,1 1 1,-1-1-1,0 1 0,1 0 0,-1-1 1,0 1-1,0 0 0,0 0 1,0 0-1,0-1 0,0 1 1,-1 0-1,1 0 0,0 0 1,0 1-1,-1-1 0,1 0 1,0 0-1,-1 1 0,1-1 1,-1 1-1,1-1 0,-1 1 1,1 0-1,-1 0 0,1-1 1,-3 1-1,-52-4 69,52 4-72,-5 1 0,0 1 0,0-1 0,0 1 0,0 1 0,0 0 0,1 0 0,-1 1 0,1 0 1,0 0-1,0 1 0,0 0 0,1 0 0,0 1 0,-11 10 0,-12 14 20,-48 62 0,64-74-13,7-8 0,-1 0 0,1 1 0,1 0 1,0 1-1,1-1 0,0 1 0,0 0 0,-4 21 1,5-5 14,0 0 1,1 55 0,3-80-27,1 1 0,-1-1 0,1 0 0,0 1 0,0-1 0,0 0 0,0 1 0,0-1 0,1 0 0,-1 0 0,1 0 0,0 0 0,0 0 0,0-1 0,1 1 0,-1 0 0,1-1 0,-1 0 0,1 0 0,0 1 0,-1-1 0,1-1 0,0 1 0,1 0 0,-1-1 0,0 0 0,0 0 0,1 0 0,-1 0 0,0 0 0,1-1 0,3 1 0,-1 0 1,1 0 0,-1 0 0,0-1 0,1 0 0,-1-1 0,0 1 0,0-1 0,1 0 0,-1 0 0,0-1 0,0 0 0,0 0 0,0-1 1,0 1-1,-1-1 0,1 0 0,4-5 0,29-29 5,-1-2 1,-2-1-1,-2-2 1,-2-1-1,-2-2 1,33-65-1,-60 103-6,-2 5 0,0 1 0,-1-1 0,1 0 1,0 1-1,0-1 0,0 0 0,0 1 0,0-1 1,1 1-1,-1-1 0,0 1 0,1 0 0,-1 0 0,1-1 1,2-1-1,-3 4 3,-1-1 0,0 0 1,1 0-1,-1 0 0,1 0 1,-1 0-1,0 0 0,1 1 1,-1-1-1,0 0 0,1 0 1,-1 0-1,0 1 0,1-1 1,-1 0-1,0 1 0,0-1 0,1 0 1,-1 1-1,0-1 0,0 0 1,1 1-1,-1-1 0,0 0 1,0 1-1,0-1 0,0 1 1,0-1-1,0 0 0,0 1 1,0-1-1,0 1 0,0-1 1,0 0-1,0 1 0,0-1 0,0 1 1,0-1-1,0 0 0,0 1 1,0-1-1,-1 1 0,0 21 7,-2-5 1,-2-1 0,0 0 1,-1 0-1,-14 29 0,2-6-8,-130 275 63,-9 25-26,139-297-26,-2 0-1,-1-1 0,-38 53 1,58-93-9,-9 2 35,9-3 29,-4-15-15,3 0-60,0-1-1,1 1 1,2-29 0,0 38 5,0 0-1,-1 1 1,2-1-1,-1 0 1,1 1-1,-1-1 1,2 1-1,-1-1 1,1 1-1,-1 0 1,1 0-1,1 0 1,4-5-1,-4 6 1,0 1 0,0 0 0,0 0 0,0 0 0,1 1 0,-1-1 0,1 1 0,0 0 0,0 1 0,-1-1 0,1 1 0,0 0 0,1 0 0,-1 0 0,0 1 0,0 0 0,0 0 0,0 0 0,0 0 0,0 1-1,0 0 1,8 2 0,2 2-3,0 0 0,0 1 0,0 1 0,-1 0 0,25 16 0,-13-3 11,-1 1-1,27 28 1,25 21 5,-75-68-10,-1-1-1,0 0 0,0 0 0,0-1-1,0 1 1,0 0 0,0-1 0,1 1 0,-1 0 0,0-1 0,0 1 0,0-1 0,1 0 0,-1 1 0,0-1-1,3 0 1,-3 0 15,0 0-2,4 0-93,0-1 0,0 0 0,0 0 0,0 0 0,0 0-1,0-1 1,0 0 0,0 0 0,-1 0 0,1-1 0,-1 1 0,0-1 0,1 0 0,5-6 0,20-13-1566,4 2-1540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3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24443,'0'0'4037,"-1"0"-3943,1 0 0,-1 0 0,0 0 0,0 0 0,0 0 0,1 0-1,-1 1 1,0-1 0,0 0 0,1 0 0,-1 1 0,0-1 0,1 0 0,-1 1 0,0-1 0,1 1 0,-1-1 0,1 1 0,-1-1 0,0 1 0,1-1 0,-1 1 0,1-1 0,-1 1 0,1 0 0,-1 0 0,2 6-68,1 0 0,-1-1 0,1 1 0,1-1 0,-1 0 0,1 1 0,0-1 0,5 8 0,13 28 63,-9-4-69,-1 0 0,-3 0 0,0 1 0,-3 0 0,-1 1 0,-2-1 0,-2 1 0,-1-1 0,-2 1 0,-2-1 0,-2 0 0,-1 0 0,-2-1 0,-2 0 0,-21 48 0,-11 3 1,-30 69 11,62-126-16,12-31 72,-1 1-1889,-4 9 22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4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0 646 24171,'0'0'6422,"2"-3"-6313,47-83 115,161-313 48,-137 247-205,-73 151-63,0 1-1,0 0 1,1 0 0,-1-1-1,0 1 1,0 0 0,0 0-1,0-1 1,0 1-1,1 0 1,-1 0 0,0-1-1,0 1 1,1 0 0,-1 0-1,0 0 1,0 0 0,1-1-1,-1 1 1,0 0 0,0 0-1,1 0 1,-1 0 0,0 0-1,0 0 1,1 0 0,-1 0-1,0 0 1,1 0 0,-1 0-1,0 0 1,0 0 0,1 0-1,-1 0 1,0 0-1,1 0 1,-1 0 0,0 0-1,0 0 1,1 0 0,-1 0-1,0 1 1,0-1 0,1 0-1,-1 0 1,0 0 0,0 0-1,1 1 1,-1-1 0,0 0-1,0 0 1,0 1 0,0-1-1,1 0 1,-1 0 0,0 1-1,0-1 1,0 0-1,0 0 1,0 1 0,0-1-1,0 0 1,0 1 0,0-1-1,0 0 1,0 0 0,0 1-1,0-1 1,9 30-36,-7-22 55,15 38 19,23 48 0,7 16 26,75 197-15,-122-306-85,1 0 0,-1 0 0,1 0-1,-1 0 1,1 0 0,-1-1 0,1 1 0,0 0-1,0 0 1,-1-1 0,1 1 0,0 0 0,0-1 0,0 1-1,0-1 1,0 1 0,0-1 0,0 1 0,0-1-1,0 0 1,0 1 0,0-1 0,0 0 0,0 0-1,2 0 1,25-7-4808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4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 20457,'0'0'9127,"0"2"-9025,0-1 0,0 1 0,0 0 0,-1 0 0,1 0 0,0 0 0,-1 0 0,0 0 0,1 0 0,-1-1 0,0 1 0,-2 3 0,-18 16-34,0 0-1,1 2 1,2 0-1,0 1 1,-14 27-1,28-45-58,-22 41 11,1 1 0,2 1 0,3 1 0,2 1 0,-17 73 0,22-57 26,2-1 0,3 1 0,2 100 0,6-155-42,1-1 0,0 0 1,1 0-1,0 1 0,1-1 1,0 0-1,0-1 1,1 1-1,1-1 0,0 1 1,0-1-1,1-1 0,0 1 1,1-1-1,12 14 0,-19-23-26,0 0 1,0 0-1,0 1 0,1-1 1,-1 0-1,0 0 0,0 0 1,1 1-1,-1-1 0,0 0 1,0 0-1,1 0 0,-1 0 1,0 1-1,1-1 0,-1 0 1,0 0-1,1 0 0,-1 0 1,0 0-1,1 0 0,-1 0 1,0 0-1,1 0 0,-1 0 1,0 0-1,1 0 0,-1 0 1,0 0-1,1 0 0,-1-1 1,0 1-1,0 0 0,1 0 0,-1 0 1,0 0-1,1-1 0,-1 1 1,0 0-1,1-1 0,6-13-2978,-5 7 1044,0-6-8689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5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27517,'0'0'1931,"26"6"-741,-14-6-1176,17 1-1,0-2 1,0 0 0,0-2 0,-1-1-1,46-12 1,20-9 2,-93 93 104,-1-53-111,1 13 13,-1 0 0,-1 0 0,-2-1 0,0 1 0,-2-1 0,-13 42 0,-59 136 58,70-174-56,4-29-47,0-9-376,4-23-2196,4 11-970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53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471 266 25852,'0'0'3932,"1"-28"-3454,7-6-457,-2 0 1,-2-1-1,1-42 0,-5 67-24,0 7 8,0 0 0,1 0 0,-2 0 0,1 1 0,0-1 0,0 0 0,-1 0 0,0 0-1,1 1 1,-3-6 0,2 7-2,-1-1-1,1 1 0,-1 0 1,1 0-1,-1 1 1,0-1-1,1 0 0,-1 0 1,0 1-1,0-1 1,1 1-1,-1-1 0,0 1 1,0 0-1,0 0 0,1 0 1,-1 0-1,0 0 1,-3 0-1,-1 1 0,-1 1-1,1-1 1,-1 1 0,1 0-1,0 1 1,0 0 0,0-1-1,0 2 1,1-1 0,-1 1-1,1 0 1,0 0 0,0 0-1,0 1 1,1 0-1,0 0 1,-6 7 0,-3 5 1,1 1 0,0 0 0,1 1 0,-9 22 0,6-9 18,2 0 0,2 0-1,0 1 1,3 1 0,0-1-1,2 1 1,0 57 0,7-90-23,0 0 1,1-1-1,-1 1 1,1-1-1,-1 0 1,1 1 0,-1-1-1,1-1 1,-1 1-1,5-1 1,-2 0 3,0-1 1,0 0 0,0 0 0,0 0-1,0 0 1,-1-1 0,1 0 0,-1 0-1,8-7 1,41-41-1,-26 23-2,-9 8 4,-1 0 0,-1-2 0,-1 1 0,-1-2 0,-1 0 0,16-40 0,-21 47 0,-6 12-4,1-2 1,-1 1-1,1-1 0,-1 0 1,0 1-1,-1-1 0,2-9 1,-2 8 28,1 12 28,1 16-13,-5 1-16,-1 0 0,-1 0 0,-1-1 0,-1 1 0,0-1-1,-20 39 1,-4 16 23,-115 278 110,80-208-143,42-94-15,-2-1 0,-2-1 0,-3-2 0,-65 82 1,91-124-3,3-4 1,0-1 1,0 1-1,-1-1 0,1 1 1,0-1-1,-1 0 1,1 1-1,-1-1 0,1 0 1,-1 0-1,0 0 1,0 0-1,-1 1 0,2-2-2,1 0-1,-1 0 1,1 0-1,-1 0 1,1 0-1,-1-1 1,1 1-1,0 0 1,-1 0-1,1 0 1,-1 0 0,1 0-1,0-1 1,-1 1-1,1 0 1,-1 0-1,1 0 1,0-1-1,-1 1 1,1 0-1,0-1 1,0 1-1,-1 0 1,1-1-1,0 1 1,0 0-1,-1-1 1,1 1-1,0-1 1,0 1-1,0 0 1,-1-1-1,1 1 1,0-1-1,0 1 1,0 0-1,0-1 1,0 1-1,0-1 1,0 1-1,0-1 1,0 1-1,0-1 1,0 1-1,1 0 1,-1-1-1,0 1 1,0-1 0,1 1-1,-1-2-1,-1-25-3,1 3-8,0 1 0,7-44 0,-5 59 11,0-1 0,1 1 0,0-1-1,0 1 1,1 0 0,0 0 0,1 0 0,-1 1 0,1-1 0,1 1-1,7-8 1,-7 9 1,1 1 0,-1-1 1,1 1-1,0 1 0,1-1 0,-1 1 0,1 1 0,0-1 0,0 1 0,0 0 0,0 1 0,12-2 0,-6 2 1,0 0-1,0 1 1,0 1-1,0 0 0,0 1 1,24 5-1,-25-2 15,0 2 0,0 0 0,-1 0-1,0 1 1,0 0 0,0 1 0,-1 1 0,0 0-1,-1 0 1,0 1 0,9 12 0,-18-21-40,0 0 0,0 0 1,1 0-1,-1 0 0,0 0 1,0 0-1,1 0 0,-1 0 1,0-1-1,1 1 0,-1-1 1,0 1-1,1-1 0,-1 1 0,1-1 1,-1 0-1,1 0 0,-1 1 1,1-1-1,-1 0 0,1-1 1,-1 1-1,1 0 0,-1 0 1,1-1-1,-1 1 0,1 0 1,-1-1-1,1 0 0,1 0 1,3-3-472,-1 0 0,1 0 0,-1 0 0,0-1 0,7-7 0,6-7-3078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56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 25772,'0'0'3631,"0"-8"-2884,0 595-22,-6-517-709,6-70-29,7-33-6,15-12 13,48-74 0,-49 86 5,204-284 20,-161 248 93,-63 68 101,-1 3-442,0 1 102,-1 0-1,1 0 0,-1 0 1,0-1-1,0 1 1,0-1-1,0 1 0,0 0 1,0-1-1,-3 3 1,-8 11-3014,1 1-6580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57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334 151 22890,'0'0'4907,"1"0"-4778,1 0 0,-1 0 0,0 0 1,0-1-1,0 1 0,0 0 0,0-1 1,0 1-1,0-1 0,0 1 0,0-1 1,-1 1-1,1-1 0,0 0 0,0 0 1,0 1-1,0-2 0,4-9-110,-1-1-1,0 0 0,-1 1 1,0-1-1,-1-1 1,0 1-1,-1 0 0,0 0 1,-2-18-1,-3 29-10,1 0 1,-1 0-1,0 1 0,0-1 0,1 1 0,-1 0 0,0 0 0,-5 1 1,6-1-8,-1 0 1,-1 1 0,1 0 0,-1 0-1,1 1 1,-1 0 0,1-1 0,0 1 0,0 1 0,0-1 0,0 0 0,0 1 0,0 0 0,1 0-1,-1 0 1,-4 6 0,-48 60 21,46-54-28,-7 7 30,2 2 1,0 0-1,1 0 0,2 1 1,1 1-1,0 0 0,2 0 1,2 1-1,-6 30 0,11-44-15,0 0 0,2 0 0,-1 0 0,2 0 0,-1 0 0,4 14 0,-2-24-8,-1-1 1,1 0-1,0 0 0,0 1 1,0-1-1,0 0 1,1-1-1,-1 1 0,0 0 1,1-1-1,0 1 1,-1-1-1,1 0 0,0 0 1,-1 0-1,1 0 1,0 0-1,0-1 0,0 1 1,0-1-1,0 0 1,0 0-1,4 0 1,0 1 2,0-1 0,1 0 1,-1-1-1,0 0 1,1 0-1,-1 0 1,0-1-1,11-3 0,-11-1-2,0 0 0,0 0-1,0-1 1,-1 1-1,0-2 1,8-10-1,-2 2-1,107-154 2,-107 151-1,-1 0 1,-1-1 0,10-26-1,-13 23 2,4-5-5,1 3 75,-11 22-22,-1 12-13,0-1-30,-2 11 10,-1-1 1,-1 1-1,0-1 1,-1 0 0,-1 0-1,-1-1 1,-17 32-1,-4 13 19,27-60-37,-30 77 21,-3-1 0,-74 121 0,-81 105-9,188-300-13,1-3 0,-1 0 0,1 0 0,0 0 1,-1 0-1,1-1 0,-1 1 0,0 0 0,1 0 0,-1 0 0,0 0 0,1 0 0,-1-1 1,0 1-1,0 0 0,0-1 0,0 1 0,0-1 0,1 1 0,-1-1 0,0 1 0,0-1 1,0 0-1,0 1 0,-1-1 0,0 0 0,-4 1 8,4-16-24,-1-1 7,1 1 1,1-1-1,1 1 0,0-1 0,5-30 1,-4 42 6,-1 0 1,1 0 0,0 0 0,1 1 0,-1-1 0,1 0 0,-1 1-1,1-1 1,0 1 0,0 0 0,0-1 0,1 1 0,-1 0-1,1 1 1,0-1 0,0 0 0,0 1 0,0-1 0,0 1 0,1 0-1,-1 0 1,1 0 0,-1 1 0,1-1 0,-1 1 0,1 0 0,0 0-1,0 0 1,0 0 0,4 1 0,-3-1 2,0 0-1,0 1 1,0 0 0,0 0 0,0 1-1,0 0 1,1-1 0,-1 2 0,-1-1-1,1 0 1,0 1 0,5 2-1,-4 1 5,-1-1 0,0 0-1,0 1 1,0 0-1,0 0 1,-1 0 0,0 1-1,6 8 1,19 32 27,-19-28-10,0 0 1,2-1-1,0-1 1,1 0-1,1-1 1,21 20-1,-33-34-16,-1 0-1,1 0 1,0 1-1,0-1 0,-1-1 1,1 1-1,0 0 1,0 0-1,0-1 1,0 1-1,0-1 1,0 1-1,0-1 1,0 0-1,0 0 1,0 0-1,0 0 1,0 0-1,0 0 1,0-1-1,0 1 1,0-1-1,0 1 1,0-1-1,-1 0 1,1 0-1,0 0 0,0 0 1,-1 0-1,1 0 1,1-2-1,5-4 21,-1 0 0,0 0 0,0-1 0,-1 0 0,6-10 0,11-12 57,-22 29-73,-1-32-2432,0 18 223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4:5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0 24635,'0'0'4773,"0"0"-4749,-1 0 1,1 0-1,0 0 0,0 0 0,-1 0 0,1 0 0,0 1 1,-1-1-1,1 0 0,0 0 0,0 0 0,-1 0 1,1 0-1,0 1 0,0-1 0,-1 0 0,1 0 1,0 1-1,0-1 0,0 0 0,-1 0 0,1 1 0,0-1 1,0 0-1,0 0 0,0 1 0,0-1 0,0 0 1,-1 1-1,1-1 0,0 0 0,0 0 0,0 1 1,0-1-1,0 0 0,0 1 0,0-1 0,0 0 0,0 1 1,1-1-1,-1 0 0,0 0 0,0 1 0,0-1 1,15 222 681,0 6-505,-15-143-134,-4 177 81,0-203-127,-3 0 1,-20 83 0,4-61-7,-4-1-1,-4-2 1,-78 144 0,105-214-39,-12 18-283,16-25 289,-1-1 0,1 1 0,-1 0 0,0-1 0,1 1 0,-1-1 1,1 1-1,-1-1 0,0 1 0,1-1 0,-1 0 0,0 1 0,0-1 0,1 0 1,-1 1-1,0-1 0,0 0 0,0 0 0,1 0 0,-1 0 0,0 0 0,0 0 1,0 0-1,1 0 0,-1 0 0,0 0 0,0 0 0,0 0 0,0-1 0,-10-3-1145,-1 3-1176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1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11 28333,'0'0'2097,"0"-10"-1030,0 19-1068,-2 0 0,1 1 0,-1-1-1,-1 0 1,0 0 0,-6 14 0,-5 14-2,-19 86 4,-18 132-1,3-10-3,-5 15-109,51-255 104,1 1 0,-1 0 0,0-1 0,0 1 0,0-1 0,-1 0 0,0 1 0,0-1 0,-5 6 0,0 5-64,8-16 65,0 1 0,-1 0 0,1 0 0,0-1 0,0 1 0,-1 0 0,1 0 0,0-1 0,-1 1 0,1 0 1,-1-1-1,1 1 0,-1 0 0,1-1 0,-1 1 0,1-1 0,-1 1 0,0-1 0,1 1 0,-1-1 0,-1 1 1,2 0-74,-7-13-4704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2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6 131 25548,'0'0'3532,"-3"-2"-3223,3 2-294,0 0-1,0 0 0,-1-1 0,1 1 1,0 0-1,0 0 0,0 0 0,-1 0 0,1-1 1,0 1-1,0 0 0,0 0 0,0 0 0,0-1 1,0 1-1,-1 0 0,1 0 0,0-1 1,0 1-1,0 0 0,0 0 0,0-1 0,0 1 1,0 0-1,0 0 0,0-1 0,0 1 1,0 0-1,0 0 0,0-1 0,0 1 0,0 0 1,0 0-1,1-1 0,-1 1 0,0 0 0,0 0 1,0 0-1,0-1 0,0 1 0,1 0 1,-1 0-1,0 0 0,0-1 0,0 1 0,0 0 1,1 0-1,-1 0 0,0 0 0,0 0 0,1-1 1,-1 1-1,0 0 0,0 0 0,1 0 1,-1 0-1,0 0 0,0 0 0,1 0 0,-1 0 1,32-8 246,56-1-290,-75 8 114,432-52 38,-324 36-118,-115 16-5,1 1 2,0-1-1,-1 1 1,1-1-1,-1-1 1,1 0-1,-1 0 0,0 0 1,0 0-1,0-1 1,9-5-1,-15 8-12,0 0-1,0 0 0,0-1 1,0 1-1,0 0 1,0 0-1,0 0 1,0 0-1,0-1 1,0 1-1,0 0 1,0 0-1,0 0 1,0 0-1,0-1 1,0 1-1,0 0 1,0 0-1,0 0 1,0 0-1,0-1 1,0 1-1,-1 0 1,1 0-1,0 0 1,0 0-1,0 0 1,0-1-1,0 1 0,0 0 1,0 0-1,-1 0 1,1 0-1,0 0 1,0 0-1,0 0 1,0 0-1,-1 0 1,1-1-1,0 1 1,0 0-1,0 0 1,0 0-1,0 0 1,-1 0-1,1 0 1,0 0-1,0 0 1,0 0-1,-1 0 1,1 0-1,0 0 1,0 0-1,0 0 0,0 1 1,0-1-1,-1 0 1,1 0-1,0 0 1,0 0-1,0 0 1,-1 0-1,-10 2-1354,-14 12-741,-9 7-2562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91 24507,'0'0'3679,"-17"0"-1003,-19 6-2609,35-6-59,28 0-96,183 2 105,230-5 43,-368-7-44,-72 9-2,0 0-9,0 0 6,0-63-3277,0 45-1582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3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24363,'0'0'4525,"0"10"-4176,2 297 881,-5 374-875,-2-574-295,-19 108 0,15-172-39,8-41-19,1 0 0,-1 0 0,0 1-1,1-1 1,-1 0 0,0 0 0,0 0 0,-1 0-1,1 0 1,0 0 0,-1 0 0,1-1 0,-1 1-1,-3 2 1,5-3 1,-1-1-1,0 1 1,1-1 0,-1 0-1,0 1 1,1-1-1,-1 0 1,0 1 0,0-1-1,0 0 1,1 0 0,-1 0-1,0 0 1,0 0-1,0 0 1,0 0 0,1 0-1,-1 0 1,0 0-1,0 0 1,1-1 0,-1 1-1,0 0 1,-1-1-1,-2-19-1251,4 7-368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23915,'0'0'3631,"-9"2"-1768,6-2-3430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5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0 26284,'0'0'3239,"-13"14"-3090,-15 17-24,2 2 0,1 0-1,-39 70 1,33-37-48,3 1-1,2 2 1,4 0-1,2 1 1,4 2-1,3-1 1,3 2-1,-1 124 0,11-155-58,-1 7 7,9 71 1,-6-104-27,1 0-1,1 0 1,0-1-1,2 1 1,-1-1 0,2 0-1,0 0 1,12 18-1,-18-32-10,-1 0-1,1 0 0,0 0 1,-1 0-1,1 0 0,0 0 0,0 0 1,-1-1-1,1 1 0,0 0 1,0 0-1,0-1 0,0 1 1,0-1-1,0 1 0,0-1 0,0 1 1,0-1-1,0 1 0,1-1 1,-1 0-1,0 0 0,0 0 0,0 0 1,0 0-1,0 0 0,1 0 1,-1 0-1,0 0 0,0 0 0,0 0 1,0-1-1,2 0 0,-1 0-119,0 0-1,0 0 0,0-1 0,0 1 1,-1-1-1,1 1 0,0-1 0,-1 0 1,1 0-1,-1 0 0,0 0 1,1 0-1,-1 0 0,0 0 0,1-2 1,10-30-3000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6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79 615 26876,'0'0'3143,"21"-22"-2916,3-2-175,-5 5-12,0 0-1,-2-1 1,0-1 0,-1-1 0,18-33 0,173-285 229,-155 269-242,-51 69-11,-1 9 8,-2 40-13,-2 1 0,-2-1 1,-3 0-1,-1 0 0,-19 50 1,-99 229 18,74-198-11,6-10-3,-99 225 115,128-299-93,16-34-29,-1 1 0,-1-1-1,0 0 1,0-1 0,-9 12 0,14-21-9,0 1 0,0-1 0,0 0 0,0 0 0,0 1 0,0-1 0,0 0 0,0 0 0,0 1 0,0-1 0,-1 0 0,1 0 0,0 1 0,0-1 0,0 0 0,0 0 0,0 0 1,-1 1-1,1-1 0,0 0 0,0 0 0,0 0 0,-1 0 0,1 0 0,0 1 0,0-1 0,-1 0 0,1 0 0,0 0 0,0 0 0,-1 0 0,1 0 0,0 0 0,0 0 0,-1 0 0,1 0 1,0 0-1,0 0 0,-1 0 0,1 0 0,0 0 0,0 0 0,-1 0 0,1 0 0,0 0 0,0 0 0,-1-1 0,1 1 0,0 0 0,0 0 0,-1 0 0,1 0 0,0 0 0,0-1 0,0 1 0,0 0 1,-1 0-1,1 0 0,0-1 0,0 1 0,0 0 0,0 0 0,0-1 0,0 1 0,-1-1 0,0-17-1,1 16 1,0-24 5,0 1-1,1 0 1,2-1 0,0 1-1,2 0 1,10-31-1,80-188-28,-78 208 20,2 1-1,1 0 0,1 1 0,42-49 0,-61 81 5,2-3-2,0 1-1,0-1 1,1 1-1,-1 0 1,1 0-1,6-3 1,-9 6 2,-1 0-1,1 1 1,-1-1-1,1 1 1,-1-1 0,1 1-1,-1 0 1,1-1 0,-1 1-1,1 0 1,-1 0-1,1 0 1,0 0 0,-1 1-1,1-1 1,-1 0 0,1 1-1,-1-1 1,1 1-1,-1-1 1,1 1 0,-1 0-1,0-1 1,1 1 0,-1 0-1,0 0 1,0 0-1,0 0 1,1 0 0,-1 0-1,1 2 1,53 64 18,-37-43-13,2 0 1,0-2-1,1 0 1,26 20-1,-43-39-4,0-1 1,0 0-1,0 1 0,0-2 0,1 1 0,-1 0 1,0-1-1,1 0 0,-1 0 0,1 0 0,0 0 0,-1-1 1,1 0-1,0 0 0,-1 0 0,1 0 0,0-1 0,-1 0 1,1 0-1,-1 0 0,1 0 0,-1-1 0,0 0 1,1 0-1,-1 0 0,0 0 0,0-1 0,0 1 0,4-5 1,10-8-71,0-1 1,-1-1 0,-1 0 0,19-28 0,-30 39 13,64-89-2285,-43 44-1235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28173,'0'0'1126,"0"29"-726,-1 2-325,7 161 440,-1-112-335,-4-39-95,2 1 0,2-1 0,17 68 0,-15-80-43,-7-24-31,1 0 0,0 0 0,1 0 0,-1 0 0,1 0 0,0 0 0,0-1 0,3 6 0,8 0 18,-7-15-18,-5 4-8,30-69 102,-8 12-47,71-148-15,47-98-294,-139 301 135,0-1 1,0 1 0,0 0 0,0 0 0,1 0 0,0 0 0,0 0 0,-1 0-1,1 1 1,1-1 0,-1 1 0,0 0 0,1 0 0,-1 0 0,1 0 0,-1 1-1,1-1 1,0 1 0,5-1 0,10-4-2038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7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371 139 24955,'0'0'3693,"5"-20"-3381,15-66 29,-20 85-298,1-1 0,-1 1 0,0-1 0,1 1 0,-1-1 0,0 0 0,0 1-1,0-1 1,0 1 0,-1-1 0,1 0 0,0 1 0,-1-1 0,1 1-1,-1-3 1,0 4-36,1-1 0,-1 1 0,1-1-1,0 1 1,-1 0 0,1-1-1,-1 1 1,0-1 0,1 1 0,-1 0-1,1 0 1,-1-1 0,1 1 0,-1 0-1,0 0 1,1 0 0,-1-1 0,0 1-1,1 0 1,-1 0 0,1 0-1,-1 0 1,0 0 0,0 1 0,-3-1 2,1 1 0,0 0 1,0 0-1,-1 1 1,1-1-1,0 1 1,0-1-1,-5 5 1,-18 19 30,0 1 1,2 1 0,1 1-1,1 2 1,2 0 0,1 1-1,-16 35 1,22-39-2,1 1 1,1 1-1,1 0 1,2 1-1,1-1 1,1 2-1,1-1 0,0 59 1,5-88-42,0 0 0,0 0 0,0 1 0,0-1 0,0 0 1,0 0-1,0 0 0,1 1 0,-1-1 0,0 0 0,1 0 0,-1 0 0,1 0 1,0 0-1,-1 0 0,1 0 0,0 0 0,-1 0 0,1 0 0,0 0 0,0 0 0,0 0 1,0-1-1,0 1 0,1 1 0,0-2 1,1 1-1,-1 0 1,0-1 0,0 0-1,1 1 1,-1-1-1,0 0 1,1 0 0,-1 0-1,0 0 1,1-1 0,3 0-1,2-1 5,-1-1 0,1 1 0,0-2 0,-1 1 0,1-1 0,-1 0 0,8-6 0,10-12 5,0-1-1,-2-1 1,-1-1-1,30-44 1,64-121 15,-96 152-7,19-53 1,-37 85-26,2-4 46,-3 23 4,-3 6-22,-1 0 1,0 0-1,-2-1 1,-1 0-1,-7 18 1,-2 9 18,-54 245 116,-12 38-95,62-273-55,-4-1 0,-40 73 0,45-96 1,-1-1 0,-2 0 0,-1-2 0,-2 0 1,-31 28-1,54-54-4,0-1 0,0 0 0,-1 0 0,1 1 0,0-1 0,0 0 0,-1 0 0,1-1 0,-1 1 0,1 0 0,-1 0 0,1-1 0,-1 1 0,0-1 0,1 1 0,-1-1 0,0 1 0,1-1 0,-1 0 0,0 0 0,0 0 0,-1 0 0,2-1-1,-1 0-1,1 0 1,0 0-1,0 0 0,0 0 1,0 0-1,0 0 1,0 0-1,0 0 1,0-1-1,0 1 1,1 0-1,-1-1 1,0 1-1,1 0 0,-1-1 1,1 1-1,0-1 1,-1-2-1,-1-13-8,0 1 0,2-1-1,1-26 1,0 24 15,-1 14-8,0 1 0,0-1 0,0 0-1,1 1 1,0-1 0,0 0 0,1 1 0,-1-1-1,1 1 1,0 0 0,0 0 0,0-1 0,0 1 0,1 0-1,0 1 1,0-1 0,0 1 0,0-1 0,1 1 0,-1 0-1,1 0 1,0 0 0,-1 0 0,1 1 0,1 0 0,-1 0-1,0 0 1,0 0 0,1 1 0,-1-1 0,9 0 0,-2 0 1,0 0 1,0 2 0,0-1 0,0 1 0,0 1-1,0 0 1,-1 0 0,1 1 0,0 0 0,0 1-1,-1 0 1,17 9 0,217 134 28,-152-86 21,-91-59-76,1 0 0,0 0-1,0 0 1,0 0-1,0 0 1,-1 0-1,1 0 1,0-1-1,0 1 1,0-1-1,1 1 1,-1-1 0,0 0-1,0 0 1,0 0-1,0 0 1,0 0-1,0-1 1,0 1-1,0-1 1,0 1 0,0-1-1,0 1 1,0-1-1,0 0 1,0 0-1,-1 0 1,1 0-1,0-1 1,-1 1 0,1 0-1,0-1 1,-1 1-1,0-1 1,1 1-1,-1-1 1,0 0-1,2-3 1,6-5-359,20-21-1391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0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18248,'0'0'11011,"1"12"-10616,50 130 392,-36-71-657,4 8-25,-4 2 0,-4 0-1,2 84 1,-10-60-26,-1-46-47,-2 1 1,-9 68-1,3-96-19,-2 0 0,-1 0 0,-2-1 0,-17 38 0,-71 112 34,89-165-22,-1-1 0,-1 0 1,0 0-1,-22 20 0,30-32 7,3-3 2,1-34-1744,0 18-101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3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13 538 23643,'0'0'6096,"-1"0"-6045,1 0-1,0 0 1,-1 0-1,1 0 1,-1 0-1,1 0 1,-1 0 0,1 1-1,-1-1 1,1-1-1,0 1 1,-1 0 0,1 0-1,-1 0 1,1 0-1,-1 0 1,1 0 0,-1 0-1,1-1 1,0 1-1,-1 0 1,1 0 0,0-1-1,-1 1 1,1 0-1,-1-1 1,2-4-43,-1 0 1,1 0-1,1 0 1,-1 1-1,1-1 1,0 0-1,0 1 0,0-1 1,0 1-1,4-5 1,38-49 7,-19 25-2,74-124 11,15-19 0,-73 124-9,-40 50-13,-1 1 69,10 38-77,63 370 157,-67-382-172,-1-6 60,-1 1 1,0 0-1,-2-1 0,1 28 0,-3-39-161,2-9-378,1-16-3315,-3 3-7041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3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49 14487,'0'0'10901,"0"-5"-10098,0-39 4295,0 55-5031,-4 33-14,0-1 1,-3 1 0,-2-1-1,-16 48 1,-3 14 17,-87 391 121,106-465-172,-27 57 1,28-71-14,8-16-22,0-1 1,0 1 0,0 0 0,-1-1 0,1 1-1,0-1 1,0 1 0,0-1 0,-1 1 0,1 0 0,0-1-1,-1 1 1,1-1 0,0 0 0,-1 1 0,1-1-1,-1 1 1,1-1 0,-1 1 0,1-1 0,-1 0-1,1 1 1,-1-1 0,1 0 0,-1 0 0,1 0-1,-1 1 1,1-1 0,-1 0 0,0 0 0,1 0-1,-1 0 1,1 0 0,-1 0 0,0 0 0,1 0-1,-1 0 1,1 0 0,-1 0 0,0 0 0,1 0 0,-1-1-1,1 1 1,-1 0 0,1 0 0,-2-1 0,-11-15-568,-6-22-2126,3 15-1899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38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68 17448,'0'0'9660,"-23"-8"-6306,315-12-1901,-111 5-1401,181 2 28,-317 10 253,114-5-282,-205 39-2735,9 2-395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44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96 145 25212,'0'0'3759,"2"-9"-3450,6-24-63,-7 24 234,-1-34 40,0-7-299,0 50-103,0 29-43,-22 249 31,21-268-100,-58 582 186,54-560-303,0-58-705,0-10-1357,-4 7-1928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44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24699,'0'0'4800,"11"-5"-4595,8-2-89,0 0-1,1 2 1,0 0 0,0 1-1,22-1 1,217-36 189,-186 26-209,1 2-1,110-3 1,-177 16-98,-6 0-12,-5 23-1672,0-19 1374,1 1 0,-1-1 0,0 0 0,0 0 0,0 0 0,-1 0 0,1-1-1,-7 4 1,-1 1-1753,-18 18-8983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4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25 25436,'0'0'4242,"-5"0"-3925,-14 4 54,15 0 11,16 2-166,46 5-55,-1-3 0,71 1 0,121-9-99,-102-2-18,-146 2-36,-1-41-2353,0 18 373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45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25484,'0'0'4098,"0"13"-3317,2 238-8,-5 289-431,-27-182-225,27-330-114,-4 8 16,7-35 2,0-4-2168,0-2-68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46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1 630 26188,'0'0'2927,"4"-1"-2626,1-1-244,-1 1 0,1-1-1,-1-1 1,1 1 0,-1-1 0,0 0-1,0 0 1,0 0 0,-1 0 0,1-1 0,5-6-1,40-56 132,-24 31-123,280-380 15,-280 388-81,-20 23 6,0-1-1,-1 0 1,1 0 0,-1 0 0,0 0-1,4-8 1,-7 8 35,-1 58 32,2 2-52,-3 0 1,-3 0 0,-18 97 0,-39 61-7,-107 245 0,44-132 0,118-308-3,3-11-35,3-16-4,2-7 27,3-15 18,1 0 0,2 1 0,1 0 1,14-33-1,9-27-5,-10 14-9,4 1 0,3 2-1,70-127 1,-98 198-3,0 1 0,-1 0 0,1-1 0,0 1 1,0 0-1,0 0 0,0 0 0,0 0 0,0 0 0,1 0 0,-1 0 0,0 0 0,0 0 0,1 0 0,-1 1 1,1-1-1,-1 1 0,0-1 0,1 1 0,-1-1 0,1 1 0,-1 0 0,1 0 0,-1 0 0,1 0 0,-1 0 1,1 0-1,-1 0 0,1 0 0,-1 0 0,1 1 0,-1-1 0,1 1 0,-1-1 0,1 1 0,1 1 1,5 3 1,0 0 1,0 1-1,0 0 1,12 13 0,-1-2 7,2-1 20,0-1 0,1 0-1,1-2 1,0 0 0,38 13 0,-45-20-14,0-1 0,1 0 0,-1-2 0,1 0 0,0-1 0,0 0 0,0-1 0,0-2 0,30-3 0,-39 3-14,-1-1 0,0-1 0,0 1 0,0-1 0,0-1 0,-1 1 0,1-1 0,-1 0 0,9-8 0,53-52-246,-42 37-95,27-34-2967,-34 34-2731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47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57 26892,'0'0'3127,"0"0"-3122,0 0 0,0 0 0,0 0 0,0 0-1,0-1 1,0 1 0,0 0 0,0 0 0,0 0 0,0 0 0,0 0 0,0-1-1,0 1 1,0 0 0,0 0 0,0 0 0,0 0 0,0 0 0,0-1 0,0 1-1,-1 0 1,1 0 0,0 0 0,0 0 0,0 0 0,0 0 0,0 0 0,0-1-1,0 1 1,0 0 0,-1 0 0,1 0 0,0 0 0,0 0 0,0 0 0,0 0-1,0 0 1,0 0 0,-1 0 0,1 0 0,0 0 0,0 0 0,0 0 0,0 0-1,0 0 1,-1 0 0,1 0 0,0 0 0,0 0 0,0 0 0,0 0 0,0 0-1,-1 0 1,1 0 0,0 0 0,0 0 0,0 0 0,-2 12 31,0 0 0,1 0 0,0-1 0,1 15 0,-1 26 112,-17 387 455,24-412-594,-6-27-10,0 1 1,1-1-1,-1 1 0,0-1 1,1 0-1,-1 1 1,1-1-1,-1 1 1,1-1-1,-1 0 1,1 1-1,-1-1 0,1 0 1,0 1-1,-1-1 1,1 0-1,-1 0 1,1 0-1,0 0 1,-1 0-1,1 1 0,-1-1 1,1 0-1,0-1 1,2 1 2,-1-1 0,0 0 0,0 0-1,0 0 1,0 0 0,0 0 0,0-1 0,0 1 0,0 0 0,0-1 0,0 0 0,-1 1 0,1-1 0,-1 0 0,1 0-1,-1 0 1,1-3 0,155-276 176,-128 227-142,22-35 104,80-105 0,-130 194-272,0-1 1,1 1-1,-1-1 1,0 1-1,1-1 1,-1 1-1,0 0 1,1 0-1,-1-1 1,0 1 0,1 0-1,-1 0 1,1 1-1,-1-1 1,0 0-1,1 0 1,-1 1-1,0-1 1,1 1-1,1 0 1,3 12-2324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6:48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483 144 24491,'0'0'5253,"0"-22"-4692,0-71-455,0 91-104,0 1-1,-1 0 0,1-1 0,-1 1 1,1-1-1,-1 1 0,1 0 0,-1 0 1,0-1-1,0 1 0,0 0 1,1 0-1,-1 0 0,0 0 0,0 0 1,-1 0-1,1 0 0,0 0 1,0 0-1,0 0 0,-1 1 0,1-1 1,0 1-1,0-1 0,-1 1 0,1-1 1,-1 1-1,1 0 0,0-1 1,-1 1-1,1 0 0,-1 0 0,1 0 1,-3 1-1,0-2-1,0 1 0,0 1 0,-1-1 0,1 1 0,0-1 0,0 1 0,0 0 0,1 1 0,-1-1 0,0 1 1,0-1-1,-6 5 0,-12 13-4,1 1 0,1 1 0,0 1 0,2 1 1,1 0-1,-16 28 0,11-11 9,1 1-1,2 1 1,-16 49 0,31-75-3,1 0 0,0 0 0,2 0 1,-1 0-1,2 26 0,1-24-2,-1-17 0,0 0 0,0 0 1,0 0-1,0 0 0,1 0 0,-1 0 1,0 0-1,1 0 0,-1 0 0,1 0 0,-1-1 1,1 1-1,0 0 0,-1 0 0,1 0 1,0-1-1,-1 1 0,1 0 0,0-1 0,0 1 1,0-1-1,-1 1 0,1-1 0,0 1 1,1 0-1,35 7 4,-30-8 2,1 0 0,-1 0 0,1 0 0,-1-1 0,1 0 0,-1-1 1,13-4-1,-11 1-4,0 0 1,-1-1-1,1 0 0,-2-1 1,1 0-1,-1 0 1,10-12-1,42-65 5,-41 57-7,1-1 1,16-22 9,-3-1-1,46-98 1,-74 137 18,1-4-74,-3 14 174,-1 8 210,-3 9-315,-1 0 1,-1 0-1,0 0 0,-1 0 1,-1-1-1,0 0 0,-9 15 1,-12 32 29,14-26-29,-264 627 141,158-452-165,110-194 0,0 0 0,-1-1 0,-23 25 0,27-33 0,5-5 0,1-1 0,-1-1 0,1 1 0,-1 0 0,1-1 0,-1 1 0,1-1 0,-1 1 0,0 0 0,1-1 0,-1 0 0,0 1 0,1-1 0,-1 1 0,0-1 0,0 0 0,1 0 0,-1 1 0,0-1 0,0 0 0,0 0 0,0 0 0,0 0-1,1 0 1,-1 0-1,1 0 0,-1 0 0,1 0 0,-1-1 0,1 1 0,-1 0 0,1 0 0,-1-1 0,1 1 0,0 0 0,-1-1 0,1 1 0,-1 0 0,1-1 0,0 1 0,-1 0 0,1-1 0,0 1 0,-1-1 0,1 1 0,0-1 1,0 1-1,0-1 0,-1 1 0,1-1 0,0 1 0,0-1 0,0 1 0,0-1 0,0 1 0,0-1 0,0 1 0,0-1 0,-1-17-21,1 18 20,-1-24-5,1 16 4,-1 1 0,1-1-1,1 1 1,0-1-1,1-7 1,-1 12 3,0 1-1,0-1 0,0 1 1,0-1-1,0 1 1,1 0-1,-1-1 1,1 1-1,0 0 0,0 0 1,0 0-1,-1 0 1,2 0-1,-1 1 1,0-1-1,0 1 0,1-1 1,1 0-1,10-3 3,-1 0 0,1 2 0,0-1 0,0 2-1,0 0 1,0 0 0,0 2 0,0 0 0,27 3 0,-17-2 3,-15 0 2,1 0 0,-1 1 0,1 0 0,-1 1-1,0 0 1,0 1 0,0 0 0,-1 0 0,14 9 0,11 9 14,30 28 0,-26-21-12,1 2 5,-16-13 2,0-1 0,1 0 0,44 22 0,-64-37-3,1-1 1,-1 0-1,1 1 0,0-1 1,-1 0-1,1-1 1,0 1-1,0-1 1,0 0-1,0 0 0,0 0 1,0 0-1,-1 0 1,1-1-1,0 0 0,0 0 1,-1 0-1,1 0 1,0-1-1,-1 1 0,1-1 1,-1 0-1,0 0 1,1 0-1,-1-1 1,0 1-1,0-1 0,3-4 1,-1 2-94,0-1 0,-1 0 0,0 0 0,-1-1 0,1 1 0,-1-1 0,0 1 0,-1-1 0,0 0 0,0 0 0,0 0 0,-1-1 0,0 1 0,0-11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15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35 25804,'0'0'2913,"16"-5"-2713,11-3-94,-1 1-1,1 2 1,1 1 0,-1 1-1,1 1 1,31 2-1,-54 1-96,0 0-1,0 1 1,0 0-1,0-1 1,0 2 0,0-1-1,0 1 1,-1 0-1,1 0 1,-1 0-1,0 0 1,0 1-1,0-1 1,0 1-1,-1 0 1,1 1 0,-1-1-1,0 0 1,0 1-1,-1 0 1,0 0-1,1-1 1,-2 1-1,4 11 1,0 3 10,0 1-1,-1 1 1,-1-1-1,-1 0 1,0 25 0,-2-17-14,1 12 20,-2 0-1,-1 0 1,-2 0-1,-15 63 1,-69 202 4,-17 11 12,92-279-47,-51 165 22,34-78 0,25-94 0,2 1 1,1 0-1,3 45 0,0-23-4,0-50-10,0 1-1,0 0 1,1-1-1,0 0 0,-1 1 1,1-1-1,0 0 1,1 0-1,-1 0 1,0 0-1,1 0 0,0 0 1,0-1-1,-1 0 1,2 1-1,-1-1 1,0 0-1,4 1 1,65 35 21,-55-33-9,0 0 1,1-2-1,0 0 0,-1 0 1,1-2-1,0 0 0,23-3 1,-3 2-2,-46 28 35,-23 22-29,13-23-3,2 1 0,1 0 0,1 1 0,-15 44 0,11 3 21,3 2 0,3-1 1,4 1-1,3 1 0,11 146 1,-1-185-28,2-1 0,1 0 1,3 0-1,17 45 0,13 42 32,-27-72-25,-1 1-1,-3 0 1,-2 0-1,0 60 1,-7-66-12,1-32 4,-2 1 0,1 0 0,-2 0 0,-1-1-1,0 1 1,-1-1 0,0 1 0,-2-1-1,-13 33 1,9-33 6,-1 1 0,-1-2 0,0 1 0,-1-1 0,-1-1 0,-1-1 0,0 1 0,-1-2 0,0 0 0,-1-1 0,0-1 0,-24 13 0,-47 23 166,77-43-455,14-8-795,12-11-4988,-1-7-13005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17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131 39 18248,'0'0'10661,"4"-8"-10258,-2 4-554,10-21 1025,-7 23-307,-5 20-408,-5 15-118,-1-1 1,-13 36-1,-2 13-5,-64 325 17,77-372-70,0 9-23,6-34 24,6-14 12,4-11 14,1 1 0,0 0 1,1 1-1,1 0 0,19-19 1,13-19-9,50-68 3,153-154 1,-242 270-9,15-8-2,-19 12 4,1 0 0,-1 0 0,0 0 0,1 0 0,-1 0 0,0 0 0,1 0 0,-1 0 0,0 0 0,0 1 0,1-1 0,-1 0 0,0 0 0,1 0 0,-1 1 0,0-1 0,0 0 0,1 0 0,-1 1 0,0-1 0,0 0 0,0 0 0,1 1 0,-1-1 0,0 0 0,0 1 0,0-1 0,0 0 0,0 1 0,0-1 0,0 0 0,0 1 0,1-1 0,-1 0 0,0 1 0,0-1 0,-1 0 0,1 1 1,0-1-1,0 0 0,0 1 0,1 17 9,-1-16-10,0 60 8,3 1 0,2 0 0,18 81 0,-21-139-48,0 0-1,0 0 1,0-1 0,0 1 0,1-1-1,0 0 1,0 1 0,0-1 0,0-1-1,1 1 1,-1 0 0,1-1 0,0 0 0,0 0-1,0 0 1,1 0 0,-1-1 0,1 1-1,-1-1 1,1 0 0,0-1 0,0 1-1,0-1 1,0 0 0,0 0 0,0-1-1,9 1 1,0 0-159,0-1-1,0 0 1,0-1-1,0-1 1,-1 0-1,1-1 1,0-1-1,25-9 1,8-9-724,73-45 0,-100 54 1039,-1-1-1,-1 0 0,0-2 0,-2 0 1,1-1-1,14-20 0,-17 19 330,-10 14-292,0 1 0,-1-1 1,0 0-1,0-1 0,0 1 0,0 0 0,-1-1 1,0 0-1,0 1 0,0-1 0,0 0 0,-1 0 0,1 0 1,-1-6-1,-18 12 276,9 1-416,-1 0 0,1 1 0,0 1 0,0-1 1,0 1-1,0 0 0,1 1 0,-1 0 0,1 0 1,1 1-1,-1 0 0,1 0 0,0 0 0,0 1 0,-7 10 1,-6 9 87,0 1 1,-27 57-1,41-75-83,1 0-1,1 0 0,0 0 0,0 1 0,1-1 1,0 1-1,1-1 0,0 1 0,0 11 0,2-20-16,0 0 0,0 0 0,0 0 0,0 0-1,0-1 1,0 1 0,0 0 0,1 0 0,-1-1 0,0 1-1,0-1 1,1 1 0,-1-1 0,0 0 0,1 1 0,-1-1-1,1 0 1,-1 0 0,0 0 0,1 0 0,-1 0 0,1 0-1,-1 0 1,2-1 0,41-4 30,-28-3-11,0 0 0,-1-1 0,0-1 0,-1-1-1,0 0 1,-1 0 0,24-27 0,-8 9-14,63-69-3,-62 63 11,-29 36-11,-1 0-1,1 0 0,0 0 0,-1 0 0,1-1 0,-1 1 0,0 0 1,1 0-1,-1 0 0,0 0 0,0 0 0,1 0 0,-1 0 0,0 0 0,0 0 1,0 0-1,0 0 0,0 0 0,-1 2 0,-2 12 5,0 0 0,-1-1 0,-1 1 1,-8 18-1,7-21-57,1 0 1,1 1 0,0-1 0,1 1 0,0 0-1,1 0 1,-1 14 0,15-31-4687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17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1 27100,'0'0'2289,"-12"93"-2225,0-44-32,0 4-32,-6 3 0,6 6-32,6 4-320,-6-1-656,1-7-1729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18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21306,'0'0'5682,"-4"22"-5233,-1 8-314,-23 114 541,-131 519 465,152-636-1082,6-24-1,4-15 5,-2 11-61,1-6 21,1 1 1,0-1-1,0 1 1,1 0-1,-1 0 1,9-10 0,9-15 11,67-104-4,-27 46-27,-60 87-4,0 0 0,0 0 0,0-1 0,1 1 0,-1 0 0,1 0 0,0 0 0,0 0 0,-1 0 0,1 0 0,0 1 0,0-1 0,1 1 0,-1-1 0,0 1 0,0 0 0,1 0 0,-1 0 0,5-1 0,-6 2 1,0 1 0,0 0 1,0 0-1,0-1 0,0 1 1,0 0-1,0 0 0,-1 0 1,1 0-1,0 0 1,0 0-1,-1 0 0,1 0 1,-1 1-1,1-1 0,-1 0 1,0 0-1,1 0 0,-1 1 1,0-1-1,0 0 0,0 0 1,0 1-1,0-1 1,0 0-1,0 0 0,0 1 1,-1 0-1,1 6 8,6 54 28,-3 0 0,-8 102 1,4-154-36,0-1 1,-1 1 0,0-1-1,-1 0 1,-6 16 0,-1-21-3,9-3-6,1 0-36,0-3-1535,0-9-928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18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140 1 24875,'0'0'1638,"-6"26"-746,-59 204 188,-2-76-432,67-154-482,-1-5-98,1-1-1,0 1 0,-1-1 0,2 1 0,-1 0 0,1-1 1,0 1-1,0 0 0,3-10 0,21-28-21,2 2 0,1 1 0,60-64 0,-84 99-69,0 1-1,1-1 1,0 1-1,0 0 1,0 0 0,1 1-1,-1 0 1,1 0-1,0 0 1,0 0-1,0 1 1,0 0-1,0 1 1,0-1 0,0 1-1,1 0 1,-1 0-1,8 1 1,0 1-513,-1 1-1,0 1 1,0 0 0,0 0-1,0 1 1,-1 1 0,21 10 0,8 4-4010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18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363 9 24747,'0'0'3618,"-22"-2"-3274,4 0-287,11 0-44,0 1 0,0 0 0,0 1 0,0-1-1,0 1 1,-1 1 0,1-1 0,0 1 0,0 1 0,0-1-1,0 1 1,0 0 0,1 1 0,-1-1 0,0 1 0,1 1-1,-10 6 1,-5 6 117,0 1 0,1 1 0,1 0 0,-30 39 0,42-47-89,0 1-1,0-1 1,1 1-1,1 1 1,0-1-1,0 1 1,1-1-1,1 1 1,0 1-1,0-1 1,1 0-1,0 21 1,3-33-40,-1 1 0,1 0 1,0 0-1,0 0 0,0-1 0,-1 1 1,1 0-1,0-1 0,0 1 0,0-1 1,0 1-1,0-1 0,0 1 0,0-1 1,0 0-1,0 1 0,0-1 1,1 0-1,-1 0 0,0 0 0,0 0 1,0 0-1,0 0 0,0 0 0,0 0 1,2-1-1,35-3 77,-23-2-60,-2-1-1,1 0 1,-1-1 0,0-1 0,-1 0-1,0 0 1,22-23 0,6-3-13,112-95 29,-150 128-15,-4 8-5,0 0 0,-1-1-1,0 1 1,0-1 0,-1 0 0,0 0-1,-4 6 1,-10 13-7,12-15-5,1 0-1,0 0 0,0 1 0,1 0 1,0-1-1,1 1 0,0 1 0,1-1 0,0 0 1,1 1-1,0-1 0,0 15 0,1-22-7,0 0 0,0 0 0,0 0 0,0-1 0,0 1-1,1 0 1,-1 0 0,1-1 0,0 1 0,-1 0 0,1-1-1,1 1 1,-1-1 0,0 1 0,1-1 0,-1 0 0,1 1-1,1 1 1,1-2-49,0 1 0,0-1 0,0-1 0,0 1-1,0 0 1,0-1 0,0 0 0,0 0 0,1 0 0,-1-1-1,6 1 1,9 1-644,-1-2 0,28-2 0,-4-5-1496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20.1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220 473 21850,'0'0'7097,"-8"4"-6897,-4 4-155,-1 1 1,1 0-1,1 1 1,-1 0-1,2 0 1,-1 1-1,2 1 0,-17 24 1,6-6 118,2 1 0,-27 64 0,42-86-162,1 1 0,-1 0 0,1 0-1,1 0 1,0 0 0,0 0 0,2 14-1,-1-21-4,0-2 0,0 0 0,1-1-1,-1 1 1,0 0 0,1-1 0,-1 1-1,1-1 1,-1 1 0,1-1 0,-1 1-1,1-1 1,-1 1 0,1-1 0,0 0-1,-1 1 1,1-1 0,0 0 0,-1 1-1,1-1 1,0 0 0,-1 0 0,1 0-1,0 0 1,0 1 0,-1-1 0,1 0-1,0 0 1,0-1 0,1 1 0,28-5-39,-17-4 47,0-1-1,0 0 1,-1-1 0,-1-1-1,0 1 1,0-2-1,12-19 1,12-12 4,231-284 11,-187 220-6,73-134 0,-142 224 158,-16 26 156,-6 12-343,-94 133 38,-16 24 2,105-148-23,0 1 0,2 1 1,2 0-1,-12 38 0,21-52-10,2 1 0,-1-1 1,2 0-1,2 34 0,-1-20-9,0-30 6,0 1-1,0-1 1,0 1-1,0-1 1,1 0 0,-1 1-1,0-1 1,1 1-1,-1-1 1,1 1 0,0-1-1,-1 0 1,1 0-1,0 1 1,0-1 0,0 0-1,0 0 1,0 0 0,0 0-1,0 0 1,0 0-1,0 0 1,3 2 0,-1-2-27,0 0 0,0 0 1,1 1-1,-1-2 1,1 1-1,-1 0 1,1-1-1,-1 0 1,1 1-1,3-2 0,2 1-21,-1-1 0,1 0-1,-1-1 1,1 0-1,-1-1 1,0 1-1,0-1 1,9-5-1,162-123-961,-40 25-55,-136 105 1171,-1-1-1,-1 1 1,1-1 0,0 1 0,0-1-1,0 0 1,-1 1 0,1-1-1,-1 0 1,0 0 0,1 0-1,-1 0 1,0-1 0,0 1 0,0 0-1,-1 0 1,1-1 0,0 1-1,-1 0 1,1-1 0,-1 1-1,0 0 1,0-1 0,0 1-1,0-1 1,0 1 0,-1-3 0,0-11-380,0 15 296,1 1 1,-1-1-1,0 0 1,0 1 0,0-1-1,0 0 1,0 1-1,0-1 1,0 1 0,0 0-1,0-1 1,-1 1-1,1 0 1,0 0 0,0 0-1,0 0 1,0-1-1,0 2 1,0-1 0,-1 0-1,1 0 1,0 0-1,-2 1 1,-29 3 46,21 1-51,1 0 1,0 1-1,1 0 0,-1 1 1,1 0-1,1 0 1,-1 1-1,1 0 1,1 0-1,-9 12 1,-2 0 14,0 0 40,1 1 1,1 0 0,1 1-1,-16 30 1,24-38-40,1 0-1,1 1 1,0-1 0,0 1-1,2 0 1,0 0 0,0 1 0,0 27-1,3-43-22,0 1-1,1-1 0,-1 1 0,0-1 0,0 1 1,0-1-1,0 1 0,1-1 0,-1 1 1,0-1-1,0 1 0,1-1 0,-1 1 0,0-1 1,1 1-1,-1-1 0,0 1 0,1-1 1,-1 0-1,1 1 0,-1-1 0,1 0 0,-1 0 1,1 1-1,-1-1 0,1 0 0,-1 0 0,1 1 1,-1-1-1,1 0 0,-1 0 0,2 0 1,21 0-3,-16 0 5,2-1 2,1 0 1,-1 0-1,0-1 1,0-1 0,0 1-1,0-1 1,0-1 0,-1 0-1,9-5 1,73-50 25,-78 51-26,18-14-2,0-1 1,-2-1 0,-1-1-1,0-2 1,22-30 0,-39 47-3,-13 27 13,-25 31-9,18-35-1,1 1-1,1 0 0,0 1 0,1 0 1,1 0-1,0 0 0,1 1 1,1 0-1,0 0 0,1 0 1,-1 24-1,4-37-3,0-1 1,-1 0-1,1 0 0,0 1 1,1-1-1,-1 0 0,0 0 1,1 1-1,-1-1 0,1 0 0,0 0 1,0 0-1,0 0 0,0 0 1,2 4-1,-1-5 3,1 0 0,-1 1-1,0-1 1,1-1 0,-1 1 0,1 0 0,-1 0-1,1-1 1,-1 0 0,1 1 0,0-1 0,-1 0-1,1 0 1,3-1 0,3 1 10,0 0 0,1-1 0,-1 0-1,0 0 1,1-1 0,-1 0 0,0-1 0,0 0 0,0 0 0,-1-1-1,1 0 1,-1-1 0,0 0 0,0 0 0,-1-1 0,1 0 0,7-8-1,0 0 10,-1 0 0,-1-1 0,0-1-1,-1 0 1,0-1 0,-1-1 0,-1 1-1,-1-1 1,-1-1 0,0 0-1,-2 0 1,6-22 0,-12 41-39,0-1-1,0 1 1,0-1 0,1 0 0,-1 1-1,0-1 1,0 1 0,0-1 0,0 0-1,0 1 1,0-1 0,0 1 0,0-1 0,0 0-1,-1 1 1,1-1 0,0 1 0,0-1-1,0 1 1,-1-1 0,1 0 0,0 1-1,-1-1 1,1 1 0,0-1 0,-1 1-1,1 0 1,-1-1 0,1 1 0,-1-1-1,-18 4-1592,-10 17-2858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24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185 0 27917,'0'0'1993,"-11"24"-1836,-68 153 233,77-172-378,-62 154 341,57-136-386,1 0 0,1 1 0,1-1 0,1 1 1,0 28-1,3-51-279,0-9-4149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24.4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 26188,'0'0'4434,"0"-21"-4050,0 29-672,0 16-320,0 8-321,0 0-1200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25.3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1 26252,'0'0'2559,"0"3"-2351,-2 13-143,-1 0 1,0 0 0,-1 0 0,-1 0-1,0-1 1,-2 1 0,-7 14 0,-12 31 149,-5 29-48,-22 105 0,58-211-104,2 0 1,0 0-1,15-26 0,31-36-52,-25 32-6,2 2-1,3 1 1,1 1 0,72-68 0,-100 105 0,-5 3-4,1 1-1,-1 0 1,1-1-1,0 1 1,-1 0-1,1 0 0,0 0 1,0 0-1,0 0 1,0 0-1,-1 0 1,1 1-1,0-1 0,0 1 1,1 0-1,-1-1 1,2 1-1,-4 0 0,1 0 0,-1 0-1,1 0 1,-1 0 0,0 0 0,1 0-1,-1 0 1,1 0 0,-1 0 0,1 0-1,-1 0 1,0 0 0,1 0 0,-1 0-1,0 0 1,1 0 0,-1 0 0,1 1-1,-1-1 1,0 0 0,1 0 0,-1 1-1,0-1 1,1 0 0,-1 0 0,0 1-1,0-1 1,1 0 0,-1 1 0,0-1-1,0 0 1,1 1 0,-1-1 0,0 0-1,0 1 1,0-1 0,0 1 0,0-1-1,0 0 1,0 1 0,1 0-1,-1 0 2,6 23 9,-1 0 0,-1 0 0,-1 0 0,-1 0 0,-1 0 0,-3 32 0,1-4-3,0-37-7,-1 0 0,-1 1 0,0-1 1,-1 0-1,-11 28 0,2-5 12,10-31-9,3-14 2,4-12 9,4 3-8,1 0 1,1 0 0,0 1-1,23-24 1,59-54-1,-71 72 0,-3 3-6,-7 6-1,1 0 1,0 0 0,1 1 0,0 1-1,1 0 1,-1 1 0,2 0 0,23-10-1,-38 19 0,1 0 1,0 0-1,-1 0 0,1 0 0,0 0 0,-1 0 0,1 0 0,0 0 1,0 0-1,-1 0 0,1 0 0,0 0 0,-1 0 0,1 0 0,0 1 1,-1-1-1,1 0 0,-1 0 0,1 1 0,0-1 0,-1 1 0,1-1 1,-1 0-1,1 1 0,-1-1 0,1 1 0,-1-1 0,1 1 1,-1 0-1,1 0 0,7 28 5,-10 44 25,1-61-30,-2 7 14,-1 1 0,0-1 0,-2 0-1,0-1 1,-8 19 0,5-15-199,1 0-1,-10 44 0,13-42-2444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25.9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327 1 19737,'0'0'8105,"-10"30"-7563,-3 17-388,2-7 21,-2 0-1,-25 52 0,-14 23 377,-42 144 0,16 13-495,71-248-63,-4 20-141,11-42 44,0-5-218,2-11 296,1 0 1,0 0 0,1 1-1,0-1 1,1 1 0,0-1 0,1 1-1,15-23 1,11-26 36,33-98 21,-34 78 33,4 1 0,87-147 0,-99 193-26,-15 20-19,1 0 1,0 1-1,1 1 0,0 0 1,2 0-1,-1 1 0,1 0 0,27-19 1,-39 30-20,1 1 1,0 0 0,0-1 0,-1 1-1,1 0 1,0 0 0,0-1-1,0 1 1,-1 0 0,1 0 0,0 0-1,0 0 1,0 0 0,0 0-1,-1 0 1,1 0 0,0 1 0,0-1-1,0 0 1,-1 0 0,1 1-1,0-1 1,0 0 0,-1 1 0,1-1-1,0 1 1,-1-1 0,1 1 0,0-1-1,-1 1 1,1-1 0,-1 1-1,1 0 1,-1-1 0,1 1 0,-1 0-1,1 0 1,-1-1 0,0 1-1,1 0 1,-1 0 0,0-1 0,0 1-1,0 0 1,0 0 0,0 0-1,1 0 1,-1-1 0,-1 1 0,1 1-1,3 55 57,-4-47-35,2 7-7,-2-1 0,0 1 0,-1-1-1,-8 31 1,7-38-1,0 0 0,-1 0 0,-1 0 0,1 0 0,-2-1 0,1 1 0,-1-1 0,0-1 0,-11 11 0,11-11-12,-20 18 126,-47 39 0,66-59-158,-1 1 1,1-1-1,-1-1 0,-1 1 1,1-2-1,0 1 0,-1-1 1,0 0-1,0-1 0,1 1 1,-1-2-1,-12 1 0,20-2-36,0 0 0,0 0 0,0-1 1,0 1-1,0 0 0,0-1 0,1 1 0,-1-1 0,0 0 0,0 1 0,0-1 0,0 1 1,1-1-1,-1 0 0,0 0 0,1 0 0,-1 1 0,0-1 0,1 0 0,-1 0 0,1 0 0,-1 0 1,1 0-1,0 0 0,-1 0 0,1 0 0,0 0 0,0 0 0,0 0 0,0 0 0,0 0 1,0 0-1,0 0 0,0 0 0,0 0 0,0 0 0,0 0 0,1 0 0,-1-1 0,1-4-319,-1-25-2348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26.5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0 524 20505,'0'0'7980,"26"-9"-7561,83-36-112,-102 41-272,0 1 1,-1-1 0,1 0-1,-1 0 1,0-1-1,0 0 1,0 0 0,-1 0-1,0-1 1,0 1 0,7-12-1,2-2 53,27-31 82,76-101 16,-99 124-182,0 0 0,-2-2 1,22-53-1,-35 68 9,-6 11 13,-17 19 49,-26 42 30,0 9-73,4 3 0,-64 139 0,99-191-26,1 1 0,1-1 0,1 1 0,0 0 0,2 0 0,0 1 0,1 34 0,1-52-7,0 0 1,0 1-1,1-1 1,-1 1-1,0-1 1,1 0-1,0 0 1,-1 1-1,1-1 1,0 0-1,0 0 1,0 0-1,0 0 1,1 0-1,-1 0 1,1 0-1,-1 0 1,1 0-1,-1-1 1,1 1-1,0 0 1,0-1-1,0 0 1,0 1-1,0-1 1,0 0-1,0 0 1,0 0-1,1-1 1,-1 1-1,0 0 1,5 0-1,-2-1 1,-1 1 0,1-1 0,0 0 0,0 0 0,0-1 0,-1 1 0,1-1 0,0 0 0,-1 0 1,1-1-1,0 0 0,-1 1 0,0-1 0,1-1 0,-1 1 0,4-4 0,22-17-10,-2-2 0,0-1 0,40-50 0,-38 47-96,-13 15-39,-16 13 97,-1 5-24,-1 26 58,-1-1-1,-1 0 1,-1 1-1,-14 42 1,10-30-1835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26.8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13 5603,'0'0'24683,"0"-13"-24715,0 16-977,-12 10-447,12 0-3827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28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314 0 25340,'0'0'4057,"-13"31"-3918,-92 193 235,93-201-302,-32 64 115,3 2-1,-57 186 1,104-276-390,10-13 170,20-22 74,-1 0-55,2 1-1,1 2 1,2 2 0,63-40-1,-89 62 18,-12 8-3,0-1 1,0 1 0,1-1-1,-1 1 1,0-1-1,1 1 1,-1 0-1,1 0 1,4-1-1,-5 2-13,-2 6 5,-1 0 10,0-1 1,0 1 0,-1-1-1,1 0 1,-1 1-1,0-1 1,-1 0 0,1 0-1,-6 8 1,-41 51 49,8-11-26,36-45-27,1 0-1,-1 0 1,2 0 0,-1 0 0,1 1 0,0-1-1,1 1 1,0 0 0,0 0 0,1 0-1,0 0 1,1 13 0,0-21-1,1 0-1,0-1 1,0 1-1,0 0 1,0 0 0,0-1-1,0 1 1,0 0 0,0-1-1,0 1 1,0-1-1,0 1 1,0-1 0,0 0-1,0 0 1,1 1 0,-1-1-1,0 0 1,0 0 0,0 0-1,0 0 1,1 0-1,-1 0 1,0-1 0,0 1-1,0 0 1,2-1 0,3 1-9,28 0-182,1-1 0,-1-2 0,0-1 0,-1-1 0,1-3 0,-1 0 0,0-2 0,57-26 0,-64 24-192,-1-2 0,0 0 0,-1-2 0,28-23-1,-42 30 481,0 0-1,-1-1 1,0 0-1,-1 0 1,0-1-1,-1 0 0,0-1 1,0 1-1,-1-1 1,-1-1-1,5-14 0,-9 24-15,0 0-1,0 0 0,0 0 0,-1 0 1,1 0-1,-1 0 0,0 0 0,0 0 1,0 0-1,0 0 0,0 0 1,-1 0-1,-1-5 0,2 7-45,-1 1 0,1-1-1,-1 0 1,1 0 0,-1 0-1,0 0 1,1 1 0,-1-1 0,0 0-1,0 0 1,0 1 0,0-1 0,1 1-1,-1-1 1,0 1 0,0-1 0,0 1-1,0 0 1,0-1 0,0 1 0,0 0-1,0 0 1,0-1 0,0 1 0,-2 0-1,-2 1-7,0 0-1,1 0 1,-1 0-1,0 0 0,1 1 1,-1 0-1,1 0 1,0 0-1,-1 0 0,1 1 1,0 0-1,0 0 1,1 0-1,-6 5 0,-9 10 52,2 1 0,0 1 0,0 0 0,-20 39 0,29-46-48,1 1 0,0 0 0,1 0 0,0 0 0,1 1 0,1 0 0,0 0-1,1-1 1,0 19 0,3-32-30,0 0 0,-1 0 0,1 0-1,0 0 1,-1 0 0,1 0 0,0-1-1,0 1 1,0 0 0,0 0 0,0-1-1,0 1 1,0 0 0,0-1 0,0 1-1,0-1 1,0 1 0,0-1 0,0 0-1,1 1 1,-1-1 0,0 0 0,0 0-1,0 0 1,1 0 0,-1 0 0,0 0-1,0 0 1,0 0 0,0-1 0,1 1-1,-1 0 1,1-1 0,47-11 4,-33 3 3,-1-1 0,0 0 0,0-1 0,-1-1-1,20-21 1,-3 0 2,28-41-1,-43 49-21,-14 21 27,-3 7 23,-23 35-42,17-28 6,0-1-1,1 1 0,0 0 0,1 0 0,0 1 0,1-1 0,0 1 0,0 0 1,1 0-1,1 1 0,-2 12 0,4-23-19,5 0 14,-1-1 0,1 0 0,0 0 1,-1 0-1,1 0 0,0-1 0,-1 1 0,1-1 1,-1-1-1,6-1 0,10-5 6,-1-2-1,0 0 1,23-17 0,-3 2-10,77-56-104,-6 3-106,-104 75 205,-5 40 13,-1 5 22,0-41-3,-5-31-16,4 26-1,0 0 0,0 0-1,0 1 1,0-1 0,-1 1 0,0-1 0,1 1 0,-1-1-1,-1 1 1,-2-4 0,4 6 1,0 0-1,-1 0 1,1 0-1,0 0 0,0 0 1,-1 0-1,1 0 1,-1 1-1,1-1 1,0 1-1,-1-1 1,1 1-1,-1-1 1,0 1-1,1 0 1,-1 0-1,1 0 1,-1 0-1,1 0 0,-1 0 1,0 0-1,1 0 1,-1 0-1,1 1 1,-1-1-1,1 1 1,-1-1-1,1 1 1,0 0-1,-3 1 1,-2 1 0,1 1 1,0-1 0,0 1 0,0 0-1,1 0 1,-1 1 0,1-1 0,0 1 0,0 0-1,1 0 1,0 1 0,0-1 0,0 1 0,0-1-1,-3 12 1,2-1 2,0-1 0,2 1 0,0-1-1,0 1 1,2 18 0,0-31-2,1-1 1,0 1-1,0-1 1,0 1-1,0-1 1,0 1-1,1-1 1,-1 0-1,1 1 1,-1-1-1,1 0 1,0 0-1,0 0 1,0 0-1,0-1 1,0 1-1,0 0 0,1-1 1,-1 0-1,0 1 1,1-1-1,4 1 1,7 4 11,-1-1 1,1 0-1,15 2 1,-6-2-3,-1-2 0,1 0 1,0-1-1,-1-2 0,1 0 0,38-6 0,-46 3-5,-1 0 0,1-1 0,-1-1 0,-1 0 0,1-1 0,-1 0 0,0-1 0,0-1 0,-1 0-1,0 0 1,17-16 0,-4 0 1,0-1 0,-1 0 1,35-53-1,-51 65-4,0-1 1,-1 1 0,-1-1-1,0 0 1,-1 0-1,-1-1 1,0 0 0,-1 1-1,-1-1 1,0-1 0,0-18-1,-2 34 0,0 0 0,0 0-1,0 0 1,0-1 0,0 1-1,0 0 1,0 0-1,0 0 1,0 0 0,0 0-1,0 0 1,0-1 0,0 1-1,0 0 1,0 0 0,0 0-1,0 0 1,0 0-1,0-1 1,0 1 0,0 0-1,0 0 1,0 0 0,0 0-1,0 0 1,0 0 0,-1 0-1,1-1 1,0 1-1,0 0 1,0 0 0,0 0-1,0 0 1,0 0 0,0 0-1,0 0 1,-1 0 0,1 0-1,0 0 1,0 0 0,0 0-1,0 0 1,0 0-1,-1 0 1,1 0 0,0 0-1,0 0 1,0 0 0,0 0-1,0 0 1,0 0 0,-1 0-1,1 0 1,0 0-1,0 0 1,0 0 0,0 0-1,0 0 1,0 0 0,-1 0-1,1 0 1,0 0 0,-11 11 38,-11 18-43,7-8 16,1 1 1,1 1-1,1 0 1,1 0-1,1 1 0,1 1 1,1 0-1,1 0 1,1 0-1,1 1 1,-2 47-1,7-70-14,0 0 0,1 0 0,-1 0 0,1 1 0,-1-1 0,1-1 0,0 1 0,0 0 0,0 0 0,0 0 0,1 0 0,-1-1 0,1 1 0,0-1 0,-1 1 0,1-1 0,0 1 0,5 3 0,-2-3-1,0 0 1,0 1-1,0-2 1,0 1-1,1-1 0,-1 1 1,1-1-1,0-1 1,7 2-1,6 0-27,1-1 0,0-1 0,0-1 0,38-4-1,-45 2-164,-1-1 0,0 0-1,1-1 1,-1 0-1,20-10 1,1-7-1349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29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351 367 15687,'0'0'12710,"-12"-11"-11525,11 8-1177,-1 1 0,1-1 1,-1 0-1,1 1 0,-1-1 0,0 1 1,0 0-1,0-1 0,0 1 1,-1 0-1,1 0 0,0 1 1,-1-1-1,1 0 0,-1 1 1,0 0-1,-3-2 0,0 2-2,0-1 0,-1 2-1,1-1 1,0 1-1,0 0 1,-1 0 0,-10 2-1,10 0-4,1 0-1,0 0 1,0 0 0,0 1-1,0 0 1,0 0-1,0 0 1,1 1-1,-1 0 1,1 0-1,0 1 1,1-1 0,-7 8-1,-9 11-4,-25 38-1,42-57 6,-8 13 11,1 0 1,0 0-1,1 1 0,1 0 0,1 1 0,0-1 1,1 1-1,1 1 0,1-1 0,1 1 0,1 0 1,0-1-1,3 40 0,0-57-12,-1 0 0,1-1 0,-1 1 0,1 0 1,0-1-1,0 1 0,0-1 0,0 1 0,0-1 0,0 1 0,0-1 0,0 0 0,1 1 0,-1-1 0,0 0 1,1 0-1,-1 0 0,1 0 0,-1 0 0,1 0 0,0-1 0,-1 1 0,1 0 0,0-1 0,-1 1 0,1-1 1,0 0-1,0 0 0,0 0 0,2 0 0,5 1 5,-1-1 0,1 0 0,-1-1-1,1 0 1,11-3 0,-4-2 14,-1-1 1,0 0-1,0-1 1,0-1-1,-1 0 0,-1-1 1,0-1-1,0 0 1,13-15-1,-9 10-10,33-31-25,-3-2-1,-3-2 1,40-57 0,-62 76-30,-1-2 1,-2 0 0,-1-2 0,-1 0 0,-2 0-1,15-60 1,-27 80 37,-1 0 0,0 0 0,-1-29 0,-1 36 14,0 8 20,-2 16 161,-36 103-48,23-77 32,-19 87-1,24-44-29,2 163-1,8-205-127,0-41-32,0 0-1,0 0 1,1 0 0,-1 0 0,0 0 0,1 0-1,-1 0 1,1 0 0,-1 0 0,1 0 0,-1 0 0,1 0-1,0 0 1,-1 0 0,1 0 0,0-1 0,0 1 0,0 0-1,0 0 1,0-1 0,0 1 0,0-1 0,0 1-1,0-1 1,0 1 0,0-1 0,0 0 0,0 1 0,2-1-1,-1 1-95,0-1 0,0 0 0,1 1 0,-1-1 0,0 0 0,0 0 0,0 0 0,0-1-1,0 1 1,1 0 0,-1-1 0,0 0 0,0 1 0,0-1 0,2-1 0,15-20-2935,4-8-6637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0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137 1 26556,'0'0'2465,"-41"171"-2081,17-112-79,6-3-33,0-5-144,6-3-64,0-8-32,6-8-32,6-2-48,-6-12-240,6-7-225,0-8-783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0.6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16 25708,'0'0'3617,"-12"-16"-3729,-6 35-240,13 8-192,-7 0-705,12 2-2816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0.9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263 17 25948,'0'0'3481,"-14"-5"-3278,10 4-189,0-1-6,1 0 0,-1 1-1,0-1 1,0 1 0,0 0-1,0 1 1,0-1-1,0 0 1,0 1 0,0 0-1,0 0 1,0 0 0,0 1-1,0-1 1,0 1 0,0 0-1,0 0 1,0 0-1,0 1 1,0 0 0,1-1-1,-1 1 1,1 0 0,-1 1-1,1-1 1,0 1 0,0-1-1,0 1 1,0 0-1,-2 3 1,-2 4 4,1 1 0,1 0 0,-1 0 0,2 0 0,0 0 0,0 1 0,1-1 0,1 1 1,-1 0-1,2 0 0,0 0 0,0 0 0,1 0 0,1 0 0,0 0 0,1 0 0,0 0 0,0 0 0,2-1 0,-1 1 0,1-1 0,1 0 0,0 0 0,13 19 0,-7-13-9,-4-9-2,-1 1 0,0-1 0,0 2 0,-1-1 1,0 0-1,-1 1 0,0 0 0,0 0 0,-1 0 0,0 0 1,-1 1-1,0-1 0,0 12 0,-3-20 1,1 0-1,-1 0 1,0 0 0,1 0-1,-1-1 1,0 1-1,0 0 1,0-1 0,0 1-1,-1 0 1,1-1 0,0 0-1,-1 1 1,1-1-1,-1 0 1,1 0 0,-1 0-1,0 0 1,1 0-1,-1 0 1,0 0 0,0 0-1,0-1 1,1 1 0,-1-1-1,-3 1 1,-55 10 108,58-11-101,-91 6 122,91-6-161,1-1-627,1 1 596,0-1 1,0 1-1,0-1 0,0 1 1,0-1-1,-1 1 1,1 0-1,0-1 0,0 1 1,0-1-1,0 1 1,0-1-1,0 1 0,0 0 1,1-1-1,-1 1 0,0-1 1,0 1-1,0-1 1,0 1-1,1 0 0,-1-1 1,0 1-1,0 0 1,0-1-1,1 1 0,-1 0 1,0-1-1,1 1 1,-1 0-1,0-1 0,1 1 1,-1 0-1,0 0 0,1-1 1,0 1-1,24-20-2967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1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405 0 26460,'0'0'2471,"-7"32"-2266,-1 8-127,1-2 50,-2 0 0,-26 69 0,-166 464 867,183-524-991,-2-1 1,-42 73-1,61-117-9,0-1 1,0 1-1,1-1 0,-1 1 1,0-1-1,0 0 0,0 0 0,-1 1 1,1-1-1,0 0 0,0 0 1,-1 0-1,1 0 0,0 0 1,-1 0-1,1-1 0,-3 2 0,3-2-2,0-1-1,1 1 1,-1 0-1,0-1 0,1 1 1,-1 0-1,1-1 1,-1 1-1,0-1 0,1 1 1,-1-1-1,1 1 1,0-1-1,-1 0 0,1 1 1,-1-1-1,1 1 1,0-1-1,0 0 0,-1 1 1,1-1-1,0 0 1,0 0-1,0 1 0,0-1 1,-1 0-1,1 0 1,-2-69-559,2 57 434,2-98-2307,8 53-722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1.6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149 1 23611,'0'0'5373,"-3"17"-5157,-2 9-101,-1 0-1,-2-1 1,-17 42 0,1-16 98,-29 69 192,48-104-379,0 0 1,1-1-1,0 1 0,1 1 1,-1 29-1,14-48-135,9-13 108,-2 0 1,0-1 0,0-1-1,-2 0 1,0-1-1,15-25 1,15-16-80,47-61-109,-86 114 149,-4 10 24,-4 22 34,-12 38 46,10-53-53,-8 24 47,-32 65 1,42-96-65,1-1 0,-1 1 0,0-1 0,1 1 0,0 0 0,0-1 0,0 1 0,0 0 0,1 0 0,-1 0 0,1 7 0,0-11-303,0-13-4165,0-11-8137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2.0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8 28269,'0'0'2689,"-18"-8"-2689,18 22-64,0 12-176,6 9-288,11-3-913,7 0-4209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2.6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184 0 24283,'0'0'5389,"0"5"-4962,-3 17-360,0 0 0,-1-1 0,-2 1 0,0-1 1,-1 0-1,-1-1 0,-15 29 0,-1 4 23,-64 134 99,77-162-154,11-25-36,0 0 1,0 0-1,0 0 1,0 0-1,0 0 1,0 0 0,0 0-1,0-1 1,0 1-1,1 0 1,-1 0-1,0 0 1,0 0-1,0 0 1,0 0-1,0 0 1,0 0-1,0 0 1,0-1 0,0 1-1,1 0 1,-1 0-1,0 0 1,0 0-1,0 0 1,0 0-1,0 0 1,0 0-1,1 0 1,-1 0-1,0 0 1,0 0 0,0 0-1,0 0 1,0 0-1,0 0 1,0 0-1,1 0 1,-1 0-1,0 0 1,0 0-1,0 0 1,0 0-1,0 0 1,0 1 0,1-1-1,-1 0 1,0 0-1,0 0 1,0 0-1,0 0 1,0 0-1,0 0 1,0 0-1,0 0 1,0 1-1,0-1 1,0 0 0,0 0-1,1 0 1,-1 0-1,0 0 1,0 0-1,0 1 1,0-1-1,35-37-11,3-9 19,52-53 0,-45 52-28,-33 32 9,1 1-1,1 0 0,0 1 0,1 0 0,0 1 1,1 1-1,19-10 0,-35 21 13,0 0 0,0 0-1,1 0 1,-1 0 0,0 0 0,0-1 0,0 1-1,1 0 1,-1 0 0,0 0 0,0 0 0,1 0-1,-1 0 1,0 0 0,0 0 0,0 0 0,1 0-1,-1 0 1,0 0 0,0 0 0,0 0 0,1 0-1,-1 0 1,0 1 0,0-1 0,0 0 0,1 0-1,-1 0 1,0 0 0,0 0 0,0 0 0,1 0-1,-1 1 1,0-1 0,0 0 0,0 0 0,0 0-1,0 0 1,0 1 0,1-1 0,-1 0-1,0 0 1,0 0 0,0 1 0,0-1 0,0 0-1,0 0 1,0 0 0,0 1 0,0-1 0,0 0-1,0 0 1,0 1 0,0-1 0,0 0 0,0 0-1,0 0 1,0 1 0,0-1 0,0 0 0,0 0-1,0 0 1,-1 1 0,1-1 0,0 2 0,-15 205 142,13-184-140,1 46-261,1-68-379,19-12-3150,4-13-3039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3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233 0 27501,'0'0'1422,"-2"23"-1078,-6 39 6,-2-2 0,-25 85 1,-82 253 431,102-348-766,5-14-3,-24 52 0,33-86-47,1-5-21,1-1 36,-1 1-1,1 0 0,0 0 1,0 0-1,0 0 0,0 0 1,1 0-1,-1 0 0,1 0 1,0 1-1,0-1 0,2-2 1,35-35-6,-16 17-30,31-32-28,-37 39 57,0-1 1,15-20-1,-31 34 29,-1 3 13,-1 5-3,-1 1 0,1-1 0,-1 0 1,0 0-1,0 0 0,-1 1 0,1-2 1,-1 1-1,0 0 0,-1-1 0,1 1 1,-1-1-1,-6 6 0,-20 29 10,23-28-5,2 0 1,-1 1-1,2-1 1,-1 1-1,2 1 0,-1-1 1,2 0-1,0 1 1,0-1-1,1 1 1,1 13-1,0-23-21,0-1 0,1 0 0,-1 0 0,1 0 0,-1 0 0,1 0 0,0 0 0,0 0 0,0 0 0,0 0 0,0 0 0,0 0 0,1 0 0,-1-1 0,1 1 0,-1 0 0,1-1 0,0 0 0,-1 1 0,1-1 0,0 0 0,0 0 0,0 0 0,0 0 0,0 0 0,0 0 0,0 0 0,0-1 0,0 1 0,0-1 0,4 1 0,9 1-41,1 0-1,-1-1 1,23-2 0,-21 1 5,1-1-124,-1-1-1,0 0 1,1-1-1,-2-1 1,1-1-1,0 0 1,-1-1-1,25-13 1,-9 1-1418,-1 0 1,-1-3 0,30-25-1,-28 17-3568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3.7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182 108 2993,'0'0'24996,"5"-16"-24412,15-47-106,-19 40 571,-12 18-719,-16 14-250,13 1-40,0 0 0,1 1 0,0 1 0,0 0 0,1 1 0,1 1 0,0-1 0,1 2 0,1-1 0,0 1 0,1 1 0,-10 25 0,5 20 38,12-58-79,1 1 1,-1 0-1,1 0 1,0-1-1,0 1 0,1 0 1,-1 0-1,1-1 1,0 1-1,0 0 1,0-1-1,0 1 1,0-1-1,3 5 1,-1-6-3,0-1 1,0 1-1,1-1 1,-1 1-1,0-1 1,1 0 0,-1 0-1,1-1 1,-1 1-1,1-1 1,-1 1-1,1-1 1,0 0 0,-1-1-1,1 1 1,6-2-1,9 1-1,-5 0 2,0 0-1,0-1 0,-1-1 1,1 0-1,-1-1 0,1 0 1,-1-1-1,-1-1 0,20-10 1,11-11-20,51-40 0,-60 41 15,-2 0-7,-22 17 10,-1 1 1,2 0-1,-1 1 0,19-10 1,-28 16 35,-3 30 16,-24 63 2,19-72-49,1 1 1,0-1-1,2 1 1,0 0-1,-1 27 1,5 7-34,3-55 6,-1 1 1,1-1 0,-1 1-1,1-1 1,-1 0-1,1 0 1,-1 0 0,1 0-1,0 0 1,-1-1 0,1 1-1,-1-1 1,0 0 0,1 1-1,2-3 1,6-5-457,0-2 0,-1 1 0,0-2 0,0 1 0,-1-1 0,0-1 0,-1 1 0,10-21 0,-18 31 405,28-38-5280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4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262 0 26028,'0'0'4594,"-77"137"-4514,47-46 48,0-1-128,-5 7 0,-1 10-224,-18 5-1249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6.8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27837,'0'0'2942,"3"0"-2870,220-8 83,139 8-1427,-362-6-1244,0-10-1395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7.2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27453,'0'0'2350,"27"7"-2115,91 23-99,-103-25-115,-1 0 1,1 1-1,-1 0 0,-1 1 1,1 0-1,-1 1 0,0 1 1,-1 0-1,0 1 0,-1 0 1,16 18-1,-23-23-18,-1-1 1,0 1 0,0-1-1,-1 1 1,1 0-1,-1 0 1,0 0-1,0 0 1,-1 0-1,0 1 1,0-1-1,0 0 1,0 9-1,-3 77 32,0-70-34,1-12 2,-1 0-1,0-1 0,-1 1 0,0-1 1,0 1-1,-1-1 0,1 0 0,-2-1 1,1 1-1,-1-1 0,-1 0 0,-9 11 1,-12 10-7,-47 38 1,49-44 2,-78 53-560,99-66-1253,9-9-1104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7.9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309 378 25996,'0'0'2935,"4"-12"-2546,-2 8-353,7-33 94,-9 36-127,0 1 0,0-1-1,0 0 1,0 1-1,0-1 1,0 1-1,0-1 1,-1 1-1,1-1 1,0 1-1,0-1 1,0 1-1,-1-1 1,1 1-1,0-1 1,-1 1 0,1-1-1,0 1 1,-1-1-1,1 1 1,0 0-1,-1-1 1,1 1-1,-1-1 1,-1 1 1,1 0 1,0-1 0,0 1 0,-1 0-1,1 0 1,0 0 0,0 0-1,-1 1 1,1-1 0,0 0-1,0 0 1,-1 1 0,1-1-1,0 1 1,0-1 0,-2 2 0,-11 6 6,0 0 1,0 1 0,1 1-1,0 0 1,1 1 0,-20 22-1,8-5 20,1 0-1,-19 32 1,29-38 14,0 1 1,2 0-1,0 1 0,2 0 1,0 1-1,2-1 0,1 2 1,0-1-1,2 1 1,-1 47-1,5-73-46,0 1 1,1-1-1,-1 1 1,0 0-1,0-1 0,0 1 1,1-1-1,-1 1 1,0-1-1,1 1 1,-1-1-1,0 1 0,1-1 1,-1 0-1,0 1 1,1-1-1,-1 1 1,1-1-1,-1 0 0,1 1 1,-1-1-1,1 0 1,-1 0-1,1 1 1,0-1-1,-1 0 0,1 0 1,-1 0-1,1 0 1,-1 0-1,1 0 1,0 0-1,-1 0 0,1 0 1,-1 0-1,2 0 1,24-4-22,-19 2 24,0-1-1,0 0 1,0-1-1,0 0 1,-1 0 0,0 0-1,1-1 1,-2 0-1,1 0 1,8-10-1,54-70 35,-44 52-30,4-1-45,-2-2 0,-2-1 0,-1 0 1,-2-2-1,-1-1 0,-2 0 0,-2-2 0,16-64 0,-25 76 18,1 1 0,2 0 1,1 0-1,1 1 0,1 1 0,33-50 0,-46 76 22,0 1 0,0-1 0,0 1 1,0-1-1,1 1 0,-1 0 1,0-1-1,0 1 0,1-1 0,-1 1 1,0-1-1,0 1 0,1 0 0,-1-1 1,0 1-1,1 0 0,-1-1 1,0 1-1,1 0 0,-1 0 0,1-1 1,-1 1-1,1 0 0,-1 0 0,1-1 1,-1 1-1,0 0 0,1 0 1,-1 0-1,1 0 0,-1 0 0,1 0 1,-1 0-1,1 0 0,-1 0 0,1 0 1,-1 0-1,1 0 0,-1 0 1,2 1-1,1 22 118,-12 40 96,-8-3-89,-2 0 0,-51 104-1,36-89-88,11-24-15,2-6-3,2 1-1,-24 88 0,41-86-130,7-48 75,0 0 0,0 0 0,0-1 0,0 0 0,0 1 1,9-4-1,6-9 3,0 0 0,-1-1 0,0-1 0,-1-1 1,-1-1-1,23-28 0,2 0 9,30-32 130,68-94 1,-192 251 478,32-50-565,2 0-1,-19 41 1,31-57-9,0 1 0,1 0 0,1 0 0,0 0 0,1 0 0,1 1 0,-1 23 0,3-36-11,1 0 0,-1 0 0,0 0 0,1-1 0,0 1 0,0 0 0,-1-1 0,2 1 0,-1 0 0,0-1 0,0 1 0,1-1 0,-1 0 0,1 1 0,0-1 0,0 0 0,0 0 0,0 0 0,0 0 0,0-1 0,0 1 0,1-1 0,-1 1 0,1-1 0,-1 0 0,1 1 0,-1-1 1,1-1-1,0 1 0,-1 0 0,6 0 0,9 2-13,0-1 0,1-1 0,-1 0 0,18-3 0,-18 2-13,2-3-265,1 1 0,-1-2-1,0-1 1,0 0 0,-1-2 0,1 0-1,-1-1 1,-1 0 0,1-2 0,20-15-1,16-11-3623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8.7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302 1 26060,'0'0'1406,"-13"29"-558,-1 3-630,-66 162 551,-48 143 205,106-271-912,-23 121-1,55-218-90,2 0 0,27-52 0,18-43-25,-39 71 55,-2-1 1,-2 0 0,-3-1 0,-3 0 0,-2-1 0,-2-76 0,-4 50 73,-18 192-54,18 27 30,1-132-51,-1-1 0,0 1 0,1-1 0,0 1 0,0 0 1,-1-1-1,2 0 0,-1 1 0,0-1 0,0 1 1,1-1-1,-1 0 0,1 0 0,0 0 0,-1 0 0,1 0 1,0 0-1,0-1 0,0 1 0,1 0 0,-1-1 0,0 0 1,1 1-1,-1-1 0,0 0 0,1 0 0,-1-1 1,1 1-1,0 0 0,-1-1 0,1 0 0,0 1 0,4-1 1,2 1-1,1-1 1,0 0 0,-1 0 0,1-1 0,-1-1-1,1 1 1,-1-1 0,19-7 0,12-12 9,-1-2 0,0-1 1,54-46-1,-18 13-3,-48 37-5,-17 11 2,0 2 0,1-1 0,0 2 0,17-9-1,-29 20 21,-15 33 13,-2-2 0,-2 0 0,-1-1 1,-31 40-1,-27 44 33,51-70 32,-43 104 0,61-127-406,2 0 0,1 0 0,1 1 0,1 0 1,1 0-1,0 32 0,19-57-2840,-14-3 2758,32-9-5883,8-18-12564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9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126 151 24235,'0'0'5170,"-15"32"-5047,-47 104 35,53-120-106,2 1 0,0 0 0,1 1-1,1-1 1,1 1 0,0 0 0,1 0 0,1 1 0,1-1 0,1 26 0,0-40-44,1-3-9,0 0 1,0 0-1,0 0 1,0 0 0,0 0-1,0 0 1,0 0 0,0 0-1,1 0 1,-1 0-1,0-1 1,1 1 0,-1 0-1,0-1 1,1 1 0,-1-1-1,1 0 1,-1 1 0,1-1-1,-1 0 1,1 0-1,-1 0 1,1 0 0,-1 0-1,1 0 1,2-1 0,47-5 10,-40 1 1,1 0-1,-2 0 1,1-1 0,-1-1 0,0 0 0,0 0 0,14-15 0,1-3 3,30-41-1,-42 49-4,0 0 1,-2-2-1,0 1 0,-1-2 0,-1 1 0,-1-1 0,-1 0 0,-1-1 1,0 0-1,-2 0 0,0 0 0,-1-1 0,-1-33 0,-2 52-5,0 0-1,0-1 1,0 1-1,-1 0 1,1 0-1,-1 0 1,0 0-1,0 0 1,0 0-1,-1 0 1,1 0-1,-1 0 1,1 0-1,-1 0 1,0 1-1,0-1 1,0 1-1,0 0 1,-4-4-1,1 3 1,1 0 1,-1 1-1,1-1 0,-1 1 1,0 0-1,0 0 0,0 1 1,0-1-1,0 1 0,-1 0 1,-6 0-1,4 1-6,-1-1 1,0 2-1,1-1 0,-1 1 0,1 0 1,-1 1-1,1 0 0,-1 0 1,1 1-1,0 0 0,0 0 0,0 1 1,1 0-1,-14 10 0,12-7-138,1 1 0,1-1 0,0 1 0,0 1 0,0-1 0,1 1 0,1 1 0,-1-1 0,1 1 0,1 0 0,0 0 0,0 0 0,1 0-1,1 1 1,-4 20 0,5 10-2050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39.5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269 0 18713,'0'0'10095,"-12"18"-9991,2-5-63,-14 21 190,-36 65 1,-64 166 649,92-206-833,26-52 17,22-35-10,25-34-32,2 2 0,84-90 0,-114 136 15,0 1-1,1 1 1,1 0 0,0 1 0,29-16-1,-39 24-146,1 0 0,0 1 0,0 0 0,0 0 1,1 0-1,-1 1 0,0-1 0,1 2 0,-1-1 0,1 1 0,-1 0 0,1 0 0,-1 1 0,0-1 0,1 2 0,-1-1 0,0 1 0,1 0 0,9 4 0,14 10-1057,0-3-1246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0.2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356 86 24139,'0'0'4431,"1"-14"-4012,-1-43-112,0 56-300,0 1 0,-1-1-1,1 0 1,0 1 0,0-1-1,0 0 1,-1 1 0,1-1-1,0 0 1,-1 1 0,1-1 0,-1 1-1,1-1 1,-1 1 0,1-1-1,-1 1 1,1-1 0,-1 1 0,1-1-1,-1 1 1,1 0 0,-1-1-1,0 1 1,1 0 0,-1 0 0,0-1-1,1 1 1,-1 0 0,0 0-1,1 0 1,-1 0 0,0 0 0,1 0-1,-1 0 1,0 0 0,1 0-1,-1 0 1,0 0 0,0 0 0,0 1-1,-28 13 103,-1 11-41,1 1 0,1 1 0,1 2 0,1 0-1,2 2 1,-32 53 0,47-72-35,2-1 1,0 1-1,0 1 0,1-1 0,1 1 1,0 0-1,0 1 0,2-1 0,-1 1 0,-1 20 1,11-34-56,-1 0 25,0-1 0,0 1 0,0-1-1,0-1 1,0 1 0,0-1 0,0 0-1,-1 0 1,1 0 0,-1-1 0,1 1-1,3-5 1,53-46 46,-32 26-46,11-9 1,0-2 0,-3-2 0,-1-2-1,33-50 1,-94 149 76,2 2 0,3 0 0,-18 88 0,21-38-69,-27 130 5,34-199-15,-1 0 1,-2-1-1,-33 66 0,39-92 2,0-1-1,0 0 1,-2 0-1,-14 17 1,20-26-1,0 0 0,0-1 0,1 1 0,-2-1 0,1 1 0,0-1 0,0 0 0,-1 0 1,1-1-1,-1 1 0,0-1 0,1 0 0,-1 0 0,0 0 0,0 0 0,1 0 0,-1-1 0,0 0 1,0 0-1,0 0 0,-4-1 0,7 0 2,0 1-1,0-1 1,0 0 0,0 0 0,0 0-1,0 0 1,0 0 0,0 0-1,0 0 1,1 0 0,-1 0 0,0-1-1,1 1 1,-1 0 0,1 0 0,0-1-1,-1 1 1,1 0 0,0-1 0,0 1-1,-1 0 1,1-1 0,0 1-1,0 0 1,1-2 0,-2-4 11,-5-45 16,3 0 1,2 0-1,7-76 0,-5 115-44,0 0 0,1 0 0,1 1-1,0-1 1,1 1 0,0-1 0,0 1-1,2 0 1,-1 1 0,2-1 0,-1 1-1,1 1 1,1-1 0,0 1 0,1 0-1,0 1 1,0 0 0,1 0 0,0 1-1,0 1 1,1-1 0,0 2 0,0-1-1,1 2 1,0-1 0,0 2 0,17-5-1,20-5-2084,79-35 0,-85 26-3251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1.1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333 0 26332,'0'0'3031,"-31"22"-2807,-98 76 24,114-86-190,0 0 0,1 1 0,1 1 0,0 0 0,1 1 0,0 1 0,1-1-1,1 2 1,1-1 0,0 2 0,-11 30 0,20-47-57,-4 11 9,0 0-1,0 0 0,2 1 1,-1-1-1,2 1 0,0 0 1,0 21-1,2-33-9,-1-1-1,1 1 1,0 0-1,-1 0 1,1-1-1,0 1 1,-1 0-1,1-1 1,0 1-1,0-1 1,0 1 0,-1-1-1,1 0 1,0 1-1,0-1 1,0 0-1,0 1 1,0-1-1,0 0 1,0 0-1,0 0 1,0 0-1,0 0 1,-1 0 0,1 0-1,0 0 1,0 0-1,0 0 1,0-1-1,0 1 1,1-1-1,38-8-5,-24-1 11,0 0 0,-1-1 1,0-1-1,0 0 0,-1-1 1,21-25-1,67-97 8,-67 80 10,-29 42 72,-24 36-2,-1 4-82,1 0 0,2 2 1,-14 31-1,23-43-10,1 0 0,1 1 0,0-1 0,1 1 0,1 0 0,1 0 0,0 23 0,3-39-2,-1 0-1,1-1 0,0 1 1,-1-1-1,1 1 0,0-1 1,0 0-1,0 1 0,0-1 1,0 0-1,0 1 0,0-1 1,1 0-1,-1 0 0,0 0 1,1 0-1,-1 0 0,1 0 1,-1-1-1,1 1 0,-1 0 1,1-1-1,-1 1 0,1-1 1,0 0-1,-1 1 0,1-1 1,0 0-1,-1 0 0,1 0 1,2-1-1,61 0-57,-61 1 54,4-1-22,0-1 0,0 0 0,0-1-1,-1 0 1,1 0 0,-1 0 0,1-1 0,-1 0 0,0-1-1,-1 1 1,1-1 0,-1-1 0,7-6 0,11-13-279,35-47 0,-53 63 263,4-3 36,22-33 31,3 1-1,1 2 1,3 2 0,62-52 0,-101 92-5,0 0 1,0 1-1,-1-1 1,1 0-1,0 1 0,0-1 1,0 1-1,0-1 1,0 0-1,1 1 1,-1-1-1,0 0 0,0 1 1,0-1-1,0 1 1,0-1-1,0 0 0,1 1 1,-1-1-1,0 0 1,0 1-1,0-1 1,1 0-1,-1 0 0,0 1 1,1-1-1,-1 0 1,0 0-1,1 1 0,-1-1 1,0 0-1,1 0 1,-1 0-1,0 0 1,1 0-1,-1 1 0,0-1 1,1 0-1,-1 0 1,0 0-1,1 0 0,-1 0 1,1 0-1,-1 0 1,0 0-1,1 0 1,-1 0-1,0 0 0,1-1 1,-1 1-1,1 0 1,-1 0-1,0 0 0,1 0 1,-1-1-1,0 1 1,0 0-1,1 0 1,-1-1-1,0 1 0,1 0 1,-1 0-1,0-1 1,-10 34-70,-10 3 82,-29 41 0,-3 5 50,23-37-33,21-35-44,0 0 0,1 1 0,1-1 0,0 1-1,0 0 1,1 1 0,1 0 0,0-1 0,0 1-1,1 1 1,-2 17 0,6-33-8,-1 0 0,1 1 0,1-1 0,-1 1 0,0-1 0,0 1 0,1 0 0,0-1 0,-1 1 0,1 0 0,0 0 0,0 0 0,0 0 0,0 0 0,0 1 0,1-1 0,4-2 0,6-6 4,68-69 25,-34 32-30,1 2 1,67-48 0,-88 80 27,-27 13-24,1 0 1,-1 0 0,0 0-1,1 0 1,-1 0 0,1 0-1,-1 0 1,0 0 0,1 0 0,-1 0-1,1 0 1,-1 0 0,0 0-1,1 1 1,-1-1 0,0 0-1,1 0 1,-1 0 0,0 1 0,1-1-1,-1 0 1,0 0 0,1 0-1,-1 1 1,0-1 0,1 0-1,-1 1 1,0-1 0,1 1 0,-2 22 35,0-21-29,13 280 345,-12-190-1860,0-83-455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3.4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 26844,'0'0'3682,"72"-38"-3538,-31 33-32,-11 2-48,12 0-64,-13 3 0,7 0 0,0 0-144,5-2-240,-5-1-449,6-2-1023,-19-3-13719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4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276 498 21034,'0'0'6581,"1"-5"-6413,0 1-145,5-45 549,-6 48-547,0-1 1,1 1-1,-1 0 1,0-1-1,0 1 1,0 0 0,0-1-1,-1 1 1,1 0-1,0-1 1,0 1-1,-1 0 1,1-1 0,-1 1-1,1 0 1,-1 0-1,0-1 1,1 1-1,-1 0 1,0 0 0,0 0-1,0 0 1,0 0-1,0 0 1,0 0-1,0 0 1,0 1 0,0-1-1,0 0 1,0 1-1,0-1 1,-3 0-1,-1 1-5,-1 0 0,1 0 0,-1 1-1,1 0 1,-1 0 0,1 1-1,0 0 1,0 0 0,0 0 0,0 0-1,0 1 1,0-1 0,0 1-1,1 1 1,0-1 0,-1 1 0,1-1-1,-6 9 1,-7 8-28,1 1 0,-23 38 1,29-43 37,-2 5 17,1 0 0,1 0 1,0 1-1,2 0 0,1 1 0,1-1 1,0 2-1,2-1 0,1 0 0,0 1 1,2 0-1,1-1 0,5 40 1,-5-60-48,1 0 1,0 0 0,0 0-1,0 1 1,0-1 0,0 0-1,1-1 1,-1 1 0,1 0 0,0 0-1,0-1 1,0 1 0,0-1-1,0 1 1,1-1 0,-1 0 0,1 0-1,-1 0 1,1 0 0,0-1-1,0 1 1,0-1 0,0 1-1,0-1 1,0 0 0,0 0 0,0-1-1,0 1 1,0 0 0,1-1-1,-1 0 1,0 0 0,4 0-1,1 0 4,-1-1 1,1 0-1,-1 0 0,1 0 0,-1-1 0,0 0 0,0-1 0,1 0 0,-2 0 0,1 0 0,0-1 0,-1 0 0,8-5 0,19-21 5,-2-2 0,-1 0 0,-1-3 0,-2 0 0,27-46 1,-19 18-38,-3-1 1,36-101 0,-30 65-18,-5-2 1,19-107-1,-93 369 307,-63 184 26,83-252-152,-19 171 0,39-199-555,15-67-739,-9 0 881,-1 0-1,1-1 0,-1 1 1,0-1-1,0 0 0,0 0 0,-1 0 1,1 0-1,5-10 0,14-25-4060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4.9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1 26364,'0'0'2097,"0"171"-1665,-11-107-96,-13-5-31,6-3-49,-6-5-64,6-8-144,7-9-16,-1-7-32,0-8-112,6-11-192,0-8-433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5.3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3 27709,'0'0'2561,"-24"-2"-2561,6 23-112,0 8-32,7 1-144,5 5-113,0 2-239,6 0-384,0-2-1121,12-5-4338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5.6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252 12 21802,'0'0'7297,"-4"-3"-7009,3 2-282,-1 0 0,1 0 0,-1 0 0,0 0 1,1 1-1,-1-1 0,0 0 0,0 1 0,1-1 0,-1 1 0,0 0 0,0-1 1,0 1-1,0 0 0,1 0 0,-1 0 0,0 1 0,0-1 0,0 0 1,0 1-1,1-1 0,-1 1 0,0-1 0,0 1 0,1 0 0,-1 0 1,0 0-1,1 0 0,-1 0 0,1 0 0,-1 0 0,1 1 0,0-1 1,0 0-1,-1 1 0,1-1 0,0 1 0,0-1 0,0 1 0,1 0 1,-1-1-1,-1 5 0,-6 12 22,1 1 0,0 0 0,2 0 0,0 1 0,1-1 0,1 1 0,1 0 0,1 0 0,1 26 0,2 20 15,0-31-6,-7 69 0,4-98-13,0 0-1,0-1 0,-1 1 0,0-1 1,0 0-1,0 0 0,-1 0 0,0 0 1,0 0-1,0 0 0,-1-1 0,1 1 0,-1-1 1,0 0-1,0 0 0,-1-1 0,1 1 1,-1-1-1,0 0 0,1 0 0,-1-1 1,-1 1-1,1-1 0,0 0 0,-1 0 1,1-1-1,-1 0 0,1 0 0,-1 0 0,-9 0 1,14-2-48,0 0 0,0 0 0,0-1 0,1 1 1,-1 0-1,0-1 0,1 1 0,0 0 0,-1-1 0,1 1 1,-1 0-1,1-1 0,0 1 0,0-1 0,0 1 0,0-1 1,0 1-1,0 0 0,1-3 0,3-34-940,12 7-477,6-7-1363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5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363 0 26204,'0'0'2201,"-11"29"-1694,-1 0-398,-55 163 486,-33 120 371,-49 188-1505,148-496 339,1-2 98,0-1 0,0 0 0,0 0 0,0 0 0,-1 0 0,1 0 0,0 0 0,-1 0-1,1 0 1,0-1 0,-1 1 0,1 0 0,-1 0 0,0 0 0,1 0 0,-1 0 0,1-1 0,-1 1 0,0 0 0,0 0-1,0-1 1,-1 2 0,-9-1-3206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6.3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8 249 25083,'0'0'4200,"-1"-1"-4192,1 1-1,-1 0 1,1 0 0,0 0 0,-1-1 0,1 1-1,-1 0 1,1-1 0,0 1 0,-1 0 0,1-1-1,0 1 1,0 0 0,-1-1 0,1 1 0,0-1-1,0 1 1,0 0 0,-1-1 0,1 1 0,0-1-1,0 1 1,0-1 0,0 1 0,0-1 0,2-1 19,0 1 0,0 0 0,1 0 0,-1 0 0,0 0 0,1 0 0,-1 0 0,1 1 0,-1-1 0,1 1 0,3 0 1,6-3 55,44-13-39,-2-2 0,0-3 1,78-42-1,-15 6-664,-116 57 473,40-32 430,-20 24-230,2-1-209,-6 7-3092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6.9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1 23035,'0'0'5255,"-1"27"-4977,-6 93 26,3-94-186,0 0 0,-2 0 0,-1 0 1,-15 37-1,-3 10 142,-29 107 159,54-183-325,2-12-74,0 1 1,1-1 0,0 1 0,1 0 0,7-17 0,11-10-25,3 0 1,1 2 0,1 1 0,3 1-1,0 2 1,3 0 0,1 3-1,62-47 1,-92 75-33,0 1-1,0 0 1,0 1-1,1-1 1,-1 1-1,1 0 1,0 0-1,0 0 0,0 1 1,0-1-1,0 1 1,6 0-1,-10 38-1094,-1-37 879,0 1 0,-1 0 0,1-1 0,0 1 0,0 0 0,0 0 0,0-1 0,0 1 0,0 0 0,0-1 0,1 1 0,-1 0-1,0 0 1,0-1 0,0 1 0,1 0 0,-1-1 0,0 1 0,1-1 0,-1 1 0,0 0 0,1-1 0,-1 1 0,1-1 0,-1 1 0,1-1 0,-1 1 0,1-1 0,0 1 0,-1-1 0,1 0 0,-1 1-1,1-1 1,0 0 0,-1 0 0,1 1 0,0-1 0,0 0 0,-1 0 0,1 0 0,0 0 0,-1 0 0,1 0 0,0 0 0,0 0 0,-1 0 0,1 0 0,0 0 0,-1 0 0,1-1 0,0 1-1,-1 0 1,1 0 0,0-1 0,-1 1 0,1-1 0,-1 1 0,2-1 0,27-18-7471,-10 4 8229,0 0 15401,-18 16-15684,-1 0 1,1-1 0,0 1-1,-1-1 1,1 1 0,-1 0-1,1 0 1,-1-1 0,0 1-1,1 0 1,-1 0 0,0-1-1,1 1 1,-1 0 0,0 0-1,0 0 1,0 0 0,0-1-1,0 1 1,0 0 0,0 0-1,0 0 1,0 0 0,0 1-1,0 33-556,0-31 779,0-3-442,1 26 140,-1 0-1,-1 0 0,-2 0 1,0 0-1,-2-1 1,-14 46-1,16-62-123,-5 12 27,-1 1 1,-1-1-1,0-1 0,-2 1 1,-19 25-1,26-44-51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7.3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0 27805,'0'0'2225,"-41"30"-2657,35-6-529,-6-3-2865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8.1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1 26540,'0'0'2529,"0"20"-2254,0 8-215,1 49 267,-3 0 1,-21 127 0,-95 190-58,90-306-241,50-164-13,3 29-11,2 1-1,2 2 1,2 1-1,1 1 1,3 1-1,53-47 1,-82 83-5,6-8 0,2 1 0,24-16 0,-37 28-2,-1 1 0,1-1 0,0 1 1,-1-1-1,1 1 0,-1 0 0,1-1 0,-1 1 0,0 0 0,1 0 0,-1-1 1,0 1-1,1 0 0,-1 0 0,0-1 0,0 1 0,0 0 0,0 0 0,0 0 0,0 0 1,0-1-1,0 1 0,0 0 0,0 0 0,-1 1 0,2 33 22,-1-31-20,-1 14 6,-1 0 0,-1 0 1,-1 0-1,0 0 0,-1-1 1,-1 1-1,-1-1 0,0-1 0,-1 1 1,-20 28-1,5-12 27,-1-2-1,-1 0 1,-59 54 0,79-80-29,1-1-8,0 0 0,0 0 0,-1 0 0,1 0 0,-1-1 0,0 0 0,0 0 1,0 0-1,0 0 0,-1-1 0,1 0 0,-1 0 0,-9 1 0,14-4-64,0 0-1,0 0 1,1 0-1,-1 0 1,0 0-1,0-1 1,1 1-1,-1 0 1,1-1-1,-1 1 1,1 0-1,0-1 1,-1 1-1,1-1 1,0 1-1,0-1 1,0 1 0,0 0-1,0-1 1,0 1-1,1-1 1,-1 1-1,1-3 1,-1-3-226,0-32-1389,0-4-1540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8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73 18921,'0'0'9625,"17"-11"-9259,51-36-81,-52 36 246,-16 22-101,-2 7-381,-1-1 0,-1 1 0,-1-1 0,0 0 1,-1 0-1,-1-1 0,-17 30 0,-2 6 57,17-32-67,3-8-14,0 2 0,0-1-1,1 0 1,1 1 0,0 0 0,1 0-1,-2 25 1,19-43-84,6-10 61,-1-2 0,-1 0 0,31-35 0,-9 10-15,55-57-53,48-45 65,-138 141 7,-6 28 58,-19 48 48,12-50-91,1 0 1,-4 31-1,5 99 27,6-143-51,37-12-45,-31-2-9,0-1-1,0 0 0,0 0 1,0 0-1,-1-1 0,1 0 1,-1 0-1,-1 0 0,1-1 1,3-6-1,23-36-4798,-19 24-6494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9.4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256 1 24331,'0'0'4824,"-2"48"-3392,-11 32-1280,-4 0-1,-28 80 1,-66 150-47,93-262-104,14-39-39,-5 13-80,1 0 1,0 1 0,2 0-1,1 0 1,-5 43 0,10-76-4477,0-9-2137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49.8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 26460,'0'0'3682,"72"-13"-3410,-37 10-160,7 3-96,6-2-16,-7 2-48,-5 0-240,-1 0-352,-11 0-577,-6 0-1296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50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27405,'0'0'4129,"6"0"-4161,0 2-192,5-2-400,-5 0-1121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51.0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0 128 27100,'0'0'2129,"26"-15"-1656,86-49-164,-97 56-252,1 1-1,0 0 1,0 1-1,0 1 1,1 1-1,0 0 1,0 1 0,0 1-1,0 1 1,0 0-1,20 2 1,-14-1-50,-22 0-6,1 0 0,-1 0 0,1 0 0,-1 1 1,1-1-1,-1 0 0,1 1 0,-1-1 0,1 1 0,-1-1 0,0 1 1,1 0-1,-1 0 0,0-1 0,1 1 0,-1 0 0,0 0 1,0 0-1,0 1 0,0-1 0,0 0 0,1 2 0,0 1 2,0-1-1,-1 1 0,0-1 0,0 1 1,0 0-1,0-1 0,0 1 0,-1 0 0,1 5 1,-1 1 6,-1 1 0,1-1 0,-2 1 0,1-1 0,-2 1 0,-5 15 0,2-11-3,-2 0-1,0 0 1,-1-1 0,0 0 0,-1-1-1,-12 13 1,-78 72 8,15-15 1,70-69-4,-30 38-16,43-50 3,1 0 0,-1 0 0,1 0 0,0 0 0,0 0 0,0 0 0,0 0 0,0 0 0,0 1 0,1-1 0,-1 0 0,1 1 0,0-1 0,-1 0 0,1 1 0,0-1 0,0 1 0,1-1 0,-1 0 0,0 1 0,1-1 0,0 0-1,1 4 1,0-4 3,0 1-1,0-1 1,0 0-1,1-1 1,-1 1 0,1 0-1,-1-1 1,1 1-1,0-1 1,-1 0-1,1 0 1,0 0-1,0 0 1,0 0-1,3 0 1,51 6 22,-27-4-36,0-1 0,0-2 0,0-1 0,0-1 0,0-1 0,0-2 0,0-2 0,42-13 0,-22-1-1319,-1-2 0,85-54 0,-93 50-1395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51.5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346 44 24907,'0'0'4272,"-11"-9"-3998,4 3-222,6 4-39,-1 0 0,0-1 0,0 1 0,-1 0-1,1 0 1,0 0 0,-1 1 0,1-1 0,-1 1 0,1-1 0,-1 1-1,0 0 1,0 0 0,1 0 0,-1 0 0,0 0 0,0 1 0,0-1 0,0 1-1,0 0 1,0 0 0,0 0 0,0 0 0,0 0 0,0 1 0,0 0-1,0-1 1,0 1 0,-4 2 0,-16 15 93,1 0-1,1 1 1,0 2-1,2 0 1,0 1-1,2 0 1,0 2-1,-24 47 1,34-58-77,0 0 0,2 0 1,0 1-1,0 0 1,1-1-1,1 1 0,0 1 1,1-1-1,0 26 0,3-39-30,-1 1 0,1-1 0,0 0 0,0 0 0,0 0 0,0 0 0,0 0 0,0 0 0,0 0 0,0 0 0,1-1 0,-1 1 0,0 0 0,0-1 0,1 1 1,-1-1-1,0 1 0,1-1 0,-1 1 0,1-1 0,-1 0 0,1 0 0,-1 0 0,0 0 0,1 0 0,-1 0 0,1 0 0,1-1 0,50-2-32,-53 3 33,9-1-1,0-2 1,0 0-1,0 0 0,0 0 0,0-1 1,-1 0-1,0-1 0,0 0 1,0 0-1,0-1 0,-1 0 1,10-10-1,13-15-53,36-49 1,-45 55-7,-14 15 46,-6 8 25,-2 10-5,-1 0-1,1-1 1,-1 1-1,-1 0 1,1-1 0,-1 1-1,-1-1 1,1 0-1,-9 12 1,-14 32 2,26-51-8,-3 8-125,1-1-1,0 1 1,0 0 0,1-1-1,-2 15 1,11-26-4024,8-16-5068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51.8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0 177 27501,'0'0'2625,"125"-105"-2593,-89 84-32,11 5-16,-11 0-336,0 5-561,-13 3-1088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37:53.0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303 0 25964,'0'0'1587,"-13"27"-1264,-82 173 104,-80 234 1019,171-422-1427,0 0 1,1 1-1,0-1 1,1 1-1,0 0 1,0 17-1,2-29-38,15-2-82,-8-1 97,0 0-1,0-1 1,0 0 0,0-1-1,-1 1 1,1-1 0,-1 0-1,6-6 1,50-45-3,-50 44-6,20-18-25,-2-2-1,-1-1 0,34-49 1,-83 117 158,2 1 1,1 1 0,-16 52-1,30-71-95,1 1-1,0 38 0,2-55-22,0-1-2,1-1 0,-1 0-1,0 1 1,0-1 0,1 0-1,-1 0 1,1 1 0,-1-1-1,1 0 1,0 0 0,-1 0 0,1 0-1,0 0 1,0 0 0,0 0-1,0 0 1,0 0 0,0 0-1,0 0 1,0-1 0,0 1 0,0 0-1,0-1 1,1 1 0,-1-1-1,0 1 1,0-1 0,1 1-1,-1-1 1,0 0 0,1 0-1,-1 0 1,2 0 0,55 0-4,-46-1 5,3-1 2,-1 0 0,0-2 1,0 1-1,0-2 0,0 0 0,-1 0 1,0-1-1,19-12 0,96-71 31,-116 79-33,11-9 23,-2-1 0,0 0 0,19-27 1,10-9 25,-89 107 86,-32 55 0,64-96-138,1 1 0,0 1 0,1-1 1,0 1-1,0-1 0,1 1 0,1 1 0,0-1 1,1 0-1,0 1 0,0 15 0,3-27-1,0-1-1,0 1 1,0 0-1,1 0 1,-1-1-1,0 1 1,0-1-1,0 1 1,0-1-1,1 1 1,-1-1-1,0 0 1,0 1-1,1-1 1,-1 0-1,0 0 1,0 0-1,1 0 1,-1 0-1,0-1 1,1 1-1,0 0 1,36-5-21,-23-2 23,1-1-1,-1 0 0,-1-1 1,0-1-1,0 0 0,-1-1 1,0 0-1,-1-1 0,0-1 1,-1 0-1,0 0 1,10-18-1,-18 23-3,0 0 1,0 0-1,0 0 0,-1 0 1,-1 0-1,1-1 0,-2 1 1,1 0-1,-1-1 0,0 1 1,0-1-1,-1 1 0,-1 0 1,1-1-1,-1 1 0,-1 0 1,1 0-1,-1 0 0,-1 0 1,0 1-1,0-1 0,0 1 1,-1 0-1,0 0 0,0 1 1,-1-1-1,-8-6 0,10 8-12,-2 1 0,1 0 0,0 0-1,-1 0 1,0 1 0,0 0 0,0 0 0,0 1-1,0-1 1,-1 1 0,1 1 0,-1-1-1,1 1 1,-1 0 0,1 1 0,-1-1 0,0 1-1,1 1 1,-13 1 0,17-1 15,1-1-1,0 1 1,-1 0 0,1-1-1,0 1 1,0 0-1,-1 0 1,1 0 0,0 0-1,0 1 1,0-1 0,0 0-1,0 0 1,0 0-1,1 1 1,-1-1 0,0 1-1,1-1 1,-1 0 0,1 1-1,-1 2 1,-2 33-26,3-31 17,0-5 10,1 0 0,-1 1 0,1-1 0,-1 0 0,1 0-1,-1 0 1,1 0 0,0 0 0,-1 0 0,1 0 0,0 0 0,0 0-1,0 0 1,0 0 0,0 0 0,0 0 0,0-1 0,0 1 0,0 0-1,0-1 1,0 1 0,0-1 0,0 1 0,1-1 0,-1 0-1,0 0 1,0 1 0,1-1 0,-1 0 0,0 0 0,2 0 0,50 2-30,-41-3 29,8 1 13,-1-2 1,0 0-1,0-2 0,0 0 1,0-1-1,27-11 1,105-56 147,-32 13-51,-94 48-55,-13 5-23,0 0 1,0 2-1,0-1 1,1 1-1,-1 1 1,15-2 0,-27 5-30,1 0 0,-1 0 1,1 0-1,-1 0 1,1 0-1,0 0 1,-1 0-1,1 1 1,-1-1-1,1 0 0,-1 0 1,1 0-1,-1 1 1,1-1-1,-1 0 1,1 0-1,-1 1 0,1-1 1,-1 0-1,1 1 1,-1-1-1,0 1 1,1-1-1,-1 1 1,0-1-1,1 0 0,-1 1 1,0-1-1,0 1 1,1-1-1,-1 1 1,0 0-1,0-1 0,0 1 1,0-1-1,1 1 1,-1-1-1,0 2 1,-2 25 43,1-21-32,-5 20 23,-2-1 0,0-1-1,-1 1 1,-1-1 0,-20 33 0,-15 37-8,29-58-16,10-26-14,1 1 0,1 0 1,-1 1-1,2-1 0,0 1 0,0-1 0,-1 14 0,4-24-16,2-1 14,0-1 1,-1 0 0,1-1 0,0 1-1,-1 0 1,1 0 0,-1-1-1,1 1 1,-1-1 0,0 1-1,2-4 1,3-1 3,101-118-8,-72 81-33,1 1 0,77-67 0,-113 109 40,1 0 1,-1-1-1,0 1 0,0 0 0,1-1 1,-1 1-1,1 0 0,-1 0 0,0-1 1,1 1-1,-1 0 0,0 0 0,1 0 1,-1-1-1,1 1 0,-1 0 0,1 0 1,-1 0-1,0 0 0,1 0 0,-1 0 1,1 0-1,-1 0 0,1 0 0,-1 0 1,1 0-1,-1 0 0,0 0 1,1 1-1,-1-1 0,1 0 0,-1 0 1,0 0-1,1 1 0,-1-1 0,0 0 1,1 0-1,-1 1 0,1 0 0,6 22 3,-8 44 56,0-54-37,-2 28 45,1-21-38,1 0-1,0 0 1,1 0 0,2 0-1,6 38 1,-6-53-25,-1 0 0,1-1 0,0 1 0,0-1-1,1 0 1,-1 1 0,1-1 0,0 0 0,0-1 0,0 1 0,1 0 0,-1-1 0,1 0 0,0 0 0,0 0 0,0 0 0,0-1 0,0 1 0,1-1 0,-1 0-1,1-1 1,0 1 0,-1-1 0,1 1 0,0-2 0,0 1 0,0 0 0,-1-1 0,10 0 0,-4-1 10,1 0 0,-1 0 0,1-1 0,-1 0 0,1-1 1,-1 0-1,0-1 0,0 0 0,-1 0 0,1-1 0,-1-1 0,0 1 0,0-2 1,-1 1-1,10-10 0,1-2-1,-2 0 0,0-1 0,-1 0 0,-1-2 1,18-31-1,-22 33-250,-1-1 1,0 0-1,-2 0 1,0-1-1,-2 0 1,0-1 0,-1 1-1,-1-1 1,1-26-1,-5 18-3788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5:59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27389,'0'0'941,"6"17"425,0-17-1348,-1-1 0,1 1 0,-1-1-1,1 0 1,-1 0 0,0-1 0,1 1 0,9-5-1,-14 5 66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00.0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1 118 24411,'0'0'4688,"7"-3"-4640,26-8 70,1 1 1,1 2-1,-1 1 1,41-1-1,-8-1-9,68-9-11,215-2-1,-348 20-124,-5-16-3046,-12 8 637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00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29 25868,'0'0'2959,"-3"-5"-2821,2 5-132,1-1 0,-1 1-1,1 0 1,0-1 0,-1 1 0,1 0-1,0-1 1,-1 1 0,1-1 0,0 1-1,-1-1 1,1 1 0,0-1-1,0 1 1,0-1 0,-1 1 0,1-1-1,0 1 1,0-1 0,0 1 0,0-1-1,0 1 1,0-1 0,0 1-1,0-1 1,0 1 0,0-1 0,0 1-1,1-1 1,-1 0 0,0 1 0,0 0-1,0-1 1,1 1 0,-1-1-1,0 1 1,0-1 0,1 1 0,-1-1-1,1 1 1,-1 0 0,0-1-1,1 1 1,-1 0 0,1-1 0,-1 1-1,1 0 1,-1 0 0,1-1 0,-1 1-1,1 0 1,-1 0 0,1 0-1,-1 0 1,1-1 0,46 1 257,-17 1-172,-24-1-82,1 1 0,-1 0 0,1 0 0,-1 1 0,1 0-1,-1 0 1,0 0 0,0 1 0,0 0 0,0 0 0,-1 0 0,10 8-1,-11-8-1,-1 0-1,1 0 0,-1 0 1,1 1-1,-1-1 0,0 1 0,0 0 1,-1 0-1,1 0 0,-1 0 1,0 1-1,0-1 0,-1 1 1,1-1-1,-1 1 0,0-1 0,0 1 1,1 7-1,-2 0 77,0 0-1,-1 0 1,0 0 0,-4 18 0,2-24-54,1 0 1,-1 1-1,0-1 1,-1 0 0,0 0-1,1-1 1,-2 1-1,1-1 1,-7 7 0,-32 28-209,-2-2 0,-95 62 1,125-90-124,6-5-795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03.1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1111 26684,'0'0'1969,"8"-9"-1651,181-259 443,-57 74-735,131-141-6,-206 264-8,-48 61 0,15-20-18,29-46-1,-48 68 26,0-1 0,0-1 0,-1 1 0,0-1 0,-1 1 0,0-1 0,0 0 0,-1 0 0,-1 0 0,1-13 0,-13 26 221,-4 6-233,1 1 1,-1 0-1,1 1 1,1 1-1,0 0 1,-12 17 0,-71 93 3,21-16 83,4 3 1,6 3-1,4 3 1,-50 133-1,97-213-86,13-33-6,3-9-2,30-54-2,-20 43 2,24-35-4,47-53 0,-71 93 1,1-1 0,0 2 0,1 0-1,0 0 1,1 1 0,0 1-1,1 1 1,28-13 0,-38 19-8,0 1 0,1 0 0,-1 1 0,0-1 0,1 1-1,-1 0 1,9 1 0,-13 0 9,-1 0-1,1 0 1,-1 0 0,0 0-1,1 0 1,-1 1-1,0-1 1,0 1-1,1-1 1,-1 1-1,0-1 1,0 1 0,0 0-1,1-1 1,-1 1-1,0 0 1,0 0-1,0 0 1,0 0-1,-1 0 1,1 0 0,0 0-1,0 0 1,0 0-1,-1 1 1,1-1-1,-1 0 1,1 0-1,-1 1 1,1-1-1,-1 0 1,0 1 0,0-1-1,0 0 1,0 1-1,0-1 1,0 2-1,1 5 5,-1-1-1,0 1 0,0 0 1,-1-1-1,0 1 0,-1-1 1,1 0-1,-2 1 0,1-1 1,-1 0-1,0 0 0,0 0 1,0-1-1,-1 1 0,0-1 1,-1 0-1,1 0 0,-1 0 1,-1-1-1,1 1 0,-11 7 1,0-1 6,0 0 0,0-1 0,-1-1 0,-1-1 1,1 0-1,-2-1 0,1-1 0,-1-1 0,0 0 0,0-2 1,-1 0-1,1-1 0,-1-1 0,-30-1 0,50 41-96,2-32 89,0 0-1,0 0 0,1 0 1,1 0-1,-1 0 0,2-1 1,-1 1-1,1-1 1,1 0-1,0-1 0,0 1 1,0-1-1,1 0 0,1-1 1,13 13-1,-10-12-3,-1 0 0,1-1 0,1 0 0,-1-1 0,1 0-1,0 0 1,1-1 0,-1-1 0,1 0 0,0-1 0,0-1 0,17 2 0,-16-2 1,1-2 1,-1 1 0,0-2 0,0 0-1,0 0 1,0-2 0,0 1 0,0-2-1,-1 0 1,1-1 0,-1 0 0,0-1-1,-1 0 1,24-16 0,8-15 3,-2-1 0,-2-3-1,-2-1 1,-1-2 0,59-94 0,-48 72-24,-47 65 46,-4 22-19,0 1-1,-1-1 0,-1 0 0,-1-1 0,-1 1 1,-1-1-1,-18 34 0,-12 34-3,29-65 4,2 1 1,1-1-1,1 1 0,1 0 1,1 1-1,0 24 0,3-48-29,4-12-2,17-24 39,-1-1 0,22-55 0,-34 70-20,-1 0-1,-1-1 1,-1 1-1,0-1 0,-2 0 1,1-31-1,-4 48 11,-1-6-13,1 0-1,1 0 0,-1-1 1,2 1-1,0 0 0,5-18 1,-6 26 4,1 0 1,0 0-1,-1 1 0,1-1 1,0 0-1,0 1 0,1-1 1,-1 1-1,0 0 0,1 0 1,0 0-1,-1 0 0,1 0 1,0 1-1,0-1 1,0 1-1,0-1 0,0 1 1,0 0-1,0 1 0,0-1 1,1 0-1,-1 1 0,0 0 1,0 0-1,1 0 1,4 0-1,6 0 4,-9-1 1,-1 1 0,0 0 1,0 0-1,1 0 0,-1 0 0,0 1 1,1-1-1,-1 1 0,0 0 0,0 1 1,0-1-1,0 1 0,0 0 1,0 0-1,0 0 0,-1 0 0,1 0 1,3 4-1,3 3 2,-1 0 0,0 0 0,0 1 0,-1 0 0,0 0 0,-1 1 1,0 0-1,-1 1 0,0 0 0,-1 0 0,0 0 0,-1 0 0,0 1 0,-1-1 0,-1 1 0,2 18 1,-4-5 3,1-9 11,0 0 1,-2 0-1,0 0 1,-1 0 0,0-1-1,-1 1 1,-1 0-1,-1-1 1,-9 21-1,7-26-11,3-15-17,6-21-31,7 4 13,0 2 1,1-1 0,0 1-1,2 1 1,0 0 0,1 0-1,1 2 1,23-23 0,-28 31-3,-4 1 14,0 1 0,1 0 0,1 0 1,-1 0-1,1 1 0,0 0 0,0 0 0,0 1 1,0 0-1,1 0 0,8-3 0,-15 7 14,0 0 1,-1 0-1,1 0 0,0 0 1,0 1-1,0-1 0,-1 0 0,1 0 1,0 0-1,0 1 0,-1-1 1,1 0-1,0 1 0,-1-1 1,1 1-1,0-1 0,-1 0 1,1 1-1,-1 0 0,1-1 0,-1 1 1,1-1-1,-1 1 0,1 0 1,-1-1-1,1 1 0,-1 0 1,1 1-1,8 24 6,-7-21-6,51 198 20,-52-201-17,-1-1 0,0 1 0,1 0 1,-1-1-1,1 1 0,0-1 1,-1 0-1,1 1 0,0-1 0,0 1 1,0-1-1,0 0 0,0 0 0,0 0 1,0 1-1,0-1 0,1 0 0,-1 0 1,0-1-1,1 1 0,-1 0 0,0 0 1,1-1-1,-1 1 0,1-1 1,0 1-1,-1-1 0,1 0 0,-1 1 1,1-1-1,-1 0 0,1 0 0,0 0 1,-1 0-1,1 0 0,-1-1 0,1 1 1,0 0-1,-1-1 0,1 1 0,-1-1 1,1 0-1,-1 1 0,0-1 1,1 0-1,2-2 0,4-3-18,1 0 0,-1-1 0,0 0 0,0 0-1,9-12 1,29-36-327,67-72-447,-104 116 740,-8 10 54,0-1 0,0 1-1,0 0 1,1-1 0,-1 1 0,0 0 0,1 0 0,-1 0 0,1-1 0,-1 2 0,1-1 0,-1 0 0,4-1 0,-5 27 1474,-3 3-1453,-1 0-1,-1 0 0,-1 0 0,-2-1 0,-16 39 0,3-6 45,-1 9-7,-101 278 59,102-298-96,-2-2 1,-2 0-1,-2-2 0,-64 81 0,90-125-18,1 1 1,-1-1 0,0 0-1,0 0 1,0 1 0,0-1-1,-1 0 1,1 0 0,0 0-1,0 0 1,-1 0 0,1-1-1,0 1 1,-1 0 0,1 0-1,-1-1 1,1 1 0,-1-1-1,1 0 1,-1 1 0,1-1-1,-1 0 1,-1 0 0,1 0-3,1-1-1,0 0 1,0 0 0,0 0 0,0 0 0,0 0 0,0 0 0,0 0 0,0 0 0,1 0 0,-1 0 0,0-1-1,0 1 1,1 0 0,-1 0 0,1-1 0,0 1 0,-1 0 0,1-1 0,-1-1 0,-1-13-7,0 0 0,1-1-1,1-19 1,0 29 2,-1-33 6,0 24-2,0 0 0,1 0-1,0 0 1,2 0 0,-1 0 0,2 0 0,0 1 0,1-1 0,1 1 0,9-22 0,3 12-16,0 0 1,1 1-1,1 1 1,30-28-1,98-75-62,-58 52 54,132-136-111,-220 217 119,1-1 0,-1 1-1,0 0 1,0 0 0,-1-1-1,0 1 1,-1 8 0,-3 19 24,-2-1 0,-13 45 1,11-49 9,1 0 1,1 1 0,-3 58-1,9-87-32,4-2 8,-1 0 0,0 0 0,1 0 0,-1-1 0,0 0 0,0 0 0,0 1 0,0-2 0,0 1 0,-1 0 0,1 0 0,-1-1 0,5-5 0,31-46-1,-22 30-6,9-11-23,-16 21-17,1 0-1,0 0 0,19-18 0,-28 31 8,-1 14 24,2 23 19,-1-23-4,0 0 1,-1-1-1,0 1 1,-1 0 0,0-1-1,-6 25 1,6-36-41,1 0 0,-1 0 1,1 0-1,-1 0 0,0 1 1,1-1-1,-1 0 0,0 0 1,0-1-1,0 1 0,0 0 1,0 0-1,0 0 0,0 0 1,0-1-1,-1 1 0,-8 2-3419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03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27341,'0'0'2096,"0"-3"-2496,5 14-704,-5 10-4883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04.9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1169 13542,'0'0'14615,"13"-19"-14535,47-69 181,110-123 1,-158 199-215,45-41 144,-53 49-183,0 1 0,0 0 0,0 1 1,0-1-1,1 1 0,-1 0 0,1 0 0,0 0 0,-1 0 1,1 1-1,0 0 0,8-1 0,-11 22 61,-2 9-14,-1 0-1,-1 0 0,-1 0 0,-2 0 1,-13 44-1,10-46-33,2-8 26,0 0 1,-1-1 0,0 0-1,-2 0 1,-13 22 0,21-39-43,1-5-20,1-1 0,0 1 0,0-1 0,0 1 0,0 0 0,1-1 0,0 1 0,0 0 0,0 0 0,0 0 0,4-4 0,35-43 10,-21 27-55,-8 7-26,2 0 1,0 1-1,0 0 1,2 1 0,0 1-1,34-24 1,-50 38 84,1 0 1,-1-1 0,1 1-1,-1 0 1,1 0-1,0 0 1,-1 0-1,1 0 1,-1 0 0,1 0-1,0 0 1,-1 0-1,1 0 1,-1 0-1,1 0 1,0 0-1,-1 0 1,1 1 0,-1-1-1,1 0 1,-1 0-1,1 1 1,-1-1-1,1 0 1,-1 1 0,1-1-1,-1 1 1,1-1-1,-1 0 1,1 1-1,-1-1 1,0 1-1,1-1 1,-1 1 0,0-1-1,0 1 1,1-1-1,-1 1 1,0 0-1,0-1 1,0 1-1,0-1 1,0 1 0,1 1-1,6 39 89,-4-22-71,-2-15-15,4 16 19,1 1 0,0-1 0,2 0 0,0-1 0,13 22 0,-20-40-22,0 0 0,0 0 0,1 0 0,-1 0 0,1 0 0,-1-1 0,0 1 0,1 0 0,-1-1 0,1 1 0,0-1 0,-1 1 0,1-1 0,-1 0 0,1 0 0,0 1 0,-1-1 0,1 0 0,0-1-1,-1 1 1,1 0 0,1-1 0,39-11-23,-11-8 4,-1-2-1,0-1 1,-2-1 0,-1-2-1,28-33 1,27-40-81,71-110 0,3-5 180,-124 175-58,-2-1 0,-2-1-1,-1-2 1,25-54 0,-35 53 84,13-51 1,-30 95-98,0 0 1,1-1 0,-1 1 0,0 0 0,0 0-1,0 0 1,1-1 0,-1 1 0,0 0 0,0-1-1,0 1 1,0 0 0,0 0 0,0-1-1,0 1 1,0 0 0,0-1 0,0 1 0,0 0-1,0 0 1,0-1 0,0 1 0,0 0 0,0-1-1,0 1 1,0 0 0,0 0 0,0-1-1,0 1 1,-1 0 0,1 0 0,0-1 0,0 1-1,0 0 1,0 0 0,-1-1 0,1 1 0,0 0-1,0 0 1,0 0 0,-1-1 0,1 1-1,0 0 1,0 0 0,-1 0 0,1 0 0,0 0-1,-1 0 1,1 0 0,0-1 0,0 1 0,-1 0-1,1 0 1,0 0 0,-1 0 0,-21 12 67,-25 29-119,12-1 52,2 2 1,2 1-1,2 1 0,-24 49 0,-84 202 283,72-147 0,59-136-275,-18 38 64,3 0 1,1 2 0,-15 68 0,33-67-55,2-52-27,0-1-1,0 0 1,0 0 0,1 1 0,-1-1 0,0 0 0,0 0 0,0 1 0,1-1-1,-1 0 1,0 0 0,1 0 0,-1 0 0,0 1 0,0-1 0,1 0-1,-1 0 1,0 0 0,1 0 0,-1 0 0,0 0 0,1 0 0,-1 0 0,0 0-1,0 0 1,1 0 0,-1 0 0,0 0 0,1 0 0,-1 0 0,0 0-1,1 0 1,-1 0 0,0-1 0,1 1 0,-1 0 0,0 0 0,0 0 0,1-1-1,11-4-4,6-9 13,-1-2 0,0 0-1,-1 0 1,17-25 0,5-4-4,191-186-140,-224 228 125,-4 5 4,-10 14 4,-19 24 10,-27 15 22,33-34-26,1 1 0,0 0-1,2 2 1,-24 37 0,42-60-4,-1 1 1,1 0-1,0 0 1,0-1-1,1 1 0,-1 0 1,0 0-1,1 0 0,-1 0 1,1 0-1,-1 0 1,1 0-1,0 0 0,0 0 1,0 0-1,0 0 0,0 0 1,0 0-1,1 0 1,-1 0-1,1 0 0,-1 0 1,1 0-1,0 0 0,0 0 1,-1-1-1,1 1 1,1 0-1,-1 0 0,0-1 1,0 1-1,1-1 0,-1 1 1,1-1-1,-1 0 1,1 1-1,-1-1 0,1 0 1,0 0-1,0 0 0,0 0 1,-1-1-1,1 1 1,0 0-1,0-1 0,3 1 1,19 4-48,1-1 1,0-2 0,0 0 0,0-2-1,0 0 1,0-2 0,0-1-1,0-1 1,-1 0 0,32-12-1,-39 10-1036,0-2-1,0 0 1,-1 0-1,0-2 1,16-12-1,5-9-15197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05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215 174 15367,'0'0'11635,"-6"-4"-11291,5 3-328,0-1 3,-1 0 1,0 1-1,1 0 0,-1-1 0,0 1 1,1 0-1,-1 0 0,0 0 1,0 0-1,0 0 0,0 0 0,0 1 1,0-1-1,0 1 0,0-1 0,0 1 1,0 0-1,-1 0 0,1 0 1,0 0-1,0 0 0,0 0 0,0 1 1,0-1-1,0 1 0,0-1 1,0 1-1,0 0 0,0 0 0,0 0 1,0 0-1,0 0 0,1 0 1,-4 3-1,-7 6 64,0 1-1,1 1 1,0-1 0,1 2-1,0-1 1,1 1 0,0 1-1,1 0 1,1 0 0,0 0 0,1 1-1,1 0 1,0 1 0,1-1-1,0 1 1,1-1 0,1 1 0,0 19-1,2-18-46,0-12-19,-1 1 0,1-1 0,1 1 0,-1 0 0,1-1 0,0 1 0,2 7 0,-1-11-14,-1 0 0,0 0 0,1 0 0,-1 0 0,1 0 0,-1 0 0,1-1 0,0 1 0,0-1 0,0 1 0,0-1 0,0 1 0,0-1 0,0 0 0,0 0 0,1 0 0,-1 0 0,0-1 0,1 1 0,4 0 0,5 2 1,0-2 1,0 1-1,1-2 0,-1 1 1,0-2-1,1 1 0,-1-2 1,0 0-1,0 0 1,0-1-1,0 0 0,0-1 1,-1-1-1,0 0 0,0 0 1,0-1-1,0-1 0,18-15 1,22-16 15,-2-3 0,-2-1 0,-2-3 0,-2-2 0,63-88 0,-100 127-16,0-1 1,0 0-1,-1 0 1,0-1-1,-1 1 0,0-1 1,-1 0-1,0 0 1,0-1-1,-1 1 1,2-20-1,-5 30 1,0-1-1,0 1 1,-1 0-1,1 0 1,0 0-1,0 0 1,0 0-1,0 0 1,0 0-1,0 0 1,0 0-1,0 0 1,0 1-1,0-1 1,0 0-1,0 1 1,0-1-1,-1 2 0,-8 4 1,1 1-1,1 1 1,-1-1-1,1 2 0,0-1 1,1 1-1,0 0 0,1 0 1,-10 19-1,-7 7 6,21-32-10,-21 28 58,2 0 0,1 1 1,2 1-1,1 1 0,-14 40 0,29-68-47,1 0-1,0 0 0,0 0 0,0 0 1,1 0-1,0 0 0,0 0 1,1 10-1,0-14-10,-1 0 0,1 0-1,-1 0 1,1 0 0,0-1 0,0 1 0,0 0 0,0 0-1,0-1 1,0 1 0,0 0 0,1-1 0,-1 0 0,0 1-1,1-1 1,-1 0 0,1 1 0,0-1 0,-1 0 0,1 0-1,0 0 1,0 0 0,0-1 0,-1 1 0,1-1 0,4 2-1,20 1-246,1-1-1,0-1 0,0-1 1,-1-1-1,1-1 1,0-2-1,-1-1 0,0-1 1,0-1-1,49-20 0,-37 10-3868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06.5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19 442 23035,'0'0'6200,"-3"4"-5939,-9 5 7,8-20 8,5 4-214,0 1 0,0-1 0,0 1 0,1-1-1,3-10 1,14-22-34,1 0 0,1 2 0,3 0 0,1 1 0,1 2 0,2 1 0,53-49 0,-72 74-29,1 0 1,0 1-1,1 0 0,-1 1 0,19-8 0,-26 13-1,1-1 1,-1 1-1,0 1 0,0-1 0,1 0 0,-1 1 0,0-1 1,1 1-1,-1 0 0,0 0 0,4 1 0,-5 0 2,-1-1-1,1 1 0,-1-1 0,1 1 1,-1 0-1,0-1 0,1 1 1,-1 0-1,0 0 0,1 0 0,-1 0 1,0 0-1,0 1 0,0-1 0,0 0 1,0 0-1,0 1 0,0-1 0,-1 0 1,1 1-1,0-1 0,-1 1 0,1-1 1,-1 2-1,3 9 5,0 0 1,-1 0-1,-1 0 1,0 0-1,-1 1 1,0-1-1,-1 0 0,0 0 1,-1 0-1,0 0 1,-1 0-1,0-1 0,-1 1 1,-9 20-1,3-13 24,-1-1 0,0 0 1,-2 0-1,0-2 0,0 1 0,-2-2 0,-27 25 0,36-36-7,-1 1 0,1 0 0,-1-1 0,-14 6 0,19-9-76,-1 0-1,0 0 1,0 0-1,0 0 1,0 0 0,0-1-1,0 1 1,0-1-1,0 0 1,0 0-1,0 0 1,0 0-1,0-1 1,0 1-1,0-1 1,-4-1-1,-3-9-1457,8-8-1757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09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1 575 25340,'0'0'2940,"21"-8"-2626,-7 3-251,1 0-6,1-1 0,-1 0 0,-1-1 0,1-1 0,-1 0-1,-1-1 1,24-19 0,133-135 177,-86 79-219,174-133 0,-251 212-13,23-11-7,-28 26 3,-5 3 10,0 1 0,0-1 1,-2 1-1,0-1 0,0 0 0,-1-1 1,0 0-1,-1 0 0,-11 15 0,-5 11 9,1 1-3,-2-2 0,-1-1 0,-2 0 0,-1-2 0,-2-1 0,-1-2 0,-46 37 0,75-67-11,1 1 0,-1-1 0,0 1 0,0-1 0,-1 0 0,1 1 0,0-1 0,0 0 0,-1-1 0,1 1 0,0 0 0,-1-1 0,1 1 0,-1-1 0,1 0 0,0 0 0,-1 0 0,1 0 0,-1 0 0,-3-1-1,3-1-3,0 1 0,1-1-1,-1 0 1,0 0-1,1 0 1,-1-1-1,1 1 1,0 0-1,0-1 1,0 0 0,0 1-1,0-1 1,-2-6-1,-38-78-59,38 81 58,14 14 3,1 0 1,0-1-1,0 0 0,1-1 0,0-1 1,0 0-1,0 0 0,26 5 0,-3-3-2,0-1-1,39 1 1,-26-4 13,1-3 0,63-7 1,-87 4-11,-1-2 0,0 0 1,0-2-1,-1 0 0,1-2 0,32-17 1,-34 14 0,0 0 0,-1-1 0,-1-2 0,0 0 0,-1 0 0,-1-2 0,0-1 1,-1 0-1,25-35 0,-140 169 211,83-94-200,-2 1 52,1 2 0,0 0 0,2 1 0,1 1 0,-15 45 0,27-70-64,1-1 0,-1 0 0,1 1 0,-1-1 0,1 0 0,0 1 0,-1-1-1,1 0 1,0 1 0,0-1 0,0 1 0,0-1 0,0 0 0,1 1 0,-1-1 0,0 1 0,0-1 0,1 0-1,-1 0 1,2 3 0,-1-4-1,0 0 1,0 1-1,0-1 0,0 0 0,0 0 0,0-1 0,0 1 0,0 0 1,-1 0-1,1 0 0,0-1 0,0 1 0,0 0 0,0-1 1,0 1-1,-1-1 0,1 1 0,0-1 0,0 1 0,0-1 0,-1 1 1,2-2-1,49-49 7,-47 46-2,142-181-26,-104 130-68,-82 135 164,31-65-60,1 1-1,0 0 1,2 1-1,0 0 1,0 0-1,2 0 1,0 0 0,1 1-1,0-1 1,0 20-1,3-35-14,0-1-1,1 1 1,-1-1 0,0 1-1,0-1 1,1 1-1,-1-1 1,0 1-1,0-1 1,1 1 0,-1-1-1,0 0 1,1 1-1,-1-1 1,1 1-1,-1-1 1,1 0 0,-1 0-1,1 1 1,-1-1-1,1 0 1,-1 0-1,1 1 1,-1-1 0,1 0-1,-1 0 1,1 0-1,-1 0 1,1 0-1,-1 0 1,1 0 0,0 0-1,25 0 4,-17 0-2,-1-1-1,0 0 1,0 0 0,0-1-1,0 0 1,0 0 0,0-1-1,-1 0 1,1-1 0,10-6 0,67-48 4,-47 31-4,33-23-30,-65 48 31,-8 33 41,-19 24-21,-4 13-9,16-38 3,6-22-11,1 0 0,-1 0 0,2 0-1,-1 0 1,1 0 0,0 12 0,5-20-23,16-11 13,-1 0 0,-1-2 0,0 0 0,0-1 0,-2 0 0,21-24 0,-5 7-16,39-27-212,-69 69 132,-3 3 108,-1 0-1,-1 0 1,0 0-1,-1 0 1,-6 16-1,4-14 13,1 0 0,0 1 0,-3 26 0,7-30 5,0 38 37,1-50-59,0 0-1,0 1 0,0-1 0,1 0 0,-1 0 1,0 1-1,1-1 0,-1 0 0,1 0 0,-1 0 1,1 0-1,0 0 0,-1 0 0,1 0 1,0 0-1,0 0 0,0 0 0,0 0 0,0 0 1,0 0-1,0-1 0,0 1 0,0 0 0,0-1 1,0 1-1,0-1 0,0 1 0,1-1 0,-1 0 1,0 1-1,0-1 0,2 0 0,7 0 4,-1 0-1,0-1 1,1-1 0,-1 1-1,0-2 1,0 1 0,0-1-1,0 0 1,0-1-1,-1 0 1,1-1 0,-1 0-1,13-10 1,10-10 4,-1-1 0,27-31 1,-5 4-4,431-408 58,-473 452-65,-7 8 1,-1-1 1,0 0 0,0 0 0,0 0 0,0 0 0,-1-1 0,1 1-1,0 0 1,-1-1 0,2-3 0,-6 27 98,-17 19-87,-2 0 0,-44 59 0,35-54-11,-185 237 137,130-176-103,75-93-32,10-13-3,1 0-1,0 0 0,0 0 1,0 0-1,-1 0 0,1 0 1,0 0-1,0 0 1,0 0-1,-1 0 0,1 0 1,0 0-1,0 0 1,0 0-1,-1 0 0,1 0 1,0 0-1,0 0 1,0 0-1,-1-1 0,1 1 1,0 0-1,0 0 1,0 0-1,0 0 0,-1 0 1,1 0-1,0-1 1,0 1-1,0 0 0,0 0 1,0 0-1,0 0 1,-1-1-1,1 1 0,0 0 1,0 0-1,0 0 1,0-1-1,0 1 0,0 0 1,0 0-1,0 0 1,0-1-1,0 1 0,0 0 1,0 0-1,0-1 1,0 1-1,0 0 0,0 0 1,0-1-1,0-11-18,0 12 17,12-181-246,-12 180 229,-1 17 0,-5 21 8,1-9 19,-1 51 1,6-67-6,-1-4 9,1 1 1,0-1 0,1 0-1,0 0 1,3 12-1,-3-17-9,0-1 0,0 1 0,1-1 0,-1 1 0,1-1 0,-1 0 0,1 0 0,0 0 0,-1 0 0,1 0 0,0 0 0,1 0 0,-1 0 0,0-1 0,0 1 0,1-1 0,-1 0 0,1 0 0,-1 0 0,4 1 0,6 2 2,0-1 0,1 0 0,-1-1-1,0 0 1,1-1 0,-1-1 0,1 0 0,-1 0 0,1-1-1,-1-1 1,0 0 0,1-1 0,-1 0 0,0-1 0,22-10 0,5-7 1,-1-1 0,-2-2 0,44-35 0,40-27 4,-120 86-10,1-1 0,-1 1 1,0 0-1,1 0 0,-1-1 0,1 1 0,-1 0 0,0 0 0,1 0 1,-1-1-1,1 1 0,-1 0 0,1 0 0,-1 0 0,0 0 1,1 0-1,-1 0 0,1 0 0,-1 0 0,1 0 0,-1 0 1,1 0-1,-1 0 0,0 0 0,1 1 0,-1-1 0,1 0 1,-1 0-1,0 0 0,1 1 0,-1-1 0,1 0 0,-1 0 0,0 1 1,1-1-1,-1 0 0,0 1 0,1-1 0,4 23 12,-10 24 15,-19 35-9,15-57-13,2 0 0,0 0 0,2 1 0,1 0 0,-2 33 0,59-141-130,-41 57 99,0-1 0,-2 0 0,-1-1 0,-2 1 0,0-2 0,-1 1-1,-2-1 1,1-46 0,-5 73 25,0 0-1,-1-1 1,1 1 0,0 0-1,-1 0 1,1 0-1,-1 0 1,1 0 0,-1 1-1,1-1 1,-1 0-1,0 0 1,1 0 0,-1 0-1,0 1 1,0-1-1,0 0 1,0 1 0,0-1-1,1 0 1,-1 1-1,0-1 1,-2 0 0,-1 0 2,0-1 0,0 1 0,0 0 0,-1 0 0,1 0 0,0 1 0,-6 0 0,8-1-2,0 1 0,0 0 0,0-1 0,0 1 0,-1 0 0,1 1 0,0-1 0,0 0 0,0 1 0,0-1 0,0 1 0,0-1 0,1 1 1,-1 0-1,0 0 0,0 0 0,0 0 0,1 0 0,-1 0 0,0 1 0,1-1 0,-1 0 0,1 1 0,0-1 0,-1 1 0,1 0 0,0-1 0,0 1 0,0 0 0,0 0 0,0 0 0,0 0 0,1 0 1,-2 3-1,14-2-26,-8-3 24,15-1 1,1 0-1,-1-1 1,0-2 0,-1 0-1,1 0 1,-1-2-1,0-1 1,0 0 0,20-11-1,17-9 14,-2-2 1,-1-2-1,-1-3 0,-2-1 1,-2-3-1,-1-2 0,-2-2 0,42-52 1,-88 97 144,-28 29-87,-26 38-1,4 5-67,-73 118 26,112-170-22,1 2 0,1-1-1,1 2 1,2-1 0,0 1 0,-5 36-1,10 24-1,4-55-6,3-31-6,1 1 0,-1-1-1,1 0 1,-1 0 0,1 0-1,0-1 1,4-1 0,-2-1 10,0-1 0,-1 0 0,0 0 0,0-1 0,0 1 1,0-1-1,-1-1 0,6-5 0,39-53 17,-41 52-17,2-4 1,1 2 1,0 0-1,1 0 0,0 1 1,1 1-1,28-20 0,-28 28 9,-14 11-6,0-4-5,-3 51 9,-9 56-1,5-54-3,-1 59 0,8-115-5,0 1-1,0 0 1,0-1 0,0 1 0,0-1-1,0 1 1,0-1 0,0 1 0,0-1-1,0 1 1,0 0 0,1-1 0,-1 1 0,0-1-1,0 1 1,1-1 0,-1 1 0,0-1-1,0 1 1,1-1 0,-1 0 0,1 1 0,-1-1-1,0 1 1,1-1 0,-1 0 0,1 1-1,-1-1 1,1 0 0,-1 0 0,1 1-1,-1-1 1,1 0 0,-1 0 0,1 0 0,-1 0-1,2 1 1,26-10-9,-20 4 8,1-1-1,-1 0 0,0 0 0,9-9 0,3-7 15,-2-1 0,0-1 0,-2 0 0,20-40 0,-28 48-3,-1-1 0,0-1 1,-1 1-1,-1-1 0,-1 0 1,-1 0-1,0-1 0,0-25 1,-2 27 12,-2-32 23,1 48-45,-1-1 0,1 1 0,0 0 0,-1-1 0,1 1 1,0-1-1,-1 1 0,0 0 0,1 0 0,-1-1 0,0 1 1,1 0-1,-1 0 0,0 0 0,0 0 0,0 0 0,0 0 0,0 0 1,0 0-1,-1 0 0,1 1 0,0-1 0,0 0 0,0 1 0,-1-1 1,1 1-1,-3-1 0,-3 0 0,0 0 1,0 1-1,0 0 0,1 0 1,-1 1-1,0-1 0,0 2 1,0-1-1,1 1 0,-1 0 1,1 0-1,-1 1 0,1 0 1,0 0-1,0 0 0,0 1 1,-9 8-1,6-5-225,1 1 0,1 0 0,-1 0 0,2 1 0,-1-1-1,1 2 1,0-1 0,1 1 0,0-1 0,-6 20 0,4-3-2156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10.4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265 79 27501,'0'0'2222,"0"-13"-2006,0 10-205,0-2 12,0-1 0,-1 0-1,1 1 1,-1-1-1,0 1 1,-3-9 0,4 13-19,0 0 1,-1 0-1,1 0 0,-1 0 1,1 0-1,-1 1 0,1-1 1,-1 0-1,1 0 0,-1 1 1,0-1-1,0 0 0,1 1 1,-1-1-1,0 1 1,0-1-1,0 1 0,0-1 1,1 1-1,-1-1 0,-2 1 1,1 0 0,0 0 0,0 0 0,0 0 1,1 0-1,-1 1 0,0-1 0,0 1 1,0 0-1,0-1 0,1 1 0,-1 0 1,0 0-1,0 0 0,1 0 0,-1 0 1,-1 2-1,-20 18 7,0 1 0,1 1 0,2 1 0,0 1 0,2 1 0,1 0 0,-27 56 0,41-75-2,-1 0-1,2 0 1,-1 1 0,1-1 0,0 1 0,1-1-1,0 1 1,-1 8 0,2-16-10,0 0 0,0 0-1,0 0 1,-1 1 0,1-1 0,0 0 0,0 0 0,0 1-1,0-1 1,0 0 0,0 1 0,0-1 0,0 0 0,0 0-1,0 1 1,0-1 0,0 0 0,0 0 0,0 1 0,0-1-1,0 0 1,0 1 0,0-1 0,0 0 0,1 0 0,-1 1-1,0-1 1,0 0 0,0 0 0,0 0 0,0 1 0,1-1-1,-1 0 1,0 0 0,0 0 0,0 1 0,1-1 0,-1 0-1,0 0 1,0 0 0,1 0 0,-1 0 0,0 0 0,0 1-1,1-1 1,-1 0 0,0 0 0,1 0 0,-1 0 0,0 0-1,0 0 1,1 0 0,-1 0 0,0 0 0,0 0 0,1 0-1,-1-1 1,3 1-3,3-1 3,-1 1 0,0-1 0,1 0 0,-1-1 0,0 1 1,0-1-1,1 0 0,-1-1 0,-1 1 0,1-1 1,0 0-1,5-4 0,56-52 9,-35 28-7,-16 18-3,72-60-25,-78 66 23,-1 1 1,1 1 0,0 0-1,1 0 1,-1 0 0,1 1 0,0 1-1,14-4 1,-23 7 2,-1 0 0,1 0 0,-1 1 0,0-1 0,1 0 0,-1 0 0,0 0 0,1 1 0,-1-1 0,1 0 0,-1 0 0,0 1 0,0-1 0,1 0 0,-1 1 0,0-1 0,0 0 0,1 1 0,-1-1 0,0 0 0,0 1 0,0-1 0,0 1 0,1-1 0,-1 0 0,0 1 0,0-1 0,0 1 0,0-1 0,0 0 0,0 1 0,0-1 0,0 1 0,0 0 0,0 20 3,-1-15-1,2 24 16,0-1-11,-2-1-1,0 0 0,-2 1 1,-1-1-1,-7 28 0,-13 17 5,-3-1-1,-37 71 0,41-100 5,-1-1-1,-2-2 1,-2 0 0,-45 47-1,70-83-9,-1 0 0,-1-1 0,1 0 0,0 0 0,-1 0-1,0 0 1,-8 3 0,12-5-5,0-1 0,0 1 1,0-1-1,1 0 0,-1 1 0,0-1 0,0 0 0,0 0 0,0 1 1,0-1-1,0 0 0,0 0 0,0 0 0,0 0 0,0 0 0,0 0 1,0-1-1,0 1 0,0 0 0,0 0 0,0-1 0,0 1 0,1 0 0,-1-1 1,0 1-1,0-1 0,0 1 0,0-1 0,1 0 0,-1 1 0,0-1 1,1 0-1,-1 0 0,0 1 0,1-1 0,-1 0 0,1 0 0,-1 0 1,1 1-1,0-1 0,-1 0 0,1 0 0,0 0 0,0 0 0,-1 0 1,1-1-1,-2-10 1,1 1 1,0-1 0,1 1 0,0-1-1,1 1 1,0-1 0,3-12 0,-1 17-3,-1 0 1,1 0 0,0 0 0,0 0-1,1 0 1,0 1 0,0 0-1,1 0 1,0 0 0,0 0 0,10-8-1,115-90-9,21-19 20,72-83-7,-213 198 0,-1-1 0,0 0 0,0 0 0,-1-1 1,13-19-1,-20 26 10,-3 14 0,0 1 1,-1-1-1,0 0 0,0 0 1,-2 0-1,1-1 0,-1 1 0,-8 11 1,-11 28-3,14-27 16,1 0 0,2 1 0,0 0 0,2 0 0,1 1 0,-3 47 0,7-72-27,1 1-1,-1-1 0,0 1 1,0-1-1,1 1 1,-1-1-1,0 0 0,1 1 1,-1-1-1,0 0 1,1 1-1,-1-1 0,1 0 1,-1 1-1,1-1 1,-1 0-1,1 0 0,-1 1 1,1-1-1,-1 0 0,1 0 1,-1 0-1,1 0 1,-1 0-1,1 0 0,-1 0 1,1 0-1,-1 0 1,1 0-1,-1 0 0,1 0 1,-1 0-1,1 0 1,-1 0-1,1-1 0,-1 1 1,1 0-1,-1 0 1,1-1-1,0 1-1,4-2 1,1 0 1,-1-1-1,0 0 1,0 0-1,0 0 1,0 0-1,-1-1 1,1 1-1,-1-1 1,7-8-1,39-53-12,-30 38-11,2-1 3,1 1 1,1 1-1,1 1 1,2 1 0,40-28-1,-67 52 21,0 0 1,1 0-1,-1 0 0,1-1 1,-1 1-1,0 0 0,1 0 1,-1 0-1,1 0 0,-1 0 1,0 0-1,1 0 0,-1 0 1,1 0-1,-1 0 0,0 0 1,1 0-1,-1 0 0,1 0 0,-1 0 1,0 0-1,1 1 0,-1-1 1,1 0-1,-1 0 0,0 0 1,1 1-1,-1-1 0,0 0 1,0 0-1,1 1 0,-1-1 1,0 0-1,1 1 0,-1-1 1,0 0-1,0 1 0,0-1 1,1 0-1,-1 1 0,0-1 0,0 1 1,0-1-1,0 0 0,0 1 1,0-1-1,0 1 0,0-1 1,0 0-1,0 1 0,0-1 1,0 1-1,0-1 0,0 1 1,0 0-1,0 32 36,0-26-21,-1 24 38,-8 52-1,8-72-46,-2 0 0,1 0 0,-1 0 0,-1 0 0,0-1 0,0 1 0,-12 18 0,16-29-29,0 0 1,-1 0 0,1 1 0,0-1 0,0 0-1,-1 0 1,1 1 0,0-1 0,0 0-1,-1 0 1,1 0 0,0 0 0,0 0 0,-1 0-1,1 1 1,0-1 0,-1 0 0,1 0 0,0 0-1,-1 0 1,1 0 0,0 0 0,-1 0 0,1 0-1,0 0 1,-1 0 0,1-1 0,0 1 0,0 0-1,-1 0 1,1 0 0,0 0 0,-1 0 0,1-1-1,0 1 1,0 0 0,-1 0 0,1 0-1,0-1 1,0 1 0,0 0 0,-1 0 0,1-1-1,0 1 1,0 0 0,0 0 0,0-1 0,-1 1-1,1 0 1,0-1 0,0 1 0,0 0 0,0 0-1,0-1 1,0 1 0,0 0 0,0-1 0,0 1-1,0-1 1,-6-19-2007,6 19 1824,-6-30-6486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10.7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28765,'0'0'2353,"-6"53"-2321,6-45-32,6-5-112,6-3-272,5 0-913,13-24-1888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19:46:11.1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476 0 19913,'0'0'9813,"-24"179"-9237,-12-93-144,-11 2-352,-13 3-64,-5 3-16,-18 5-96,11 2-944,-17 6-11878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D7A3CAC8-5ECE-A049-07AD-84B353147F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547845C-3EEF-360E-4AB3-F7A311CAAA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D5B04E06-62A5-4FBF-907F-06A852DDABD3}" type="datetimeFigureOut">
              <a:rPr lang="cs-CZ"/>
              <a:pPr>
                <a:defRPr/>
              </a:pPr>
              <a:t>30.11.2022</a:t>
            </a:fld>
            <a:endParaRPr lang="cs-CZ"/>
          </a:p>
        </p:txBody>
      </p:sp>
      <p:sp>
        <p:nvSpPr>
          <p:cNvPr id="4" name="Zástupný symbol pro obrázek snímku 3">
            <a:extLst>
              <a:ext uri="{FF2B5EF4-FFF2-40B4-BE49-F238E27FC236}">
                <a16:creationId xmlns:a16="http://schemas.microsoft.com/office/drawing/2014/main" id="{0409DE62-6538-D9CB-3445-779EB0771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s-CZ" noProof="0"/>
          </a:p>
        </p:txBody>
      </p:sp>
      <p:sp>
        <p:nvSpPr>
          <p:cNvPr id="5" name="Zástupný symbol pro poznámky 4">
            <a:extLst>
              <a:ext uri="{FF2B5EF4-FFF2-40B4-BE49-F238E27FC236}">
                <a16:creationId xmlns:a16="http://schemas.microsoft.com/office/drawing/2014/main" id="{9BAA09DB-A1A9-C6F6-13A9-79528447A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Kliknutím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CE92416-78E6-735F-A448-13C0763D2D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E994E96-2431-1ADC-2202-CB0EBDA77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F2302BC-EBBB-45AF-AA72-7EDDFE9E57D8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Zástupný symbol pro obrázek snímku 1">
            <a:extLst>
              <a:ext uri="{FF2B5EF4-FFF2-40B4-BE49-F238E27FC236}">
                <a16:creationId xmlns:a16="http://schemas.microsoft.com/office/drawing/2014/main" id="{85D5891D-AAA3-A903-3E5F-AE9AB1606A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Zástupný symbol pro poznámky 2">
            <a:extLst>
              <a:ext uri="{FF2B5EF4-FFF2-40B4-BE49-F238E27FC236}">
                <a16:creationId xmlns:a16="http://schemas.microsoft.com/office/drawing/2014/main" id="{AD22AA49-02ED-D88E-55CD-2C381AFC22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9220" name="Zástupný symbol pro číslo snímku 3">
            <a:extLst>
              <a:ext uri="{FF2B5EF4-FFF2-40B4-BE49-F238E27FC236}">
                <a16:creationId xmlns:a16="http://schemas.microsoft.com/office/drawing/2014/main" id="{57974601-697C-02A7-A912-3D60D9344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AFE007A-800B-4394-A966-30C1772AA0B9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Zástupný symbol pro obrázek snímku 1">
            <a:extLst>
              <a:ext uri="{FF2B5EF4-FFF2-40B4-BE49-F238E27FC236}">
                <a16:creationId xmlns:a16="http://schemas.microsoft.com/office/drawing/2014/main" id="{F1696664-87C7-957E-11ED-00F45353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Zástupný symbol pro poznámky 2">
            <a:extLst>
              <a:ext uri="{FF2B5EF4-FFF2-40B4-BE49-F238E27FC236}">
                <a16:creationId xmlns:a16="http://schemas.microsoft.com/office/drawing/2014/main" id="{AFEED163-A5A2-8C50-9274-7A5EC41E6A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0244" name="Zástupný symbol pro číslo snímku 3">
            <a:extLst>
              <a:ext uri="{FF2B5EF4-FFF2-40B4-BE49-F238E27FC236}">
                <a16:creationId xmlns:a16="http://schemas.microsoft.com/office/drawing/2014/main" id="{88B139DD-5E99-A247-3D07-EF565333E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2CF989E-D389-43EC-BF70-C40D9C66F4EE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>
            <a:extLst>
              <a:ext uri="{FF2B5EF4-FFF2-40B4-BE49-F238E27FC236}">
                <a16:creationId xmlns:a16="http://schemas.microsoft.com/office/drawing/2014/main" id="{199D59AC-2FF6-D88D-4F20-2FBE7A0892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Zástupný symbol pro poznámky 2">
            <a:extLst>
              <a:ext uri="{FF2B5EF4-FFF2-40B4-BE49-F238E27FC236}">
                <a16:creationId xmlns:a16="http://schemas.microsoft.com/office/drawing/2014/main" id="{387191E2-4E4F-C8CE-FE7D-4945A4615D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1268" name="Zástupný symbol pro číslo snímku 3">
            <a:extLst>
              <a:ext uri="{FF2B5EF4-FFF2-40B4-BE49-F238E27FC236}">
                <a16:creationId xmlns:a16="http://schemas.microsoft.com/office/drawing/2014/main" id="{9232F09B-1D77-01C0-68F3-FA6DB25F6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9F809B6-66C7-42E9-9A80-7414E00BDD9B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Zástupný symbol pro obrázek snímku 1">
            <a:extLst>
              <a:ext uri="{FF2B5EF4-FFF2-40B4-BE49-F238E27FC236}">
                <a16:creationId xmlns:a16="http://schemas.microsoft.com/office/drawing/2014/main" id="{FAC6C8B3-4A76-3E4C-563B-F3D3B9FCB3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Zástupný symbol pro poznámky 2">
            <a:extLst>
              <a:ext uri="{FF2B5EF4-FFF2-40B4-BE49-F238E27FC236}">
                <a16:creationId xmlns:a16="http://schemas.microsoft.com/office/drawing/2014/main" id="{B060A8F0-E512-7DC0-F491-17F916E2C1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2292" name="Zástupný symbol pro číslo snímku 3">
            <a:extLst>
              <a:ext uri="{FF2B5EF4-FFF2-40B4-BE49-F238E27FC236}">
                <a16:creationId xmlns:a16="http://schemas.microsoft.com/office/drawing/2014/main" id="{351B314A-A9B2-D26E-F9FC-06B19AD34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84EEBD3-9919-429A-9132-40282A54DC38}" type="slidenum">
              <a:rPr lang="cs-CZ" altLang="cs-CZ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8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CB48D6F-34A9-F0E3-9CE0-AC6A55EC8CA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7EF49568-09C8-1A00-B1B9-C34BB18D4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66A3B5F-B644-BEC6-FD1C-CAC8C7502AD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D117269F-C640-03F8-99BA-DB1C02BD2DA5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D52B1640-2F36-24E5-EC71-56AED63E67EB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BE547781-61C6-A36E-A7D2-25D9B343E1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4E00E351-636A-F237-DE10-4F4F8AF7397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2D1D866D-C394-BB59-2C56-0E6E10241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D99997B8-2186-F828-4FA2-68E655C7B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CE984422-AE84-A7AD-7070-FF72EA194B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2813" y="6251575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C3C8EDEA-E673-9D0B-5F30-E61A66BE69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54388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A80E03BE-7E44-D735-1D2B-F120EF441C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9B217A7F-66F1-43BF-A7AD-F4E5E89A21FF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12832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091270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81625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35246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43280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168790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08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53046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56243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60340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2012" cy="6858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11188" y="0"/>
            <a:ext cx="6248400" cy="6858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4078110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188" y="0"/>
            <a:ext cx="8532812" cy="836613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244953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21D29E-6E4E-01D0-1B31-68AC8C0B749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BB5418A8-E8FA-351B-3603-537E3F0C5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8D66DC5-EE4F-B1B8-02D7-BD34A73AC14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7064B9C4-2C15-61EE-DBB2-135D58011EDB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C6DD5D50-6006-1262-0985-1836A10A5A65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C2C7E574-6E54-E569-7185-698B629AA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B66CC881-FE20-A5C3-5CAB-D371C5BB12E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35A5FEF6-ACC3-5180-7D95-A26001D01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49DEB6C4-D6CA-5782-3C93-33805B593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2C4B14E9-44A9-99DB-BB45-7FB9BD4F8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2813" y="6251575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C747ECF9-792A-266C-378A-43B4F333BF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54388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F88E1B01-8150-2B01-1EA4-F99FB80457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D95AA2B5-1A9F-424A-9D3B-4054032832C2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153105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192804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799793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540004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764205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1600615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226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5191493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444295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6686909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2012" cy="6858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11188" y="0"/>
            <a:ext cx="6248400" cy="6858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40771735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188" y="0"/>
            <a:ext cx="8532812" cy="836613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59327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C1A7EF7C-5A64-B592-2675-8992C8D58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96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cs-CZ" altLang="cs-CZ" sz="2400">
              <a:latin typeface="Times New Roman" charset="0"/>
            </a:endParaRPr>
          </a:p>
        </p:txBody>
      </p:sp>
      <p:grpSp>
        <p:nvGrpSpPr>
          <p:cNvPr id="1027" name="Group 4">
            <a:extLst>
              <a:ext uri="{FF2B5EF4-FFF2-40B4-BE49-F238E27FC236}">
                <a16:creationId xmlns:a16="http://schemas.microsoft.com/office/drawing/2014/main" id="{E39CC5EC-4D21-8A6F-C8E0-5A19AECCFBD9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6613"/>
            <a:ext cx="8305800" cy="182562"/>
            <a:chOff x="240" y="893"/>
            <a:chExt cx="5232" cy="115"/>
          </a:xfrm>
        </p:grpSpPr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F7B61D3E-52A7-0A5E-CCC4-3BD6CF70F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E4A4C9B2-B0C3-A9BA-3FB2-F5A5F56E5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028" name="Rectangle 7">
            <a:extLst>
              <a:ext uri="{FF2B5EF4-FFF2-40B4-BE49-F238E27FC236}">
                <a16:creationId xmlns:a16="http://schemas.microsoft.com/office/drawing/2014/main" id="{1917D20D-3988-03FC-69AE-C8B317931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0"/>
            <a:ext cx="853281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8882F563-4871-7300-5B39-8491D9AF1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A2189D22-1FF3-986E-DFA1-795D77F8A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FDA516E6-FFFA-C1D2-1679-8FCD6B38A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96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cs-CZ" altLang="cs-CZ" sz="2400">
              <a:latin typeface="Times New Roman" charset="0"/>
            </a:endParaRPr>
          </a:p>
        </p:txBody>
      </p:sp>
      <p:grpSp>
        <p:nvGrpSpPr>
          <p:cNvPr id="1027" name="Group 4">
            <a:extLst>
              <a:ext uri="{FF2B5EF4-FFF2-40B4-BE49-F238E27FC236}">
                <a16:creationId xmlns:a16="http://schemas.microsoft.com/office/drawing/2014/main" id="{3CB0175F-F924-92B7-8F20-CBBC2A6C764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6613"/>
            <a:ext cx="8305800" cy="182562"/>
            <a:chOff x="240" y="893"/>
            <a:chExt cx="5232" cy="115"/>
          </a:xfrm>
        </p:grpSpPr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1BB57F48-25CD-77F4-A793-B9371B178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EB08E464-61A9-BD72-A5AB-B29A4B586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028" name="Rectangle 7">
            <a:extLst>
              <a:ext uri="{FF2B5EF4-FFF2-40B4-BE49-F238E27FC236}">
                <a16:creationId xmlns:a16="http://schemas.microsoft.com/office/drawing/2014/main" id="{3A70AFE5-6DD5-5F15-34AC-F6F8221BB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0"/>
            <a:ext cx="853281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2519F14C-312C-8568-07C0-B01DB352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BCB6A21B-721D-48DE-706E-B3118A56C2A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8.png"/><Relationship Id="rId21" Type="http://schemas.openxmlformats.org/officeDocument/2006/relationships/customXml" Target="../ink/ink16.xml"/><Relationship Id="rId42" Type="http://schemas.openxmlformats.org/officeDocument/2006/relationships/customXml" Target="../ink/ink27.xml"/><Relationship Id="rId47" Type="http://schemas.openxmlformats.org/officeDocument/2006/relationships/image" Target="../media/image33.png"/><Relationship Id="rId63" Type="http://schemas.openxmlformats.org/officeDocument/2006/relationships/image" Target="../media/image41.png"/><Relationship Id="rId68" Type="http://schemas.openxmlformats.org/officeDocument/2006/relationships/customXml" Target="../ink/ink40.xml"/><Relationship Id="rId84" Type="http://schemas.openxmlformats.org/officeDocument/2006/relationships/customXml" Target="../ink/ink48.xml"/><Relationship Id="rId89" Type="http://schemas.openxmlformats.org/officeDocument/2006/relationships/image" Target="../media/image54.png"/><Relationship Id="rId112" Type="http://schemas.openxmlformats.org/officeDocument/2006/relationships/customXml" Target="../ink/ink62.xml"/><Relationship Id="rId133" Type="http://schemas.openxmlformats.org/officeDocument/2006/relationships/image" Target="../media/image76.png"/><Relationship Id="rId138" Type="http://schemas.openxmlformats.org/officeDocument/2006/relationships/customXml" Target="../ink/ink75.xml"/><Relationship Id="rId154" Type="http://schemas.openxmlformats.org/officeDocument/2006/relationships/customXml" Target="../ink/ink83.xml"/><Relationship Id="rId159" Type="http://schemas.openxmlformats.org/officeDocument/2006/relationships/image" Target="../media/image89.png"/><Relationship Id="rId175" Type="http://schemas.openxmlformats.org/officeDocument/2006/relationships/image" Target="../media/image97.png"/><Relationship Id="rId170" Type="http://schemas.openxmlformats.org/officeDocument/2006/relationships/customXml" Target="../ink/ink91.xml"/><Relationship Id="rId191" Type="http://schemas.openxmlformats.org/officeDocument/2006/relationships/image" Target="../media/image105.png"/><Relationship Id="rId196" Type="http://schemas.openxmlformats.org/officeDocument/2006/relationships/customXml" Target="../ink/ink104.xml"/><Relationship Id="rId16" Type="http://schemas.openxmlformats.org/officeDocument/2006/relationships/image" Target="../media/image18.png"/><Relationship Id="rId107" Type="http://schemas.openxmlformats.org/officeDocument/2006/relationships/image" Target="../media/image63.png"/><Relationship Id="rId11" Type="http://schemas.openxmlformats.org/officeDocument/2006/relationships/customXml" Target="../ink/ink11.xml"/><Relationship Id="rId32" Type="http://schemas.openxmlformats.org/officeDocument/2006/relationships/image" Target="../media/image26.png"/><Relationship Id="rId37" Type="http://schemas.openxmlformats.org/officeDocument/2006/relationships/image" Target="../media/image28.png"/><Relationship Id="rId53" Type="http://schemas.openxmlformats.org/officeDocument/2006/relationships/image" Target="../media/image36.png"/><Relationship Id="rId58" Type="http://schemas.openxmlformats.org/officeDocument/2006/relationships/customXml" Target="../ink/ink35.xml"/><Relationship Id="rId74" Type="http://schemas.openxmlformats.org/officeDocument/2006/relationships/customXml" Target="../ink/ink43.xml"/><Relationship Id="rId79" Type="http://schemas.openxmlformats.org/officeDocument/2006/relationships/image" Target="../media/image49.png"/><Relationship Id="rId102" Type="http://schemas.openxmlformats.org/officeDocument/2006/relationships/customXml" Target="../ink/ink57.xml"/><Relationship Id="rId123" Type="http://schemas.openxmlformats.org/officeDocument/2006/relationships/image" Target="../media/image71.png"/><Relationship Id="rId128" Type="http://schemas.openxmlformats.org/officeDocument/2006/relationships/customXml" Target="../ink/ink70.xml"/><Relationship Id="rId144" Type="http://schemas.openxmlformats.org/officeDocument/2006/relationships/customXml" Target="../ink/ink78.xml"/><Relationship Id="rId149" Type="http://schemas.openxmlformats.org/officeDocument/2006/relationships/image" Target="../media/image84.png"/><Relationship Id="rId5" Type="http://schemas.openxmlformats.org/officeDocument/2006/relationships/customXml" Target="../ink/ink8.xml"/><Relationship Id="rId90" Type="http://schemas.openxmlformats.org/officeDocument/2006/relationships/customXml" Target="../ink/ink51.xml"/><Relationship Id="rId95" Type="http://schemas.openxmlformats.org/officeDocument/2006/relationships/image" Target="../media/image57.png"/><Relationship Id="rId160" Type="http://schemas.openxmlformats.org/officeDocument/2006/relationships/customXml" Target="../ink/ink86.xml"/><Relationship Id="rId165" Type="http://schemas.openxmlformats.org/officeDocument/2006/relationships/image" Target="../media/image92.png"/><Relationship Id="rId181" Type="http://schemas.openxmlformats.org/officeDocument/2006/relationships/image" Target="../media/image100.png"/><Relationship Id="rId186" Type="http://schemas.openxmlformats.org/officeDocument/2006/relationships/customXml" Target="../ink/ink99.xml"/><Relationship Id="rId22" Type="http://schemas.openxmlformats.org/officeDocument/2006/relationships/image" Target="../media/image21.png"/><Relationship Id="rId27" Type="http://schemas.openxmlformats.org/officeDocument/2006/relationships/customXml" Target="../ink/ink19.xml"/><Relationship Id="rId43" Type="http://schemas.openxmlformats.org/officeDocument/2006/relationships/image" Target="../media/image31.png"/><Relationship Id="rId48" Type="http://schemas.openxmlformats.org/officeDocument/2006/relationships/customXml" Target="../ink/ink30.xml"/><Relationship Id="rId64" Type="http://schemas.openxmlformats.org/officeDocument/2006/relationships/customXml" Target="../ink/ink38.xml"/><Relationship Id="rId69" Type="http://schemas.openxmlformats.org/officeDocument/2006/relationships/image" Target="../media/image44.png"/><Relationship Id="rId113" Type="http://schemas.openxmlformats.org/officeDocument/2006/relationships/image" Target="../media/image66.png"/><Relationship Id="rId118" Type="http://schemas.openxmlformats.org/officeDocument/2006/relationships/customXml" Target="../ink/ink65.xml"/><Relationship Id="rId134" Type="http://schemas.openxmlformats.org/officeDocument/2006/relationships/customXml" Target="../ink/ink73.xml"/><Relationship Id="rId139" Type="http://schemas.openxmlformats.org/officeDocument/2006/relationships/image" Target="../media/image79.png"/><Relationship Id="rId80" Type="http://schemas.openxmlformats.org/officeDocument/2006/relationships/customXml" Target="../ink/ink46.xml"/><Relationship Id="rId85" Type="http://schemas.openxmlformats.org/officeDocument/2006/relationships/image" Target="../media/image52.png"/><Relationship Id="rId150" Type="http://schemas.openxmlformats.org/officeDocument/2006/relationships/customXml" Target="../ink/ink81.xml"/><Relationship Id="rId155" Type="http://schemas.openxmlformats.org/officeDocument/2006/relationships/image" Target="../media/image87.png"/><Relationship Id="rId171" Type="http://schemas.openxmlformats.org/officeDocument/2006/relationships/image" Target="../media/image95.png"/><Relationship Id="rId176" Type="http://schemas.openxmlformats.org/officeDocument/2006/relationships/customXml" Target="../ink/ink94.xml"/><Relationship Id="rId192" Type="http://schemas.openxmlformats.org/officeDocument/2006/relationships/customXml" Target="../ink/ink102.xml"/><Relationship Id="rId197" Type="http://schemas.openxmlformats.org/officeDocument/2006/relationships/image" Target="../media/image108.png"/><Relationship Id="rId12" Type="http://schemas.openxmlformats.org/officeDocument/2006/relationships/image" Target="../media/image16.png"/><Relationship Id="rId17" Type="http://schemas.openxmlformats.org/officeDocument/2006/relationships/customXml" Target="../ink/ink14.xml"/><Relationship Id="rId33" Type="http://schemas.openxmlformats.org/officeDocument/2006/relationships/customXml" Target="../ink/ink22.xml"/><Relationship Id="rId38" Type="http://schemas.openxmlformats.org/officeDocument/2006/relationships/customXml" Target="../ink/ink25.xml"/><Relationship Id="rId59" Type="http://schemas.openxmlformats.org/officeDocument/2006/relationships/image" Target="../media/image39.png"/><Relationship Id="rId103" Type="http://schemas.openxmlformats.org/officeDocument/2006/relationships/image" Target="../media/image61.png"/><Relationship Id="rId108" Type="http://schemas.openxmlformats.org/officeDocument/2006/relationships/customXml" Target="../ink/ink60.xml"/><Relationship Id="rId124" Type="http://schemas.openxmlformats.org/officeDocument/2006/relationships/customXml" Target="../ink/ink68.xml"/><Relationship Id="rId129" Type="http://schemas.openxmlformats.org/officeDocument/2006/relationships/image" Target="../media/image74.png"/><Relationship Id="rId54" Type="http://schemas.openxmlformats.org/officeDocument/2006/relationships/customXml" Target="../ink/ink33.xml"/><Relationship Id="rId70" Type="http://schemas.openxmlformats.org/officeDocument/2006/relationships/customXml" Target="../ink/ink41.xml"/><Relationship Id="rId75" Type="http://schemas.openxmlformats.org/officeDocument/2006/relationships/image" Target="../media/image47.png"/><Relationship Id="rId91" Type="http://schemas.openxmlformats.org/officeDocument/2006/relationships/image" Target="../media/image55.png"/><Relationship Id="rId96" Type="http://schemas.openxmlformats.org/officeDocument/2006/relationships/customXml" Target="../ink/ink54.xml"/><Relationship Id="rId140" Type="http://schemas.openxmlformats.org/officeDocument/2006/relationships/customXml" Target="../ink/ink76.xml"/><Relationship Id="rId145" Type="http://schemas.openxmlformats.org/officeDocument/2006/relationships/image" Target="../media/image82.png"/><Relationship Id="rId161" Type="http://schemas.openxmlformats.org/officeDocument/2006/relationships/image" Target="../media/image90.png"/><Relationship Id="rId166" Type="http://schemas.openxmlformats.org/officeDocument/2006/relationships/customXml" Target="../ink/ink89.xml"/><Relationship Id="rId182" Type="http://schemas.openxmlformats.org/officeDocument/2006/relationships/customXml" Target="../ink/ink97.xml"/><Relationship Id="rId187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23" Type="http://schemas.openxmlformats.org/officeDocument/2006/relationships/customXml" Target="../ink/ink17.xml"/><Relationship Id="rId28" Type="http://schemas.openxmlformats.org/officeDocument/2006/relationships/image" Target="../media/image24.png"/><Relationship Id="rId49" Type="http://schemas.openxmlformats.org/officeDocument/2006/relationships/image" Target="../media/image34.png"/><Relationship Id="rId114" Type="http://schemas.openxmlformats.org/officeDocument/2006/relationships/customXml" Target="../ink/ink63.xml"/><Relationship Id="rId119" Type="http://schemas.openxmlformats.org/officeDocument/2006/relationships/image" Target="../media/image69.png"/><Relationship Id="rId44" Type="http://schemas.openxmlformats.org/officeDocument/2006/relationships/customXml" Target="../ink/ink28.xml"/><Relationship Id="rId60" Type="http://schemas.openxmlformats.org/officeDocument/2006/relationships/customXml" Target="../ink/ink36.xml"/><Relationship Id="rId65" Type="http://schemas.openxmlformats.org/officeDocument/2006/relationships/image" Target="../media/image42.png"/><Relationship Id="rId81" Type="http://schemas.openxmlformats.org/officeDocument/2006/relationships/image" Target="../media/image50.png"/><Relationship Id="rId86" Type="http://schemas.openxmlformats.org/officeDocument/2006/relationships/customXml" Target="../ink/ink49.xml"/><Relationship Id="rId130" Type="http://schemas.openxmlformats.org/officeDocument/2006/relationships/customXml" Target="../ink/ink71.xml"/><Relationship Id="rId135" Type="http://schemas.openxmlformats.org/officeDocument/2006/relationships/image" Target="../media/image77.png"/><Relationship Id="rId151" Type="http://schemas.openxmlformats.org/officeDocument/2006/relationships/image" Target="../media/image85.png"/><Relationship Id="rId156" Type="http://schemas.openxmlformats.org/officeDocument/2006/relationships/customXml" Target="../ink/ink84.xml"/><Relationship Id="rId177" Type="http://schemas.openxmlformats.org/officeDocument/2006/relationships/image" Target="../media/image98.png"/><Relationship Id="rId172" Type="http://schemas.openxmlformats.org/officeDocument/2006/relationships/customXml" Target="../ink/ink92.xml"/><Relationship Id="rId193" Type="http://schemas.openxmlformats.org/officeDocument/2006/relationships/image" Target="../media/image106.png"/><Relationship Id="rId13" Type="http://schemas.openxmlformats.org/officeDocument/2006/relationships/customXml" Target="../ink/ink12.xml"/><Relationship Id="rId18" Type="http://schemas.openxmlformats.org/officeDocument/2006/relationships/image" Target="../media/image19.png"/><Relationship Id="rId39" Type="http://schemas.openxmlformats.org/officeDocument/2006/relationships/image" Target="../media/image29.png"/><Relationship Id="rId109" Type="http://schemas.openxmlformats.org/officeDocument/2006/relationships/image" Target="../media/image64.png"/><Relationship Id="rId34" Type="http://schemas.openxmlformats.org/officeDocument/2006/relationships/image" Target="../media/image27.png"/><Relationship Id="rId50" Type="http://schemas.openxmlformats.org/officeDocument/2006/relationships/customXml" Target="../ink/ink31.xml"/><Relationship Id="rId55" Type="http://schemas.openxmlformats.org/officeDocument/2006/relationships/image" Target="../media/image37.png"/><Relationship Id="rId76" Type="http://schemas.openxmlformats.org/officeDocument/2006/relationships/customXml" Target="../ink/ink44.xml"/><Relationship Id="rId97" Type="http://schemas.openxmlformats.org/officeDocument/2006/relationships/image" Target="../media/image58.png"/><Relationship Id="rId104" Type="http://schemas.openxmlformats.org/officeDocument/2006/relationships/customXml" Target="../ink/ink58.xml"/><Relationship Id="rId120" Type="http://schemas.openxmlformats.org/officeDocument/2006/relationships/customXml" Target="../ink/ink66.xml"/><Relationship Id="rId125" Type="http://schemas.openxmlformats.org/officeDocument/2006/relationships/image" Target="../media/image72.png"/><Relationship Id="rId141" Type="http://schemas.openxmlformats.org/officeDocument/2006/relationships/image" Target="../media/image80.png"/><Relationship Id="rId146" Type="http://schemas.openxmlformats.org/officeDocument/2006/relationships/customXml" Target="../ink/ink79.xml"/><Relationship Id="rId167" Type="http://schemas.openxmlformats.org/officeDocument/2006/relationships/image" Target="../media/image93.png"/><Relationship Id="rId188" Type="http://schemas.openxmlformats.org/officeDocument/2006/relationships/customXml" Target="../ink/ink100.xml"/><Relationship Id="rId7" Type="http://schemas.openxmlformats.org/officeDocument/2006/relationships/customXml" Target="../ink/ink9.xml"/><Relationship Id="rId71" Type="http://schemas.openxmlformats.org/officeDocument/2006/relationships/image" Target="../media/image45.png"/><Relationship Id="rId92" Type="http://schemas.openxmlformats.org/officeDocument/2006/relationships/customXml" Target="../ink/ink52.xml"/><Relationship Id="rId162" Type="http://schemas.openxmlformats.org/officeDocument/2006/relationships/customXml" Target="../ink/ink87.xml"/><Relationship Id="rId183" Type="http://schemas.openxmlformats.org/officeDocument/2006/relationships/image" Target="../media/image101.png"/><Relationship Id="rId2" Type="http://schemas.openxmlformats.org/officeDocument/2006/relationships/image" Target="../media/image11.png"/><Relationship Id="rId29" Type="http://schemas.openxmlformats.org/officeDocument/2006/relationships/customXml" Target="../ink/ink20.xml"/><Relationship Id="rId24" Type="http://schemas.openxmlformats.org/officeDocument/2006/relationships/image" Target="../media/image22.png"/><Relationship Id="rId40" Type="http://schemas.openxmlformats.org/officeDocument/2006/relationships/customXml" Target="../ink/ink26.xml"/><Relationship Id="rId45" Type="http://schemas.openxmlformats.org/officeDocument/2006/relationships/image" Target="../media/image32.png"/><Relationship Id="rId66" Type="http://schemas.openxmlformats.org/officeDocument/2006/relationships/customXml" Target="../ink/ink39.xml"/><Relationship Id="rId87" Type="http://schemas.openxmlformats.org/officeDocument/2006/relationships/image" Target="../media/image53.png"/><Relationship Id="rId110" Type="http://schemas.openxmlformats.org/officeDocument/2006/relationships/customXml" Target="../ink/ink61.xml"/><Relationship Id="rId115" Type="http://schemas.openxmlformats.org/officeDocument/2006/relationships/image" Target="../media/image67.png"/><Relationship Id="rId131" Type="http://schemas.openxmlformats.org/officeDocument/2006/relationships/image" Target="../media/image75.png"/><Relationship Id="rId136" Type="http://schemas.openxmlformats.org/officeDocument/2006/relationships/customXml" Target="../ink/ink74.xml"/><Relationship Id="rId157" Type="http://schemas.openxmlformats.org/officeDocument/2006/relationships/image" Target="../media/image88.png"/><Relationship Id="rId178" Type="http://schemas.openxmlformats.org/officeDocument/2006/relationships/customXml" Target="../ink/ink95.xml"/><Relationship Id="rId61" Type="http://schemas.openxmlformats.org/officeDocument/2006/relationships/image" Target="../media/image40.png"/><Relationship Id="rId82" Type="http://schemas.openxmlformats.org/officeDocument/2006/relationships/customXml" Target="../ink/ink47.xml"/><Relationship Id="rId152" Type="http://schemas.openxmlformats.org/officeDocument/2006/relationships/customXml" Target="../ink/ink82.xml"/><Relationship Id="rId173" Type="http://schemas.openxmlformats.org/officeDocument/2006/relationships/image" Target="../media/image96.png"/><Relationship Id="rId194" Type="http://schemas.openxmlformats.org/officeDocument/2006/relationships/customXml" Target="../ink/ink103.xml"/><Relationship Id="rId19" Type="http://schemas.openxmlformats.org/officeDocument/2006/relationships/customXml" Target="../ink/ink15.xml"/><Relationship Id="rId14" Type="http://schemas.openxmlformats.org/officeDocument/2006/relationships/image" Target="../media/image17.png"/><Relationship Id="rId30" Type="http://schemas.openxmlformats.org/officeDocument/2006/relationships/image" Target="../media/image25.png"/><Relationship Id="rId35" Type="http://schemas.openxmlformats.org/officeDocument/2006/relationships/customXml" Target="../ink/ink23.xml"/><Relationship Id="rId56" Type="http://schemas.openxmlformats.org/officeDocument/2006/relationships/customXml" Target="../ink/ink34.xml"/><Relationship Id="rId77" Type="http://schemas.openxmlformats.org/officeDocument/2006/relationships/image" Target="../media/image48.png"/><Relationship Id="rId100" Type="http://schemas.openxmlformats.org/officeDocument/2006/relationships/customXml" Target="../ink/ink56.xml"/><Relationship Id="rId105" Type="http://schemas.openxmlformats.org/officeDocument/2006/relationships/image" Target="../media/image62.png"/><Relationship Id="rId126" Type="http://schemas.openxmlformats.org/officeDocument/2006/relationships/customXml" Target="../ink/ink69.xml"/><Relationship Id="rId147" Type="http://schemas.openxmlformats.org/officeDocument/2006/relationships/image" Target="../media/image83.png"/><Relationship Id="rId168" Type="http://schemas.openxmlformats.org/officeDocument/2006/relationships/customXml" Target="../ink/ink90.xml"/><Relationship Id="rId8" Type="http://schemas.openxmlformats.org/officeDocument/2006/relationships/image" Target="../media/image14.png"/><Relationship Id="rId51" Type="http://schemas.openxmlformats.org/officeDocument/2006/relationships/image" Target="../media/image35.png"/><Relationship Id="rId72" Type="http://schemas.openxmlformats.org/officeDocument/2006/relationships/customXml" Target="../ink/ink42.xml"/><Relationship Id="rId93" Type="http://schemas.openxmlformats.org/officeDocument/2006/relationships/image" Target="../media/image56.png"/><Relationship Id="rId98" Type="http://schemas.openxmlformats.org/officeDocument/2006/relationships/customXml" Target="../ink/ink55.xml"/><Relationship Id="rId121" Type="http://schemas.openxmlformats.org/officeDocument/2006/relationships/image" Target="../media/image70.png"/><Relationship Id="rId142" Type="http://schemas.openxmlformats.org/officeDocument/2006/relationships/customXml" Target="../ink/ink77.xml"/><Relationship Id="rId163" Type="http://schemas.openxmlformats.org/officeDocument/2006/relationships/image" Target="../media/image91.png"/><Relationship Id="rId184" Type="http://schemas.openxmlformats.org/officeDocument/2006/relationships/customXml" Target="../ink/ink98.xml"/><Relationship Id="rId189" Type="http://schemas.openxmlformats.org/officeDocument/2006/relationships/image" Target="../media/image104.png"/><Relationship Id="rId3" Type="http://schemas.openxmlformats.org/officeDocument/2006/relationships/customXml" Target="../ink/ink7.xml"/><Relationship Id="rId25" Type="http://schemas.openxmlformats.org/officeDocument/2006/relationships/customXml" Target="../ink/ink18.xml"/><Relationship Id="rId46" Type="http://schemas.openxmlformats.org/officeDocument/2006/relationships/customXml" Target="../ink/ink29.xml"/><Relationship Id="rId67" Type="http://schemas.openxmlformats.org/officeDocument/2006/relationships/image" Target="../media/image43.png"/><Relationship Id="rId116" Type="http://schemas.openxmlformats.org/officeDocument/2006/relationships/customXml" Target="../ink/ink64.xml"/><Relationship Id="rId137" Type="http://schemas.openxmlformats.org/officeDocument/2006/relationships/image" Target="../media/image78.png"/><Relationship Id="rId158" Type="http://schemas.openxmlformats.org/officeDocument/2006/relationships/customXml" Target="../ink/ink85.xml"/><Relationship Id="rId20" Type="http://schemas.openxmlformats.org/officeDocument/2006/relationships/image" Target="../media/image20.png"/><Relationship Id="rId41" Type="http://schemas.openxmlformats.org/officeDocument/2006/relationships/image" Target="../media/image30.png"/><Relationship Id="rId62" Type="http://schemas.openxmlformats.org/officeDocument/2006/relationships/customXml" Target="../ink/ink37.xml"/><Relationship Id="rId83" Type="http://schemas.openxmlformats.org/officeDocument/2006/relationships/image" Target="../media/image51.png"/><Relationship Id="rId88" Type="http://schemas.openxmlformats.org/officeDocument/2006/relationships/customXml" Target="../ink/ink50.xml"/><Relationship Id="rId111" Type="http://schemas.openxmlformats.org/officeDocument/2006/relationships/image" Target="../media/image65.png"/><Relationship Id="rId132" Type="http://schemas.openxmlformats.org/officeDocument/2006/relationships/customXml" Target="../ink/ink72.xml"/><Relationship Id="rId153" Type="http://schemas.openxmlformats.org/officeDocument/2006/relationships/image" Target="../media/image86.png"/><Relationship Id="rId174" Type="http://schemas.openxmlformats.org/officeDocument/2006/relationships/customXml" Target="../ink/ink93.xml"/><Relationship Id="rId179" Type="http://schemas.openxmlformats.org/officeDocument/2006/relationships/image" Target="../media/image99.png"/><Relationship Id="rId195" Type="http://schemas.openxmlformats.org/officeDocument/2006/relationships/image" Target="../media/image107.png"/><Relationship Id="rId190" Type="http://schemas.openxmlformats.org/officeDocument/2006/relationships/customXml" Target="../ink/ink101.xml"/><Relationship Id="rId15" Type="http://schemas.openxmlformats.org/officeDocument/2006/relationships/customXml" Target="../ink/ink13.xml"/><Relationship Id="rId36" Type="http://schemas.openxmlformats.org/officeDocument/2006/relationships/customXml" Target="../ink/ink24.xml"/><Relationship Id="rId57" Type="http://schemas.openxmlformats.org/officeDocument/2006/relationships/image" Target="../media/image38.png"/><Relationship Id="rId106" Type="http://schemas.openxmlformats.org/officeDocument/2006/relationships/customXml" Target="../ink/ink59.xml"/><Relationship Id="rId127" Type="http://schemas.openxmlformats.org/officeDocument/2006/relationships/image" Target="../media/image73.png"/><Relationship Id="rId10" Type="http://schemas.openxmlformats.org/officeDocument/2006/relationships/image" Target="../media/image15.png"/><Relationship Id="rId31" Type="http://schemas.openxmlformats.org/officeDocument/2006/relationships/customXml" Target="../ink/ink21.xml"/><Relationship Id="rId52" Type="http://schemas.openxmlformats.org/officeDocument/2006/relationships/customXml" Target="../ink/ink32.xml"/><Relationship Id="rId73" Type="http://schemas.openxmlformats.org/officeDocument/2006/relationships/image" Target="../media/image46.png"/><Relationship Id="rId78" Type="http://schemas.openxmlformats.org/officeDocument/2006/relationships/customXml" Target="../ink/ink45.xml"/><Relationship Id="rId94" Type="http://schemas.openxmlformats.org/officeDocument/2006/relationships/customXml" Target="../ink/ink53.xml"/><Relationship Id="rId99" Type="http://schemas.openxmlformats.org/officeDocument/2006/relationships/image" Target="../media/image59.png"/><Relationship Id="rId101" Type="http://schemas.openxmlformats.org/officeDocument/2006/relationships/image" Target="../media/image60.png"/><Relationship Id="rId122" Type="http://schemas.openxmlformats.org/officeDocument/2006/relationships/customXml" Target="../ink/ink67.xml"/><Relationship Id="rId143" Type="http://schemas.openxmlformats.org/officeDocument/2006/relationships/image" Target="../media/image81.png"/><Relationship Id="rId148" Type="http://schemas.openxmlformats.org/officeDocument/2006/relationships/customXml" Target="../ink/ink80.xml"/><Relationship Id="rId164" Type="http://schemas.openxmlformats.org/officeDocument/2006/relationships/customXml" Target="../ink/ink88.xml"/><Relationship Id="rId169" Type="http://schemas.openxmlformats.org/officeDocument/2006/relationships/image" Target="../media/image94.png"/><Relationship Id="rId185" Type="http://schemas.openxmlformats.org/officeDocument/2006/relationships/image" Target="../media/image102.png"/><Relationship Id="rId4" Type="http://schemas.openxmlformats.org/officeDocument/2006/relationships/image" Target="../media/image12.png"/><Relationship Id="rId9" Type="http://schemas.openxmlformats.org/officeDocument/2006/relationships/customXml" Target="../ink/ink10.xml"/><Relationship Id="rId180" Type="http://schemas.openxmlformats.org/officeDocument/2006/relationships/customXml" Target="../ink/ink96.xml"/><Relationship Id="rId26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0.png"/><Relationship Id="rId3" Type="http://schemas.openxmlformats.org/officeDocument/2006/relationships/image" Target="../media/image109.png"/><Relationship Id="rId7" Type="http://schemas.openxmlformats.org/officeDocument/2006/relationships/customXml" Target="../ink/ink10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0.png"/><Relationship Id="rId5" Type="http://schemas.openxmlformats.org/officeDocument/2006/relationships/customXml" Target="../ink/ink105.xml"/><Relationship Id="rId4" Type="http://schemas.openxmlformats.org/officeDocument/2006/relationships/image" Target="../media/image11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4.xml"/><Relationship Id="rId299" Type="http://schemas.openxmlformats.org/officeDocument/2006/relationships/customXml" Target="../ink/ink255.xml"/><Relationship Id="rId303" Type="http://schemas.openxmlformats.org/officeDocument/2006/relationships/customXml" Target="../ink/ink257.xml"/><Relationship Id="rId21" Type="http://schemas.openxmlformats.org/officeDocument/2006/relationships/customXml" Target="../ink/ink116.xml"/><Relationship Id="rId42" Type="http://schemas.openxmlformats.org/officeDocument/2006/relationships/image" Target="../media/image131.png"/><Relationship Id="rId63" Type="http://schemas.openxmlformats.org/officeDocument/2006/relationships/customXml" Target="../ink/ink137.xml"/><Relationship Id="rId84" Type="http://schemas.openxmlformats.org/officeDocument/2006/relationships/image" Target="../media/image152.png"/><Relationship Id="rId138" Type="http://schemas.openxmlformats.org/officeDocument/2006/relationships/image" Target="../media/image179.png"/><Relationship Id="rId159" Type="http://schemas.openxmlformats.org/officeDocument/2006/relationships/customXml" Target="../ink/ink185.xml"/><Relationship Id="rId170" Type="http://schemas.openxmlformats.org/officeDocument/2006/relationships/image" Target="../media/image195.png"/><Relationship Id="rId191" Type="http://schemas.openxmlformats.org/officeDocument/2006/relationships/customXml" Target="../ink/ink201.xml"/><Relationship Id="rId205" Type="http://schemas.openxmlformats.org/officeDocument/2006/relationships/customXml" Target="../ink/ink208.xml"/><Relationship Id="rId226" Type="http://schemas.openxmlformats.org/officeDocument/2006/relationships/image" Target="../media/image223.png"/><Relationship Id="rId247" Type="http://schemas.openxmlformats.org/officeDocument/2006/relationships/customXml" Target="../ink/ink229.xml"/><Relationship Id="rId107" Type="http://schemas.openxmlformats.org/officeDocument/2006/relationships/customXml" Target="../ink/ink159.xml"/><Relationship Id="rId268" Type="http://schemas.openxmlformats.org/officeDocument/2006/relationships/image" Target="../media/image244.png"/><Relationship Id="rId289" Type="http://schemas.openxmlformats.org/officeDocument/2006/relationships/customXml" Target="../ink/ink250.xml"/><Relationship Id="rId11" Type="http://schemas.openxmlformats.org/officeDocument/2006/relationships/customXml" Target="../ink/ink111.xml"/><Relationship Id="rId32" Type="http://schemas.openxmlformats.org/officeDocument/2006/relationships/image" Target="../media/image126.png"/><Relationship Id="rId53" Type="http://schemas.openxmlformats.org/officeDocument/2006/relationships/customXml" Target="../ink/ink132.xml"/><Relationship Id="rId74" Type="http://schemas.openxmlformats.org/officeDocument/2006/relationships/image" Target="../media/image147.png"/><Relationship Id="rId128" Type="http://schemas.openxmlformats.org/officeDocument/2006/relationships/image" Target="../media/image174.png"/><Relationship Id="rId149" Type="http://schemas.openxmlformats.org/officeDocument/2006/relationships/customXml" Target="../ink/ink180.xml"/><Relationship Id="rId314" Type="http://schemas.openxmlformats.org/officeDocument/2006/relationships/image" Target="../media/image267.png"/><Relationship Id="rId5" Type="http://schemas.openxmlformats.org/officeDocument/2006/relationships/customXml" Target="../ink/ink108.xml"/><Relationship Id="rId95" Type="http://schemas.openxmlformats.org/officeDocument/2006/relationships/customXml" Target="../ink/ink153.xml"/><Relationship Id="rId160" Type="http://schemas.openxmlformats.org/officeDocument/2006/relationships/image" Target="../media/image190.png"/><Relationship Id="rId181" Type="http://schemas.openxmlformats.org/officeDocument/2006/relationships/customXml" Target="../ink/ink196.xml"/><Relationship Id="rId216" Type="http://schemas.openxmlformats.org/officeDocument/2006/relationships/image" Target="../media/image218.png"/><Relationship Id="rId237" Type="http://schemas.openxmlformats.org/officeDocument/2006/relationships/customXml" Target="../ink/ink224.xml"/><Relationship Id="rId258" Type="http://schemas.openxmlformats.org/officeDocument/2006/relationships/image" Target="../media/image239.png"/><Relationship Id="rId279" Type="http://schemas.openxmlformats.org/officeDocument/2006/relationships/customXml" Target="../ink/ink245.xml"/><Relationship Id="rId22" Type="http://schemas.openxmlformats.org/officeDocument/2006/relationships/image" Target="../media/image121.png"/><Relationship Id="rId43" Type="http://schemas.openxmlformats.org/officeDocument/2006/relationships/customXml" Target="../ink/ink127.xml"/><Relationship Id="rId64" Type="http://schemas.openxmlformats.org/officeDocument/2006/relationships/image" Target="../media/image142.png"/><Relationship Id="rId118" Type="http://schemas.openxmlformats.org/officeDocument/2006/relationships/image" Target="../media/image169.png"/><Relationship Id="rId139" Type="http://schemas.openxmlformats.org/officeDocument/2006/relationships/customXml" Target="../ink/ink175.xml"/><Relationship Id="rId290" Type="http://schemas.openxmlformats.org/officeDocument/2006/relationships/image" Target="../media/image255.png"/><Relationship Id="rId304" Type="http://schemas.openxmlformats.org/officeDocument/2006/relationships/image" Target="../media/image262.png"/><Relationship Id="rId85" Type="http://schemas.openxmlformats.org/officeDocument/2006/relationships/customXml" Target="../ink/ink148.xml"/><Relationship Id="rId150" Type="http://schemas.openxmlformats.org/officeDocument/2006/relationships/image" Target="../media/image185.png"/><Relationship Id="rId171" Type="http://schemas.openxmlformats.org/officeDocument/2006/relationships/customXml" Target="../ink/ink191.xml"/><Relationship Id="rId192" Type="http://schemas.openxmlformats.org/officeDocument/2006/relationships/image" Target="../media/image206.png"/><Relationship Id="rId206" Type="http://schemas.openxmlformats.org/officeDocument/2006/relationships/image" Target="../media/image213.png"/><Relationship Id="rId227" Type="http://schemas.openxmlformats.org/officeDocument/2006/relationships/customXml" Target="../ink/ink219.xml"/><Relationship Id="rId248" Type="http://schemas.openxmlformats.org/officeDocument/2006/relationships/image" Target="../media/image234.png"/><Relationship Id="rId269" Type="http://schemas.openxmlformats.org/officeDocument/2006/relationships/customXml" Target="../ink/ink240.xml"/><Relationship Id="rId12" Type="http://schemas.openxmlformats.org/officeDocument/2006/relationships/image" Target="../media/image116.png"/><Relationship Id="rId33" Type="http://schemas.openxmlformats.org/officeDocument/2006/relationships/customXml" Target="../ink/ink122.xml"/><Relationship Id="rId108" Type="http://schemas.openxmlformats.org/officeDocument/2006/relationships/image" Target="../media/image164.png"/><Relationship Id="rId129" Type="http://schemas.openxmlformats.org/officeDocument/2006/relationships/customXml" Target="../ink/ink170.xml"/><Relationship Id="rId280" Type="http://schemas.openxmlformats.org/officeDocument/2006/relationships/image" Target="../media/image250.png"/><Relationship Id="rId315" Type="http://schemas.openxmlformats.org/officeDocument/2006/relationships/customXml" Target="../ink/ink263.xml"/><Relationship Id="rId54" Type="http://schemas.openxmlformats.org/officeDocument/2006/relationships/image" Target="../media/image137.png"/><Relationship Id="rId75" Type="http://schemas.openxmlformats.org/officeDocument/2006/relationships/customXml" Target="../ink/ink143.xml"/><Relationship Id="rId96" Type="http://schemas.openxmlformats.org/officeDocument/2006/relationships/image" Target="../media/image158.png"/><Relationship Id="rId140" Type="http://schemas.openxmlformats.org/officeDocument/2006/relationships/image" Target="../media/image180.png"/><Relationship Id="rId161" Type="http://schemas.openxmlformats.org/officeDocument/2006/relationships/customXml" Target="../ink/ink186.xml"/><Relationship Id="rId182" Type="http://schemas.openxmlformats.org/officeDocument/2006/relationships/image" Target="../media/image201.png"/><Relationship Id="rId217" Type="http://schemas.openxmlformats.org/officeDocument/2006/relationships/customXml" Target="../ink/ink214.xml"/><Relationship Id="rId6" Type="http://schemas.openxmlformats.org/officeDocument/2006/relationships/image" Target="../media/image113.png"/><Relationship Id="rId238" Type="http://schemas.openxmlformats.org/officeDocument/2006/relationships/image" Target="../media/image229.png"/><Relationship Id="rId259" Type="http://schemas.openxmlformats.org/officeDocument/2006/relationships/customXml" Target="../ink/ink235.xml"/><Relationship Id="rId23" Type="http://schemas.openxmlformats.org/officeDocument/2006/relationships/customXml" Target="../ink/ink117.xml"/><Relationship Id="rId119" Type="http://schemas.openxmlformats.org/officeDocument/2006/relationships/customXml" Target="../ink/ink165.xml"/><Relationship Id="rId270" Type="http://schemas.openxmlformats.org/officeDocument/2006/relationships/image" Target="../media/image245.png"/><Relationship Id="rId291" Type="http://schemas.openxmlformats.org/officeDocument/2006/relationships/customXml" Target="../ink/ink251.xml"/><Relationship Id="rId305" Type="http://schemas.openxmlformats.org/officeDocument/2006/relationships/customXml" Target="../ink/ink258.xml"/><Relationship Id="rId44" Type="http://schemas.openxmlformats.org/officeDocument/2006/relationships/image" Target="../media/image132.png"/><Relationship Id="rId65" Type="http://schemas.openxmlformats.org/officeDocument/2006/relationships/customXml" Target="../ink/ink138.xml"/><Relationship Id="rId86" Type="http://schemas.openxmlformats.org/officeDocument/2006/relationships/image" Target="../media/image153.png"/><Relationship Id="rId130" Type="http://schemas.openxmlformats.org/officeDocument/2006/relationships/image" Target="../media/image175.png"/><Relationship Id="rId151" Type="http://schemas.openxmlformats.org/officeDocument/2006/relationships/customXml" Target="../ink/ink181.xml"/><Relationship Id="rId172" Type="http://schemas.openxmlformats.org/officeDocument/2006/relationships/image" Target="../media/image196.png"/><Relationship Id="rId193" Type="http://schemas.openxmlformats.org/officeDocument/2006/relationships/customXml" Target="../ink/ink202.xml"/><Relationship Id="rId207" Type="http://schemas.openxmlformats.org/officeDocument/2006/relationships/customXml" Target="../ink/ink209.xml"/><Relationship Id="rId228" Type="http://schemas.openxmlformats.org/officeDocument/2006/relationships/image" Target="../media/image224.png"/><Relationship Id="rId249" Type="http://schemas.openxmlformats.org/officeDocument/2006/relationships/customXml" Target="../ink/ink230.xml"/><Relationship Id="rId13" Type="http://schemas.openxmlformats.org/officeDocument/2006/relationships/customXml" Target="../ink/ink112.xml"/><Relationship Id="rId109" Type="http://schemas.openxmlformats.org/officeDocument/2006/relationships/customXml" Target="../ink/ink160.xml"/><Relationship Id="rId260" Type="http://schemas.openxmlformats.org/officeDocument/2006/relationships/image" Target="../media/image240.png"/><Relationship Id="rId281" Type="http://schemas.openxmlformats.org/officeDocument/2006/relationships/customXml" Target="../ink/ink246.xml"/><Relationship Id="rId316" Type="http://schemas.openxmlformats.org/officeDocument/2006/relationships/image" Target="../media/image268.png"/><Relationship Id="rId34" Type="http://schemas.openxmlformats.org/officeDocument/2006/relationships/image" Target="../media/image127.png"/><Relationship Id="rId55" Type="http://schemas.openxmlformats.org/officeDocument/2006/relationships/customXml" Target="../ink/ink133.xml"/><Relationship Id="rId76" Type="http://schemas.openxmlformats.org/officeDocument/2006/relationships/image" Target="../media/image148.png"/><Relationship Id="rId97" Type="http://schemas.openxmlformats.org/officeDocument/2006/relationships/customXml" Target="../ink/ink154.xml"/><Relationship Id="rId120" Type="http://schemas.openxmlformats.org/officeDocument/2006/relationships/image" Target="../media/image170.png"/><Relationship Id="rId141" Type="http://schemas.openxmlformats.org/officeDocument/2006/relationships/customXml" Target="../ink/ink176.xml"/><Relationship Id="rId7" Type="http://schemas.openxmlformats.org/officeDocument/2006/relationships/customXml" Target="../ink/ink109.xml"/><Relationship Id="rId162" Type="http://schemas.openxmlformats.org/officeDocument/2006/relationships/image" Target="../media/image191.png"/><Relationship Id="rId183" Type="http://schemas.openxmlformats.org/officeDocument/2006/relationships/customXml" Target="../ink/ink197.xml"/><Relationship Id="rId218" Type="http://schemas.openxmlformats.org/officeDocument/2006/relationships/image" Target="../media/image219.png"/><Relationship Id="rId239" Type="http://schemas.openxmlformats.org/officeDocument/2006/relationships/customXml" Target="../ink/ink225.xml"/><Relationship Id="rId250" Type="http://schemas.openxmlformats.org/officeDocument/2006/relationships/image" Target="../media/image235.png"/><Relationship Id="rId271" Type="http://schemas.openxmlformats.org/officeDocument/2006/relationships/customXml" Target="../ink/ink241.xml"/><Relationship Id="rId292" Type="http://schemas.openxmlformats.org/officeDocument/2006/relationships/image" Target="../media/image256.png"/><Relationship Id="rId306" Type="http://schemas.openxmlformats.org/officeDocument/2006/relationships/image" Target="../media/image263.png"/><Relationship Id="rId24" Type="http://schemas.openxmlformats.org/officeDocument/2006/relationships/image" Target="../media/image122.png"/><Relationship Id="rId45" Type="http://schemas.openxmlformats.org/officeDocument/2006/relationships/customXml" Target="../ink/ink128.xml"/><Relationship Id="rId66" Type="http://schemas.openxmlformats.org/officeDocument/2006/relationships/image" Target="../media/image143.png"/><Relationship Id="rId87" Type="http://schemas.openxmlformats.org/officeDocument/2006/relationships/customXml" Target="../ink/ink149.xml"/><Relationship Id="rId110" Type="http://schemas.openxmlformats.org/officeDocument/2006/relationships/image" Target="../media/image165.png"/><Relationship Id="rId131" Type="http://schemas.openxmlformats.org/officeDocument/2006/relationships/customXml" Target="../ink/ink171.xml"/><Relationship Id="rId61" Type="http://schemas.openxmlformats.org/officeDocument/2006/relationships/customXml" Target="../ink/ink136.xml"/><Relationship Id="rId82" Type="http://schemas.openxmlformats.org/officeDocument/2006/relationships/image" Target="../media/image151.png"/><Relationship Id="rId152" Type="http://schemas.openxmlformats.org/officeDocument/2006/relationships/image" Target="../media/image186.png"/><Relationship Id="rId173" Type="http://schemas.openxmlformats.org/officeDocument/2006/relationships/customXml" Target="../ink/ink192.xml"/><Relationship Id="rId194" Type="http://schemas.openxmlformats.org/officeDocument/2006/relationships/image" Target="../media/image207.png"/><Relationship Id="rId199" Type="http://schemas.openxmlformats.org/officeDocument/2006/relationships/customXml" Target="../ink/ink205.xml"/><Relationship Id="rId203" Type="http://schemas.openxmlformats.org/officeDocument/2006/relationships/customXml" Target="../ink/ink207.xml"/><Relationship Id="rId208" Type="http://schemas.openxmlformats.org/officeDocument/2006/relationships/image" Target="../media/image214.png"/><Relationship Id="rId229" Type="http://schemas.openxmlformats.org/officeDocument/2006/relationships/customXml" Target="../ink/ink220.xml"/><Relationship Id="rId19" Type="http://schemas.openxmlformats.org/officeDocument/2006/relationships/customXml" Target="../ink/ink115.xml"/><Relationship Id="rId224" Type="http://schemas.openxmlformats.org/officeDocument/2006/relationships/image" Target="../media/image222.png"/><Relationship Id="rId240" Type="http://schemas.openxmlformats.org/officeDocument/2006/relationships/image" Target="../media/image230.png"/><Relationship Id="rId245" Type="http://schemas.openxmlformats.org/officeDocument/2006/relationships/customXml" Target="../ink/ink228.xml"/><Relationship Id="rId261" Type="http://schemas.openxmlformats.org/officeDocument/2006/relationships/customXml" Target="../ink/ink236.xml"/><Relationship Id="rId266" Type="http://schemas.openxmlformats.org/officeDocument/2006/relationships/image" Target="../media/image243.png"/><Relationship Id="rId287" Type="http://schemas.openxmlformats.org/officeDocument/2006/relationships/customXml" Target="../ink/ink249.xml"/><Relationship Id="rId14" Type="http://schemas.openxmlformats.org/officeDocument/2006/relationships/image" Target="../media/image117.png"/><Relationship Id="rId30" Type="http://schemas.openxmlformats.org/officeDocument/2006/relationships/image" Target="../media/image125.png"/><Relationship Id="rId35" Type="http://schemas.openxmlformats.org/officeDocument/2006/relationships/customXml" Target="../ink/ink123.xml"/><Relationship Id="rId56" Type="http://schemas.openxmlformats.org/officeDocument/2006/relationships/image" Target="../media/image138.png"/><Relationship Id="rId77" Type="http://schemas.openxmlformats.org/officeDocument/2006/relationships/customXml" Target="../ink/ink144.xml"/><Relationship Id="rId100" Type="http://schemas.openxmlformats.org/officeDocument/2006/relationships/image" Target="../media/image160.png"/><Relationship Id="rId105" Type="http://schemas.openxmlformats.org/officeDocument/2006/relationships/customXml" Target="../ink/ink158.xml"/><Relationship Id="rId126" Type="http://schemas.openxmlformats.org/officeDocument/2006/relationships/image" Target="../media/image173.png"/><Relationship Id="rId147" Type="http://schemas.openxmlformats.org/officeDocument/2006/relationships/customXml" Target="../ink/ink179.xml"/><Relationship Id="rId168" Type="http://schemas.openxmlformats.org/officeDocument/2006/relationships/image" Target="../media/image194.png"/><Relationship Id="rId282" Type="http://schemas.openxmlformats.org/officeDocument/2006/relationships/image" Target="../media/image251.png"/><Relationship Id="rId312" Type="http://schemas.openxmlformats.org/officeDocument/2006/relationships/image" Target="../media/image266.png"/><Relationship Id="rId317" Type="http://schemas.openxmlformats.org/officeDocument/2006/relationships/customXml" Target="../ink/ink264.xml"/><Relationship Id="rId8" Type="http://schemas.openxmlformats.org/officeDocument/2006/relationships/image" Target="../media/image114.png"/><Relationship Id="rId51" Type="http://schemas.openxmlformats.org/officeDocument/2006/relationships/customXml" Target="../ink/ink131.xml"/><Relationship Id="rId72" Type="http://schemas.openxmlformats.org/officeDocument/2006/relationships/image" Target="../media/image146.png"/><Relationship Id="rId93" Type="http://schemas.openxmlformats.org/officeDocument/2006/relationships/customXml" Target="../ink/ink152.xml"/><Relationship Id="rId98" Type="http://schemas.openxmlformats.org/officeDocument/2006/relationships/image" Target="../media/image159.png"/><Relationship Id="rId121" Type="http://schemas.openxmlformats.org/officeDocument/2006/relationships/customXml" Target="../ink/ink166.xml"/><Relationship Id="rId142" Type="http://schemas.openxmlformats.org/officeDocument/2006/relationships/image" Target="../media/image181.png"/><Relationship Id="rId163" Type="http://schemas.openxmlformats.org/officeDocument/2006/relationships/customXml" Target="../ink/ink187.xml"/><Relationship Id="rId184" Type="http://schemas.openxmlformats.org/officeDocument/2006/relationships/image" Target="../media/image202.png"/><Relationship Id="rId189" Type="http://schemas.openxmlformats.org/officeDocument/2006/relationships/customXml" Target="../ink/ink200.xml"/><Relationship Id="rId219" Type="http://schemas.openxmlformats.org/officeDocument/2006/relationships/customXml" Target="../ink/ink215.xml"/><Relationship Id="rId3" Type="http://schemas.openxmlformats.org/officeDocument/2006/relationships/customXml" Target="../ink/ink107.xml"/><Relationship Id="rId214" Type="http://schemas.openxmlformats.org/officeDocument/2006/relationships/image" Target="../media/image217.png"/><Relationship Id="rId230" Type="http://schemas.openxmlformats.org/officeDocument/2006/relationships/image" Target="../media/image225.png"/><Relationship Id="rId235" Type="http://schemas.openxmlformats.org/officeDocument/2006/relationships/customXml" Target="../ink/ink223.xml"/><Relationship Id="rId251" Type="http://schemas.openxmlformats.org/officeDocument/2006/relationships/customXml" Target="../ink/ink231.xml"/><Relationship Id="rId256" Type="http://schemas.openxmlformats.org/officeDocument/2006/relationships/image" Target="../media/image238.png"/><Relationship Id="rId277" Type="http://schemas.openxmlformats.org/officeDocument/2006/relationships/customXml" Target="../ink/ink244.xml"/><Relationship Id="rId298" Type="http://schemas.openxmlformats.org/officeDocument/2006/relationships/image" Target="../media/image259.png"/><Relationship Id="rId25" Type="http://schemas.openxmlformats.org/officeDocument/2006/relationships/customXml" Target="../ink/ink118.xml"/><Relationship Id="rId46" Type="http://schemas.openxmlformats.org/officeDocument/2006/relationships/image" Target="../media/image133.png"/><Relationship Id="rId67" Type="http://schemas.openxmlformats.org/officeDocument/2006/relationships/customXml" Target="../ink/ink139.xml"/><Relationship Id="rId116" Type="http://schemas.openxmlformats.org/officeDocument/2006/relationships/image" Target="../media/image168.png"/><Relationship Id="rId137" Type="http://schemas.openxmlformats.org/officeDocument/2006/relationships/customXml" Target="../ink/ink174.xml"/><Relationship Id="rId158" Type="http://schemas.openxmlformats.org/officeDocument/2006/relationships/image" Target="../media/image189.png"/><Relationship Id="rId272" Type="http://schemas.openxmlformats.org/officeDocument/2006/relationships/image" Target="../media/image246.png"/><Relationship Id="rId293" Type="http://schemas.openxmlformats.org/officeDocument/2006/relationships/customXml" Target="../ink/ink252.xml"/><Relationship Id="rId302" Type="http://schemas.openxmlformats.org/officeDocument/2006/relationships/image" Target="../media/image261.png"/><Relationship Id="rId307" Type="http://schemas.openxmlformats.org/officeDocument/2006/relationships/customXml" Target="../ink/ink259.xml"/><Relationship Id="rId20" Type="http://schemas.openxmlformats.org/officeDocument/2006/relationships/image" Target="../media/image120.png"/><Relationship Id="rId41" Type="http://schemas.openxmlformats.org/officeDocument/2006/relationships/customXml" Target="../ink/ink126.xml"/><Relationship Id="rId62" Type="http://schemas.openxmlformats.org/officeDocument/2006/relationships/image" Target="../media/image141.png"/><Relationship Id="rId83" Type="http://schemas.openxmlformats.org/officeDocument/2006/relationships/customXml" Target="../ink/ink147.xml"/><Relationship Id="rId88" Type="http://schemas.openxmlformats.org/officeDocument/2006/relationships/image" Target="../media/image154.png"/><Relationship Id="rId111" Type="http://schemas.openxmlformats.org/officeDocument/2006/relationships/customXml" Target="../ink/ink161.xml"/><Relationship Id="rId132" Type="http://schemas.openxmlformats.org/officeDocument/2006/relationships/image" Target="../media/image176.png"/><Relationship Id="rId153" Type="http://schemas.openxmlformats.org/officeDocument/2006/relationships/customXml" Target="../ink/ink182.xml"/><Relationship Id="rId174" Type="http://schemas.openxmlformats.org/officeDocument/2006/relationships/image" Target="../media/image197.png"/><Relationship Id="rId179" Type="http://schemas.openxmlformats.org/officeDocument/2006/relationships/customXml" Target="../ink/ink195.xml"/><Relationship Id="rId195" Type="http://schemas.openxmlformats.org/officeDocument/2006/relationships/customXml" Target="../ink/ink203.xml"/><Relationship Id="rId209" Type="http://schemas.openxmlformats.org/officeDocument/2006/relationships/customXml" Target="../ink/ink210.xml"/><Relationship Id="rId190" Type="http://schemas.openxmlformats.org/officeDocument/2006/relationships/image" Target="../media/image205.png"/><Relationship Id="rId204" Type="http://schemas.openxmlformats.org/officeDocument/2006/relationships/image" Target="../media/image212.png"/><Relationship Id="rId220" Type="http://schemas.openxmlformats.org/officeDocument/2006/relationships/image" Target="../media/image220.png"/><Relationship Id="rId225" Type="http://schemas.openxmlformats.org/officeDocument/2006/relationships/customXml" Target="../ink/ink218.xml"/><Relationship Id="rId241" Type="http://schemas.openxmlformats.org/officeDocument/2006/relationships/customXml" Target="../ink/ink226.xml"/><Relationship Id="rId246" Type="http://schemas.openxmlformats.org/officeDocument/2006/relationships/image" Target="../media/image233.png"/><Relationship Id="rId267" Type="http://schemas.openxmlformats.org/officeDocument/2006/relationships/customXml" Target="../ink/ink239.xml"/><Relationship Id="rId288" Type="http://schemas.openxmlformats.org/officeDocument/2006/relationships/image" Target="../media/image254.png"/><Relationship Id="rId15" Type="http://schemas.openxmlformats.org/officeDocument/2006/relationships/customXml" Target="../ink/ink113.xml"/><Relationship Id="rId36" Type="http://schemas.openxmlformats.org/officeDocument/2006/relationships/image" Target="../media/image128.png"/><Relationship Id="rId57" Type="http://schemas.openxmlformats.org/officeDocument/2006/relationships/customXml" Target="../ink/ink134.xml"/><Relationship Id="rId106" Type="http://schemas.openxmlformats.org/officeDocument/2006/relationships/image" Target="../media/image163.png"/><Relationship Id="rId127" Type="http://schemas.openxmlformats.org/officeDocument/2006/relationships/customXml" Target="../ink/ink169.xml"/><Relationship Id="rId262" Type="http://schemas.openxmlformats.org/officeDocument/2006/relationships/image" Target="../media/image241.png"/><Relationship Id="rId283" Type="http://schemas.openxmlformats.org/officeDocument/2006/relationships/customXml" Target="../ink/ink247.xml"/><Relationship Id="rId313" Type="http://schemas.openxmlformats.org/officeDocument/2006/relationships/customXml" Target="../ink/ink262.xml"/><Relationship Id="rId318" Type="http://schemas.openxmlformats.org/officeDocument/2006/relationships/image" Target="../media/image269.png"/><Relationship Id="rId10" Type="http://schemas.openxmlformats.org/officeDocument/2006/relationships/image" Target="../media/image115.png"/><Relationship Id="rId31" Type="http://schemas.openxmlformats.org/officeDocument/2006/relationships/customXml" Target="../ink/ink121.xml"/><Relationship Id="rId52" Type="http://schemas.openxmlformats.org/officeDocument/2006/relationships/image" Target="../media/image136.png"/><Relationship Id="rId73" Type="http://schemas.openxmlformats.org/officeDocument/2006/relationships/customXml" Target="../ink/ink142.xml"/><Relationship Id="rId78" Type="http://schemas.openxmlformats.org/officeDocument/2006/relationships/image" Target="../media/image149.png"/><Relationship Id="rId94" Type="http://schemas.openxmlformats.org/officeDocument/2006/relationships/image" Target="../media/image157.png"/><Relationship Id="rId99" Type="http://schemas.openxmlformats.org/officeDocument/2006/relationships/customXml" Target="../ink/ink155.xml"/><Relationship Id="rId101" Type="http://schemas.openxmlformats.org/officeDocument/2006/relationships/customXml" Target="../ink/ink156.xml"/><Relationship Id="rId122" Type="http://schemas.openxmlformats.org/officeDocument/2006/relationships/image" Target="../media/image171.png"/><Relationship Id="rId143" Type="http://schemas.openxmlformats.org/officeDocument/2006/relationships/customXml" Target="../ink/ink177.xml"/><Relationship Id="rId148" Type="http://schemas.openxmlformats.org/officeDocument/2006/relationships/image" Target="../media/image184.png"/><Relationship Id="rId164" Type="http://schemas.openxmlformats.org/officeDocument/2006/relationships/image" Target="../media/image192.png"/><Relationship Id="rId169" Type="http://schemas.openxmlformats.org/officeDocument/2006/relationships/customXml" Target="../ink/ink190.xml"/><Relationship Id="rId185" Type="http://schemas.openxmlformats.org/officeDocument/2006/relationships/customXml" Target="../ink/ink198.xml"/><Relationship Id="rId4" Type="http://schemas.openxmlformats.org/officeDocument/2006/relationships/image" Target="../media/image112.png"/><Relationship Id="rId9" Type="http://schemas.openxmlformats.org/officeDocument/2006/relationships/customXml" Target="../ink/ink110.xml"/><Relationship Id="rId180" Type="http://schemas.openxmlformats.org/officeDocument/2006/relationships/image" Target="../media/image200.png"/><Relationship Id="rId210" Type="http://schemas.openxmlformats.org/officeDocument/2006/relationships/image" Target="../media/image215.png"/><Relationship Id="rId215" Type="http://schemas.openxmlformats.org/officeDocument/2006/relationships/customXml" Target="../ink/ink213.xml"/><Relationship Id="rId236" Type="http://schemas.openxmlformats.org/officeDocument/2006/relationships/image" Target="../media/image228.png"/><Relationship Id="rId257" Type="http://schemas.openxmlformats.org/officeDocument/2006/relationships/customXml" Target="../ink/ink234.xml"/><Relationship Id="rId278" Type="http://schemas.openxmlformats.org/officeDocument/2006/relationships/image" Target="../media/image249.png"/><Relationship Id="rId26" Type="http://schemas.openxmlformats.org/officeDocument/2006/relationships/image" Target="../media/image123.png"/><Relationship Id="rId231" Type="http://schemas.openxmlformats.org/officeDocument/2006/relationships/customXml" Target="../ink/ink221.xml"/><Relationship Id="rId252" Type="http://schemas.openxmlformats.org/officeDocument/2006/relationships/image" Target="../media/image236.png"/><Relationship Id="rId273" Type="http://schemas.openxmlformats.org/officeDocument/2006/relationships/customXml" Target="../ink/ink242.xml"/><Relationship Id="rId294" Type="http://schemas.openxmlformats.org/officeDocument/2006/relationships/image" Target="../media/image257.png"/><Relationship Id="rId308" Type="http://schemas.openxmlformats.org/officeDocument/2006/relationships/image" Target="../media/image264.png"/><Relationship Id="rId47" Type="http://schemas.openxmlformats.org/officeDocument/2006/relationships/customXml" Target="../ink/ink129.xml"/><Relationship Id="rId68" Type="http://schemas.openxmlformats.org/officeDocument/2006/relationships/image" Target="../media/image144.png"/><Relationship Id="rId89" Type="http://schemas.openxmlformats.org/officeDocument/2006/relationships/customXml" Target="../ink/ink150.xml"/><Relationship Id="rId112" Type="http://schemas.openxmlformats.org/officeDocument/2006/relationships/image" Target="../media/image166.png"/><Relationship Id="rId133" Type="http://schemas.openxmlformats.org/officeDocument/2006/relationships/customXml" Target="../ink/ink172.xml"/><Relationship Id="rId154" Type="http://schemas.openxmlformats.org/officeDocument/2006/relationships/image" Target="../media/image187.png"/><Relationship Id="rId175" Type="http://schemas.openxmlformats.org/officeDocument/2006/relationships/customXml" Target="../ink/ink193.xml"/><Relationship Id="rId196" Type="http://schemas.openxmlformats.org/officeDocument/2006/relationships/image" Target="../media/image208.png"/><Relationship Id="rId200" Type="http://schemas.openxmlformats.org/officeDocument/2006/relationships/image" Target="../media/image210.png"/><Relationship Id="rId16" Type="http://schemas.openxmlformats.org/officeDocument/2006/relationships/image" Target="../media/image118.png"/><Relationship Id="rId221" Type="http://schemas.openxmlformats.org/officeDocument/2006/relationships/customXml" Target="../ink/ink216.xml"/><Relationship Id="rId242" Type="http://schemas.openxmlformats.org/officeDocument/2006/relationships/image" Target="../media/image231.png"/><Relationship Id="rId263" Type="http://schemas.openxmlformats.org/officeDocument/2006/relationships/customXml" Target="../ink/ink237.xml"/><Relationship Id="rId284" Type="http://schemas.openxmlformats.org/officeDocument/2006/relationships/image" Target="../media/image252.png"/><Relationship Id="rId37" Type="http://schemas.openxmlformats.org/officeDocument/2006/relationships/customXml" Target="../ink/ink124.xml"/><Relationship Id="rId58" Type="http://schemas.openxmlformats.org/officeDocument/2006/relationships/image" Target="../media/image139.png"/><Relationship Id="rId79" Type="http://schemas.openxmlformats.org/officeDocument/2006/relationships/customXml" Target="../ink/ink145.xml"/><Relationship Id="rId102" Type="http://schemas.openxmlformats.org/officeDocument/2006/relationships/image" Target="../media/image161.png"/><Relationship Id="rId123" Type="http://schemas.openxmlformats.org/officeDocument/2006/relationships/customXml" Target="../ink/ink167.xml"/><Relationship Id="rId144" Type="http://schemas.openxmlformats.org/officeDocument/2006/relationships/image" Target="../media/image182.png"/><Relationship Id="rId90" Type="http://schemas.openxmlformats.org/officeDocument/2006/relationships/image" Target="../media/image155.png"/><Relationship Id="rId165" Type="http://schemas.openxmlformats.org/officeDocument/2006/relationships/customXml" Target="../ink/ink188.xml"/><Relationship Id="rId186" Type="http://schemas.openxmlformats.org/officeDocument/2006/relationships/image" Target="../media/image203.png"/><Relationship Id="rId211" Type="http://schemas.openxmlformats.org/officeDocument/2006/relationships/customXml" Target="../ink/ink211.xml"/><Relationship Id="rId232" Type="http://schemas.openxmlformats.org/officeDocument/2006/relationships/image" Target="../media/image226.png"/><Relationship Id="rId253" Type="http://schemas.openxmlformats.org/officeDocument/2006/relationships/customXml" Target="../ink/ink232.xml"/><Relationship Id="rId274" Type="http://schemas.openxmlformats.org/officeDocument/2006/relationships/image" Target="../media/image247.png"/><Relationship Id="rId295" Type="http://schemas.openxmlformats.org/officeDocument/2006/relationships/customXml" Target="../ink/ink253.xml"/><Relationship Id="rId309" Type="http://schemas.openxmlformats.org/officeDocument/2006/relationships/customXml" Target="../ink/ink260.xml"/><Relationship Id="rId27" Type="http://schemas.openxmlformats.org/officeDocument/2006/relationships/customXml" Target="../ink/ink119.xml"/><Relationship Id="rId48" Type="http://schemas.openxmlformats.org/officeDocument/2006/relationships/image" Target="../media/image134.png"/><Relationship Id="rId69" Type="http://schemas.openxmlformats.org/officeDocument/2006/relationships/customXml" Target="../ink/ink140.xml"/><Relationship Id="rId113" Type="http://schemas.openxmlformats.org/officeDocument/2006/relationships/customXml" Target="../ink/ink162.xml"/><Relationship Id="rId134" Type="http://schemas.openxmlformats.org/officeDocument/2006/relationships/image" Target="../media/image177.png"/><Relationship Id="rId80" Type="http://schemas.openxmlformats.org/officeDocument/2006/relationships/image" Target="../media/image150.png"/><Relationship Id="rId155" Type="http://schemas.openxmlformats.org/officeDocument/2006/relationships/customXml" Target="../ink/ink183.xml"/><Relationship Id="rId176" Type="http://schemas.openxmlformats.org/officeDocument/2006/relationships/image" Target="../media/image198.png"/><Relationship Id="rId197" Type="http://schemas.openxmlformats.org/officeDocument/2006/relationships/customXml" Target="../ink/ink204.xml"/><Relationship Id="rId201" Type="http://schemas.openxmlformats.org/officeDocument/2006/relationships/customXml" Target="../ink/ink206.xml"/><Relationship Id="rId222" Type="http://schemas.openxmlformats.org/officeDocument/2006/relationships/image" Target="../media/image221.png"/><Relationship Id="rId243" Type="http://schemas.openxmlformats.org/officeDocument/2006/relationships/customXml" Target="../ink/ink227.xml"/><Relationship Id="rId264" Type="http://schemas.openxmlformats.org/officeDocument/2006/relationships/image" Target="../media/image242.png"/><Relationship Id="rId285" Type="http://schemas.openxmlformats.org/officeDocument/2006/relationships/customXml" Target="../ink/ink248.xml"/><Relationship Id="rId17" Type="http://schemas.openxmlformats.org/officeDocument/2006/relationships/customXml" Target="../ink/ink114.xml"/><Relationship Id="rId38" Type="http://schemas.openxmlformats.org/officeDocument/2006/relationships/image" Target="../media/image129.png"/><Relationship Id="rId59" Type="http://schemas.openxmlformats.org/officeDocument/2006/relationships/customXml" Target="../ink/ink135.xml"/><Relationship Id="rId103" Type="http://schemas.openxmlformats.org/officeDocument/2006/relationships/customXml" Target="../ink/ink157.xml"/><Relationship Id="rId124" Type="http://schemas.openxmlformats.org/officeDocument/2006/relationships/image" Target="../media/image172.png"/><Relationship Id="rId310" Type="http://schemas.openxmlformats.org/officeDocument/2006/relationships/image" Target="../media/image265.png"/><Relationship Id="rId70" Type="http://schemas.openxmlformats.org/officeDocument/2006/relationships/image" Target="../media/image145.png"/><Relationship Id="rId91" Type="http://schemas.openxmlformats.org/officeDocument/2006/relationships/customXml" Target="../ink/ink151.xml"/><Relationship Id="rId145" Type="http://schemas.openxmlformats.org/officeDocument/2006/relationships/customXml" Target="../ink/ink178.xml"/><Relationship Id="rId166" Type="http://schemas.openxmlformats.org/officeDocument/2006/relationships/image" Target="../media/image193.png"/><Relationship Id="rId187" Type="http://schemas.openxmlformats.org/officeDocument/2006/relationships/customXml" Target="../ink/ink199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6.png"/><Relationship Id="rId233" Type="http://schemas.openxmlformats.org/officeDocument/2006/relationships/customXml" Target="../ink/ink222.xml"/><Relationship Id="rId254" Type="http://schemas.openxmlformats.org/officeDocument/2006/relationships/image" Target="../media/image237.png"/><Relationship Id="rId28" Type="http://schemas.openxmlformats.org/officeDocument/2006/relationships/image" Target="../media/image124.png"/><Relationship Id="rId49" Type="http://schemas.openxmlformats.org/officeDocument/2006/relationships/customXml" Target="../ink/ink130.xml"/><Relationship Id="rId114" Type="http://schemas.openxmlformats.org/officeDocument/2006/relationships/image" Target="../media/image167.png"/><Relationship Id="rId275" Type="http://schemas.openxmlformats.org/officeDocument/2006/relationships/customXml" Target="../ink/ink243.xml"/><Relationship Id="rId296" Type="http://schemas.openxmlformats.org/officeDocument/2006/relationships/image" Target="../media/image258.png"/><Relationship Id="rId300" Type="http://schemas.openxmlformats.org/officeDocument/2006/relationships/image" Target="../media/image260.png"/><Relationship Id="rId60" Type="http://schemas.openxmlformats.org/officeDocument/2006/relationships/image" Target="../media/image140.png"/><Relationship Id="rId81" Type="http://schemas.openxmlformats.org/officeDocument/2006/relationships/customXml" Target="../ink/ink146.xml"/><Relationship Id="rId135" Type="http://schemas.openxmlformats.org/officeDocument/2006/relationships/customXml" Target="../ink/ink173.xml"/><Relationship Id="rId156" Type="http://schemas.openxmlformats.org/officeDocument/2006/relationships/image" Target="../media/image188.png"/><Relationship Id="rId177" Type="http://schemas.openxmlformats.org/officeDocument/2006/relationships/customXml" Target="../ink/ink194.xml"/><Relationship Id="rId198" Type="http://schemas.openxmlformats.org/officeDocument/2006/relationships/image" Target="../media/image209.png"/><Relationship Id="rId202" Type="http://schemas.openxmlformats.org/officeDocument/2006/relationships/image" Target="../media/image211.png"/><Relationship Id="rId223" Type="http://schemas.openxmlformats.org/officeDocument/2006/relationships/customXml" Target="../ink/ink217.xml"/><Relationship Id="rId244" Type="http://schemas.openxmlformats.org/officeDocument/2006/relationships/image" Target="../media/image232.png"/><Relationship Id="rId18" Type="http://schemas.openxmlformats.org/officeDocument/2006/relationships/image" Target="../media/image119.png"/><Relationship Id="rId39" Type="http://schemas.openxmlformats.org/officeDocument/2006/relationships/customXml" Target="../ink/ink125.xml"/><Relationship Id="rId265" Type="http://schemas.openxmlformats.org/officeDocument/2006/relationships/customXml" Target="../ink/ink238.xml"/><Relationship Id="rId286" Type="http://schemas.openxmlformats.org/officeDocument/2006/relationships/image" Target="../media/image253.png"/><Relationship Id="rId50" Type="http://schemas.openxmlformats.org/officeDocument/2006/relationships/image" Target="../media/image135.png"/><Relationship Id="rId104" Type="http://schemas.openxmlformats.org/officeDocument/2006/relationships/image" Target="../media/image162.png"/><Relationship Id="rId125" Type="http://schemas.openxmlformats.org/officeDocument/2006/relationships/customXml" Target="../ink/ink168.xml"/><Relationship Id="rId146" Type="http://schemas.openxmlformats.org/officeDocument/2006/relationships/image" Target="../media/image183.png"/><Relationship Id="rId167" Type="http://schemas.openxmlformats.org/officeDocument/2006/relationships/customXml" Target="../ink/ink189.xml"/><Relationship Id="rId188" Type="http://schemas.openxmlformats.org/officeDocument/2006/relationships/image" Target="../media/image204.png"/><Relationship Id="rId311" Type="http://schemas.openxmlformats.org/officeDocument/2006/relationships/customXml" Target="../ink/ink261.xml"/><Relationship Id="rId71" Type="http://schemas.openxmlformats.org/officeDocument/2006/relationships/customXml" Target="../ink/ink141.xml"/><Relationship Id="rId92" Type="http://schemas.openxmlformats.org/officeDocument/2006/relationships/image" Target="../media/image156.png"/><Relationship Id="rId213" Type="http://schemas.openxmlformats.org/officeDocument/2006/relationships/customXml" Target="../ink/ink212.xml"/><Relationship Id="rId234" Type="http://schemas.openxmlformats.org/officeDocument/2006/relationships/image" Target="../media/image227.png"/><Relationship Id="rId2" Type="http://schemas.openxmlformats.org/officeDocument/2006/relationships/image" Target="../media/image111.png"/><Relationship Id="rId29" Type="http://schemas.openxmlformats.org/officeDocument/2006/relationships/customXml" Target="../ink/ink120.xml"/><Relationship Id="rId255" Type="http://schemas.openxmlformats.org/officeDocument/2006/relationships/customXml" Target="../ink/ink233.xml"/><Relationship Id="rId276" Type="http://schemas.openxmlformats.org/officeDocument/2006/relationships/image" Target="../media/image248.png"/><Relationship Id="rId297" Type="http://schemas.openxmlformats.org/officeDocument/2006/relationships/customXml" Target="../ink/ink254.xml"/><Relationship Id="rId40" Type="http://schemas.openxmlformats.org/officeDocument/2006/relationships/image" Target="../media/image130.png"/><Relationship Id="rId115" Type="http://schemas.openxmlformats.org/officeDocument/2006/relationships/customXml" Target="../ink/ink163.xml"/><Relationship Id="rId136" Type="http://schemas.openxmlformats.org/officeDocument/2006/relationships/image" Target="../media/image178.png"/><Relationship Id="rId157" Type="http://schemas.openxmlformats.org/officeDocument/2006/relationships/customXml" Target="../ink/ink184.xml"/><Relationship Id="rId178" Type="http://schemas.openxmlformats.org/officeDocument/2006/relationships/image" Target="../media/image199.png"/><Relationship Id="rId301" Type="http://schemas.openxmlformats.org/officeDocument/2006/relationships/customXml" Target="../ink/ink25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6.xml"/><Relationship Id="rId117" Type="http://schemas.openxmlformats.org/officeDocument/2006/relationships/image" Target="../media/image323.png"/><Relationship Id="rId21" Type="http://schemas.openxmlformats.org/officeDocument/2006/relationships/image" Target="../media/image276.png"/><Relationship Id="rId42" Type="http://schemas.openxmlformats.org/officeDocument/2006/relationships/customXml" Target="../ink/ink284.xml"/><Relationship Id="rId47" Type="http://schemas.openxmlformats.org/officeDocument/2006/relationships/image" Target="../media/image289.png"/><Relationship Id="rId63" Type="http://schemas.openxmlformats.org/officeDocument/2006/relationships/image" Target="../media/image296.png"/><Relationship Id="rId68" Type="http://schemas.openxmlformats.org/officeDocument/2006/relationships/customXml" Target="../ink/ink297.xml"/><Relationship Id="rId84" Type="http://schemas.openxmlformats.org/officeDocument/2006/relationships/customXml" Target="../ink/ink305.xml"/><Relationship Id="rId89" Type="http://schemas.openxmlformats.org/officeDocument/2006/relationships/image" Target="../media/image309.png"/><Relationship Id="rId112" Type="http://schemas.openxmlformats.org/officeDocument/2006/relationships/customXml" Target="../ink/ink319.xml"/><Relationship Id="rId133" Type="http://schemas.openxmlformats.org/officeDocument/2006/relationships/image" Target="../media/image331.png"/><Relationship Id="rId138" Type="http://schemas.openxmlformats.org/officeDocument/2006/relationships/customXml" Target="../ink/ink332.xml"/><Relationship Id="rId154" Type="http://schemas.openxmlformats.org/officeDocument/2006/relationships/customXml" Target="../ink/ink340.xml"/><Relationship Id="rId159" Type="http://schemas.openxmlformats.org/officeDocument/2006/relationships/image" Target="../media/image344.png"/><Relationship Id="rId170" Type="http://schemas.openxmlformats.org/officeDocument/2006/relationships/customXml" Target="../ink/ink348.xml"/><Relationship Id="rId16" Type="http://schemas.openxmlformats.org/officeDocument/2006/relationships/customXml" Target="../ink/ink271.xml"/><Relationship Id="rId107" Type="http://schemas.openxmlformats.org/officeDocument/2006/relationships/image" Target="../media/image318.png"/><Relationship Id="rId11" Type="http://schemas.openxmlformats.org/officeDocument/2006/relationships/image" Target="../media/image271.png"/><Relationship Id="rId32" Type="http://schemas.openxmlformats.org/officeDocument/2006/relationships/customXml" Target="../ink/ink279.xml"/><Relationship Id="rId37" Type="http://schemas.openxmlformats.org/officeDocument/2006/relationships/image" Target="../media/image284.png"/><Relationship Id="rId53" Type="http://schemas.openxmlformats.org/officeDocument/2006/relationships/image" Target="../media/image291.png"/><Relationship Id="rId58" Type="http://schemas.openxmlformats.org/officeDocument/2006/relationships/customXml" Target="../ink/ink292.xml"/><Relationship Id="rId74" Type="http://schemas.openxmlformats.org/officeDocument/2006/relationships/customXml" Target="../ink/ink300.xml"/><Relationship Id="rId79" Type="http://schemas.openxmlformats.org/officeDocument/2006/relationships/image" Target="../media/image304.png"/><Relationship Id="rId102" Type="http://schemas.openxmlformats.org/officeDocument/2006/relationships/customXml" Target="../ink/ink314.xml"/><Relationship Id="rId123" Type="http://schemas.openxmlformats.org/officeDocument/2006/relationships/image" Target="../media/image326.png"/><Relationship Id="rId128" Type="http://schemas.openxmlformats.org/officeDocument/2006/relationships/customXml" Target="../ink/ink327.xml"/><Relationship Id="rId144" Type="http://schemas.openxmlformats.org/officeDocument/2006/relationships/customXml" Target="../ink/ink335.xml"/><Relationship Id="rId149" Type="http://schemas.openxmlformats.org/officeDocument/2006/relationships/image" Target="../media/image339.png"/><Relationship Id="rId5" Type="http://schemas.openxmlformats.org/officeDocument/2006/relationships/image" Target="../media/image1710.png"/><Relationship Id="rId90" Type="http://schemas.openxmlformats.org/officeDocument/2006/relationships/customXml" Target="../ink/ink308.xml"/><Relationship Id="rId95" Type="http://schemas.openxmlformats.org/officeDocument/2006/relationships/image" Target="../media/image312.png"/><Relationship Id="rId160" Type="http://schemas.openxmlformats.org/officeDocument/2006/relationships/customXml" Target="../ink/ink343.xml"/><Relationship Id="rId165" Type="http://schemas.openxmlformats.org/officeDocument/2006/relationships/image" Target="../media/image347.png"/><Relationship Id="rId22" Type="http://schemas.openxmlformats.org/officeDocument/2006/relationships/customXml" Target="../ink/ink274.xml"/><Relationship Id="rId27" Type="http://schemas.openxmlformats.org/officeDocument/2006/relationships/image" Target="../media/image279.png"/><Relationship Id="rId43" Type="http://schemas.openxmlformats.org/officeDocument/2006/relationships/image" Target="../media/image287.png"/><Relationship Id="rId48" Type="http://schemas.openxmlformats.org/officeDocument/2006/relationships/customXml" Target="../ink/ink287.xml"/><Relationship Id="rId64" Type="http://schemas.openxmlformats.org/officeDocument/2006/relationships/customXml" Target="../ink/ink295.xml"/><Relationship Id="rId69" Type="http://schemas.openxmlformats.org/officeDocument/2006/relationships/image" Target="../media/image299.png"/><Relationship Id="rId113" Type="http://schemas.openxmlformats.org/officeDocument/2006/relationships/image" Target="../media/image321.png"/><Relationship Id="rId118" Type="http://schemas.openxmlformats.org/officeDocument/2006/relationships/customXml" Target="../ink/ink322.xml"/><Relationship Id="rId134" Type="http://schemas.openxmlformats.org/officeDocument/2006/relationships/customXml" Target="../ink/ink330.xml"/><Relationship Id="rId139" Type="http://schemas.openxmlformats.org/officeDocument/2006/relationships/image" Target="../media/image334.png"/><Relationship Id="rId80" Type="http://schemas.openxmlformats.org/officeDocument/2006/relationships/customXml" Target="../ink/ink303.xml"/><Relationship Id="rId85" Type="http://schemas.openxmlformats.org/officeDocument/2006/relationships/image" Target="../media/image307.png"/><Relationship Id="rId150" Type="http://schemas.openxmlformats.org/officeDocument/2006/relationships/customXml" Target="../ink/ink338.xml"/><Relationship Id="rId155" Type="http://schemas.openxmlformats.org/officeDocument/2006/relationships/image" Target="../media/image342.png"/><Relationship Id="rId171" Type="http://schemas.openxmlformats.org/officeDocument/2006/relationships/image" Target="../media/image350.png"/><Relationship Id="rId12" Type="http://schemas.openxmlformats.org/officeDocument/2006/relationships/customXml" Target="../ink/ink269.xml"/><Relationship Id="rId17" Type="http://schemas.openxmlformats.org/officeDocument/2006/relationships/image" Target="../media/image274.png"/><Relationship Id="rId33" Type="http://schemas.openxmlformats.org/officeDocument/2006/relationships/image" Target="../media/image282.png"/><Relationship Id="rId38" Type="http://schemas.openxmlformats.org/officeDocument/2006/relationships/customXml" Target="../ink/ink282.xml"/><Relationship Id="rId59" Type="http://schemas.openxmlformats.org/officeDocument/2006/relationships/image" Target="../media/image294.png"/><Relationship Id="rId103" Type="http://schemas.openxmlformats.org/officeDocument/2006/relationships/image" Target="../media/image316.png"/><Relationship Id="rId108" Type="http://schemas.openxmlformats.org/officeDocument/2006/relationships/customXml" Target="../ink/ink317.xml"/><Relationship Id="rId124" Type="http://schemas.openxmlformats.org/officeDocument/2006/relationships/customXml" Target="../ink/ink325.xml"/><Relationship Id="rId129" Type="http://schemas.openxmlformats.org/officeDocument/2006/relationships/image" Target="../media/image329.png"/><Relationship Id="rId54" Type="http://schemas.openxmlformats.org/officeDocument/2006/relationships/customXml" Target="../ink/ink290.xml"/><Relationship Id="rId70" Type="http://schemas.openxmlformats.org/officeDocument/2006/relationships/customXml" Target="../ink/ink298.xml"/><Relationship Id="rId75" Type="http://schemas.openxmlformats.org/officeDocument/2006/relationships/image" Target="../media/image302.png"/><Relationship Id="rId91" Type="http://schemas.openxmlformats.org/officeDocument/2006/relationships/image" Target="../media/image310.png"/><Relationship Id="rId96" Type="http://schemas.openxmlformats.org/officeDocument/2006/relationships/customXml" Target="../ink/ink311.xml"/><Relationship Id="rId140" Type="http://schemas.openxmlformats.org/officeDocument/2006/relationships/customXml" Target="../ink/ink333.xml"/><Relationship Id="rId145" Type="http://schemas.openxmlformats.org/officeDocument/2006/relationships/image" Target="../media/image337.png"/><Relationship Id="rId161" Type="http://schemas.openxmlformats.org/officeDocument/2006/relationships/image" Target="../media/image345.png"/><Relationship Id="rId166" Type="http://schemas.openxmlformats.org/officeDocument/2006/relationships/customXml" Target="../ink/ink3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6.xml"/><Relationship Id="rId15" Type="http://schemas.openxmlformats.org/officeDocument/2006/relationships/image" Target="../media/image273.png"/><Relationship Id="rId23" Type="http://schemas.openxmlformats.org/officeDocument/2006/relationships/image" Target="../media/image277.png"/><Relationship Id="rId28" Type="http://schemas.openxmlformats.org/officeDocument/2006/relationships/customXml" Target="../ink/ink277.xml"/><Relationship Id="rId36" Type="http://schemas.openxmlformats.org/officeDocument/2006/relationships/customXml" Target="../ink/ink281.xml"/><Relationship Id="rId49" Type="http://schemas.openxmlformats.org/officeDocument/2006/relationships/image" Target="../media/image142.png"/><Relationship Id="rId57" Type="http://schemas.openxmlformats.org/officeDocument/2006/relationships/image" Target="../media/image293.png"/><Relationship Id="rId106" Type="http://schemas.openxmlformats.org/officeDocument/2006/relationships/customXml" Target="../ink/ink316.xml"/><Relationship Id="rId114" Type="http://schemas.openxmlformats.org/officeDocument/2006/relationships/customXml" Target="../ink/ink320.xml"/><Relationship Id="rId119" Type="http://schemas.openxmlformats.org/officeDocument/2006/relationships/image" Target="../media/image324.png"/><Relationship Id="rId127" Type="http://schemas.openxmlformats.org/officeDocument/2006/relationships/image" Target="../media/image328.png"/><Relationship Id="rId10" Type="http://schemas.openxmlformats.org/officeDocument/2006/relationships/customXml" Target="../ink/ink268.xml"/><Relationship Id="rId31" Type="http://schemas.openxmlformats.org/officeDocument/2006/relationships/image" Target="../media/image281.png"/><Relationship Id="rId44" Type="http://schemas.openxmlformats.org/officeDocument/2006/relationships/customXml" Target="../ink/ink285.xml"/><Relationship Id="rId52" Type="http://schemas.openxmlformats.org/officeDocument/2006/relationships/customXml" Target="../ink/ink289.xml"/><Relationship Id="rId60" Type="http://schemas.openxmlformats.org/officeDocument/2006/relationships/customXml" Target="../ink/ink293.xml"/><Relationship Id="rId65" Type="http://schemas.openxmlformats.org/officeDocument/2006/relationships/image" Target="../media/image297.png"/><Relationship Id="rId73" Type="http://schemas.openxmlformats.org/officeDocument/2006/relationships/image" Target="../media/image301.png"/><Relationship Id="rId78" Type="http://schemas.openxmlformats.org/officeDocument/2006/relationships/customXml" Target="../ink/ink302.xml"/><Relationship Id="rId81" Type="http://schemas.openxmlformats.org/officeDocument/2006/relationships/image" Target="../media/image305.png"/><Relationship Id="rId86" Type="http://schemas.openxmlformats.org/officeDocument/2006/relationships/customXml" Target="../ink/ink306.xml"/><Relationship Id="rId94" Type="http://schemas.openxmlformats.org/officeDocument/2006/relationships/customXml" Target="../ink/ink310.xml"/><Relationship Id="rId99" Type="http://schemas.openxmlformats.org/officeDocument/2006/relationships/image" Target="../media/image314.png"/><Relationship Id="rId101" Type="http://schemas.openxmlformats.org/officeDocument/2006/relationships/image" Target="../media/image315.png"/><Relationship Id="rId122" Type="http://schemas.openxmlformats.org/officeDocument/2006/relationships/customXml" Target="../ink/ink324.xml"/><Relationship Id="rId130" Type="http://schemas.openxmlformats.org/officeDocument/2006/relationships/customXml" Target="../ink/ink328.xml"/><Relationship Id="rId135" Type="http://schemas.openxmlformats.org/officeDocument/2006/relationships/image" Target="../media/image332.png"/><Relationship Id="rId143" Type="http://schemas.openxmlformats.org/officeDocument/2006/relationships/image" Target="../media/image336.png"/><Relationship Id="rId148" Type="http://schemas.openxmlformats.org/officeDocument/2006/relationships/customXml" Target="../ink/ink337.xml"/><Relationship Id="rId151" Type="http://schemas.openxmlformats.org/officeDocument/2006/relationships/image" Target="../media/image340.png"/><Relationship Id="rId156" Type="http://schemas.openxmlformats.org/officeDocument/2006/relationships/customXml" Target="../ink/ink341.xml"/><Relationship Id="rId164" Type="http://schemas.openxmlformats.org/officeDocument/2006/relationships/customXml" Target="../ink/ink345.xml"/><Relationship Id="rId169" Type="http://schemas.openxmlformats.org/officeDocument/2006/relationships/image" Target="../media/image349.png"/><Relationship Id="rId4" Type="http://schemas.openxmlformats.org/officeDocument/2006/relationships/customXml" Target="../ink/ink265.xml"/><Relationship Id="rId9" Type="http://schemas.openxmlformats.org/officeDocument/2006/relationships/image" Target="../media/image1910.png"/><Relationship Id="rId172" Type="http://schemas.openxmlformats.org/officeDocument/2006/relationships/customXml" Target="../ink/ink349.xml"/><Relationship Id="rId13" Type="http://schemas.openxmlformats.org/officeDocument/2006/relationships/image" Target="../media/image272.png"/><Relationship Id="rId18" Type="http://schemas.openxmlformats.org/officeDocument/2006/relationships/customXml" Target="../ink/ink272.xml"/><Relationship Id="rId39" Type="http://schemas.openxmlformats.org/officeDocument/2006/relationships/image" Target="../media/image285.png"/><Relationship Id="rId109" Type="http://schemas.openxmlformats.org/officeDocument/2006/relationships/image" Target="../media/image319.png"/><Relationship Id="rId34" Type="http://schemas.openxmlformats.org/officeDocument/2006/relationships/customXml" Target="../ink/ink280.xml"/><Relationship Id="rId50" Type="http://schemas.openxmlformats.org/officeDocument/2006/relationships/customXml" Target="../ink/ink288.xml"/><Relationship Id="rId55" Type="http://schemas.openxmlformats.org/officeDocument/2006/relationships/image" Target="../media/image292.png"/><Relationship Id="rId76" Type="http://schemas.openxmlformats.org/officeDocument/2006/relationships/customXml" Target="../ink/ink301.xml"/><Relationship Id="rId97" Type="http://schemas.openxmlformats.org/officeDocument/2006/relationships/image" Target="../media/image313.png"/><Relationship Id="rId104" Type="http://schemas.openxmlformats.org/officeDocument/2006/relationships/customXml" Target="../ink/ink315.xml"/><Relationship Id="rId120" Type="http://schemas.openxmlformats.org/officeDocument/2006/relationships/customXml" Target="../ink/ink323.xml"/><Relationship Id="rId125" Type="http://schemas.openxmlformats.org/officeDocument/2006/relationships/image" Target="../media/image327.png"/><Relationship Id="rId141" Type="http://schemas.openxmlformats.org/officeDocument/2006/relationships/image" Target="../media/image335.png"/><Relationship Id="rId146" Type="http://schemas.openxmlformats.org/officeDocument/2006/relationships/customXml" Target="../ink/ink336.xml"/><Relationship Id="rId167" Type="http://schemas.openxmlformats.org/officeDocument/2006/relationships/image" Target="../media/image348.png"/><Relationship Id="rId7" Type="http://schemas.openxmlformats.org/officeDocument/2006/relationships/image" Target="../media/image1810.png"/><Relationship Id="rId71" Type="http://schemas.openxmlformats.org/officeDocument/2006/relationships/image" Target="../media/image300.png"/><Relationship Id="rId92" Type="http://schemas.openxmlformats.org/officeDocument/2006/relationships/customXml" Target="../ink/ink309.xml"/><Relationship Id="rId162" Type="http://schemas.openxmlformats.org/officeDocument/2006/relationships/customXml" Target="../ink/ink344.xml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280.png"/><Relationship Id="rId24" Type="http://schemas.openxmlformats.org/officeDocument/2006/relationships/customXml" Target="../ink/ink275.xml"/><Relationship Id="rId40" Type="http://schemas.openxmlformats.org/officeDocument/2006/relationships/customXml" Target="../ink/ink283.xml"/><Relationship Id="rId45" Type="http://schemas.openxmlformats.org/officeDocument/2006/relationships/image" Target="../media/image288.png"/><Relationship Id="rId66" Type="http://schemas.openxmlformats.org/officeDocument/2006/relationships/customXml" Target="../ink/ink296.xml"/><Relationship Id="rId87" Type="http://schemas.openxmlformats.org/officeDocument/2006/relationships/image" Target="../media/image308.png"/><Relationship Id="rId110" Type="http://schemas.openxmlformats.org/officeDocument/2006/relationships/customXml" Target="../ink/ink318.xml"/><Relationship Id="rId115" Type="http://schemas.openxmlformats.org/officeDocument/2006/relationships/image" Target="../media/image322.png"/><Relationship Id="rId131" Type="http://schemas.openxmlformats.org/officeDocument/2006/relationships/image" Target="../media/image330.png"/><Relationship Id="rId136" Type="http://schemas.openxmlformats.org/officeDocument/2006/relationships/customXml" Target="../ink/ink331.xml"/><Relationship Id="rId157" Type="http://schemas.openxmlformats.org/officeDocument/2006/relationships/image" Target="../media/image343.png"/><Relationship Id="rId61" Type="http://schemas.openxmlformats.org/officeDocument/2006/relationships/image" Target="../media/image295.png"/><Relationship Id="rId82" Type="http://schemas.openxmlformats.org/officeDocument/2006/relationships/customXml" Target="../ink/ink304.xml"/><Relationship Id="rId152" Type="http://schemas.openxmlformats.org/officeDocument/2006/relationships/customXml" Target="../ink/ink339.xml"/><Relationship Id="rId173" Type="http://schemas.openxmlformats.org/officeDocument/2006/relationships/image" Target="../media/image351.png"/><Relationship Id="rId19" Type="http://schemas.openxmlformats.org/officeDocument/2006/relationships/image" Target="../media/image275.png"/><Relationship Id="rId14" Type="http://schemas.openxmlformats.org/officeDocument/2006/relationships/customXml" Target="../ink/ink270.xml"/><Relationship Id="rId30" Type="http://schemas.openxmlformats.org/officeDocument/2006/relationships/customXml" Target="../ink/ink278.xml"/><Relationship Id="rId35" Type="http://schemas.openxmlformats.org/officeDocument/2006/relationships/image" Target="../media/image283.png"/><Relationship Id="rId56" Type="http://schemas.openxmlformats.org/officeDocument/2006/relationships/customXml" Target="../ink/ink291.xml"/><Relationship Id="rId77" Type="http://schemas.openxmlformats.org/officeDocument/2006/relationships/image" Target="../media/image303.png"/><Relationship Id="rId100" Type="http://schemas.openxmlformats.org/officeDocument/2006/relationships/customXml" Target="../ink/ink313.xml"/><Relationship Id="rId105" Type="http://schemas.openxmlformats.org/officeDocument/2006/relationships/image" Target="../media/image317.png"/><Relationship Id="rId126" Type="http://schemas.openxmlformats.org/officeDocument/2006/relationships/customXml" Target="../ink/ink326.xml"/><Relationship Id="rId147" Type="http://schemas.openxmlformats.org/officeDocument/2006/relationships/image" Target="../media/image338.png"/><Relationship Id="rId168" Type="http://schemas.openxmlformats.org/officeDocument/2006/relationships/customXml" Target="../ink/ink347.xml"/><Relationship Id="rId8" Type="http://schemas.openxmlformats.org/officeDocument/2006/relationships/customXml" Target="../ink/ink267.xml"/><Relationship Id="rId51" Type="http://schemas.openxmlformats.org/officeDocument/2006/relationships/image" Target="../media/image290.png"/><Relationship Id="rId72" Type="http://schemas.openxmlformats.org/officeDocument/2006/relationships/customXml" Target="../ink/ink299.xml"/><Relationship Id="rId93" Type="http://schemas.openxmlformats.org/officeDocument/2006/relationships/image" Target="../media/image311.png"/><Relationship Id="rId98" Type="http://schemas.openxmlformats.org/officeDocument/2006/relationships/customXml" Target="../ink/ink312.xml"/><Relationship Id="rId121" Type="http://schemas.openxmlformats.org/officeDocument/2006/relationships/image" Target="../media/image325.png"/><Relationship Id="rId142" Type="http://schemas.openxmlformats.org/officeDocument/2006/relationships/customXml" Target="../ink/ink334.xml"/><Relationship Id="rId163" Type="http://schemas.openxmlformats.org/officeDocument/2006/relationships/image" Target="../media/image346.png"/><Relationship Id="rId3" Type="http://schemas.openxmlformats.org/officeDocument/2006/relationships/image" Target="../media/image270.png"/><Relationship Id="rId25" Type="http://schemas.openxmlformats.org/officeDocument/2006/relationships/image" Target="../media/image278.png"/><Relationship Id="rId46" Type="http://schemas.openxmlformats.org/officeDocument/2006/relationships/customXml" Target="../ink/ink286.xml"/><Relationship Id="rId67" Type="http://schemas.openxmlformats.org/officeDocument/2006/relationships/image" Target="../media/image298.png"/><Relationship Id="rId116" Type="http://schemas.openxmlformats.org/officeDocument/2006/relationships/customXml" Target="../ink/ink321.xml"/><Relationship Id="rId137" Type="http://schemas.openxmlformats.org/officeDocument/2006/relationships/image" Target="../media/image333.png"/><Relationship Id="rId158" Type="http://schemas.openxmlformats.org/officeDocument/2006/relationships/customXml" Target="../ink/ink342.xml"/><Relationship Id="rId20" Type="http://schemas.openxmlformats.org/officeDocument/2006/relationships/customXml" Target="../ink/ink273.xml"/><Relationship Id="rId41" Type="http://schemas.openxmlformats.org/officeDocument/2006/relationships/image" Target="../media/image286.png"/><Relationship Id="rId62" Type="http://schemas.openxmlformats.org/officeDocument/2006/relationships/customXml" Target="../ink/ink294.xml"/><Relationship Id="rId83" Type="http://schemas.openxmlformats.org/officeDocument/2006/relationships/image" Target="../media/image306.png"/><Relationship Id="rId88" Type="http://schemas.openxmlformats.org/officeDocument/2006/relationships/customXml" Target="../ink/ink307.xml"/><Relationship Id="rId111" Type="http://schemas.openxmlformats.org/officeDocument/2006/relationships/image" Target="../media/image320.png"/><Relationship Id="rId132" Type="http://schemas.openxmlformats.org/officeDocument/2006/relationships/customXml" Target="../ink/ink329.xml"/><Relationship Id="rId153" Type="http://schemas.openxmlformats.org/officeDocument/2006/relationships/image" Target="../media/image341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9.png"/><Relationship Id="rId299" Type="http://schemas.openxmlformats.org/officeDocument/2006/relationships/image" Target="../media/image499.png"/><Relationship Id="rId303" Type="http://schemas.openxmlformats.org/officeDocument/2006/relationships/image" Target="../media/image501.png"/><Relationship Id="rId21" Type="http://schemas.openxmlformats.org/officeDocument/2006/relationships/image" Target="../media/image361.png"/><Relationship Id="rId42" Type="http://schemas.openxmlformats.org/officeDocument/2006/relationships/customXml" Target="../ink/ink370.xml"/><Relationship Id="rId63" Type="http://schemas.openxmlformats.org/officeDocument/2006/relationships/image" Target="../media/image382.png"/><Relationship Id="rId84" Type="http://schemas.openxmlformats.org/officeDocument/2006/relationships/customXml" Target="../ink/ink391.xml"/><Relationship Id="rId138" Type="http://schemas.openxmlformats.org/officeDocument/2006/relationships/customXml" Target="../ink/ink418.xml"/><Relationship Id="rId159" Type="http://schemas.openxmlformats.org/officeDocument/2006/relationships/image" Target="../media/image429.png"/><Relationship Id="rId170" Type="http://schemas.openxmlformats.org/officeDocument/2006/relationships/customXml" Target="../ink/ink434.xml"/><Relationship Id="rId191" Type="http://schemas.openxmlformats.org/officeDocument/2006/relationships/image" Target="../media/image445.png"/><Relationship Id="rId205" Type="http://schemas.openxmlformats.org/officeDocument/2006/relationships/image" Target="../media/image452.png"/><Relationship Id="rId226" Type="http://schemas.openxmlformats.org/officeDocument/2006/relationships/customXml" Target="../ink/ink462.xml"/><Relationship Id="rId247" Type="http://schemas.openxmlformats.org/officeDocument/2006/relationships/image" Target="../media/image473.png"/><Relationship Id="rId107" Type="http://schemas.openxmlformats.org/officeDocument/2006/relationships/image" Target="../media/image404.png"/><Relationship Id="rId268" Type="http://schemas.openxmlformats.org/officeDocument/2006/relationships/customXml" Target="../ink/ink483.xml"/><Relationship Id="rId289" Type="http://schemas.openxmlformats.org/officeDocument/2006/relationships/image" Target="../media/image494.png"/><Relationship Id="rId11" Type="http://schemas.openxmlformats.org/officeDocument/2006/relationships/image" Target="../media/image356.png"/><Relationship Id="rId32" Type="http://schemas.openxmlformats.org/officeDocument/2006/relationships/customXml" Target="../ink/ink365.xml"/><Relationship Id="rId53" Type="http://schemas.openxmlformats.org/officeDocument/2006/relationships/image" Target="../media/image377.png"/><Relationship Id="rId74" Type="http://schemas.openxmlformats.org/officeDocument/2006/relationships/customXml" Target="../ink/ink386.xml"/><Relationship Id="rId128" Type="http://schemas.openxmlformats.org/officeDocument/2006/relationships/customXml" Target="../ink/ink413.xml"/><Relationship Id="rId149" Type="http://schemas.openxmlformats.org/officeDocument/2006/relationships/image" Target="../media/image424.png"/><Relationship Id="rId5" Type="http://schemas.openxmlformats.org/officeDocument/2006/relationships/image" Target="../media/image353.png"/><Relationship Id="rId95" Type="http://schemas.openxmlformats.org/officeDocument/2006/relationships/image" Target="../media/image398.png"/><Relationship Id="rId160" Type="http://schemas.openxmlformats.org/officeDocument/2006/relationships/customXml" Target="../ink/ink429.xml"/><Relationship Id="rId181" Type="http://schemas.openxmlformats.org/officeDocument/2006/relationships/image" Target="../media/image440.png"/><Relationship Id="rId216" Type="http://schemas.openxmlformats.org/officeDocument/2006/relationships/customXml" Target="../ink/ink457.xml"/><Relationship Id="rId237" Type="http://schemas.openxmlformats.org/officeDocument/2006/relationships/image" Target="../media/image468.png"/><Relationship Id="rId258" Type="http://schemas.openxmlformats.org/officeDocument/2006/relationships/customXml" Target="../ink/ink478.xml"/><Relationship Id="rId279" Type="http://schemas.openxmlformats.org/officeDocument/2006/relationships/image" Target="../media/image489.png"/><Relationship Id="rId22" Type="http://schemas.openxmlformats.org/officeDocument/2006/relationships/customXml" Target="../ink/ink360.xml"/><Relationship Id="rId43" Type="http://schemas.openxmlformats.org/officeDocument/2006/relationships/image" Target="../media/image372.png"/><Relationship Id="rId64" Type="http://schemas.openxmlformats.org/officeDocument/2006/relationships/customXml" Target="../ink/ink381.xml"/><Relationship Id="rId118" Type="http://schemas.openxmlformats.org/officeDocument/2006/relationships/customXml" Target="../ink/ink408.xml"/><Relationship Id="rId139" Type="http://schemas.openxmlformats.org/officeDocument/2006/relationships/image" Target="../media/image420.png"/><Relationship Id="rId290" Type="http://schemas.openxmlformats.org/officeDocument/2006/relationships/customXml" Target="../ink/ink494.xml"/><Relationship Id="rId85" Type="http://schemas.openxmlformats.org/officeDocument/2006/relationships/image" Target="../media/image393.png"/><Relationship Id="rId150" Type="http://schemas.openxmlformats.org/officeDocument/2006/relationships/customXml" Target="../ink/ink424.xml"/><Relationship Id="rId171" Type="http://schemas.openxmlformats.org/officeDocument/2006/relationships/image" Target="../media/image435.png"/><Relationship Id="rId192" Type="http://schemas.openxmlformats.org/officeDocument/2006/relationships/customXml" Target="../ink/ink445.xml"/><Relationship Id="rId206" Type="http://schemas.openxmlformats.org/officeDocument/2006/relationships/customXml" Target="../ink/ink452.xml"/><Relationship Id="rId227" Type="http://schemas.openxmlformats.org/officeDocument/2006/relationships/image" Target="../media/image463.png"/><Relationship Id="rId248" Type="http://schemas.openxmlformats.org/officeDocument/2006/relationships/customXml" Target="../ink/ink473.xml"/><Relationship Id="rId269" Type="http://schemas.openxmlformats.org/officeDocument/2006/relationships/image" Target="../media/image484.png"/><Relationship Id="rId12" Type="http://schemas.openxmlformats.org/officeDocument/2006/relationships/customXml" Target="../ink/ink355.xml"/><Relationship Id="rId33" Type="http://schemas.openxmlformats.org/officeDocument/2006/relationships/image" Target="../media/image367.png"/><Relationship Id="rId108" Type="http://schemas.openxmlformats.org/officeDocument/2006/relationships/customXml" Target="../ink/ink403.xml"/><Relationship Id="rId129" Type="http://schemas.openxmlformats.org/officeDocument/2006/relationships/image" Target="../media/image415.png"/><Relationship Id="rId280" Type="http://schemas.openxmlformats.org/officeDocument/2006/relationships/customXml" Target="../ink/ink489.xml"/><Relationship Id="rId54" Type="http://schemas.openxmlformats.org/officeDocument/2006/relationships/customXml" Target="../ink/ink376.xml"/><Relationship Id="rId75" Type="http://schemas.openxmlformats.org/officeDocument/2006/relationships/image" Target="../media/image388.png"/><Relationship Id="rId96" Type="http://schemas.openxmlformats.org/officeDocument/2006/relationships/customXml" Target="../ink/ink397.xml"/><Relationship Id="rId140" Type="http://schemas.openxmlformats.org/officeDocument/2006/relationships/customXml" Target="../ink/ink419.xml"/><Relationship Id="rId161" Type="http://schemas.openxmlformats.org/officeDocument/2006/relationships/image" Target="../media/image430.png"/><Relationship Id="rId182" Type="http://schemas.openxmlformats.org/officeDocument/2006/relationships/customXml" Target="../ink/ink440.xml"/><Relationship Id="rId217" Type="http://schemas.openxmlformats.org/officeDocument/2006/relationships/image" Target="../media/image458.png"/><Relationship Id="rId6" Type="http://schemas.openxmlformats.org/officeDocument/2006/relationships/customXml" Target="../ink/ink352.xml"/><Relationship Id="rId238" Type="http://schemas.openxmlformats.org/officeDocument/2006/relationships/customXml" Target="../ink/ink468.xml"/><Relationship Id="rId259" Type="http://schemas.openxmlformats.org/officeDocument/2006/relationships/image" Target="../media/image479.png"/><Relationship Id="rId23" Type="http://schemas.openxmlformats.org/officeDocument/2006/relationships/image" Target="../media/image362.png"/><Relationship Id="rId119" Type="http://schemas.openxmlformats.org/officeDocument/2006/relationships/image" Target="../media/image410.png"/><Relationship Id="rId270" Type="http://schemas.openxmlformats.org/officeDocument/2006/relationships/customXml" Target="../ink/ink484.xml"/><Relationship Id="rId291" Type="http://schemas.openxmlformats.org/officeDocument/2006/relationships/image" Target="../media/image495.png"/><Relationship Id="rId44" Type="http://schemas.openxmlformats.org/officeDocument/2006/relationships/customXml" Target="../ink/ink371.xml"/><Relationship Id="rId65" Type="http://schemas.openxmlformats.org/officeDocument/2006/relationships/image" Target="../media/image383.png"/><Relationship Id="rId86" Type="http://schemas.openxmlformats.org/officeDocument/2006/relationships/customXml" Target="../ink/ink392.xml"/><Relationship Id="rId130" Type="http://schemas.openxmlformats.org/officeDocument/2006/relationships/customXml" Target="../ink/ink414.xml"/><Relationship Id="rId151" Type="http://schemas.openxmlformats.org/officeDocument/2006/relationships/image" Target="../media/image425.png"/><Relationship Id="rId172" Type="http://schemas.openxmlformats.org/officeDocument/2006/relationships/customXml" Target="../ink/ink435.xml"/><Relationship Id="rId193" Type="http://schemas.openxmlformats.org/officeDocument/2006/relationships/image" Target="../media/image446.png"/><Relationship Id="rId207" Type="http://schemas.openxmlformats.org/officeDocument/2006/relationships/image" Target="../media/image453.png"/><Relationship Id="rId228" Type="http://schemas.openxmlformats.org/officeDocument/2006/relationships/customXml" Target="../ink/ink463.xml"/><Relationship Id="rId249" Type="http://schemas.openxmlformats.org/officeDocument/2006/relationships/image" Target="../media/image474.png"/><Relationship Id="rId13" Type="http://schemas.openxmlformats.org/officeDocument/2006/relationships/image" Target="../media/image357.png"/><Relationship Id="rId109" Type="http://schemas.openxmlformats.org/officeDocument/2006/relationships/image" Target="../media/image405.png"/><Relationship Id="rId260" Type="http://schemas.openxmlformats.org/officeDocument/2006/relationships/customXml" Target="../ink/ink479.xml"/><Relationship Id="rId281" Type="http://schemas.openxmlformats.org/officeDocument/2006/relationships/image" Target="../media/image490.png"/><Relationship Id="rId34" Type="http://schemas.openxmlformats.org/officeDocument/2006/relationships/customXml" Target="../ink/ink366.xml"/><Relationship Id="rId55" Type="http://schemas.openxmlformats.org/officeDocument/2006/relationships/image" Target="../media/image378.png"/><Relationship Id="rId76" Type="http://schemas.openxmlformats.org/officeDocument/2006/relationships/customXml" Target="../ink/ink387.xml"/><Relationship Id="rId97" Type="http://schemas.openxmlformats.org/officeDocument/2006/relationships/image" Target="../media/image399.png"/><Relationship Id="rId120" Type="http://schemas.openxmlformats.org/officeDocument/2006/relationships/customXml" Target="../ink/ink409.xml"/><Relationship Id="rId141" Type="http://schemas.openxmlformats.org/officeDocument/2006/relationships/image" Target="../media/image421.png"/><Relationship Id="rId7" Type="http://schemas.openxmlformats.org/officeDocument/2006/relationships/image" Target="../media/image354.png"/><Relationship Id="rId162" Type="http://schemas.openxmlformats.org/officeDocument/2006/relationships/customXml" Target="../ink/ink430.xml"/><Relationship Id="rId183" Type="http://schemas.openxmlformats.org/officeDocument/2006/relationships/image" Target="../media/image441.png"/><Relationship Id="rId218" Type="http://schemas.openxmlformats.org/officeDocument/2006/relationships/customXml" Target="../ink/ink458.xml"/><Relationship Id="rId239" Type="http://schemas.openxmlformats.org/officeDocument/2006/relationships/image" Target="../media/image469.png"/><Relationship Id="rId2" Type="http://schemas.openxmlformats.org/officeDocument/2006/relationships/customXml" Target="../ink/ink350.xml"/><Relationship Id="rId29" Type="http://schemas.openxmlformats.org/officeDocument/2006/relationships/image" Target="../media/image365.png"/><Relationship Id="rId250" Type="http://schemas.openxmlformats.org/officeDocument/2006/relationships/customXml" Target="../ink/ink474.xml"/><Relationship Id="rId255" Type="http://schemas.openxmlformats.org/officeDocument/2006/relationships/image" Target="../media/image477.png"/><Relationship Id="rId271" Type="http://schemas.openxmlformats.org/officeDocument/2006/relationships/image" Target="../media/image485.png"/><Relationship Id="rId276" Type="http://schemas.openxmlformats.org/officeDocument/2006/relationships/customXml" Target="../ink/ink487.xml"/><Relationship Id="rId292" Type="http://schemas.openxmlformats.org/officeDocument/2006/relationships/customXml" Target="../ink/ink495.xml"/><Relationship Id="rId297" Type="http://schemas.openxmlformats.org/officeDocument/2006/relationships/image" Target="../media/image498.png"/><Relationship Id="rId24" Type="http://schemas.openxmlformats.org/officeDocument/2006/relationships/customXml" Target="../ink/ink361.xml"/><Relationship Id="rId40" Type="http://schemas.openxmlformats.org/officeDocument/2006/relationships/customXml" Target="../ink/ink369.xml"/><Relationship Id="rId45" Type="http://schemas.openxmlformats.org/officeDocument/2006/relationships/image" Target="../media/image373.png"/><Relationship Id="rId66" Type="http://schemas.openxmlformats.org/officeDocument/2006/relationships/customXml" Target="../ink/ink382.xml"/><Relationship Id="rId87" Type="http://schemas.openxmlformats.org/officeDocument/2006/relationships/image" Target="../media/image394.png"/><Relationship Id="rId110" Type="http://schemas.openxmlformats.org/officeDocument/2006/relationships/customXml" Target="../ink/ink404.xml"/><Relationship Id="rId115" Type="http://schemas.openxmlformats.org/officeDocument/2006/relationships/image" Target="../media/image408.png"/><Relationship Id="rId131" Type="http://schemas.openxmlformats.org/officeDocument/2006/relationships/image" Target="../media/image416.png"/><Relationship Id="rId136" Type="http://schemas.openxmlformats.org/officeDocument/2006/relationships/customXml" Target="../ink/ink417.xml"/><Relationship Id="rId157" Type="http://schemas.openxmlformats.org/officeDocument/2006/relationships/image" Target="../media/image428.png"/><Relationship Id="rId178" Type="http://schemas.openxmlformats.org/officeDocument/2006/relationships/customXml" Target="../ink/ink438.xml"/><Relationship Id="rId301" Type="http://schemas.openxmlformats.org/officeDocument/2006/relationships/image" Target="../media/image500.png"/><Relationship Id="rId61" Type="http://schemas.openxmlformats.org/officeDocument/2006/relationships/image" Target="../media/image381.png"/><Relationship Id="rId82" Type="http://schemas.openxmlformats.org/officeDocument/2006/relationships/customXml" Target="../ink/ink390.xml"/><Relationship Id="rId152" Type="http://schemas.openxmlformats.org/officeDocument/2006/relationships/customXml" Target="../ink/ink425.xml"/><Relationship Id="rId173" Type="http://schemas.openxmlformats.org/officeDocument/2006/relationships/image" Target="../media/image436.png"/><Relationship Id="rId194" Type="http://schemas.openxmlformats.org/officeDocument/2006/relationships/customXml" Target="../ink/ink446.xml"/><Relationship Id="rId199" Type="http://schemas.openxmlformats.org/officeDocument/2006/relationships/image" Target="../media/image449.png"/><Relationship Id="rId203" Type="http://schemas.openxmlformats.org/officeDocument/2006/relationships/image" Target="../media/image451.png"/><Relationship Id="rId208" Type="http://schemas.openxmlformats.org/officeDocument/2006/relationships/customXml" Target="../ink/ink453.xml"/><Relationship Id="rId229" Type="http://schemas.openxmlformats.org/officeDocument/2006/relationships/image" Target="../media/image464.png"/><Relationship Id="rId19" Type="http://schemas.openxmlformats.org/officeDocument/2006/relationships/image" Target="../media/image360.png"/><Relationship Id="rId224" Type="http://schemas.openxmlformats.org/officeDocument/2006/relationships/customXml" Target="../ink/ink461.xml"/><Relationship Id="rId240" Type="http://schemas.openxmlformats.org/officeDocument/2006/relationships/customXml" Target="../ink/ink469.xml"/><Relationship Id="rId245" Type="http://schemas.openxmlformats.org/officeDocument/2006/relationships/image" Target="../media/image472.png"/><Relationship Id="rId261" Type="http://schemas.openxmlformats.org/officeDocument/2006/relationships/image" Target="../media/image480.png"/><Relationship Id="rId266" Type="http://schemas.openxmlformats.org/officeDocument/2006/relationships/customXml" Target="../ink/ink482.xml"/><Relationship Id="rId287" Type="http://schemas.openxmlformats.org/officeDocument/2006/relationships/image" Target="../media/image493.png"/><Relationship Id="rId14" Type="http://schemas.openxmlformats.org/officeDocument/2006/relationships/customXml" Target="../ink/ink356.xml"/><Relationship Id="rId30" Type="http://schemas.openxmlformats.org/officeDocument/2006/relationships/customXml" Target="../ink/ink364.xml"/><Relationship Id="rId35" Type="http://schemas.openxmlformats.org/officeDocument/2006/relationships/image" Target="../media/image368.png"/><Relationship Id="rId56" Type="http://schemas.openxmlformats.org/officeDocument/2006/relationships/customXml" Target="../ink/ink377.xml"/><Relationship Id="rId77" Type="http://schemas.openxmlformats.org/officeDocument/2006/relationships/image" Target="../media/image389.png"/><Relationship Id="rId100" Type="http://schemas.openxmlformats.org/officeDocument/2006/relationships/customXml" Target="../ink/ink399.xml"/><Relationship Id="rId105" Type="http://schemas.openxmlformats.org/officeDocument/2006/relationships/image" Target="../media/image403.png"/><Relationship Id="rId126" Type="http://schemas.openxmlformats.org/officeDocument/2006/relationships/customXml" Target="../ink/ink412.xml"/><Relationship Id="rId147" Type="http://schemas.openxmlformats.org/officeDocument/2006/relationships/image" Target="../media/image142.png"/><Relationship Id="rId168" Type="http://schemas.openxmlformats.org/officeDocument/2006/relationships/customXml" Target="../ink/ink433.xml"/><Relationship Id="rId282" Type="http://schemas.openxmlformats.org/officeDocument/2006/relationships/customXml" Target="../ink/ink490.xml"/><Relationship Id="rId8" Type="http://schemas.openxmlformats.org/officeDocument/2006/relationships/customXml" Target="../ink/ink353.xml"/><Relationship Id="rId51" Type="http://schemas.openxmlformats.org/officeDocument/2006/relationships/image" Target="../media/image376.png"/><Relationship Id="rId72" Type="http://schemas.openxmlformats.org/officeDocument/2006/relationships/customXml" Target="../ink/ink385.xml"/><Relationship Id="rId93" Type="http://schemas.openxmlformats.org/officeDocument/2006/relationships/image" Target="../media/image397.png"/><Relationship Id="rId98" Type="http://schemas.openxmlformats.org/officeDocument/2006/relationships/customXml" Target="../ink/ink398.xml"/><Relationship Id="rId121" Type="http://schemas.openxmlformats.org/officeDocument/2006/relationships/image" Target="../media/image411.png"/><Relationship Id="rId142" Type="http://schemas.openxmlformats.org/officeDocument/2006/relationships/customXml" Target="../ink/ink420.xml"/><Relationship Id="rId163" Type="http://schemas.openxmlformats.org/officeDocument/2006/relationships/image" Target="../media/image431.png"/><Relationship Id="rId184" Type="http://schemas.openxmlformats.org/officeDocument/2006/relationships/customXml" Target="../ink/ink441.xml"/><Relationship Id="rId189" Type="http://schemas.openxmlformats.org/officeDocument/2006/relationships/image" Target="../media/image444.png"/><Relationship Id="rId219" Type="http://schemas.openxmlformats.org/officeDocument/2006/relationships/image" Target="../media/image459.png"/><Relationship Id="rId3" Type="http://schemas.openxmlformats.org/officeDocument/2006/relationships/image" Target="../media/image352.png"/><Relationship Id="rId214" Type="http://schemas.openxmlformats.org/officeDocument/2006/relationships/customXml" Target="../ink/ink456.xml"/><Relationship Id="rId230" Type="http://schemas.openxmlformats.org/officeDocument/2006/relationships/customXml" Target="../ink/ink464.xml"/><Relationship Id="rId235" Type="http://schemas.openxmlformats.org/officeDocument/2006/relationships/image" Target="../media/image467.png"/><Relationship Id="rId251" Type="http://schemas.openxmlformats.org/officeDocument/2006/relationships/image" Target="../media/image475.png"/><Relationship Id="rId256" Type="http://schemas.openxmlformats.org/officeDocument/2006/relationships/customXml" Target="../ink/ink477.xml"/><Relationship Id="rId277" Type="http://schemas.openxmlformats.org/officeDocument/2006/relationships/image" Target="../media/image488.png"/><Relationship Id="rId298" Type="http://schemas.openxmlformats.org/officeDocument/2006/relationships/customXml" Target="../ink/ink498.xml"/><Relationship Id="rId25" Type="http://schemas.openxmlformats.org/officeDocument/2006/relationships/image" Target="../media/image363.png"/><Relationship Id="rId46" Type="http://schemas.openxmlformats.org/officeDocument/2006/relationships/customXml" Target="../ink/ink372.xml"/><Relationship Id="rId67" Type="http://schemas.openxmlformats.org/officeDocument/2006/relationships/image" Target="../media/image384.png"/><Relationship Id="rId116" Type="http://schemas.openxmlformats.org/officeDocument/2006/relationships/customXml" Target="../ink/ink407.xml"/><Relationship Id="rId137" Type="http://schemas.openxmlformats.org/officeDocument/2006/relationships/image" Target="../media/image419.png"/><Relationship Id="rId158" Type="http://schemas.openxmlformats.org/officeDocument/2006/relationships/customXml" Target="../ink/ink428.xml"/><Relationship Id="rId272" Type="http://schemas.openxmlformats.org/officeDocument/2006/relationships/customXml" Target="../ink/ink485.xml"/><Relationship Id="rId293" Type="http://schemas.openxmlformats.org/officeDocument/2006/relationships/image" Target="../media/image496.png"/><Relationship Id="rId302" Type="http://schemas.openxmlformats.org/officeDocument/2006/relationships/customXml" Target="../ink/ink500.xml"/><Relationship Id="rId20" Type="http://schemas.openxmlformats.org/officeDocument/2006/relationships/customXml" Target="../ink/ink359.xml"/><Relationship Id="rId41" Type="http://schemas.openxmlformats.org/officeDocument/2006/relationships/image" Target="../media/image371.png"/><Relationship Id="rId62" Type="http://schemas.openxmlformats.org/officeDocument/2006/relationships/customXml" Target="../ink/ink380.xml"/><Relationship Id="rId83" Type="http://schemas.openxmlformats.org/officeDocument/2006/relationships/image" Target="../media/image392.png"/><Relationship Id="rId88" Type="http://schemas.openxmlformats.org/officeDocument/2006/relationships/customXml" Target="../ink/ink393.xml"/><Relationship Id="rId111" Type="http://schemas.openxmlformats.org/officeDocument/2006/relationships/image" Target="../media/image406.png"/><Relationship Id="rId132" Type="http://schemas.openxmlformats.org/officeDocument/2006/relationships/customXml" Target="../ink/ink415.xml"/><Relationship Id="rId153" Type="http://schemas.openxmlformats.org/officeDocument/2006/relationships/image" Target="../media/image426.png"/><Relationship Id="rId174" Type="http://schemas.openxmlformats.org/officeDocument/2006/relationships/customXml" Target="../ink/ink436.xml"/><Relationship Id="rId179" Type="http://schemas.openxmlformats.org/officeDocument/2006/relationships/image" Target="../media/image439.png"/><Relationship Id="rId195" Type="http://schemas.openxmlformats.org/officeDocument/2006/relationships/image" Target="../media/image447.png"/><Relationship Id="rId209" Type="http://schemas.openxmlformats.org/officeDocument/2006/relationships/image" Target="../media/image454.png"/><Relationship Id="rId190" Type="http://schemas.openxmlformats.org/officeDocument/2006/relationships/customXml" Target="../ink/ink444.xml"/><Relationship Id="rId204" Type="http://schemas.openxmlformats.org/officeDocument/2006/relationships/customXml" Target="../ink/ink451.xml"/><Relationship Id="rId220" Type="http://schemas.openxmlformats.org/officeDocument/2006/relationships/customXml" Target="../ink/ink459.xml"/><Relationship Id="rId225" Type="http://schemas.openxmlformats.org/officeDocument/2006/relationships/image" Target="../media/image462.png"/><Relationship Id="rId241" Type="http://schemas.openxmlformats.org/officeDocument/2006/relationships/image" Target="../media/image470.png"/><Relationship Id="rId246" Type="http://schemas.openxmlformats.org/officeDocument/2006/relationships/customXml" Target="../ink/ink472.xml"/><Relationship Id="rId267" Type="http://schemas.openxmlformats.org/officeDocument/2006/relationships/image" Target="../media/image483.png"/><Relationship Id="rId288" Type="http://schemas.openxmlformats.org/officeDocument/2006/relationships/customXml" Target="../ink/ink493.xml"/><Relationship Id="rId15" Type="http://schemas.openxmlformats.org/officeDocument/2006/relationships/image" Target="../media/image358.png"/><Relationship Id="rId36" Type="http://schemas.openxmlformats.org/officeDocument/2006/relationships/customXml" Target="../ink/ink367.xml"/><Relationship Id="rId57" Type="http://schemas.openxmlformats.org/officeDocument/2006/relationships/image" Target="../media/image379.png"/><Relationship Id="rId106" Type="http://schemas.openxmlformats.org/officeDocument/2006/relationships/customXml" Target="../ink/ink402.xml"/><Relationship Id="rId127" Type="http://schemas.openxmlformats.org/officeDocument/2006/relationships/image" Target="../media/image414.png"/><Relationship Id="rId262" Type="http://schemas.openxmlformats.org/officeDocument/2006/relationships/customXml" Target="../ink/ink480.xml"/><Relationship Id="rId283" Type="http://schemas.openxmlformats.org/officeDocument/2006/relationships/image" Target="../media/image491.png"/><Relationship Id="rId10" Type="http://schemas.openxmlformats.org/officeDocument/2006/relationships/customXml" Target="../ink/ink354.xml"/><Relationship Id="rId31" Type="http://schemas.openxmlformats.org/officeDocument/2006/relationships/image" Target="../media/image366.png"/><Relationship Id="rId52" Type="http://schemas.openxmlformats.org/officeDocument/2006/relationships/customXml" Target="../ink/ink375.xml"/><Relationship Id="rId73" Type="http://schemas.openxmlformats.org/officeDocument/2006/relationships/image" Target="../media/image387.png"/><Relationship Id="rId78" Type="http://schemas.openxmlformats.org/officeDocument/2006/relationships/customXml" Target="../ink/ink388.xml"/><Relationship Id="rId94" Type="http://schemas.openxmlformats.org/officeDocument/2006/relationships/customXml" Target="../ink/ink396.xml"/><Relationship Id="rId99" Type="http://schemas.openxmlformats.org/officeDocument/2006/relationships/image" Target="../media/image400.png"/><Relationship Id="rId101" Type="http://schemas.openxmlformats.org/officeDocument/2006/relationships/image" Target="../media/image401.png"/><Relationship Id="rId122" Type="http://schemas.openxmlformats.org/officeDocument/2006/relationships/customXml" Target="../ink/ink410.xml"/><Relationship Id="rId143" Type="http://schemas.openxmlformats.org/officeDocument/2006/relationships/image" Target="../media/image422.png"/><Relationship Id="rId148" Type="http://schemas.openxmlformats.org/officeDocument/2006/relationships/customXml" Target="../ink/ink423.xml"/><Relationship Id="rId164" Type="http://schemas.openxmlformats.org/officeDocument/2006/relationships/customXml" Target="../ink/ink431.xml"/><Relationship Id="rId169" Type="http://schemas.openxmlformats.org/officeDocument/2006/relationships/image" Target="../media/image434.png"/><Relationship Id="rId185" Type="http://schemas.openxmlformats.org/officeDocument/2006/relationships/image" Target="../media/image442.png"/><Relationship Id="rId4" Type="http://schemas.openxmlformats.org/officeDocument/2006/relationships/customXml" Target="../ink/ink351.xml"/><Relationship Id="rId9" Type="http://schemas.openxmlformats.org/officeDocument/2006/relationships/image" Target="../media/image355.png"/><Relationship Id="rId180" Type="http://schemas.openxmlformats.org/officeDocument/2006/relationships/customXml" Target="../ink/ink439.xml"/><Relationship Id="rId210" Type="http://schemas.openxmlformats.org/officeDocument/2006/relationships/customXml" Target="../ink/ink454.xml"/><Relationship Id="rId215" Type="http://schemas.openxmlformats.org/officeDocument/2006/relationships/image" Target="../media/image457.png"/><Relationship Id="rId236" Type="http://schemas.openxmlformats.org/officeDocument/2006/relationships/customXml" Target="../ink/ink467.xml"/><Relationship Id="rId257" Type="http://schemas.openxmlformats.org/officeDocument/2006/relationships/image" Target="../media/image478.png"/><Relationship Id="rId278" Type="http://schemas.openxmlformats.org/officeDocument/2006/relationships/customXml" Target="../ink/ink488.xml"/><Relationship Id="rId26" Type="http://schemas.openxmlformats.org/officeDocument/2006/relationships/customXml" Target="../ink/ink362.xml"/><Relationship Id="rId231" Type="http://schemas.openxmlformats.org/officeDocument/2006/relationships/image" Target="../media/image465.png"/><Relationship Id="rId252" Type="http://schemas.openxmlformats.org/officeDocument/2006/relationships/customXml" Target="../ink/ink475.xml"/><Relationship Id="rId273" Type="http://schemas.openxmlformats.org/officeDocument/2006/relationships/image" Target="../media/image486.png"/><Relationship Id="rId294" Type="http://schemas.openxmlformats.org/officeDocument/2006/relationships/customXml" Target="../ink/ink496.xml"/><Relationship Id="rId47" Type="http://schemas.openxmlformats.org/officeDocument/2006/relationships/image" Target="../media/image374.png"/><Relationship Id="rId68" Type="http://schemas.openxmlformats.org/officeDocument/2006/relationships/customXml" Target="../ink/ink383.xml"/><Relationship Id="rId89" Type="http://schemas.openxmlformats.org/officeDocument/2006/relationships/image" Target="../media/image395.png"/><Relationship Id="rId112" Type="http://schemas.openxmlformats.org/officeDocument/2006/relationships/customXml" Target="../ink/ink405.xml"/><Relationship Id="rId133" Type="http://schemas.openxmlformats.org/officeDocument/2006/relationships/image" Target="../media/image417.png"/><Relationship Id="rId154" Type="http://schemas.openxmlformats.org/officeDocument/2006/relationships/customXml" Target="../ink/ink426.xml"/><Relationship Id="rId175" Type="http://schemas.openxmlformats.org/officeDocument/2006/relationships/image" Target="../media/image437.png"/><Relationship Id="rId196" Type="http://schemas.openxmlformats.org/officeDocument/2006/relationships/customXml" Target="../ink/ink447.xml"/><Relationship Id="rId200" Type="http://schemas.openxmlformats.org/officeDocument/2006/relationships/customXml" Target="../ink/ink449.xml"/><Relationship Id="rId16" Type="http://schemas.openxmlformats.org/officeDocument/2006/relationships/customXml" Target="../ink/ink357.xml"/><Relationship Id="rId221" Type="http://schemas.openxmlformats.org/officeDocument/2006/relationships/image" Target="../media/image460.png"/><Relationship Id="rId242" Type="http://schemas.openxmlformats.org/officeDocument/2006/relationships/customXml" Target="../ink/ink470.xml"/><Relationship Id="rId263" Type="http://schemas.openxmlformats.org/officeDocument/2006/relationships/image" Target="../media/image481.png"/><Relationship Id="rId284" Type="http://schemas.openxmlformats.org/officeDocument/2006/relationships/customXml" Target="../ink/ink491.xml"/><Relationship Id="rId37" Type="http://schemas.openxmlformats.org/officeDocument/2006/relationships/image" Target="../media/image369.png"/><Relationship Id="rId58" Type="http://schemas.openxmlformats.org/officeDocument/2006/relationships/customXml" Target="../ink/ink378.xml"/><Relationship Id="rId79" Type="http://schemas.openxmlformats.org/officeDocument/2006/relationships/image" Target="../media/image390.png"/><Relationship Id="rId102" Type="http://schemas.openxmlformats.org/officeDocument/2006/relationships/customXml" Target="../ink/ink400.xml"/><Relationship Id="rId123" Type="http://schemas.openxmlformats.org/officeDocument/2006/relationships/image" Target="../media/image412.png"/><Relationship Id="rId144" Type="http://schemas.openxmlformats.org/officeDocument/2006/relationships/customXml" Target="../ink/ink421.xml"/><Relationship Id="rId90" Type="http://schemas.openxmlformats.org/officeDocument/2006/relationships/customXml" Target="../ink/ink394.xml"/><Relationship Id="rId165" Type="http://schemas.openxmlformats.org/officeDocument/2006/relationships/image" Target="../media/image432.png"/><Relationship Id="rId186" Type="http://schemas.openxmlformats.org/officeDocument/2006/relationships/customXml" Target="../ink/ink442.xml"/><Relationship Id="rId211" Type="http://schemas.openxmlformats.org/officeDocument/2006/relationships/image" Target="../media/image455.png"/><Relationship Id="rId232" Type="http://schemas.openxmlformats.org/officeDocument/2006/relationships/customXml" Target="../ink/ink465.xml"/><Relationship Id="rId253" Type="http://schemas.openxmlformats.org/officeDocument/2006/relationships/image" Target="../media/image476.png"/><Relationship Id="rId274" Type="http://schemas.openxmlformats.org/officeDocument/2006/relationships/customXml" Target="../ink/ink486.xml"/><Relationship Id="rId295" Type="http://schemas.openxmlformats.org/officeDocument/2006/relationships/image" Target="../media/image497.png"/><Relationship Id="rId27" Type="http://schemas.openxmlformats.org/officeDocument/2006/relationships/image" Target="../media/image364.png"/><Relationship Id="rId48" Type="http://schemas.openxmlformats.org/officeDocument/2006/relationships/customXml" Target="../ink/ink373.xml"/><Relationship Id="rId69" Type="http://schemas.openxmlformats.org/officeDocument/2006/relationships/image" Target="../media/image385.png"/><Relationship Id="rId113" Type="http://schemas.openxmlformats.org/officeDocument/2006/relationships/image" Target="../media/image407.png"/><Relationship Id="rId134" Type="http://schemas.openxmlformats.org/officeDocument/2006/relationships/customXml" Target="../ink/ink416.xml"/><Relationship Id="rId80" Type="http://schemas.openxmlformats.org/officeDocument/2006/relationships/customXml" Target="../ink/ink389.xml"/><Relationship Id="rId155" Type="http://schemas.openxmlformats.org/officeDocument/2006/relationships/image" Target="../media/image427.png"/><Relationship Id="rId176" Type="http://schemas.openxmlformats.org/officeDocument/2006/relationships/customXml" Target="../ink/ink437.xml"/><Relationship Id="rId197" Type="http://schemas.openxmlformats.org/officeDocument/2006/relationships/image" Target="../media/image448.png"/><Relationship Id="rId201" Type="http://schemas.openxmlformats.org/officeDocument/2006/relationships/image" Target="../media/image450.png"/><Relationship Id="rId222" Type="http://schemas.openxmlformats.org/officeDocument/2006/relationships/customXml" Target="../ink/ink460.xml"/><Relationship Id="rId243" Type="http://schemas.openxmlformats.org/officeDocument/2006/relationships/image" Target="../media/image471.png"/><Relationship Id="rId264" Type="http://schemas.openxmlformats.org/officeDocument/2006/relationships/customXml" Target="../ink/ink481.xml"/><Relationship Id="rId285" Type="http://schemas.openxmlformats.org/officeDocument/2006/relationships/image" Target="../media/image492.png"/><Relationship Id="rId17" Type="http://schemas.openxmlformats.org/officeDocument/2006/relationships/image" Target="../media/image359.png"/><Relationship Id="rId38" Type="http://schemas.openxmlformats.org/officeDocument/2006/relationships/customXml" Target="../ink/ink368.xml"/><Relationship Id="rId59" Type="http://schemas.openxmlformats.org/officeDocument/2006/relationships/image" Target="../media/image380.png"/><Relationship Id="rId103" Type="http://schemas.openxmlformats.org/officeDocument/2006/relationships/image" Target="../media/image402.png"/><Relationship Id="rId124" Type="http://schemas.openxmlformats.org/officeDocument/2006/relationships/customXml" Target="../ink/ink411.xml"/><Relationship Id="rId70" Type="http://schemas.openxmlformats.org/officeDocument/2006/relationships/customXml" Target="../ink/ink384.xml"/><Relationship Id="rId91" Type="http://schemas.openxmlformats.org/officeDocument/2006/relationships/image" Target="../media/image396.png"/><Relationship Id="rId145" Type="http://schemas.openxmlformats.org/officeDocument/2006/relationships/image" Target="../media/image423.png"/><Relationship Id="rId166" Type="http://schemas.openxmlformats.org/officeDocument/2006/relationships/customXml" Target="../ink/ink432.xml"/><Relationship Id="rId187" Type="http://schemas.openxmlformats.org/officeDocument/2006/relationships/image" Target="../media/image44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55.xml"/><Relationship Id="rId233" Type="http://schemas.openxmlformats.org/officeDocument/2006/relationships/image" Target="../media/image466.png"/><Relationship Id="rId254" Type="http://schemas.openxmlformats.org/officeDocument/2006/relationships/customXml" Target="../ink/ink476.xml"/><Relationship Id="rId28" Type="http://schemas.openxmlformats.org/officeDocument/2006/relationships/customXml" Target="../ink/ink363.xml"/><Relationship Id="rId49" Type="http://schemas.openxmlformats.org/officeDocument/2006/relationships/image" Target="../media/image375.png"/><Relationship Id="rId114" Type="http://schemas.openxmlformats.org/officeDocument/2006/relationships/customXml" Target="../ink/ink406.xml"/><Relationship Id="rId275" Type="http://schemas.openxmlformats.org/officeDocument/2006/relationships/image" Target="../media/image487.png"/><Relationship Id="rId296" Type="http://schemas.openxmlformats.org/officeDocument/2006/relationships/customXml" Target="../ink/ink497.xml"/><Relationship Id="rId300" Type="http://schemas.openxmlformats.org/officeDocument/2006/relationships/customXml" Target="../ink/ink499.xml"/><Relationship Id="rId60" Type="http://schemas.openxmlformats.org/officeDocument/2006/relationships/customXml" Target="../ink/ink379.xml"/><Relationship Id="rId81" Type="http://schemas.openxmlformats.org/officeDocument/2006/relationships/image" Target="../media/image391.png"/><Relationship Id="rId135" Type="http://schemas.openxmlformats.org/officeDocument/2006/relationships/image" Target="../media/image418.png"/><Relationship Id="rId156" Type="http://schemas.openxmlformats.org/officeDocument/2006/relationships/customXml" Target="../ink/ink427.xml"/><Relationship Id="rId177" Type="http://schemas.openxmlformats.org/officeDocument/2006/relationships/image" Target="../media/image438.png"/><Relationship Id="rId198" Type="http://schemas.openxmlformats.org/officeDocument/2006/relationships/customXml" Target="../ink/ink448.xml"/><Relationship Id="rId202" Type="http://schemas.openxmlformats.org/officeDocument/2006/relationships/customXml" Target="../ink/ink450.xml"/><Relationship Id="rId223" Type="http://schemas.openxmlformats.org/officeDocument/2006/relationships/image" Target="../media/image461.png"/><Relationship Id="rId244" Type="http://schemas.openxmlformats.org/officeDocument/2006/relationships/customXml" Target="../ink/ink471.xml"/><Relationship Id="rId18" Type="http://schemas.openxmlformats.org/officeDocument/2006/relationships/customXml" Target="../ink/ink358.xml"/><Relationship Id="rId39" Type="http://schemas.openxmlformats.org/officeDocument/2006/relationships/image" Target="../media/image370.png"/><Relationship Id="rId265" Type="http://schemas.openxmlformats.org/officeDocument/2006/relationships/image" Target="../media/image482.png"/><Relationship Id="rId286" Type="http://schemas.openxmlformats.org/officeDocument/2006/relationships/customXml" Target="../ink/ink492.xml"/><Relationship Id="rId50" Type="http://schemas.openxmlformats.org/officeDocument/2006/relationships/customXml" Target="../ink/ink374.xml"/><Relationship Id="rId104" Type="http://schemas.openxmlformats.org/officeDocument/2006/relationships/customXml" Target="../ink/ink401.xml"/><Relationship Id="rId125" Type="http://schemas.openxmlformats.org/officeDocument/2006/relationships/image" Target="../media/image413.png"/><Relationship Id="rId146" Type="http://schemas.openxmlformats.org/officeDocument/2006/relationships/customXml" Target="../ink/ink422.xml"/><Relationship Id="rId167" Type="http://schemas.openxmlformats.org/officeDocument/2006/relationships/image" Target="../media/image433.png"/><Relationship Id="rId188" Type="http://schemas.openxmlformats.org/officeDocument/2006/relationships/customXml" Target="../ink/ink443.xml"/><Relationship Id="rId71" Type="http://schemas.openxmlformats.org/officeDocument/2006/relationships/image" Target="../media/image386.png"/><Relationship Id="rId92" Type="http://schemas.openxmlformats.org/officeDocument/2006/relationships/customXml" Target="../ink/ink395.xml"/><Relationship Id="rId213" Type="http://schemas.openxmlformats.org/officeDocument/2006/relationships/image" Target="../media/image456.png"/><Relationship Id="rId234" Type="http://schemas.openxmlformats.org/officeDocument/2006/relationships/customXml" Target="../ink/ink4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FEBD09A-4B8F-60B1-919A-90B1A43B68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Diskrétní struktury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679895E-3782-4B05-D029-CBD42CBA526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cs-CZ">
                <a:latin typeface="Calibri" panose="020F0502020204030204" pitchFamily="34" charset="0"/>
              </a:rPr>
              <a:t>Cvičení 6</a:t>
            </a:r>
          </a:p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Sémantický důsledek</a:t>
            </a:r>
          </a:p>
        </p:txBody>
      </p:sp>
      <p:pic>
        <p:nvPicPr>
          <p:cNvPr id="3076" name="Obrázek 1">
            <a:extLst>
              <a:ext uri="{FF2B5EF4-FFF2-40B4-BE49-F238E27FC236}">
                <a16:creationId xmlns:a16="http://schemas.microsoft.com/office/drawing/2014/main" id="{52E0B057-704D-15F3-A773-285736FC6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789363"/>
            <a:ext cx="15240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5DD80-981F-62FB-7743-B31236B3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FF0000"/>
                </a:solidFill>
                <a:latin typeface="Calibri"/>
                <a:cs typeface="Calibri"/>
              </a:rPr>
              <a:t>Formalizace výroků</a:t>
            </a:r>
          </a:p>
        </p:txBody>
      </p:sp>
      <p:pic>
        <p:nvPicPr>
          <p:cNvPr id="4" name="Obrázek 4" descr="Obsah obrázku text&#10;&#10;Popis se vygeneroval automaticky.">
            <a:extLst>
              <a:ext uri="{FF2B5EF4-FFF2-40B4-BE49-F238E27FC236}">
                <a16:creationId xmlns:a16="http://schemas.microsoft.com/office/drawing/2014/main" id="{641385F4-67CF-3980-02D6-4C93EBD4E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081" y="1069181"/>
            <a:ext cx="5838825" cy="2571750"/>
          </a:xfrm>
        </p:spPr>
      </p:pic>
      <p:pic>
        <p:nvPicPr>
          <p:cNvPr id="3" name="Obrázek 4" descr="Obsah obrázku text, osoba, dokument, snímek obrazovky&#10;&#10;Popis se vygeneroval automaticky.">
            <a:extLst>
              <a:ext uri="{FF2B5EF4-FFF2-40B4-BE49-F238E27FC236}">
                <a16:creationId xmlns:a16="http://schemas.microsoft.com/office/drawing/2014/main" id="{C4BCAA3F-C813-E566-3C69-488846F30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3869141"/>
            <a:ext cx="8358187" cy="27058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Rukopis 4">
                <a:extLst>
                  <a:ext uri="{FF2B5EF4-FFF2-40B4-BE49-F238E27FC236}">
                    <a16:creationId xmlns:a16="http://schemas.microsoft.com/office/drawing/2014/main" id="{9ADB9966-BB70-895D-4F30-B1184E80D76D}"/>
                  </a:ext>
                </a:extLst>
              </p14:cNvPr>
              <p14:cNvContentPartPr/>
              <p14:nvPr/>
            </p14:nvContentPartPr>
            <p14:xfrm>
              <a:off x="683345" y="1002813"/>
              <a:ext cx="229752" cy="327677"/>
            </p14:xfrm>
          </p:contentPart>
        </mc:Choice>
        <mc:Fallback xmlns="">
          <p:pic>
            <p:nvPicPr>
              <p:cNvPr id="5" name="Rukopis 4">
                <a:extLst>
                  <a:ext uri="{FF2B5EF4-FFF2-40B4-BE49-F238E27FC236}">
                    <a16:creationId xmlns:a16="http://schemas.microsoft.com/office/drawing/2014/main" id="{9ADB9966-BB70-895D-4F30-B1184E80D7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727" y="985188"/>
                <a:ext cx="265347" cy="3632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Rukopis 5">
                <a:extLst>
                  <a:ext uri="{FF2B5EF4-FFF2-40B4-BE49-F238E27FC236}">
                    <a16:creationId xmlns:a16="http://schemas.microsoft.com/office/drawing/2014/main" id="{572ADC74-F7F7-CC9F-C235-B51E4B0B0ADF}"/>
                  </a:ext>
                </a:extLst>
              </p14:cNvPr>
              <p14:cNvContentPartPr/>
              <p14:nvPr/>
            </p14:nvContentPartPr>
            <p14:xfrm>
              <a:off x="860384" y="914518"/>
              <a:ext cx="195296" cy="650184"/>
            </p14:xfrm>
          </p:contentPart>
        </mc:Choice>
        <mc:Fallback xmlns="">
          <p:pic>
            <p:nvPicPr>
              <p:cNvPr id="6" name="Rukopis 5">
                <a:extLst>
                  <a:ext uri="{FF2B5EF4-FFF2-40B4-BE49-F238E27FC236}">
                    <a16:creationId xmlns:a16="http://schemas.microsoft.com/office/drawing/2014/main" id="{572ADC74-F7F7-CC9F-C235-B51E4B0B0A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2401" y="896527"/>
                <a:ext cx="230902" cy="6858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0490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4D22E79-B590-2396-B31D-C047441C8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Sémantický důsledek</a:t>
            </a:r>
          </a:p>
        </p:txBody>
      </p:sp>
      <p:sp>
        <p:nvSpPr>
          <p:cNvPr id="4099" name="TextovéPole 1">
            <a:extLst>
              <a:ext uri="{FF2B5EF4-FFF2-40B4-BE49-F238E27FC236}">
                <a16:creationId xmlns:a16="http://schemas.microsoft.com/office/drawing/2014/main" id="{B5CE70A5-AE0D-BB40-B9C6-0F1DCE397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34DCCF-6ED3-48AF-A02E-89000917D41F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cs-CZ" altLang="cs-CZ" sz="1100"/>
          </a:p>
        </p:txBody>
      </p:sp>
      <p:pic>
        <p:nvPicPr>
          <p:cNvPr id="4100" name="Picture 13">
            <a:extLst>
              <a:ext uri="{FF2B5EF4-FFF2-40B4-BE49-F238E27FC236}">
                <a16:creationId xmlns:a16="http://schemas.microsoft.com/office/drawing/2014/main" id="{D85B86D7-D4D0-DF23-778B-528C47FD1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052513"/>
            <a:ext cx="5670550" cy="242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Obdélník 21">
            <a:extLst>
              <a:ext uri="{FF2B5EF4-FFF2-40B4-BE49-F238E27FC236}">
                <a16:creationId xmlns:a16="http://schemas.microsoft.com/office/drawing/2014/main" id="{79037748-16E1-B484-7013-D6649141EB8D}"/>
              </a:ext>
            </a:extLst>
          </p:cNvPr>
          <p:cNvSpPr/>
          <p:nvPr/>
        </p:nvSpPr>
        <p:spPr>
          <a:xfrm>
            <a:off x="1549400" y="1047751"/>
            <a:ext cx="527050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86211D07-0AD6-AD26-E702-7E51C47075DA}"/>
                  </a:ext>
                </a:extLst>
              </p14:cNvPr>
              <p14:cNvContentPartPr/>
              <p14:nvPr/>
            </p14:nvContentPartPr>
            <p14:xfrm>
              <a:off x="1694341" y="975955"/>
              <a:ext cx="216729" cy="372183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86211D07-0AD6-AD26-E702-7E51C47075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6370" y="957975"/>
                <a:ext cx="252311" cy="40778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ovéPole 2">
            <a:extLst>
              <a:ext uri="{FF2B5EF4-FFF2-40B4-BE49-F238E27FC236}">
                <a16:creationId xmlns:a16="http://schemas.microsoft.com/office/drawing/2014/main" id="{A6E535B9-7301-B66B-25A6-D634385FFE93}"/>
              </a:ext>
            </a:extLst>
          </p:cNvPr>
          <p:cNvSpPr txBox="1"/>
          <p:nvPr/>
        </p:nvSpPr>
        <p:spPr>
          <a:xfrm>
            <a:off x="1028700" y="3831907"/>
            <a:ext cx="717518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>
                <a:latin typeface="Arial"/>
                <a:cs typeface="Arial"/>
              </a:rPr>
              <a:t>Sestrojte pravdivostní tabulku.</a:t>
            </a:r>
            <a:endParaRPr lang="cs-CZ" dirty="0">
              <a:cs typeface="Arial" panose="020B0604020202020204" pitchFamily="34" charset="0"/>
            </a:endParaRPr>
          </a:p>
          <a:p>
            <a:r>
              <a:rPr lang="cs-CZ" dirty="0">
                <a:latin typeface="Arial"/>
                <a:cs typeface="Arial"/>
              </a:rPr>
              <a:t>Na všech řádcích, kde jsou současně pravdivé všechny formule </a:t>
            </a:r>
            <a:br>
              <a:rPr lang="cs-CZ" dirty="0">
                <a:latin typeface="Arial"/>
                <a:cs typeface="Arial"/>
              </a:rPr>
            </a:br>
            <a:r>
              <a:rPr lang="cs-CZ" dirty="0">
                <a:latin typeface="Arial"/>
                <a:cs typeface="Arial"/>
              </a:rPr>
              <a:t>z množiny, musí být pravdivá i formule za </a:t>
            </a:r>
            <a:endParaRPr lang="cs-CZ" dirty="0">
              <a:cs typeface="Arial"/>
            </a:endParaRPr>
          </a:p>
        </p:txBody>
      </p: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15DA4A93-321C-97F0-8336-8CA1AF236CAA}"/>
              </a:ext>
            </a:extLst>
          </p:cNvPr>
          <p:cNvGrpSpPr/>
          <p:nvPr/>
        </p:nvGrpSpPr>
        <p:grpSpPr>
          <a:xfrm>
            <a:off x="5458869" y="4417029"/>
            <a:ext cx="277560" cy="314280"/>
            <a:chOff x="5458869" y="4417029"/>
            <a:chExt cx="27756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Rukopis 3">
                  <a:extLst>
                    <a:ext uri="{FF2B5EF4-FFF2-40B4-BE49-F238E27FC236}">
                      <a16:creationId xmlns:a16="http://schemas.microsoft.com/office/drawing/2014/main" id="{00A864E0-E401-63B1-55CE-7B2EEB6CE501}"/>
                    </a:ext>
                  </a:extLst>
                </p14:cNvPr>
                <p14:cNvContentPartPr/>
                <p14:nvPr/>
              </p14:nvContentPartPr>
              <p14:xfrm>
                <a:off x="5458869" y="4417029"/>
                <a:ext cx="10440" cy="314280"/>
              </p14:xfrm>
            </p:contentPart>
          </mc:Choice>
          <mc:Fallback>
            <p:pic>
              <p:nvPicPr>
                <p:cNvPr id="4" name="Rukopis 3">
                  <a:extLst>
                    <a:ext uri="{FF2B5EF4-FFF2-40B4-BE49-F238E27FC236}">
                      <a16:creationId xmlns:a16="http://schemas.microsoft.com/office/drawing/2014/main" id="{00A864E0-E401-63B1-55CE-7B2EEB6CE50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49869" y="4408389"/>
                  <a:ext cx="280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Rukopis 5">
                  <a:extLst>
                    <a:ext uri="{FF2B5EF4-FFF2-40B4-BE49-F238E27FC236}">
                      <a16:creationId xmlns:a16="http://schemas.microsoft.com/office/drawing/2014/main" id="{43BDD1C8-AF15-2CDD-E7B2-5E2DBB5820CC}"/>
                    </a:ext>
                  </a:extLst>
                </p14:cNvPr>
                <p14:cNvContentPartPr/>
                <p14:nvPr/>
              </p14:nvContentPartPr>
              <p14:xfrm>
                <a:off x="5471469" y="4498029"/>
                <a:ext cx="264960" cy="16560"/>
              </p14:xfrm>
            </p:contentPart>
          </mc:Choice>
          <mc:Fallback>
            <p:pic>
              <p:nvPicPr>
                <p:cNvPr id="6" name="Rukopis 5">
                  <a:extLst>
                    <a:ext uri="{FF2B5EF4-FFF2-40B4-BE49-F238E27FC236}">
                      <a16:creationId xmlns:a16="http://schemas.microsoft.com/office/drawing/2014/main" id="{43BDD1C8-AF15-2CDD-E7B2-5E2DBB5820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62829" y="4489389"/>
                  <a:ext cx="282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Rukopis 10">
                  <a:extLst>
                    <a:ext uri="{FF2B5EF4-FFF2-40B4-BE49-F238E27FC236}">
                      <a16:creationId xmlns:a16="http://schemas.microsoft.com/office/drawing/2014/main" id="{91823E09-45B5-3E43-9B9E-8ADF305FC785}"/>
                    </a:ext>
                  </a:extLst>
                </p14:cNvPr>
                <p14:cNvContentPartPr/>
                <p14:nvPr/>
              </p14:nvContentPartPr>
              <p14:xfrm>
                <a:off x="5477229" y="4583709"/>
                <a:ext cx="218520" cy="32040"/>
              </p14:xfrm>
            </p:contentPart>
          </mc:Choice>
          <mc:Fallback>
            <p:pic>
              <p:nvPicPr>
                <p:cNvPr id="11" name="Rukopis 10">
                  <a:extLst>
                    <a:ext uri="{FF2B5EF4-FFF2-40B4-BE49-F238E27FC236}">
                      <a16:creationId xmlns:a16="http://schemas.microsoft.com/office/drawing/2014/main" id="{91823E09-45B5-3E43-9B9E-8ADF305FC78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68229" y="4574709"/>
                  <a:ext cx="236160" cy="49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01A9F931-43B8-5181-29B8-8F75AB8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96752"/>
            <a:ext cx="3456551" cy="4166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Rukopis 5">
                <a:extLst>
                  <a:ext uri="{FF2B5EF4-FFF2-40B4-BE49-F238E27FC236}">
                    <a16:creationId xmlns:a16="http://schemas.microsoft.com/office/drawing/2014/main" id="{2534BBA9-E78E-80F9-F843-BCC1309DA866}"/>
                  </a:ext>
                </a:extLst>
              </p14:cNvPr>
              <p14:cNvContentPartPr/>
              <p14:nvPr/>
            </p14:nvContentPartPr>
            <p14:xfrm>
              <a:off x="1007109" y="2495349"/>
              <a:ext cx="5865120" cy="360"/>
            </p14:xfrm>
          </p:contentPart>
        </mc:Choice>
        <mc:Fallback>
          <p:pic>
            <p:nvPicPr>
              <p:cNvPr id="6" name="Rukopis 5">
                <a:extLst>
                  <a:ext uri="{FF2B5EF4-FFF2-40B4-BE49-F238E27FC236}">
                    <a16:creationId xmlns:a16="http://schemas.microsoft.com/office/drawing/2014/main" id="{2534BBA9-E78E-80F9-F843-BCC1309DA8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8109" y="2486349"/>
                <a:ext cx="5882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Rukopis 22">
                <a:extLst>
                  <a:ext uri="{FF2B5EF4-FFF2-40B4-BE49-F238E27FC236}">
                    <a16:creationId xmlns:a16="http://schemas.microsoft.com/office/drawing/2014/main" id="{1B6A2060-4C5A-0272-50D1-6DD067B663D2}"/>
                  </a:ext>
                </a:extLst>
              </p14:cNvPr>
              <p14:cNvContentPartPr/>
              <p14:nvPr/>
            </p14:nvContentPartPr>
            <p14:xfrm>
              <a:off x="1646469" y="2016189"/>
              <a:ext cx="203040" cy="338400"/>
            </p14:xfrm>
          </p:contentPart>
        </mc:Choice>
        <mc:Fallback>
          <p:pic>
            <p:nvPicPr>
              <p:cNvPr id="23" name="Rukopis 22">
                <a:extLst>
                  <a:ext uri="{FF2B5EF4-FFF2-40B4-BE49-F238E27FC236}">
                    <a16:creationId xmlns:a16="http://schemas.microsoft.com/office/drawing/2014/main" id="{1B6A2060-4C5A-0272-50D1-6DD067B663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7829" y="2007189"/>
                <a:ext cx="22068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" name="Rukopis 25">
                <a:extLst>
                  <a:ext uri="{FF2B5EF4-FFF2-40B4-BE49-F238E27FC236}">
                    <a16:creationId xmlns:a16="http://schemas.microsoft.com/office/drawing/2014/main" id="{87B457B8-04FB-B41D-6FE7-8C150DE204E9}"/>
                  </a:ext>
                </a:extLst>
              </p14:cNvPr>
              <p14:cNvContentPartPr/>
              <p14:nvPr/>
            </p14:nvContentPartPr>
            <p14:xfrm>
              <a:off x="2051469" y="2014749"/>
              <a:ext cx="361080" cy="583920"/>
            </p14:xfrm>
          </p:contentPart>
        </mc:Choice>
        <mc:Fallback>
          <p:pic>
            <p:nvPicPr>
              <p:cNvPr id="26" name="Rukopis 25">
                <a:extLst>
                  <a:ext uri="{FF2B5EF4-FFF2-40B4-BE49-F238E27FC236}">
                    <a16:creationId xmlns:a16="http://schemas.microsoft.com/office/drawing/2014/main" id="{87B457B8-04FB-B41D-6FE7-8C150DE204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42829" y="2005749"/>
                <a:ext cx="378720" cy="60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Skupina 44">
            <a:extLst>
              <a:ext uri="{FF2B5EF4-FFF2-40B4-BE49-F238E27FC236}">
                <a16:creationId xmlns:a16="http://schemas.microsoft.com/office/drawing/2014/main" id="{00EAEB30-355D-3D08-B78E-44B6B87507BD}"/>
              </a:ext>
            </a:extLst>
          </p:cNvPr>
          <p:cNvGrpSpPr/>
          <p:nvPr/>
        </p:nvGrpSpPr>
        <p:grpSpPr>
          <a:xfrm>
            <a:off x="6134589" y="1951389"/>
            <a:ext cx="1283040" cy="493920"/>
            <a:chOff x="6134589" y="1951389"/>
            <a:chExt cx="1283040" cy="49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0" name="Rukopis 39">
                  <a:extLst>
                    <a:ext uri="{FF2B5EF4-FFF2-40B4-BE49-F238E27FC236}">
                      <a16:creationId xmlns:a16="http://schemas.microsoft.com/office/drawing/2014/main" id="{B94AA2E9-0F68-5A15-8A53-CEE96E92F370}"/>
                    </a:ext>
                  </a:extLst>
                </p14:cNvPr>
                <p14:cNvContentPartPr/>
                <p14:nvPr/>
              </p14:nvContentPartPr>
              <p14:xfrm>
                <a:off x="6134589" y="1972989"/>
                <a:ext cx="281880" cy="302400"/>
              </p14:xfrm>
            </p:contentPart>
          </mc:Choice>
          <mc:Fallback>
            <p:pic>
              <p:nvPicPr>
                <p:cNvPr id="40" name="Rukopis 39">
                  <a:extLst>
                    <a:ext uri="{FF2B5EF4-FFF2-40B4-BE49-F238E27FC236}">
                      <a16:creationId xmlns:a16="http://schemas.microsoft.com/office/drawing/2014/main" id="{B94AA2E9-0F68-5A15-8A53-CEE96E92F37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25949" y="1963989"/>
                  <a:ext cx="2995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1" name="Rukopis 40">
                  <a:extLst>
                    <a:ext uri="{FF2B5EF4-FFF2-40B4-BE49-F238E27FC236}">
                      <a16:creationId xmlns:a16="http://schemas.microsoft.com/office/drawing/2014/main" id="{6EEA08C8-FB37-7F2E-5281-0F1E8986FFF1}"/>
                    </a:ext>
                  </a:extLst>
                </p14:cNvPr>
                <p14:cNvContentPartPr/>
                <p14:nvPr/>
              </p14:nvContentPartPr>
              <p14:xfrm>
                <a:off x="6557229" y="2088909"/>
                <a:ext cx="177840" cy="16560"/>
              </p14:xfrm>
            </p:contentPart>
          </mc:Choice>
          <mc:Fallback>
            <p:pic>
              <p:nvPicPr>
                <p:cNvPr id="41" name="Rukopis 40">
                  <a:extLst>
                    <a:ext uri="{FF2B5EF4-FFF2-40B4-BE49-F238E27FC236}">
                      <a16:creationId xmlns:a16="http://schemas.microsoft.com/office/drawing/2014/main" id="{6EEA08C8-FB37-7F2E-5281-0F1E8986FFF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48589" y="2080269"/>
                  <a:ext cx="195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2" name="Rukopis 41">
                  <a:extLst>
                    <a:ext uri="{FF2B5EF4-FFF2-40B4-BE49-F238E27FC236}">
                      <a16:creationId xmlns:a16="http://schemas.microsoft.com/office/drawing/2014/main" id="{9574F08D-DB0C-EC06-A90A-111273A623FC}"/>
                    </a:ext>
                  </a:extLst>
                </p14:cNvPr>
                <p14:cNvContentPartPr/>
                <p14:nvPr/>
              </p14:nvContentPartPr>
              <p14:xfrm>
                <a:off x="6627789" y="2167029"/>
                <a:ext cx="132840" cy="7200"/>
              </p14:xfrm>
            </p:contentPart>
          </mc:Choice>
          <mc:Fallback>
            <p:pic>
              <p:nvPicPr>
                <p:cNvPr id="42" name="Rukopis 41">
                  <a:extLst>
                    <a:ext uri="{FF2B5EF4-FFF2-40B4-BE49-F238E27FC236}">
                      <a16:creationId xmlns:a16="http://schemas.microsoft.com/office/drawing/2014/main" id="{9574F08D-DB0C-EC06-A90A-111273A623F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19149" y="2158029"/>
                  <a:ext cx="150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3" name="Rukopis 42">
                  <a:extLst>
                    <a:ext uri="{FF2B5EF4-FFF2-40B4-BE49-F238E27FC236}">
                      <a16:creationId xmlns:a16="http://schemas.microsoft.com/office/drawing/2014/main" id="{CBDFA665-0B73-C34A-E3D5-A60102045516}"/>
                    </a:ext>
                  </a:extLst>
                </p14:cNvPr>
                <p14:cNvContentPartPr/>
                <p14:nvPr/>
              </p14:nvContentPartPr>
              <p14:xfrm>
                <a:off x="6728589" y="2003229"/>
                <a:ext cx="196560" cy="239040"/>
              </p14:xfrm>
            </p:contentPart>
          </mc:Choice>
          <mc:Fallback>
            <p:pic>
              <p:nvPicPr>
                <p:cNvPr id="43" name="Rukopis 42">
                  <a:extLst>
                    <a:ext uri="{FF2B5EF4-FFF2-40B4-BE49-F238E27FC236}">
                      <a16:creationId xmlns:a16="http://schemas.microsoft.com/office/drawing/2014/main" id="{CBDFA665-0B73-C34A-E3D5-A601020455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19589" y="1994589"/>
                  <a:ext cx="214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4" name="Rukopis 43">
                  <a:extLst>
                    <a:ext uri="{FF2B5EF4-FFF2-40B4-BE49-F238E27FC236}">
                      <a16:creationId xmlns:a16="http://schemas.microsoft.com/office/drawing/2014/main" id="{1534EBD4-9BCD-3736-F5C3-61F1DF64FA37}"/>
                    </a:ext>
                  </a:extLst>
                </p14:cNvPr>
                <p14:cNvContentPartPr/>
                <p14:nvPr/>
              </p14:nvContentPartPr>
              <p14:xfrm>
                <a:off x="7082469" y="1951389"/>
                <a:ext cx="335160" cy="493920"/>
              </p14:xfrm>
            </p:contentPart>
          </mc:Choice>
          <mc:Fallback>
            <p:pic>
              <p:nvPicPr>
                <p:cNvPr id="44" name="Rukopis 43">
                  <a:extLst>
                    <a:ext uri="{FF2B5EF4-FFF2-40B4-BE49-F238E27FC236}">
                      <a16:creationId xmlns:a16="http://schemas.microsoft.com/office/drawing/2014/main" id="{1534EBD4-9BCD-3736-F5C3-61F1DF64FA3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73469" y="1942389"/>
                  <a:ext cx="352800" cy="51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7" name="Rukopis 46">
                <a:extLst>
                  <a:ext uri="{FF2B5EF4-FFF2-40B4-BE49-F238E27FC236}">
                    <a16:creationId xmlns:a16="http://schemas.microsoft.com/office/drawing/2014/main" id="{E77679D5-4B5B-708D-0373-59852E3B7160}"/>
                  </a:ext>
                </a:extLst>
              </p14:cNvPr>
              <p14:cNvContentPartPr/>
              <p14:nvPr/>
            </p14:nvContentPartPr>
            <p14:xfrm>
              <a:off x="6852429" y="2495349"/>
              <a:ext cx="1318320" cy="360"/>
            </p14:xfrm>
          </p:contentPart>
        </mc:Choice>
        <mc:Fallback>
          <p:pic>
            <p:nvPicPr>
              <p:cNvPr id="47" name="Rukopis 46">
                <a:extLst>
                  <a:ext uri="{FF2B5EF4-FFF2-40B4-BE49-F238E27FC236}">
                    <a16:creationId xmlns:a16="http://schemas.microsoft.com/office/drawing/2014/main" id="{E77679D5-4B5B-708D-0373-59852E3B716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843789" y="2486349"/>
                <a:ext cx="13359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7" name="Rukopis 76">
                <a:extLst>
                  <a:ext uri="{FF2B5EF4-FFF2-40B4-BE49-F238E27FC236}">
                    <a16:creationId xmlns:a16="http://schemas.microsoft.com/office/drawing/2014/main" id="{FC0B5A34-8DE4-0620-6F50-29E227E4229F}"/>
                  </a:ext>
                </a:extLst>
              </p14:cNvPr>
              <p14:cNvContentPartPr/>
              <p14:nvPr/>
            </p14:nvContentPartPr>
            <p14:xfrm>
              <a:off x="949149" y="2916189"/>
              <a:ext cx="7184160" cy="360"/>
            </p14:xfrm>
          </p:contentPart>
        </mc:Choice>
        <mc:Fallback>
          <p:pic>
            <p:nvPicPr>
              <p:cNvPr id="77" name="Rukopis 76">
                <a:extLst>
                  <a:ext uri="{FF2B5EF4-FFF2-40B4-BE49-F238E27FC236}">
                    <a16:creationId xmlns:a16="http://schemas.microsoft.com/office/drawing/2014/main" id="{FC0B5A34-8DE4-0620-6F50-29E227E4229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40509" y="2907549"/>
                <a:ext cx="7201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6" name="Rukopis 75">
                <a:extLst>
                  <a:ext uri="{FF2B5EF4-FFF2-40B4-BE49-F238E27FC236}">
                    <a16:creationId xmlns:a16="http://schemas.microsoft.com/office/drawing/2014/main" id="{4C53A9A1-F8D1-C995-D752-8CF1FAE81E57}"/>
                  </a:ext>
                </a:extLst>
              </p14:cNvPr>
              <p14:cNvContentPartPr/>
              <p14:nvPr/>
            </p14:nvContentPartPr>
            <p14:xfrm>
              <a:off x="989829" y="3349629"/>
              <a:ext cx="7180560" cy="360"/>
            </p14:xfrm>
          </p:contentPart>
        </mc:Choice>
        <mc:Fallback>
          <p:pic>
            <p:nvPicPr>
              <p:cNvPr id="76" name="Rukopis 75">
                <a:extLst>
                  <a:ext uri="{FF2B5EF4-FFF2-40B4-BE49-F238E27FC236}">
                    <a16:creationId xmlns:a16="http://schemas.microsoft.com/office/drawing/2014/main" id="{4C53A9A1-F8D1-C995-D752-8CF1FAE81E5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81189" y="3340629"/>
                <a:ext cx="7198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75" name="Rukopis 74">
                <a:extLst>
                  <a:ext uri="{FF2B5EF4-FFF2-40B4-BE49-F238E27FC236}">
                    <a16:creationId xmlns:a16="http://schemas.microsoft.com/office/drawing/2014/main" id="{410D5DE9-8D8D-5311-CF1B-117340910E70}"/>
                  </a:ext>
                </a:extLst>
              </p14:cNvPr>
              <p14:cNvContentPartPr/>
              <p14:nvPr/>
            </p14:nvContentPartPr>
            <p14:xfrm>
              <a:off x="925749" y="3758589"/>
              <a:ext cx="7268400" cy="360"/>
            </p14:xfrm>
          </p:contentPart>
        </mc:Choice>
        <mc:Fallback>
          <p:pic>
            <p:nvPicPr>
              <p:cNvPr id="75" name="Rukopis 74">
                <a:extLst>
                  <a:ext uri="{FF2B5EF4-FFF2-40B4-BE49-F238E27FC236}">
                    <a16:creationId xmlns:a16="http://schemas.microsoft.com/office/drawing/2014/main" id="{410D5DE9-8D8D-5311-CF1B-117340910E7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16749" y="3749589"/>
                <a:ext cx="7286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4" name="Rukopis 73">
                <a:extLst>
                  <a:ext uri="{FF2B5EF4-FFF2-40B4-BE49-F238E27FC236}">
                    <a16:creationId xmlns:a16="http://schemas.microsoft.com/office/drawing/2014/main" id="{9A655E34-72EA-E44F-0CCD-2484CAF8A227}"/>
                  </a:ext>
                </a:extLst>
              </p14:cNvPr>
              <p14:cNvContentPartPr/>
              <p14:nvPr/>
            </p14:nvContentPartPr>
            <p14:xfrm>
              <a:off x="889389" y="4203549"/>
              <a:ext cx="7304400" cy="360"/>
            </p14:xfrm>
          </p:contentPart>
        </mc:Choice>
        <mc:Fallback>
          <p:pic>
            <p:nvPicPr>
              <p:cNvPr id="74" name="Rukopis 73">
                <a:extLst>
                  <a:ext uri="{FF2B5EF4-FFF2-40B4-BE49-F238E27FC236}">
                    <a16:creationId xmlns:a16="http://schemas.microsoft.com/office/drawing/2014/main" id="{9A655E34-72EA-E44F-0CCD-2484CAF8A22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80389" y="4194909"/>
                <a:ext cx="7322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73" name="Rukopis 72">
                <a:extLst>
                  <a:ext uri="{FF2B5EF4-FFF2-40B4-BE49-F238E27FC236}">
                    <a16:creationId xmlns:a16="http://schemas.microsoft.com/office/drawing/2014/main" id="{1174408A-0EF0-D73B-D644-11B98851E23B}"/>
                  </a:ext>
                </a:extLst>
              </p14:cNvPr>
              <p14:cNvContentPartPr/>
              <p14:nvPr/>
            </p14:nvContentPartPr>
            <p14:xfrm>
              <a:off x="844389" y="4660749"/>
              <a:ext cx="7349760" cy="360"/>
            </p14:xfrm>
          </p:contentPart>
        </mc:Choice>
        <mc:Fallback>
          <p:pic>
            <p:nvPicPr>
              <p:cNvPr id="73" name="Rukopis 72">
                <a:extLst>
                  <a:ext uri="{FF2B5EF4-FFF2-40B4-BE49-F238E27FC236}">
                    <a16:creationId xmlns:a16="http://schemas.microsoft.com/office/drawing/2014/main" id="{1174408A-0EF0-D73B-D644-11B98851E23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35749" y="4652109"/>
                <a:ext cx="7367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72" name="Rukopis 71">
                <a:extLst>
                  <a:ext uri="{FF2B5EF4-FFF2-40B4-BE49-F238E27FC236}">
                    <a16:creationId xmlns:a16="http://schemas.microsoft.com/office/drawing/2014/main" id="{C786E988-DA47-8E15-63C5-ECE65CEA3009}"/>
                  </a:ext>
                </a:extLst>
              </p14:cNvPr>
              <p14:cNvContentPartPr/>
              <p14:nvPr/>
            </p14:nvContentPartPr>
            <p14:xfrm>
              <a:off x="953469" y="5106069"/>
              <a:ext cx="7240320" cy="360"/>
            </p14:xfrm>
          </p:contentPart>
        </mc:Choice>
        <mc:Fallback>
          <p:pic>
            <p:nvPicPr>
              <p:cNvPr id="72" name="Rukopis 71">
                <a:extLst>
                  <a:ext uri="{FF2B5EF4-FFF2-40B4-BE49-F238E27FC236}">
                    <a16:creationId xmlns:a16="http://schemas.microsoft.com/office/drawing/2014/main" id="{C786E988-DA47-8E15-63C5-ECE65CEA300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44829" y="5097429"/>
                <a:ext cx="72579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71" name="Rukopis 70">
                <a:extLst>
                  <a:ext uri="{FF2B5EF4-FFF2-40B4-BE49-F238E27FC236}">
                    <a16:creationId xmlns:a16="http://schemas.microsoft.com/office/drawing/2014/main" id="{70FEFA26-3BA7-D696-79F8-6B623A3FA00B}"/>
                  </a:ext>
                </a:extLst>
              </p14:cNvPr>
              <p14:cNvContentPartPr/>
              <p14:nvPr/>
            </p14:nvContentPartPr>
            <p14:xfrm>
              <a:off x="968949" y="5515029"/>
              <a:ext cx="7229520" cy="360"/>
            </p14:xfrm>
          </p:contentPart>
        </mc:Choice>
        <mc:Fallback>
          <p:pic>
            <p:nvPicPr>
              <p:cNvPr id="71" name="Rukopis 70">
                <a:extLst>
                  <a:ext uri="{FF2B5EF4-FFF2-40B4-BE49-F238E27FC236}">
                    <a16:creationId xmlns:a16="http://schemas.microsoft.com/office/drawing/2014/main" id="{70FEFA26-3BA7-D696-79F8-6B623A3FA00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59949" y="5506389"/>
                <a:ext cx="72471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70" name="Rukopis 69">
                <a:extLst>
                  <a:ext uri="{FF2B5EF4-FFF2-40B4-BE49-F238E27FC236}">
                    <a16:creationId xmlns:a16="http://schemas.microsoft.com/office/drawing/2014/main" id="{2C88FC1E-0640-9B50-C68C-E85DC249630E}"/>
                  </a:ext>
                </a:extLst>
              </p14:cNvPr>
              <p14:cNvContentPartPr/>
              <p14:nvPr/>
            </p14:nvContentPartPr>
            <p14:xfrm>
              <a:off x="951309" y="5960349"/>
              <a:ext cx="7268760" cy="360"/>
            </p14:xfrm>
          </p:contentPart>
        </mc:Choice>
        <mc:Fallback>
          <p:pic>
            <p:nvPicPr>
              <p:cNvPr id="70" name="Rukopis 69">
                <a:extLst>
                  <a:ext uri="{FF2B5EF4-FFF2-40B4-BE49-F238E27FC236}">
                    <a16:creationId xmlns:a16="http://schemas.microsoft.com/office/drawing/2014/main" id="{2C88FC1E-0640-9B50-C68C-E85DC249630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2669" y="5951349"/>
                <a:ext cx="7286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6" name="Rukopis 55">
                <a:extLst>
                  <a:ext uri="{FF2B5EF4-FFF2-40B4-BE49-F238E27FC236}">
                    <a16:creationId xmlns:a16="http://schemas.microsoft.com/office/drawing/2014/main" id="{5B11B623-628D-2F66-02A1-31F36FDD2A66}"/>
                  </a:ext>
                </a:extLst>
              </p14:cNvPr>
              <p14:cNvContentPartPr/>
              <p14:nvPr/>
            </p14:nvContentPartPr>
            <p14:xfrm>
              <a:off x="2571669" y="1780389"/>
              <a:ext cx="74880" cy="4273560"/>
            </p14:xfrm>
          </p:contentPart>
        </mc:Choice>
        <mc:Fallback>
          <p:pic>
            <p:nvPicPr>
              <p:cNvPr id="56" name="Rukopis 55">
                <a:extLst>
                  <a:ext uri="{FF2B5EF4-FFF2-40B4-BE49-F238E27FC236}">
                    <a16:creationId xmlns:a16="http://schemas.microsoft.com/office/drawing/2014/main" id="{5B11B623-628D-2F66-02A1-31F36FDD2A6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63029" y="1771749"/>
                <a:ext cx="92520" cy="429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Skupina 60">
            <a:extLst>
              <a:ext uri="{FF2B5EF4-FFF2-40B4-BE49-F238E27FC236}">
                <a16:creationId xmlns:a16="http://schemas.microsoft.com/office/drawing/2014/main" id="{BA8B7396-11AC-4D76-2943-BEF84B8A2E07}"/>
              </a:ext>
            </a:extLst>
          </p:cNvPr>
          <p:cNvGrpSpPr/>
          <p:nvPr/>
        </p:nvGrpSpPr>
        <p:grpSpPr>
          <a:xfrm>
            <a:off x="5798349" y="1751229"/>
            <a:ext cx="132840" cy="4276800"/>
            <a:chOff x="5798349" y="1751229"/>
            <a:chExt cx="132840" cy="427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7" name="Rukopis 56">
                  <a:extLst>
                    <a:ext uri="{FF2B5EF4-FFF2-40B4-BE49-F238E27FC236}">
                      <a16:creationId xmlns:a16="http://schemas.microsoft.com/office/drawing/2014/main" id="{37B76626-0979-0740-280C-9A6122A02F8A}"/>
                    </a:ext>
                  </a:extLst>
                </p14:cNvPr>
                <p14:cNvContentPartPr/>
                <p14:nvPr/>
              </p14:nvContentPartPr>
              <p14:xfrm>
                <a:off x="5855949" y="1751229"/>
                <a:ext cx="45720" cy="2595960"/>
              </p14:xfrm>
            </p:contentPart>
          </mc:Choice>
          <mc:Fallback>
            <p:pic>
              <p:nvPicPr>
                <p:cNvPr id="57" name="Rukopis 56">
                  <a:extLst>
                    <a:ext uri="{FF2B5EF4-FFF2-40B4-BE49-F238E27FC236}">
                      <a16:creationId xmlns:a16="http://schemas.microsoft.com/office/drawing/2014/main" id="{37B76626-0979-0740-280C-9A6122A02F8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47309" y="1742229"/>
                  <a:ext cx="63360" cy="261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9" name="Rukopis 68">
                  <a:extLst>
                    <a:ext uri="{FF2B5EF4-FFF2-40B4-BE49-F238E27FC236}">
                      <a16:creationId xmlns:a16="http://schemas.microsoft.com/office/drawing/2014/main" id="{BCFC84D8-76AD-9A00-E8A8-553CF207BD70}"/>
                    </a:ext>
                  </a:extLst>
                </p14:cNvPr>
                <p14:cNvContentPartPr/>
                <p14:nvPr/>
              </p14:nvContentPartPr>
              <p14:xfrm>
                <a:off x="5901309" y="4337109"/>
                <a:ext cx="29880" cy="1690560"/>
              </p14:xfrm>
            </p:contentPart>
          </mc:Choice>
          <mc:Fallback>
            <p:pic>
              <p:nvPicPr>
                <p:cNvPr id="69" name="Rukopis 68">
                  <a:extLst>
                    <a:ext uri="{FF2B5EF4-FFF2-40B4-BE49-F238E27FC236}">
                      <a16:creationId xmlns:a16="http://schemas.microsoft.com/office/drawing/2014/main" id="{BCFC84D8-76AD-9A00-E8A8-553CF207BD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92309" y="4328469"/>
                  <a:ext cx="47520" cy="170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8" name="Rukopis 67">
                  <a:extLst>
                    <a:ext uri="{FF2B5EF4-FFF2-40B4-BE49-F238E27FC236}">
                      <a16:creationId xmlns:a16="http://schemas.microsoft.com/office/drawing/2014/main" id="{F725D4CE-4E1C-9D19-58DC-24D777C1209E}"/>
                    </a:ext>
                  </a:extLst>
                </p14:cNvPr>
                <p14:cNvContentPartPr/>
                <p14:nvPr/>
              </p14:nvContentPartPr>
              <p14:xfrm>
                <a:off x="5798349" y="1762029"/>
                <a:ext cx="74880" cy="4266000"/>
              </p14:xfrm>
            </p:contentPart>
          </mc:Choice>
          <mc:Fallback>
            <p:pic>
              <p:nvPicPr>
                <p:cNvPr id="68" name="Rukopis 67">
                  <a:extLst>
                    <a:ext uri="{FF2B5EF4-FFF2-40B4-BE49-F238E27FC236}">
                      <a16:creationId xmlns:a16="http://schemas.microsoft.com/office/drawing/2014/main" id="{F725D4CE-4E1C-9D19-58DC-24D777C1209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89349" y="1753389"/>
                  <a:ext cx="92520" cy="428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Skupina 62">
            <a:extLst>
              <a:ext uri="{FF2B5EF4-FFF2-40B4-BE49-F238E27FC236}">
                <a16:creationId xmlns:a16="http://schemas.microsoft.com/office/drawing/2014/main" id="{2FC5964F-D584-0A9F-18E6-212086F3021B}"/>
              </a:ext>
            </a:extLst>
          </p:cNvPr>
          <p:cNvGrpSpPr/>
          <p:nvPr/>
        </p:nvGrpSpPr>
        <p:grpSpPr>
          <a:xfrm>
            <a:off x="2837709" y="1949229"/>
            <a:ext cx="2654280" cy="4102560"/>
            <a:chOff x="2837709" y="1949229"/>
            <a:chExt cx="2654280" cy="41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Rukopis 27">
                  <a:extLst>
                    <a:ext uri="{FF2B5EF4-FFF2-40B4-BE49-F238E27FC236}">
                      <a16:creationId xmlns:a16="http://schemas.microsoft.com/office/drawing/2014/main" id="{39759FDF-2A80-5E4E-E732-D8C66FDDD6FD}"/>
                    </a:ext>
                  </a:extLst>
                </p14:cNvPr>
                <p14:cNvContentPartPr/>
                <p14:nvPr/>
              </p14:nvContentPartPr>
              <p14:xfrm>
                <a:off x="2837709" y="2021589"/>
                <a:ext cx="270000" cy="232920"/>
              </p14:xfrm>
            </p:contentPart>
          </mc:Choice>
          <mc:Fallback>
            <p:pic>
              <p:nvPicPr>
                <p:cNvPr id="28" name="Rukopis 27">
                  <a:extLst>
                    <a:ext uri="{FF2B5EF4-FFF2-40B4-BE49-F238E27FC236}">
                      <a16:creationId xmlns:a16="http://schemas.microsoft.com/office/drawing/2014/main" id="{39759FDF-2A80-5E4E-E732-D8C66FDDD6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29069" y="2012949"/>
                  <a:ext cx="2876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Rukopis 28">
                  <a:extLst>
                    <a:ext uri="{FF2B5EF4-FFF2-40B4-BE49-F238E27FC236}">
                      <a16:creationId xmlns:a16="http://schemas.microsoft.com/office/drawing/2014/main" id="{5836F890-21E4-09CE-5544-8897D9DC8883}"/>
                    </a:ext>
                  </a:extLst>
                </p14:cNvPr>
                <p14:cNvContentPartPr/>
                <p14:nvPr/>
              </p14:nvContentPartPr>
              <p14:xfrm>
                <a:off x="3250629" y="2118789"/>
                <a:ext cx="163080" cy="5040"/>
              </p14:xfrm>
            </p:contentPart>
          </mc:Choice>
          <mc:Fallback>
            <p:pic>
              <p:nvPicPr>
                <p:cNvPr id="29" name="Rukopis 28">
                  <a:extLst>
                    <a:ext uri="{FF2B5EF4-FFF2-40B4-BE49-F238E27FC236}">
                      <a16:creationId xmlns:a16="http://schemas.microsoft.com/office/drawing/2014/main" id="{5836F890-21E4-09CE-5544-8897D9DC88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41989" y="2110149"/>
                  <a:ext cx="180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Rukopis 29">
                  <a:extLst>
                    <a:ext uri="{FF2B5EF4-FFF2-40B4-BE49-F238E27FC236}">
                      <a16:creationId xmlns:a16="http://schemas.microsoft.com/office/drawing/2014/main" id="{E5E25CD1-7C5A-C421-4D1C-687C74259166}"/>
                    </a:ext>
                  </a:extLst>
                </p14:cNvPr>
                <p14:cNvContentPartPr/>
                <p14:nvPr/>
              </p14:nvContentPartPr>
              <p14:xfrm>
                <a:off x="3312909" y="2168829"/>
                <a:ext cx="87840" cy="9000"/>
              </p14:xfrm>
            </p:contentPart>
          </mc:Choice>
          <mc:Fallback>
            <p:pic>
              <p:nvPicPr>
                <p:cNvPr id="30" name="Rukopis 29">
                  <a:extLst>
                    <a:ext uri="{FF2B5EF4-FFF2-40B4-BE49-F238E27FC236}">
                      <a16:creationId xmlns:a16="http://schemas.microsoft.com/office/drawing/2014/main" id="{E5E25CD1-7C5A-C421-4D1C-687C7425916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03909" y="2160189"/>
                  <a:ext cx="105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Rukopis 30">
                  <a:extLst>
                    <a:ext uri="{FF2B5EF4-FFF2-40B4-BE49-F238E27FC236}">
                      <a16:creationId xmlns:a16="http://schemas.microsoft.com/office/drawing/2014/main" id="{00D6E7CD-BC73-54E9-129C-129B69E09707}"/>
                    </a:ext>
                  </a:extLst>
                </p14:cNvPr>
                <p14:cNvContentPartPr/>
                <p14:nvPr/>
              </p14:nvContentPartPr>
              <p14:xfrm>
                <a:off x="3377709" y="2059389"/>
                <a:ext cx="181440" cy="216000"/>
              </p14:xfrm>
            </p:contentPart>
          </mc:Choice>
          <mc:Fallback>
            <p:pic>
              <p:nvPicPr>
                <p:cNvPr id="31" name="Rukopis 30">
                  <a:extLst>
                    <a:ext uri="{FF2B5EF4-FFF2-40B4-BE49-F238E27FC236}">
                      <a16:creationId xmlns:a16="http://schemas.microsoft.com/office/drawing/2014/main" id="{00D6E7CD-BC73-54E9-129C-129B69E0970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69069" y="2050389"/>
                  <a:ext cx="199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Rukopis 31">
                  <a:extLst>
                    <a:ext uri="{FF2B5EF4-FFF2-40B4-BE49-F238E27FC236}">
                      <a16:creationId xmlns:a16="http://schemas.microsoft.com/office/drawing/2014/main" id="{3DFB23CC-09B1-3501-589C-9232D7BC4C2F}"/>
                    </a:ext>
                  </a:extLst>
                </p14:cNvPr>
                <p14:cNvContentPartPr/>
                <p14:nvPr/>
              </p14:nvContentPartPr>
              <p14:xfrm>
                <a:off x="3667149" y="1991349"/>
                <a:ext cx="234360" cy="346320"/>
              </p14:xfrm>
            </p:contentPart>
          </mc:Choice>
          <mc:Fallback>
            <p:pic>
              <p:nvPicPr>
                <p:cNvPr id="32" name="Rukopis 31">
                  <a:extLst>
                    <a:ext uri="{FF2B5EF4-FFF2-40B4-BE49-F238E27FC236}">
                      <a16:creationId xmlns:a16="http://schemas.microsoft.com/office/drawing/2014/main" id="{3DFB23CC-09B1-3501-589C-9232D7BC4C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58509" y="1982349"/>
                  <a:ext cx="25200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Rukopis 33">
                  <a:extLst>
                    <a:ext uri="{FF2B5EF4-FFF2-40B4-BE49-F238E27FC236}">
                      <a16:creationId xmlns:a16="http://schemas.microsoft.com/office/drawing/2014/main" id="{91BD7C53-7B11-B229-7265-F5F056ACC12E}"/>
                    </a:ext>
                  </a:extLst>
                </p14:cNvPr>
                <p14:cNvContentPartPr/>
                <p14:nvPr/>
              </p14:nvContentPartPr>
              <p14:xfrm>
                <a:off x="4391829" y="1949229"/>
                <a:ext cx="188640" cy="348480"/>
              </p14:xfrm>
            </p:contentPart>
          </mc:Choice>
          <mc:Fallback>
            <p:pic>
              <p:nvPicPr>
                <p:cNvPr id="34" name="Rukopis 33">
                  <a:extLst>
                    <a:ext uri="{FF2B5EF4-FFF2-40B4-BE49-F238E27FC236}">
                      <a16:creationId xmlns:a16="http://schemas.microsoft.com/office/drawing/2014/main" id="{91BD7C53-7B11-B229-7265-F5F056ACC1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83189" y="1940229"/>
                  <a:ext cx="2062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Rukopis 34">
                  <a:extLst>
                    <a:ext uri="{FF2B5EF4-FFF2-40B4-BE49-F238E27FC236}">
                      <a16:creationId xmlns:a16="http://schemas.microsoft.com/office/drawing/2014/main" id="{3770AEAE-C83B-B401-27C5-DC74AB821BEA}"/>
                    </a:ext>
                  </a:extLst>
                </p14:cNvPr>
                <p14:cNvContentPartPr/>
                <p14:nvPr/>
              </p14:nvContentPartPr>
              <p14:xfrm>
                <a:off x="4745709" y="2103309"/>
                <a:ext cx="130680" cy="7200"/>
              </p14:xfrm>
            </p:contentPart>
          </mc:Choice>
          <mc:Fallback>
            <p:pic>
              <p:nvPicPr>
                <p:cNvPr id="35" name="Rukopis 34">
                  <a:extLst>
                    <a:ext uri="{FF2B5EF4-FFF2-40B4-BE49-F238E27FC236}">
                      <a16:creationId xmlns:a16="http://schemas.microsoft.com/office/drawing/2014/main" id="{3770AEAE-C83B-B401-27C5-DC74AB821B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37069" y="2094669"/>
                  <a:ext cx="148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Rukopis 35">
                  <a:extLst>
                    <a:ext uri="{FF2B5EF4-FFF2-40B4-BE49-F238E27FC236}">
                      <a16:creationId xmlns:a16="http://schemas.microsoft.com/office/drawing/2014/main" id="{1E02CBB5-D3A4-6C10-8F8C-44AA0A7082E7}"/>
                    </a:ext>
                  </a:extLst>
                </p14:cNvPr>
                <p14:cNvContentPartPr/>
                <p14:nvPr/>
              </p14:nvContentPartPr>
              <p14:xfrm>
                <a:off x="4765509" y="2151549"/>
                <a:ext cx="95760" cy="23400"/>
              </p14:xfrm>
            </p:contentPart>
          </mc:Choice>
          <mc:Fallback>
            <p:pic>
              <p:nvPicPr>
                <p:cNvPr id="36" name="Rukopis 35">
                  <a:extLst>
                    <a:ext uri="{FF2B5EF4-FFF2-40B4-BE49-F238E27FC236}">
                      <a16:creationId xmlns:a16="http://schemas.microsoft.com/office/drawing/2014/main" id="{1E02CBB5-D3A4-6C10-8F8C-44AA0A7082E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56869" y="2142909"/>
                  <a:ext cx="113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Rukopis 36">
                  <a:extLst>
                    <a:ext uri="{FF2B5EF4-FFF2-40B4-BE49-F238E27FC236}">
                      <a16:creationId xmlns:a16="http://schemas.microsoft.com/office/drawing/2014/main" id="{61DBF65E-F35B-F09D-A628-BD7CFC884948}"/>
                    </a:ext>
                  </a:extLst>
                </p14:cNvPr>
                <p14:cNvContentPartPr/>
                <p14:nvPr/>
              </p14:nvContentPartPr>
              <p14:xfrm>
                <a:off x="4858029" y="2025549"/>
                <a:ext cx="211320" cy="180000"/>
              </p14:xfrm>
            </p:contentPart>
          </mc:Choice>
          <mc:Fallback>
            <p:pic>
              <p:nvPicPr>
                <p:cNvPr id="37" name="Rukopis 36">
                  <a:extLst>
                    <a:ext uri="{FF2B5EF4-FFF2-40B4-BE49-F238E27FC236}">
                      <a16:creationId xmlns:a16="http://schemas.microsoft.com/office/drawing/2014/main" id="{61DBF65E-F35B-F09D-A628-BD7CFC88494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49029" y="2016549"/>
                  <a:ext cx="228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Rukopis 37">
                  <a:extLst>
                    <a:ext uri="{FF2B5EF4-FFF2-40B4-BE49-F238E27FC236}">
                      <a16:creationId xmlns:a16="http://schemas.microsoft.com/office/drawing/2014/main" id="{9A2FBEBA-0881-4205-9555-B2E719C3D99C}"/>
                    </a:ext>
                  </a:extLst>
                </p14:cNvPr>
                <p14:cNvContentPartPr/>
                <p14:nvPr/>
              </p14:nvContentPartPr>
              <p14:xfrm>
                <a:off x="5204709" y="1987029"/>
                <a:ext cx="287280" cy="417600"/>
              </p14:xfrm>
            </p:contentPart>
          </mc:Choice>
          <mc:Fallback>
            <p:pic>
              <p:nvPicPr>
                <p:cNvPr id="38" name="Rukopis 37">
                  <a:extLst>
                    <a:ext uri="{FF2B5EF4-FFF2-40B4-BE49-F238E27FC236}">
                      <a16:creationId xmlns:a16="http://schemas.microsoft.com/office/drawing/2014/main" id="{9A2FBEBA-0881-4205-9555-B2E719C3D9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96069" y="1978029"/>
                  <a:ext cx="3049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4" name="Rukopis 63">
                  <a:extLst>
                    <a:ext uri="{FF2B5EF4-FFF2-40B4-BE49-F238E27FC236}">
                      <a16:creationId xmlns:a16="http://schemas.microsoft.com/office/drawing/2014/main" id="{B5DD61AD-983A-B6EB-E4A2-A260C267CD0A}"/>
                    </a:ext>
                  </a:extLst>
                </p14:cNvPr>
                <p14:cNvContentPartPr/>
                <p14:nvPr/>
              </p14:nvContentPartPr>
              <p14:xfrm>
                <a:off x="4093389" y="1986309"/>
                <a:ext cx="71280" cy="4065480"/>
              </p14:xfrm>
            </p:contentPart>
          </mc:Choice>
          <mc:Fallback>
            <p:pic>
              <p:nvPicPr>
                <p:cNvPr id="64" name="Rukopis 63">
                  <a:extLst>
                    <a:ext uri="{FF2B5EF4-FFF2-40B4-BE49-F238E27FC236}">
                      <a16:creationId xmlns:a16="http://schemas.microsoft.com/office/drawing/2014/main" id="{B5DD61AD-983A-B6EB-E4A2-A260C267CD0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84749" y="1977669"/>
                  <a:ext cx="88920" cy="408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Skupina 87">
            <a:extLst>
              <a:ext uri="{FF2B5EF4-FFF2-40B4-BE49-F238E27FC236}">
                <a16:creationId xmlns:a16="http://schemas.microsoft.com/office/drawing/2014/main" id="{94A16EDC-32DF-61B0-60CA-D83F21AA82E1}"/>
              </a:ext>
            </a:extLst>
          </p:cNvPr>
          <p:cNvGrpSpPr/>
          <p:nvPr/>
        </p:nvGrpSpPr>
        <p:grpSpPr>
          <a:xfrm>
            <a:off x="2146869" y="3863349"/>
            <a:ext cx="116280" cy="1112400"/>
            <a:chOff x="2146869" y="3863349"/>
            <a:chExt cx="116280" cy="11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1" name="Rukopis 80">
                  <a:extLst>
                    <a:ext uri="{FF2B5EF4-FFF2-40B4-BE49-F238E27FC236}">
                      <a16:creationId xmlns:a16="http://schemas.microsoft.com/office/drawing/2014/main" id="{34D1F0B0-EA4F-0965-2F07-E2EBD90D4B4A}"/>
                    </a:ext>
                  </a:extLst>
                </p14:cNvPr>
                <p14:cNvContentPartPr/>
                <p14:nvPr/>
              </p14:nvContentPartPr>
              <p14:xfrm>
                <a:off x="2174949" y="3863349"/>
                <a:ext cx="63360" cy="321480"/>
              </p14:xfrm>
            </p:contentPart>
          </mc:Choice>
          <mc:Fallback>
            <p:pic>
              <p:nvPicPr>
                <p:cNvPr id="81" name="Rukopis 80">
                  <a:extLst>
                    <a:ext uri="{FF2B5EF4-FFF2-40B4-BE49-F238E27FC236}">
                      <a16:creationId xmlns:a16="http://schemas.microsoft.com/office/drawing/2014/main" id="{34D1F0B0-EA4F-0965-2F07-E2EBD90D4B4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65949" y="3854349"/>
                  <a:ext cx="810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2" name="Rukopis 81">
                  <a:extLst>
                    <a:ext uri="{FF2B5EF4-FFF2-40B4-BE49-F238E27FC236}">
                      <a16:creationId xmlns:a16="http://schemas.microsoft.com/office/drawing/2014/main" id="{F3B3CCE2-743E-5B2A-3B0C-346204F435E7}"/>
                    </a:ext>
                  </a:extLst>
                </p14:cNvPr>
                <p14:cNvContentPartPr/>
                <p14:nvPr/>
              </p14:nvContentPartPr>
              <p14:xfrm>
                <a:off x="2153349" y="4335669"/>
                <a:ext cx="109800" cy="251280"/>
              </p14:xfrm>
            </p:contentPart>
          </mc:Choice>
          <mc:Fallback>
            <p:pic>
              <p:nvPicPr>
                <p:cNvPr id="82" name="Rukopis 81">
                  <a:extLst>
                    <a:ext uri="{FF2B5EF4-FFF2-40B4-BE49-F238E27FC236}">
                      <a16:creationId xmlns:a16="http://schemas.microsoft.com/office/drawing/2014/main" id="{F3B3CCE2-743E-5B2A-3B0C-346204F435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44709" y="4327029"/>
                  <a:ext cx="1274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3" name="Rukopis 82">
                  <a:extLst>
                    <a:ext uri="{FF2B5EF4-FFF2-40B4-BE49-F238E27FC236}">
                      <a16:creationId xmlns:a16="http://schemas.microsoft.com/office/drawing/2014/main" id="{52A4B6A8-9F6F-2E4F-CD03-F48B22FABD65}"/>
                    </a:ext>
                  </a:extLst>
                </p14:cNvPr>
                <p14:cNvContentPartPr/>
                <p14:nvPr/>
              </p14:nvContentPartPr>
              <p14:xfrm>
                <a:off x="2146869" y="4698909"/>
                <a:ext cx="107280" cy="276840"/>
              </p14:xfrm>
            </p:contentPart>
          </mc:Choice>
          <mc:Fallback>
            <p:pic>
              <p:nvPicPr>
                <p:cNvPr id="83" name="Rukopis 82">
                  <a:extLst>
                    <a:ext uri="{FF2B5EF4-FFF2-40B4-BE49-F238E27FC236}">
                      <a16:creationId xmlns:a16="http://schemas.microsoft.com/office/drawing/2014/main" id="{52A4B6A8-9F6F-2E4F-CD03-F48B22FABD6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38229" y="4689909"/>
                  <a:ext cx="124920" cy="29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84" name="Rukopis 83">
                <a:extLst>
                  <a:ext uri="{FF2B5EF4-FFF2-40B4-BE49-F238E27FC236}">
                    <a16:creationId xmlns:a16="http://schemas.microsoft.com/office/drawing/2014/main" id="{CEC16D0A-0D29-EE33-8410-6A6A702F917D}"/>
                  </a:ext>
                </a:extLst>
              </p14:cNvPr>
              <p14:cNvContentPartPr/>
              <p14:nvPr/>
            </p14:nvContentPartPr>
            <p14:xfrm>
              <a:off x="2084229" y="5189229"/>
              <a:ext cx="156960" cy="218160"/>
            </p14:xfrm>
          </p:contentPart>
        </mc:Choice>
        <mc:Fallback>
          <p:pic>
            <p:nvPicPr>
              <p:cNvPr id="84" name="Rukopis 83">
                <a:extLst>
                  <a:ext uri="{FF2B5EF4-FFF2-40B4-BE49-F238E27FC236}">
                    <a16:creationId xmlns:a16="http://schemas.microsoft.com/office/drawing/2014/main" id="{CEC16D0A-0D29-EE33-8410-6A6A702F917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75589" y="5180229"/>
                <a:ext cx="1746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85" name="Rukopis 84">
                <a:extLst>
                  <a:ext uri="{FF2B5EF4-FFF2-40B4-BE49-F238E27FC236}">
                    <a16:creationId xmlns:a16="http://schemas.microsoft.com/office/drawing/2014/main" id="{76EEC9AE-AC46-1BD1-008B-8ACD42B1EF8B}"/>
                  </a:ext>
                </a:extLst>
              </p14:cNvPr>
              <p14:cNvContentPartPr/>
              <p14:nvPr/>
            </p14:nvContentPartPr>
            <p14:xfrm>
              <a:off x="2126349" y="5659389"/>
              <a:ext cx="134280" cy="223560"/>
            </p14:xfrm>
          </p:contentPart>
        </mc:Choice>
        <mc:Fallback>
          <p:pic>
            <p:nvPicPr>
              <p:cNvPr id="85" name="Rukopis 84">
                <a:extLst>
                  <a:ext uri="{FF2B5EF4-FFF2-40B4-BE49-F238E27FC236}">
                    <a16:creationId xmlns:a16="http://schemas.microsoft.com/office/drawing/2014/main" id="{76EEC9AE-AC46-1BD1-008B-8ACD42B1EF8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117349" y="5650749"/>
                <a:ext cx="15192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" name="Rukopis 6">
                <a:extLst>
                  <a:ext uri="{FF2B5EF4-FFF2-40B4-BE49-F238E27FC236}">
                    <a16:creationId xmlns:a16="http://schemas.microsoft.com/office/drawing/2014/main" id="{DA8E87AB-8E9A-D207-9933-9C973037192C}"/>
                  </a:ext>
                </a:extLst>
              </p14:cNvPr>
              <p14:cNvContentPartPr/>
              <p14:nvPr/>
            </p14:nvContentPartPr>
            <p14:xfrm>
              <a:off x="1069029" y="2495349"/>
              <a:ext cx="214200" cy="360"/>
            </p14:xfrm>
          </p:contentPart>
        </mc:Choice>
        <mc:Fallback>
          <p:pic>
            <p:nvPicPr>
              <p:cNvPr id="7" name="Rukopis 6">
                <a:extLst>
                  <a:ext uri="{FF2B5EF4-FFF2-40B4-BE49-F238E27FC236}">
                    <a16:creationId xmlns:a16="http://schemas.microsoft.com/office/drawing/2014/main" id="{DA8E87AB-8E9A-D207-9933-9C973037192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60389" y="2486349"/>
                <a:ext cx="2318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Rukopis 7">
                <a:extLst>
                  <a:ext uri="{FF2B5EF4-FFF2-40B4-BE49-F238E27FC236}">
                    <a16:creationId xmlns:a16="http://schemas.microsoft.com/office/drawing/2014/main" id="{AE129DFC-C9EE-6D38-4E4F-86EE4E58BBFB}"/>
                  </a:ext>
                </a:extLst>
              </p14:cNvPr>
              <p14:cNvContentPartPr/>
              <p14:nvPr/>
            </p14:nvContentPartPr>
            <p14:xfrm>
              <a:off x="1033389" y="1944549"/>
              <a:ext cx="311760" cy="390600"/>
            </p14:xfrm>
          </p:contentPart>
        </mc:Choice>
        <mc:Fallback>
          <p:pic>
            <p:nvPicPr>
              <p:cNvPr id="8" name="Rukopis 7">
                <a:extLst>
                  <a:ext uri="{FF2B5EF4-FFF2-40B4-BE49-F238E27FC236}">
                    <a16:creationId xmlns:a16="http://schemas.microsoft.com/office/drawing/2014/main" id="{AE129DFC-C9EE-6D38-4E4F-86EE4E58BBF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24749" y="1935909"/>
                <a:ext cx="32940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0" name="Rukopis 19">
                <a:extLst>
                  <a:ext uri="{FF2B5EF4-FFF2-40B4-BE49-F238E27FC236}">
                    <a16:creationId xmlns:a16="http://schemas.microsoft.com/office/drawing/2014/main" id="{387AB4B7-5389-D8CE-87B9-14D3126D91C4}"/>
                  </a:ext>
                </a:extLst>
              </p14:cNvPr>
              <p14:cNvContentPartPr/>
              <p14:nvPr/>
            </p14:nvContentPartPr>
            <p14:xfrm>
              <a:off x="2183949" y="2495349"/>
              <a:ext cx="406080" cy="360"/>
            </p14:xfrm>
          </p:contentPart>
        </mc:Choice>
        <mc:Fallback>
          <p:pic>
            <p:nvPicPr>
              <p:cNvPr id="20" name="Rukopis 19">
                <a:extLst>
                  <a:ext uri="{FF2B5EF4-FFF2-40B4-BE49-F238E27FC236}">
                    <a16:creationId xmlns:a16="http://schemas.microsoft.com/office/drawing/2014/main" id="{387AB4B7-5389-D8CE-87B9-14D3126D91C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175309" y="2486349"/>
                <a:ext cx="423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78" name="Rukopis 77">
                <a:extLst>
                  <a:ext uri="{FF2B5EF4-FFF2-40B4-BE49-F238E27FC236}">
                    <a16:creationId xmlns:a16="http://schemas.microsoft.com/office/drawing/2014/main" id="{F5B062B6-57D4-AD08-45EA-90CA76FB1810}"/>
                  </a:ext>
                </a:extLst>
              </p14:cNvPr>
              <p14:cNvContentPartPr/>
              <p14:nvPr/>
            </p14:nvContentPartPr>
            <p14:xfrm>
              <a:off x="2103309" y="2577069"/>
              <a:ext cx="151200" cy="223920"/>
            </p14:xfrm>
          </p:contentPart>
        </mc:Choice>
        <mc:Fallback>
          <p:pic>
            <p:nvPicPr>
              <p:cNvPr id="78" name="Rukopis 77">
                <a:extLst>
                  <a:ext uri="{FF2B5EF4-FFF2-40B4-BE49-F238E27FC236}">
                    <a16:creationId xmlns:a16="http://schemas.microsoft.com/office/drawing/2014/main" id="{F5B062B6-57D4-AD08-45EA-90CA76FB181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094309" y="2568069"/>
                <a:ext cx="16884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79" name="Rukopis 78">
                <a:extLst>
                  <a:ext uri="{FF2B5EF4-FFF2-40B4-BE49-F238E27FC236}">
                    <a16:creationId xmlns:a16="http://schemas.microsoft.com/office/drawing/2014/main" id="{12857CA4-81E1-2816-E14A-C2A1B5A1BF27}"/>
                  </a:ext>
                </a:extLst>
              </p14:cNvPr>
              <p14:cNvContentPartPr/>
              <p14:nvPr/>
            </p14:nvContentPartPr>
            <p14:xfrm>
              <a:off x="2071989" y="2972709"/>
              <a:ext cx="111600" cy="325440"/>
            </p14:xfrm>
          </p:contentPart>
        </mc:Choice>
        <mc:Fallback>
          <p:pic>
            <p:nvPicPr>
              <p:cNvPr id="79" name="Rukopis 78">
                <a:extLst>
                  <a:ext uri="{FF2B5EF4-FFF2-40B4-BE49-F238E27FC236}">
                    <a16:creationId xmlns:a16="http://schemas.microsoft.com/office/drawing/2014/main" id="{12857CA4-81E1-2816-E14A-C2A1B5A1BF2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063349" y="2963709"/>
                <a:ext cx="12924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0" name="Rukopis 79">
                <a:extLst>
                  <a:ext uri="{FF2B5EF4-FFF2-40B4-BE49-F238E27FC236}">
                    <a16:creationId xmlns:a16="http://schemas.microsoft.com/office/drawing/2014/main" id="{6E613B55-17B2-2195-0DAD-4B03B5973020}"/>
                  </a:ext>
                </a:extLst>
              </p14:cNvPr>
              <p14:cNvContentPartPr/>
              <p14:nvPr/>
            </p14:nvContentPartPr>
            <p14:xfrm>
              <a:off x="2149029" y="3449349"/>
              <a:ext cx="115920" cy="216000"/>
            </p14:xfrm>
          </p:contentPart>
        </mc:Choice>
        <mc:Fallback>
          <p:pic>
            <p:nvPicPr>
              <p:cNvPr id="80" name="Rukopis 79">
                <a:extLst>
                  <a:ext uri="{FF2B5EF4-FFF2-40B4-BE49-F238E27FC236}">
                    <a16:creationId xmlns:a16="http://schemas.microsoft.com/office/drawing/2014/main" id="{6E613B55-17B2-2195-0DAD-4B03B597302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140389" y="3440349"/>
                <a:ext cx="13356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Skupina 93">
            <a:extLst>
              <a:ext uri="{FF2B5EF4-FFF2-40B4-BE49-F238E27FC236}">
                <a16:creationId xmlns:a16="http://schemas.microsoft.com/office/drawing/2014/main" id="{1FD48F0C-79AA-52D6-078F-CD8175A6DC3F}"/>
              </a:ext>
            </a:extLst>
          </p:cNvPr>
          <p:cNvGrpSpPr/>
          <p:nvPr/>
        </p:nvGrpSpPr>
        <p:grpSpPr>
          <a:xfrm>
            <a:off x="1546029" y="2495349"/>
            <a:ext cx="348840" cy="1534320"/>
            <a:chOff x="1546029" y="2495349"/>
            <a:chExt cx="348840" cy="153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" name="Rukopis 8">
                  <a:extLst>
                    <a:ext uri="{FF2B5EF4-FFF2-40B4-BE49-F238E27FC236}">
                      <a16:creationId xmlns:a16="http://schemas.microsoft.com/office/drawing/2014/main" id="{18693A09-CFD9-AD3C-B4E0-21DC02FCBB5F}"/>
                    </a:ext>
                  </a:extLst>
                </p14:cNvPr>
                <p14:cNvContentPartPr/>
                <p14:nvPr/>
              </p14:nvContentPartPr>
              <p14:xfrm>
                <a:off x="1620909" y="2495349"/>
                <a:ext cx="209160" cy="360"/>
              </p14:xfrm>
            </p:contentPart>
          </mc:Choice>
          <mc:Fallback>
            <p:pic>
              <p:nvPicPr>
                <p:cNvPr id="9" name="Rukopis 8">
                  <a:extLst>
                    <a:ext uri="{FF2B5EF4-FFF2-40B4-BE49-F238E27FC236}">
                      <a16:creationId xmlns:a16="http://schemas.microsoft.com/office/drawing/2014/main" id="{18693A09-CFD9-AD3C-B4E0-21DC02FCBB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11909" y="2486349"/>
                  <a:ext cx="226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" name="Rukopis 9">
                  <a:extLst>
                    <a:ext uri="{FF2B5EF4-FFF2-40B4-BE49-F238E27FC236}">
                      <a16:creationId xmlns:a16="http://schemas.microsoft.com/office/drawing/2014/main" id="{3101DB61-1DAD-49CC-F30F-89CBFA8C0EC8}"/>
                    </a:ext>
                  </a:extLst>
                </p14:cNvPr>
                <p14:cNvContentPartPr/>
                <p14:nvPr/>
              </p14:nvContentPartPr>
              <p14:xfrm>
                <a:off x="1620909" y="2495349"/>
                <a:ext cx="220680" cy="360"/>
              </p14:xfrm>
            </p:contentPart>
          </mc:Choice>
          <mc:Fallback>
            <p:pic>
              <p:nvPicPr>
                <p:cNvPr id="10" name="Rukopis 9">
                  <a:extLst>
                    <a:ext uri="{FF2B5EF4-FFF2-40B4-BE49-F238E27FC236}">
                      <a16:creationId xmlns:a16="http://schemas.microsoft.com/office/drawing/2014/main" id="{3101DB61-1DAD-49CC-F30F-89CBFA8C0EC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11909" y="2486349"/>
                  <a:ext cx="238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" name="Rukopis 11">
                  <a:extLst>
                    <a:ext uri="{FF2B5EF4-FFF2-40B4-BE49-F238E27FC236}">
                      <a16:creationId xmlns:a16="http://schemas.microsoft.com/office/drawing/2014/main" id="{A155595D-8341-A633-A0E6-95BF2BA8379C}"/>
                    </a:ext>
                  </a:extLst>
                </p14:cNvPr>
                <p14:cNvContentPartPr/>
                <p14:nvPr/>
              </p14:nvContentPartPr>
              <p14:xfrm>
                <a:off x="1674189" y="2495349"/>
                <a:ext cx="178200" cy="360"/>
              </p14:xfrm>
            </p:contentPart>
          </mc:Choice>
          <mc:Fallback>
            <p:pic>
              <p:nvPicPr>
                <p:cNvPr id="12" name="Rukopis 11">
                  <a:extLst>
                    <a:ext uri="{FF2B5EF4-FFF2-40B4-BE49-F238E27FC236}">
                      <a16:creationId xmlns:a16="http://schemas.microsoft.com/office/drawing/2014/main" id="{A155595D-8341-A633-A0E6-95BF2BA8379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65549" y="2486349"/>
                  <a:ext cx="195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" name="Rukopis 12">
                  <a:extLst>
                    <a:ext uri="{FF2B5EF4-FFF2-40B4-BE49-F238E27FC236}">
                      <a16:creationId xmlns:a16="http://schemas.microsoft.com/office/drawing/2014/main" id="{81B1FFC5-0735-CDEA-D823-F8354344E0E1}"/>
                    </a:ext>
                  </a:extLst>
                </p14:cNvPr>
                <p14:cNvContentPartPr/>
                <p14:nvPr/>
              </p14:nvContentPartPr>
              <p14:xfrm>
                <a:off x="1546029" y="2495349"/>
                <a:ext cx="241920" cy="360"/>
              </p14:xfrm>
            </p:contentPart>
          </mc:Choice>
          <mc:Fallback>
            <p:pic>
              <p:nvPicPr>
                <p:cNvPr id="13" name="Rukopis 12">
                  <a:extLst>
                    <a:ext uri="{FF2B5EF4-FFF2-40B4-BE49-F238E27FC236}">
                      <a16:creationId xmlns:a16="http://schemas.microsoft.com/office/drawing/2014/main" id="{81B1FFC5-0735-CDEA-D823-F8354344E0E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37029" y="2486349"/>
                  <a:ext cx="259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6" name="Rukopis 15">
                  <a:extLst>
                    <a:ext uri="{FF2B5EF4-FFF2-40B4-BE49-F238E27FC236}">
                      <a16:creationId xmlns:a16="http://schemas.microsoft.com/office/drawing/2014/main" id="{4E3BA622-02ED-02EB-E915-EA09832FFE7D}"/>
                    </a:ext>
                  </a:extLst>
                </p14:cNvPr>
                <p14:cNvContentPartPr/>
                <p14:nvPr/>
              </p14:nvContentPartPr>
              <p14:xfrm>
                <a:off x="1691469" y="2495349"/>
                <a:ext cx="203400" cy="360"/>
              </p14:xfrm>
            </p:contentPart>
          </mc:Choice>
          <mc:Fallback>
            <p:pic>
              <p:nvPicPr>
                <p:cNvPr id="16" name="Rukopis 15">
                  <a:extLst>
                    <a:ext uri="{FF2B5EF4-FFF2-40B4-BE49-F238E27FC236}">
                      <a16:creationId xmlns:a16="http://schemas.microsoft.com/office/drawing/2014/main" id="{4E3BA622-02ED-02EB-E915-EA09832FFE7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82469" y="2486349"/>
                  <a:ext cx="221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8" name="Rukopis 17">
                  <a:extLst>
                    <a:ext uri="{FF2B5EF4-FFF2-40B4-BE49-F238E27FC236}">
                      <a16:creationId xmlns:a16="http://schemas.microsoft.com/office/drawing/2014/main" id="{9ABD7F3F-02DF-7DD6-0645-B05A7AC50056}"/>
                    </a:ext>
                  </a:extLst>
                </p14:cNvPr>
                <p14:cNvContentPartPr/>
                <p14:nvPr/>
              </p14:nvContentPartPr>
              <p14:xfrm>
                <a:off x="1573749" y="2495349"/>
                <a:ext cx="286560" cy="360"/>
              </p14:xfrm>
            </p:contentPart>
          </mc:Choice>
          <mc:Fallback>
            <p:pic>
              <p:nvPicPr>
                <p:cNvPr id="18" name="Rukopis 17">
                  <a:extLst>
                    <a:ext uri="{FF2B5EF4-FFF2-40B4-BE49-F238E27FC236}">
                      <a16:creationId xmlns:a16="http://schemas.microsoft.com/office/drawing/2014/main" id="{9ABD7F3F-02DF-7DD6-0645-B05A7AC5005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565109" y="2486349"/>
                  <a:ext cx="304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Rukopis 85">
                  <a:extLst>
                    <a:ext uri="{FF2B5EF4-FFF2-40B4-BE49-F238E27FC236}">
                      <a16:creationId xmlns:a16="http://schemas.microsoft.com/office/drawing/2014/main" id="{F4E004DB-8E8F-95F2-9C07-91AE4901EF2D}"/>
                    </a:ext>
                  </a:extLst>
                </p14:cNvPr>
                <p14:cNvContentPartPr/>
                <p14:nvPr/>
              </p14:nvContentPartPr>
              <p14:xfrm>
                <a:off x="1584549" y="2553309"/>
                <a:ext cx="104040" cy="278640"/>
              </p14:xfrm>
            </p:contentPart>
          </mc:Choice>
          <mc:Fallback>
            <p:pic>
              <p:nvPicPr>
                <p:cNvPr id="86" name="Rukopis 85">
                  <a:extLst>
                    <a:ext uri="{FF2B5EF4-FFF2-40B4-BE49-F238E27FC236}">
                      <a16:creationId xmlns:a16="http://schemas.microsoft.com/office/drawing/2014/main" id="{F4E004DB-8E8F-95F2-9C07-91AE4901EF2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75909" y="2544309"/>
                  <a:ext cx="1216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9" name="Rukopis 88">
                  <a:extLst>
                    <a:ext uri="{FF2B5EF4-FFF2-40B4-BE49-F238E27FC236}">
                      <a16:creationId xmlns:a16="http://schemas.microsoft.com/office/drawing/2014/main" id="{A4E26C5F-A0ED-B792-3D4E-B2C36B8BEE9F}"/>
                    </a:ext>
                  </a:extLst>
                </p14:cNvPr>
                <p14:cNvContentPartPr/>
                <p14:nvPr/>
              </p14:nvContentPartPr>
              <p14:xfrm>
                <a:off x="1573749" y="2998269"/>
                <a:ext cx="120240" cy="257760"/>
              </p14:xfrm>
            </p:contentPart>
          </mc:Choice>
          <mc:Fallback>
            <p:pic>
              <p:nvPicPr>
                <p:cNvPr id="89" name="Rukopis 88">
                  <a:extLst>
                    <a:ext uri="{FF2B5EF4-FFF2-40B4-BE49-F238E27FC236}">
                      <a16:creationId xmlns:a16="http://schemas.microsoft.com/office/drawing/2014/main" id="{A4E26C5F-A0ED-B792-3D4E-B2C36B8BEE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65109" y="2989269"/>
                  <a:ext cx="1378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0" name="Rukopis 89">
                  <a:extLst>
                    <a:ext uri="{FF2B5EF4-FFF2-40B4-BE49-F238E27FC236}">
                      <a16:creationId xmlns:a16="http://schemas.microsoft.com/office/drawing/2014/main" id="{CECDE34A-B662-BF6C-C354-E9191E8A5038}"/>
                    </a:ext>
                  </a:extLst>
                </p14:cNvPr>
                <p14:cNvContentPartPr/>
                <p14:nvPr/>
              </p14:nvContentPartPr>
              <p14:xfrm>
                <a:off x="1565109" y="3392469"/>
                <a:ext cx="118440" cy="274680"/>
              </p14:xfrm>
            </p:contentPart>
          </mc:Choice>
          <mc:Fallback>
            <p:pic>
              <p:nvPicPr>
                <p:cNvPr id="90" name="Rukopis 89">
                  <a:extLst>
                    <a:ext uri="{FF2B5EF4-FFF2-40B4-BE49-F238E27FC236}">
                      <a16:creationId xmlns:a16="http://schemas.microsoft.com/office/drawing/2014/main" id="{CECDE34A-B662-BF6C-C354-E9191E8A503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56469" y="3383469"/>
                  <a:ext cx="1360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1" name="Rukopis 90">
                  <a:extLst>
                    <a:ext uri="{FF2B5EF4-FFF2-40B4-BE49-F238E27FC236}">
                      <a16:creationId xmlns:a16="http://schemas.microsoft.com/office/drawing/2014/main" id="{6B5A7019-082A-F478-2AA5-A0725D35F117}"/>
                    </a:ext>
                  </a:extLst>
                </p14:cNvPr>
                <p14:cNvContentPartPr/>
                <p14:nvPr/>
              </p14:nvContentPartPr>
              <p14:xfrm>
                <a:off x="1573749" y="3820869"/>
                <a:ext cx="102600" cy="208800"/>
              </p14:xfrm>
            </p:contentPart>
          </mc:Choice>
          <mc:Fallback>
            <p:pic>
              <p:nvPicPr>
                <p:cNvPr id="91" name="Rukopis 90">
                  <a:extLst>
                    <a:ext uri="{FF2B5EF4-FFF2-40B4-BE49-F238E27FC236}">
                      <a16:creationId xmlns:a16="http://schemas.microsoft.com/office/drawing/2014/main" id="{6B5A7019-082A-F478-2AA5-A0725D35F11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65109" y="3811869"/>
                  <a:ext cx="12024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92" name="Rukopis 91">
                <a:extLst>
                  <a:ext uri="{FF2B5EF4-FFF2-40B4-BE49-F238E27FC236}">
                    <a16:creationId xmlns:a16="http://schemas.microsoft.com/office/drawing/2014/main" id="{B1CDB8C7-05C3-0C96-153B-A36503E5765B}"/>
                  </a:ext>
                </a:extLst>
              </p14:cNvPr>
              <p14:cNvContentPartPr/>
              <p14:nvPr/>
            </p14:nvContentPartPr>
            <p14:xfrm>
              <a:off x="1584189" y="4268709"/>
              <a:ext cx="105480" cy="235080"/>
            </p14:xfrm>
          </p:contentPart>
        </mc:Choice>
        <mc:Fallback>
          <p:pic>
            <p:nvPicPr>
              <p:cNvPr id="92" name="Rukopis 91">
                <a:extLst>
                  <a:ext uri="{FF2B5EF4-FFF2-40B4-BE49-F238E27FC236}">
                    <a16:creationId xmlns:a16="http://schemas.microsoft.com/office/drawing/2014/main" id="{B1CDB8C7-05C3-0C96-153B-A36503E5765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575549" y="4260069"/>
                <a:ext cx="123120" cy="2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Skupina 97">
            <a:extLst>
              <a:ext uri="{FF2B5EF4-FFF2-40B4-BE49-F238E27FC236}">
                <a16:creationId xmlns:a16="http://schemas.microsoft.com/office/drawing/2014/main" id="{C8E6304C-4206-371F-6235-5D47641D674E}"/>
              </a:ext>
            </a:extLst>
          </p:cNvPr>
          <p:cNvGrpSpPr/>
          <p:nvPr/>
        </p:nvGrpSpPr>
        <p:grpSpPr>
          <a:xfrm>
            <a:off x="1601469" y="4752189"/>
            <a:ext cx="120600" cy="630000"/>
            <a:chOff x="1601469" y="4752189"/>
            <a:chExt cx="120600" cy="63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3" name="Rukopis 92">
                  <a:extLst>
                    <a:ext uri="{FF2B5EF4-FFF2-40B4-BE49-F238E27FC236}">
                      <a16:creationId xmlns:a16="http://schemas.microsoft.com/office/drawing/2014/main" id="{BF1F5577-AFBC-851E-0551-C157E3845B5D}"/>
                    </a:ext>
                  </a:extLst>
                </p14:cNvPr>
                <p14:cNvContentPartPr/>
                <p14:nvPr/>
              </p14:nvContentPartPr>
              <p14:xfrm>
                <a:off x="1615869" y="4752189"/>
                <a:ext cx="106200" cy="288000"/>
              </p14:xfrm>
            </p:contentPart>
          </mc:Choice>
          <mc:Fallback>
            <p:pic>
              <p:nvPicPr>
                <p:cNvPr id="93" name="Rukopis 92">
                  <a:extLst>
                    <a:ext uri="{FF2B5EF4-FFF2-40B4-BE49-F238E27FC236}">
                      <a16:creationId xmlns:a16="http://schemas.microsoft.com/office/drawing/2014/main" id="{BF1F5577-AFBC-851E-0551-C157E3845B5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07229" y="4743189"/>
                  <a:ext cx="1238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5" name="Rukopis 94">
                  <a:extLst>
                    <a:ext uri="{FF2B5EF4-FFF2-40B4-BE49-F238E27FC236}">
                      <a16:creationId xmlns:a16="http://schemas.microsoft.com/office/drawing/2014/main" id="{78A9E10F-CB44-4AAD-FD7B-F958D19F16DC}"/>
                    </a:ext>
                  </a:extLst>
                </p14:cNvPr>
                <p14:cNvContentPartPr/>
                <p14:nvPr/>
              </p14:nvContentPartPr>
              <p14:xfrm>
                <a:off x="1639989" y="4765509"/>
                <a:ext cx="75240" cy="68760"/>
              </p14:xfrm>
            </p:contentPart>
          </mc:Choice>
          <mc:Fallback>
            <p:pic>
              <p:nvPicPr>
                <p:cNvPr id="95" name="Rukopis 94">
                  <a:extLst>
                    <a:ext uri="{FF2B5EF4-FFF2-40B4-BE49-F238E27FC236}">
                      <a16:creationId xmlns:a16="http://schemas.microsoft.com/office/drawing/2014/main" id="{78A9E10F-CB44-4AAD-FD7B-F958D19F16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31349" y="4756869"/>
                  <a:ext cx="92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6" name="Rukopis 95">
                  <a:extLst>
                    <a:ext uri="{FF2B5EF4-FFF2-40B4-BE49-F238E27FC236}">
                      <a16:creationId xmlns:a16="http://schemas.microsoft.com/office/drawing/2014/main" id="{D2E2E001-4D0C-2C9A-8995-0667C79B7A13}"/>
                    </a:ext>
                  </a:extLst>
                </p14:cNvPr>
                <p14:cNvContentPartPr/>
                <p14:nvPr/>
              </p14:nvContentPartPr>
              <p14:xfrm>
                <a:off x="1601469" y="5166909"/>
                <a:ext cx="97200" cy="215280"/>
              </p14:xfrm>
            </p:contentPart>
          </mc:Choice>
          <mc:Fallback>
            <p:pic>
              <p:nvPicPr>
                <p:cNvPr id="96" name="Rukopis 95">
                  <a:extLst>
                    <a:ext uri="{FF2B5EF4-FFF2-40B4-BE49-F238E27FC236}">
                      <a16:creationId xmlns:a16="http://schemas.microsoft.com/office/drawing/2014/main" id="{D2E2E001-4D0C-2C9A-8995-0667C79B7A1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92829" y="5157909"/>
                  <a:ext cx="114840" cy="23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97" name="Rukopis 96">
                <a:extLst>
                  <a:ext uri="{FF2B5EF4-FFF2-40B4-BE49-F238E27FC236}">
                    <a16:creationId xmlns:a16="http://schemas.microsoft.com/office/drawing/2014/main" id="{28D1D182-D90F-210A-A644-E99A8AC8CFE6}"/>
                  </a:ext>
                </a:extLst>
              </p14:cNvPr>
              <p14:cNvContentPartPr/>
              <p14:nvPr/>
            </p14:nvContentPartPr>
            <p14:xfrm>
              <a:off x="1571589" y="5627349"/>
              <a:ext cx="152280" cy="227160"/>
            </p14:xfrm>
          </p:contentPart>
        </mc:Choice>
        <mc:Fallback>
          <p:pic>
            <p:nvPicPr>
              <p:cNvPr id="97" name="Rukopis 96">
                <a:extLst>
                  <a:ext uri="{FF2B5EF4-FFF2-40B4-BE49-F238E27FC236}">
                    <a16:creationId xmlns:a16="http://schemas.microsoft.com/office/drawing/2014/main" id="{28D1D182-D90F-210A-A644-E99A8AC8CFE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562949" y="5618709"/>
                <a:ext cx="16992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Skupina 109">
            <a:extLst>
              <a:ext uri="{FF2B5EF4-FFF2-40B4-BE49-F238E27FC236}">
                <a16:creationId xmlns:a16="http://schemas.microsoft.com/office/drawing/2014/main" id="{72BC35AF-3253-1A21-433A-3AE697912AE3}"/>
              </a:ext>
            </a:extLst>
          </p:cNvPr>
          <p:cNvGrpSpPr/>
          <p:nvPr/>
        </p:nvGrpSpPr>
        <p:grpSpPr>
          <a:xfrm>
            <a:off x="1010349" y="2624589"/>
            <a:ext cx="204840" cy="977760"/>
            <a:chOff x="1010349" y="2624589"/>
            <a:chExt cx="204840" cy="9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9" name="Rukopis 98">
                  <a:extLst>
                    <a:ext uri="{FF2B5EF4-FFF2-40B4-BE49-F238E27FC236}">
                      <a16:creationId xmlns:a16="http://schemas.microsoft.com/office/drawing/2014/main" id="{776E6A5F-58FF-9D70-7C08-F9178BAE769B}"/>
                    </a:ext>
                  </a:extLst>
                </p14:cNvPr>
                <p14:cNvContentPartPr/>
                <p14:nvPr/>
              </p14:nvContentPartPr>
              <p14:xfrm>
                <a:off x="1010349" y="2624589"/>
                <a:ext cx="122040" cy="231840"/>
              </p14:xfrm>
            </p:contentPart>
          </mc:Choice>
          <mc:Fallback>
            <p:pic>
              <p:nvPicPr>
                <p:cNvPr id="99" name="Rukopis 98">
                  <a:extLst>
                    <a:ext uri="{FF2B5EF4-FFF2-40B4-BE49-F238E27FC236}">
                      <a16:creationId xmlns:a16="http://schemas.microsoft.com/office/drawing/2014/main" id="{776E6A5F-58FF-9D70-7C08-F9178BAE769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1709" y="2615949"/>
                  <a:ext cx="1396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0" name="Rukopis 99">
                  <a:extLst>
                    <a:ext uri="{FF2B5EF4-FFF2-40B4-BE49-F238E27FC236}">
                      <a16:creationId xmlns:a16="http://schemas.microsoft.com/office/drawing/2014/main" id="{509E7379-3388-F30B-A314-C13FCA36D814}"/>
                    </a:ext>
                  </a:extLst>
                </p14:cNvPr>
                <p14:cNvContentPartPr/>
                <p14:nvPr/>
              </p14:nvContentPartPr>
              <p14:xfrm>
                <a:off x="1088469" y="3010149"/>
                <a:ext cx="126720" cy="236160"/>
              </p14:xfrm>
            </p:contentPart>
          </mc:Choice>
          <mc:Fallback>
            <p:pic>
              <p:nvPicPr>
                <p:cNvPr id="100" name="Rukopis 99">
                  <a:extLst>
                    <a:ext uri="{FF2B5EF4-FFF2-40B4-BE49-F238E27FC236}">
                      <a16:creationId xmlns:a16="http://schemas.microsoft.com/office/drawing/2014/main" id="{509E7379-3388-F30B-A314-C13FCA36D81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79469" y="3001149"/>
                  <a:ext cx="1443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2" name="Rukopis 101">
                  <a:extLst>
                    <a:ext uri="{FF2B5EF4-FFF2-40B4-BE49-F238E27FC236}">
                      <a16:creationId xmlns:a16="http://schemas.microsoft.com/office/drawing/2014/main" id="{57972561-198C-2292-D792-14331AE6D76F}"/>
                    </a:ext>
                  </a:extLst>
                </p14:cNvPr>
                <p14:cNvContentPartPr/>
                <p14:nvPr/>
              </p14:nvContentPartPr>
              <p14:xfrm>
                <a:off x="1045629" y="3373749"/>
                <a:ext cx="122760" cy="228600"/>
              </p14:xfrm>
            </p:contentPart>
          </mc:Choice>
          <mc:Fallback>
            <p:pic>
              <p:nvPicPr>
                <p:cNvPr id="102" name="Rukopis 101">
                  <a:extLst>
                    <a:ext uri="{FF2B5EF4-FFF2-40B4-BE49-F238E27FC236}">
                      <a16:creationId xmlns:a16="http://schemas.microsoft.com/office/drawing/2014/main" id="{57972561-198C-2292-D792-14331AE6D76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6629" y="3364749"/>
                  <a:ext cx="14040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03" name="Rukopis 102">
                <a:extLst>
                  <a:ext uri="{FF2B5EF4-FFF2-40B4-BE49-F238E27FC236}">
                    <a16:creationId xmlns:a16="http://schemas.microsoft.com/office/drawing/2014/main" id="{73EF5FC7-D62B-CF8A-B916-9415B42091DD}"/>
                  </a:ext>
                </a:extLst>
              </p14:cNvPr>
              <p14:cNvContentPartPr/>
              <p14:nvPr/>
            </p14:nvContentPartPr>
            <p14:xfrm>
              <a:off x="1043109" y="3867309"/>
              <a:ext cx="145080" cy="264960"/>
            </p14:xfrm>
          </p:contentPart>
        </mc:Choice>
        <mc:Fallback>
          <p:pic>
            <p:nvPicPr>
              <p:cNvPr id="103" name="Rukopis 102">
                <a:extLst>
                  <a:ext uri="{FF2B5EF4-FFF2-40B4-BE49-F238E27FC236}">
                    <a16:creationId xmlns:a16="http://schemas.microsoft.com/office/drawing/2014/main" id="{73EF5FC7-D62B-CF8A-B916-9415B42091D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34469" y="3858309"/>
                <a:ext cx="162720" cy="28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Skupina 108">
            <a:extLst>
              <a:ext uri="{FF2B5EF4-FFF2-40B4-BE49-F238E27FC236}">
                <a16:creationId xmlns:a16="http://schemas.microsoft.com/office/drawing/2014/main" id="{26D2D7B2-66FD-4278-6186-824D42C0E7E7}"/>
              </a:ext>
            </a:extLst>
          </p:cNvPr>
          <p:cNvGrpSpPr/>
          <p:nvPr/>
        </p:nvGrpSpPr>
        <p:grpSpPr>
          <a:xfrm>
            <a:off x="1009269" y="4320189"/>
            <a:ext cx="232920" cy="660240"/>
            <a:chOff x="1009269" y="4320189"/>
            <a:chExt cx="232920" cy="66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4" name="Rukopis 103">
                  <a:extLst>
                    <a:ext uri="{FF2B5EF4-FFF2-40B4-BE49-F238E27FC236}">
                      <a16:creationId xmlns:a16="http://schemas.microsoft.com/office/drawing/2014/main" id="{6B44DF41-0B7C-E3B7-36DE-D42167A4FC35}"/>
                    </a:ext>
                  </a:extLst>
                </p14:cNvPr>
                <p14:cNvContentPartPr/>
                <p14:nvPr/>
              </p14:nvContentPartPr>
              <p14:xfrm>
                <a:off x="1009269" y="4320189"/>
                <a:ext cx="118080" cy="313920"/>
              </p14:xfrm>
            </p:contentPart>
          </mc:Choice>
          <mc:Fallback>
            <p:pic>
              <p:nvPicPr>
                <p:cNvPr id="104" name="Rukopis 103">
                  <a:extLst>
                    <a:ext uri="{FF2B5EF4-FFF2-40B4-BE49-F238E27FC236}">
                      <a16:creationId xmlns:a16="http://schemas.microsoft.com/office/drawing/2014/main" id="{6B44DF41-0B7C-E3B7-36DE-D42167A4FC3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0269" y="4311549"/>
                  <a:ext cx="1357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5" name="Rukopis 104">
                  <a:extLst>
                    <a:ext uri="{FF2B5EF4-FFF2-40B4-BE49-F238E27FC236}">
                      <a16:creationId xmlns:a16="http://schemas.microsoft.com/office/drawing/2014/main" id="{BC9DC6E3-436C-F40F-CFBD-5F64DCF2A22B}"/>
                    </a:ext>
                  </a:extLst>
                </p14:cNvPr>
                <p14:cNvContentPartPr/>
                <p14:nvPr/>
              </p14:nvContentPartPr>
              <p14:xfrm>
                <a:off x="1107549" y="4750749"/>
                <a:ext cx="134640" cy="229680"/>
              </p14:xfrm>
            </p:contentPart>
          </mc:Choice>
          <mc:Fallback>
            <p:pic>
              <p:nvPicPr>
                <p:cNvPr id="105" name="Rukopis 104">
                  <a:extLst>
                    <a:ext uri="{FF2B5EF4-FFF2-40B4-BE49-F238E27FC236}">
                      <a16:creationId xmlns:a16="http://schemas.microsoft.com/office/drawing/2014/main" id="{BC9DC6E3-436C-F40F-CFBD-5F64DCF2A22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8549" y="4742109"/>
                  <a:ext cx="15228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Skupina 107">
            <a:extLst>
              <a:ext uri="{FF2B5EF4-FFF2-40B4-BE49-F238E27FC236}">
                <a16:creationId xmlns:a16="http://schemas.microsoft.com/office/drawing/2014/main" id="{46C664C1-CE21-3FF5-CE2D-70C9AD84D102}"/>
              </a:ext>
            </a:extLst>
          </p:cNvPr>
          <p:cNvGrpSpPr/>
          <p:nvPr/>
        </p:nvGrpSpPr>
        <p:grpSpPr>
          <a:xfrm>
            <a:off x="1139589" y="5172669"/>
            <a:ext cx="220680" cy="667080"/>
            <a:chOff x="1139589" y="5172669"/>
            <a:chExt cx="220680" cy="66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6" name="Rukopis 105">
                  <a:extLst>
                    <a:ext uri="{FF2B5EF4-FFF2-40B4-BE49-F238E27FC236}">
                      <a16:creationId xmlns:a16="http://schemas.microsoft.com/office/drawing/2014/main" id="{AB2D86AE-DF0E-DC62-1D3E-BCD2A29BB934}"/>
                    </a:ext>
                  </a:extLst>
                </p14:cNvPr>
                <p14:cNvContentPartPr/>
                <p14:nvPr/>
              </p14:nvContentPartPr>
              <p14:xfrm>
                <a:off x="1139589" y="5172669"/>
                <a:ext cx="124560" cy="243720"/>
              </p14:xfrm>
            </p:contentPart>
          </mc:Choice>
          <mc:Fallback>
            <p:pic>
              <p:nvPicPr>
                <p:cNvPr id="106" name="Rukopis 105">
                  <a:extLst>
                    <a:ext uri="{FF2B5EF4-FFF2-40B4-BE49-F238E27FC236}">
                      <a16:creationId xmlns:a16="http://schemas.microsoft.com/office/drawing/2014/main" id="{AB2D86AE-DF0E-DC62-1D3E-BCD2A29BB93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30949" y="5164029"/>
                  <a:ext cx="1422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7" name="Rukopis 106">
                  <a:extLst>
                    <a:ext uri="{FF2B5EF4-FFF2-40B4-BE49-F238E27FC236}">
                      <a16:creationId xmlns:a16="http://schemas.microsoft.com/office/drawing/2014/main" id="{04FA07B4-E2E3-3CA3-8E25-B4DC2CF1B542}"/>
                    </a:ext>
                  </a:extLst>
                </p14:cNvPr>
                <p14:cNvContentPartPr/>
                <p14:nvPr/>
              </p14:nvContentPartPr>
              <p14:xfrm>
                <a:off x="1191069" y="5572269"/>
                <a:ext cx="169200" cy="267480"/>
              </p14:xfrm>
            </p:contentPart>
          </mc:Choice>
          <mc:Fallback>
            <p:pic>
              <p:nvPicPr>
                <p:cNvPr id="107" name="Rukopis 106">
                  <a:extLst>
                    <a:ext uri="{FF2B5EF4-FFF2-40B4-BE49-F238E27FC236}">
                      <a16:creationId xmlns:a16="http://schemas.microsoft.com/office/drawing/2014/main" id="{04FA07B4-E2E3-3CA3-8E25-B4DC2CF1B54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82069" y="5563629"/>
                  <a:ext cx="186840" cy="28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11" name="Rukopis 110">
                <a:extLst>
                  <a:ext uri="{FF2B5EF4-FFF2-40B4-BE49-F238E27FC236}">
                    <a16:creationId xmlns:a16="http://schemas.microsoft.com/office/drawing/2014/main" id="{A14F5359-3D66-3617-8DAC-E89B8E0BCC64}"/>
                  </a:ext>
                </a:extLst>
              </p14:cNvPr>
              <p14:cNvContentPartPr/>
              <p14:nvPr/>
            </p14:nvContentPartPr>
            <p14:xfrm>
              <a:off x="3321189" y="4279509"/>
              <a:ext cx="130320" cy="292680"/>
            </p14:xfrm>
          </p:contentPart>
        </mc:Choice>
        <mc:Fallback>
          <p:pic>
            <p:nvPicPr>
              <p:cNvPr id="111" name="Rukopis 110">
                <a:extLst>
                  <a:ext uri="{FF2B5EF4-FFF2-40B4-BE49-F238E27FC236}">
                    <a16:creationId xmlns:a16="http://schemas.microsoft.com/office/drawing/2014/main" id="{A14F5359-3D66-3617-8DAC-E89B8E0BCC6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312549" y="4270869"/>
                <a:ext cx="1479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12" name="Rukopis 111">
                <a:extLst>
                  <a:ext uri="{FF2B5EF4-FFF2-40B4-BE49-F238E27FC236}">
                    <a16:creationId xmlns:a16="http://schemas.microsoft.com/office/drawing/2014/main" id="{65A55F0B-FD38-E9A0-1325-A45A93381500}"/>
                  </a:ext>
                </a:extLst>
              </p14:cNvPr>
              <p14:cNvContentPartPr/>
              <p14:nvPr/>
            </p14:nvContentPartPr>
            <p14:xfrm>
              <a:off x="3302109" y="4737789"/>
              <a:ext cx="156600" cy="282960"/>
            </p14:xfrm>
          </p:contentPart>
        </mc:Choice>
        <mc:Fallback>
          <p:pic>
            <p:nvPicPr>
              <p:cNvPr id="112" name="Rukopis 111">
                <a:extLst>
                  <a:ext uri="{FF2B5EF4-FFF2-40B4-BE49-F238E27FC236}">
                    <a16:creationId xmlns:a16="http://schemas.microsoft.com/office/drawing/2014/main" id="{65A55F0B-FD38-E9A0-1325-A45A9338150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293109" y="4729149"/>
                <a:ext cx="1742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13" name="Rukopis 112">
                <a:extLst>
                  <a:ext uri="{FF2B5EF4-FFF2-40B4-BE49-F238E27FC236}">
                    <a16:creationId xmlns:a16="http://schemas.microsoft.com/office/drawing/2014/main" id="{69124632-74A5-DAF0-91B4-67B4AC60EB86}"/>
                  </a:ext>
                </a:extLst>
              </p14:cNvPr>
              <p14:cNvContentPartPr/>
              <p14:nvPr/>
            </p14:nvContentPartPr>
            <p14:xfrm>
              <a:off x="3068829" y="2444949"/>
              <a:ext cx="187920" cy="324720"/>
            </p14:xfrm>
          </p:contentPart>
        </mc:Choice>
        <mc:Fallback>
          <p:pic>
            <p:nvPicPr>
              <p:cNvPr id="113" name="Rukopis 112">
                <a:extLst>
                  <a:ext uri="{FF2B5EF4-FFF2-40B4-BE49-F238E27FC236}">
                    <a16:creationId xmlns:a16="http://schemas.microsoft.com/office/drawing/2014/main" id="{69124632-74A5-DAF0-91B4-67B4AC60EB8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060189" y="2436309"/>
                <a:ext cx="205560" cy="34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Skupina 119">
            <a:extLst>
              <a:ext uri="{FF2B5EF4-FFF2-40B4-BE49-F238E27FC236}">
                <a16:creationId xmlns:a16="http://schemas.microsoft.com/office/drawing/2014/main" id="{0C8BBAB1-50D9-BEAD-C22B-2D1B2636112D}"/>
              </a:ext>
            </a:extLst>
          </p:cNvPr>
          <p:cNvGrpSpPr/>
          <p:nvPr/>
        </p:nvGrpSpPr>
        <p:grpSpPr>
          <a:xfrm>
            <a:off x="3158829" y="3002229"/>
            <a:ext cx="187560" cy="647280"/>
            <a:chOff x="3158829" y="3002229"/>
            <a:chExt cx="187560" cy="64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4" name="Rukopis 113">
                  <a:extLst>
                    <a:ext uri="{FF2B5EF4-FFF2-40B4-BE49-F238E27FC236}">
                      <a16:creationId xmlns:a16="http://schemas.microsoft.com/office/drawing/2014/main" id="{46C6A0BD-A97F-D84C-3FF0-7CD315C41267}"/>
                    </a:ext>
                  </a:extLst>
                </p14:cNvPr>
                <p14:cNvContentPartPr/>
                <p14:nvPr/>
              </p14:nvContentPartPr>
              <p14:xfrm>
                <a:off x="3158829" y="3002229"/>
                <a:ext cx="142560" cy="255240"/>
              </p14:xfrm>
            </p:contentPart>
          </mc:Choice>
          <mc:Fallback>
            <p:pic>
              <p:nvPicPr>
                <p:cNvPr id="114" name="Rukopis 113">
                  <a:extLst>
                    <a:ext uri="{FF2B5EF4-FFF2-40B4-BE49-F238E27FC236}">
                      <a16:creationId xmlns:a16="http://schemas.microsoft.com/office/drawing/2014/main" id="{46C6A0BD-A97F-D84C-3FF0-7CD315C4126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49829" y="2993589"/>
                  <a:ext cx="160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5" name="Rukopis 114">
                  <a:extLst>
                    <a:ext uri="{FF2B5EF4-FFF2-40B4-BE49-F238E27FC236}">
                      <a16:creationId xmlns:a16="http://schemas.microsoft.com/office/drawing/2014/main" id="{E1E4E882-810F-F3EF-1EB8-114DEB5ACE97}"/>
                    </a:ext>
                  </a:extLst>
                </p14:cNvPr>
                <p14:cNvContentPartPr/>
                <p14:nvPr/>
              </p14:nvContentPartPr>
              <p14:xfrm>
                <a:off x="3248469" y="3390309"/>
                <a:ext cx="97920" cy="259200"/>
              </p14:xfrm>
            </p:contentPart>
          </mc:Choice>
          <mc:Fallback>
            <p:pic>
              <p:nvPicPr>
                <p:cNvPr id="115" name="Rukopis 114">
                  <a:extLst>
                    <a:ext uri="{FF2B5EF4-FFF2-40B4-BE49-F238E27FC236}">
                      <a16:creationId xmlns:a16="http://schemas.microsoft.com/office/drawing/2014/main" id="{E1E4E882-810F-F3EF-1EB8-114DEB5ACE9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239829" y="3381309"/>
                  <a:ext cx="11556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16" name="Rukopis 115">
                <a:extLst>
                  <a:ext uri="{FF2B5EF4-FFF2-40B4-BE49-F238E27FC236}">
                    <a16:creationId xmlns:a16="http://schemas.microsoft.com/office/drawing/2014/main" id="{E73220E9-E65F-05A3-8174-DF29FC7CD983}"/>
                  </a:ext>
                </a:extLst>
              </p14:cNvPr>
              <p14:cNvContentPartPr/>
              <p14:nvPr/>
            </p14:nvContentPartPr>
            <p14:xfrm>
              <a:off x="3284829" y="3866949"/>
              <a:ext cx="81720" cy="231120"/>
            </p14:xfrm>
          </p:contentPart>
        </mc:Choice>
        <mc:Fallback>
          <p:pic>
            <p:nvPicPr>
              <p:cNvPr id="116" name="Rukopis 115">
                <a:extLst>
                  <a:ext uri="{FF2B5EF4-FFF2-40B4-BE49-F238E27FC236}">
                    <a16:creationId xmlns:a16="http://schemas.microsoft.com/office/drawing/2014/main" id="{E73220E9-E65F-05A3-8174-DF29FC7CD98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276189" y="3858309"/>
                <a:ext cx="9936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Skupina 118">
            <a:extLst>
              <a:ext uri="{FF2B5EF4-FFF2-40B4-BE49-F238E27FC236}">
                <a16:creationId xmlns:a16="http://schemas.microsoft.com/office/drawing/2014/main" id="{1A6FDA72-A0D2-7350-FA34-7681FBFDF3B1}"/>
              </a:ext>
            </a:extLst>
          </p:cNvPr>
          <p:cNvGrpSpPr/>
          <p:nvPr/>
        </p:nvGrpSpPr>
        <p:grpSpPr>
          <a:xfrm>
            <a:off x="3316869" y="5161149"/>
            <a:ext cx="148320" cy="736920"/>
            <a:chOff x="3316869" y="5161149"/>
            <a:chExt cx="148320" cy="73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7" name="Rukopis 116">
                  <a:extLst>
                    <a:ext uri="{FF2B5EF4-FFF2-40B4-BE49-F238E27FC236}">
                      <a16:creationId xmlns:a16="http://schemas.microsoft.com/office/drawing/2014/main" id="{3C3ED80E-79E7-C3FD-11BC-12A2935311F6}"/>
                    </a:ext>
                  </a:extLst>
                </p14:cNvPr>
                <p14:cNvContentPartPr/>
                <p14:nvPr/>
              </p14:nvContentPartPr>
              <p14:xfrm>
                <a:off x="3316869" y="5161149"/>
                <a:ext cx="81720" cy="246600"/>
              </p14:xfrm>
            </p:contentPart>
          </mc:Choice>
          <mc:Fallback>
            <p:pic>
              <p:nvPicPr>
                <p:cNvPr id="117" name="Rukopis 116">
                  <a:extLst>
                    <a:ext uri="{FF2B5EF4-FFF2-40B4-BE49-F238E27FC236}">
                      <a16:creationId xmlns:a16="http://schemas.microsoft.com/office/drawing/2014/main" id="{3C3ED80E-79E7-C3FD-11BC-12A2935311F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08229" y="5152509"/>
                  <a:ext cx="993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8" name="Rukopis 117">
                  <a:extLst>
                    <a:ext uri="{FF2B5EF4-FFF2-40B4-BE49-F238E27FC236}">
                      <a16:creationId xmlns:a16="http://schemas.microsoft.com/office/drawing/2014/main" id="{FB277BB9-A1BC-E6A2-3105-F1FE78FB8386}"/>
                    </a:ext>
                  </a:extLst>
                </p14:cNvPr>
                <p14:cNvContentPartPr/>
                <p14:nvPr/>
              </p14:nvContentPartPr>
              <p14:xfrm>
                <a:off x="3340629" y="5575149"/>
                <a:ext cx="124560" cy="322920"/>
              </p14:xfrm>
            </p:contentPart>
          </mc:Choice>
          <mc:Fallback>
            <p:pic>
              <p:nvPicPr>
                <p:cNvPr id="118" name="Rukopis 117">
                  <a:extLst>
                    <a:ext uri="{FF2B5EF4-FFF2-40B4-BE49-F238E27FC236}">
                      <a16:creationId xmlns:a16="http://schemas.microsoft.com/office/drawing/2014/main" id="{FB277BB9-A1BC-E6A2-3105-F1FE78FB838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31629" y="5566149"/>
                  <a:ext cx="142200" cy="34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21" name="Rukopis 120">
                <a:extLst>
                  <a:ext uri="{FF2B5EF4-FFF2-40B4-BE49-F238E27FC236}">
                    <a16:creationId xmlns:a16="http://schemas.microsoft.com/office/drawing/2014/main" id="{5FC5BEF9-459D-10E4-B4CE-0C6DB157E1FB}"/>
                  </a:ext>
                </a:extLst>
              </p14:cNvPr>
              <p14:cNvContentPartPr/>
              <p14:nvPr/>
            </p14:nvContentPartPr>
            <p14:xfrm>
              <a:off x="4865589" y="3428469"/>
              <a:ext cx="122760" cy="251280"/>
            </p14:xfrm>
          </p:contentPart>
        </mc:Choice>
        <mc:Fallback>
          <p:pic>
            <p:nvPicPr>
              <p:cNvPr id="121" name="Rukopis 120">
                <a:extLst>
                  <a:ext uri="{FF2B5EF4-FFF2-40B4-BE49-F238E27FC236}">
                    <a16:creationId xmlns:a16="http://schemas.microsoft.com/office/drawing/2014/main" id="{5FC5BEF9-459D-10E4-B4CE-0C6DB157E1F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856589" y="3419829"/>
                <a:ext cx="1404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23" name="Rukopis 122">
                <a:extLst>
                  <a:ext uri="{FF2B5EF4-FFF2-40B4-BE49-F238E27FC236}">
                    <a16:creationId xmlns:a16="http://schemas.microsoft.com/office/drawing/2014/main" id="{FD58F784-8888-A27E-EA9D-EDF3BF74F5A6}"/>
                  </a:ext>
                </a:extLst>
              </p14:cNvPr>
              <p14:cNvContentPartPr/>
              <p14:nvPr/>
            </p14:nvContentPartPr>
            <p14:xfrm>
              <a:off x="4946949" y="5639589"/>
              <a:ext cx="145800" cy="207360"/>
            </p14:xfrm>
          </p:contentPart>
        </mc:Choice>
        <mc:Fallback>
          <p:pic>
            <p:nvPicPr>
              <p:cNvPr id="123" name="Rukopis 122">
                <a:extLst>
                  <a:ext uri="{FF2B5EF4-FFF2-40B4-BE49-F238E27FC236}">
                    <a16:creationId xmlns:a16="http://schemas.microsoft.com/office/drawing/2014/main" id="{FD58F784-8888-A27E-EA9D-EDF3BF74F5A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937949" y="5630589"/>
                <a:ext cx="16344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Skupina 129">
            <a:extLst>
              <a:ext uri="{FF2B5EF4-FFF2-40B4-BE49-F238E27FC236}">
                <a16:creationId xmlns:a16="http://schemas.microsoft.com/office/drawing/2014/main" id="{E7479F43-4759-C08D-679F-0D99EC62BEFC}"/>
              </a:ext>
            </a:extLst>
          </p:cNvPr>
          <p:cNvGrpSpPr/>
          <p:nvPr/>
        </p:nvGrpSpPr>
        <p:grpSpPr>
          <a:xfrm>
            <a:off x="4886829" y="4774149"/>
            <a:ext cx="216720" cy="631440"/>
            <a:chOff x="4886829" y="4774149"/>
            <a:chExt cx="216720" cy="63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2" name="Rukopis 121">
                  <a:extLst>
                    <a:ext uri="{FF2B5EF4-FFF2-40B4-BE49-F238E27FC236}">
                      <a16:creationId xmlns:a16="http://schemas.microsoft.com/office/drawing/2014/main" id="{800C8E4D-0B07-0495-F37A-19FCB625D7C6}"/>
                    </a:ext>
                  </a:extLst>
                </p14:cNvPr>
                <p14:cNvContentPartPr/>
                <p14:nvPr/>
              </p14:nvContentPartPr>
              <p14:xfrm>
                <a:off x="4932189" y="5165109"/>
                <a:ext cx="171360" cy="240480"/>
              </p14:xfrm>
            </p:contentPart>
          </mc:Choice>
          <mc:Fallback>
            <p:pic>
              <p:nvPicPr>
                <p:cNvPr id="122" name="Rukopis 121">
                  <a:extLst>
                    <a:ext uri="{FF2B5EF4-FFF2-40B4-BE49-F238E27FC236}">
                      <a16:creationId xmlns:a16="http://schemas.microsoft.com/office/drawing/2014/main" id="{800C8E4D-0B07-0495-F37A-19FCB625D7C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23189" y="5156109"/>
                  <a:ext cx="189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4" name="Rukopis 123">
                  <a:extLst>
                    <a:ext uri="{FF2B5EF4-FFF2-40B4-BE49-F238E27FC236}">
                      <a16:creationId xmlns:a16="http://schemas.microsoft.com/office/drawing/2014/main" id="{3BAB094D-7F08-841D-9620-95DB99BF20C4}"/>
                    </a:ext>
                  </a:extLst>
                </p14:cNvPr>
                <p14:cNvContentPartPr/>
                <p14:nvPr/>
              </p14:nvContentPartPr>
              <p14:xfrm>
                <a:off x="4886829" y="4774149"/>
                <a:ext cx="102960" cy="285120"/>
              </p14:xfrm>
            </p:contentPart>
          </mc:Choice>
          <mc:Fallback>
            <p:pic>
              <p:nvPicPr>
                <p:cNvPr id="124" name="Rukopis 123">
                  <a:extLst>
                    <a:ext uri="{FF2B5EF4-FFF2-40B4-BE49-F238E27FC236}">
                      <a16:creationId xmlns:a16="http://schemas.microsoft.com/office/drawing/2014/main" id="{3BAB094D-7F08-841D-9620-95DB99BF20C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78189" y="4765509"/>
                  <a:ext cx="12060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Skupina 128">
            <a:extLst>
              <a:ext uri="{FF2B5EF4-FFF2-40B4-BE49-F238E27FC236}">
                <a16:creationId xmlns:a16="http://schemas.microsoft.com/office/drawing/2014/main" id="{41C1B49A-F793-05A4-C1B3-B04AD51104F2}"/>
              </a:ext>
            </a:extLst>
          </p:cNvPr>
          <p:cNvGrpSpPr/>
          <p:nvPr/>
        </p:nvGrpSpPr>
        <p:grpSpPr>
          <a:xfrm>
            <a:off x="4818429" y="3793509"/>
            <a:ext cx="180360" cy="769320"/>
            <a:chOff x="4818429" y="3793509"/>
            <a:chExt cx="180360" cy="76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5" name="Rukopis 124">
                  <a:extLst>
                    <a:ext uri="{FF2B5EF4-FFF2-40B4-BE49-F238E27FC236}">
                      <a16:creationId xmlns:a16="http://schemas.microsoft.com/office/drawing/2014/main" id="{F646DDF4-47D4-5F49-835D-6F2300D7FD3B}"/>
                    </a:ext>
                  </a:extLst>
                </p14:cNvPr>
                <p14:cNvContentPartPr/>
                <p14:nvPr/>
              </p14:nvContentPartPr>
              <p14:xfrm>
                <a:off x="4818429" y="4258269"/>
                <a:ext cx="119520" cy="304560"/>
              </p14:xfrm>
            </p:contentPart>
          </mc:Choice>
          <mc:Fallback>
            <p:pic>
              <p:nvPicPr>
                <p:cNvPr id="125" name="Rukopis 124">
                  <a:extLst>
                    <a:ext uri="{FF2B5EF4-FFF2-40B4-BE49-F238E27FC236}">
                      <a16:creationId xmlns:a16="http://schemas.microsoft.com/office/drawing/2014/main" id="{F646DDF4-47D4-5F49-835D-6F2300D7FD3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09789" y="4249629"/>
                  <a:ext cx="1371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6" name="Rukopis 125">
                  <a:extLst>
                    <a:ext uri="{FF2B5EF4-FFF2-40B4-BE49-F238E27FC236}">
                      <a16:creationId xmlns:a16="http://schemas.microsoft.com/office/drawing/2014/main" id="{628D699E-FF56-EA70-747D-A4C3E6FDB6E9}"/>
                    </a:ext>
                  </a:extLst>
                </p14:cNvPr>
                <p14:cNvContentPartPr/>
                <p14:nvPr/>
              </p14:nvContentPartPr>
              <p14:xfrm>
                <a:off x="4835709" y="3793509"/>
                <a:ext cx="163080" cy="295200"/>
              </p14:xfrm>
            </p:contentPart>
          </mc:Choice>
          <mc:Fallback>
            <p:pic>
              <p:nvPicPr>
                <p:cNvPr id="126" name="Rukopis 125">
                  <a:extLst>
                    <a:ext uri="{FF2B5EF4-FFF2-40B4-BE49-F238E27FC236}">
                      <a16:creationId xmlns:a16="http://schemas.microsoft.com/office/drawing/2014/main" id="{628D699E-FF56-EA70-747D-A4C3E6FDB6E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826709" y="3784869"/>
                  <a:ext cx="180720" cy="31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7" name="Rukopis 126">
                <a:extLst>
                  <a:ext uri="{FF2B5EF4-FFF2-40B4-BE49-F238E27FC236}">
                    <a16:creationId xmlns:a16="http://schemas.microsoft.com/office/drawing/2014/main" id="{50D8E1BF-22E7-C7EF-4AAF-6A883C065E60}"/>
                  </a:ext>
                </a:extLst>
              </p14:cNvPr>
              <p14:cNvContentPartPr/>
              <p14:nvPr/>
            </p14:nvContentPartPr>
            <p14:xfrm>
              <a:off x="4818429" y="3009069"/>
              <a:ext cx="121320" cy="219960"/>
            </p14:xfrm>
          </p:contentPart>
        </mc:Choice>
        <mc:Fallback>
          <p:pic>
            <p:nvPicPr>
              <p:cNvPr id="127" name="Rukopis 126">
                <a:extLst>
                  <a:ext uri="{FF2B5EF4-FFF2-40B4-BE49-F238E27FC236}">
                    <a16:creationId xmlns:a16="http://schemas.microsoft.com/office/drawing/2014/main" id="{50D8E1BF-22E7-C7EF-4AAF-6A883C065E6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809789" y="3000429"/>
                <a:ext cx="1389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8" name="Rukopis 127">
                <a:extLst>
                  <a:ext uri="{FF2B5EF4-FFF2-40B4-BE49-F238E27FC236}">
                    <a16:creationId xmlns:a16="http://schemas.microsoft.com/office/drawing/2014/main" id="{43B219A4-E241-B56A-4170-D225EBA7ECEB}"/>
                  </a:ext>
                </a:extLst>
              </p14:cNvPr>
              <p14:cNvContentPartPr/>
              <p14:nvPr/>
            </p14:nvContentPartPr>
            <p14:xfrm>
              <a:off x="4792869" y="2562309"/>
              <a:ext cx="134640" cy="245160"/>
            </p14:xfrm>
          </p:contentPart>
        </mc:Choice>
        <mc:Fallback>
          <p:pic>
            <p:nvPicPr>
              <p:cNvPr id="128" name="Rukopis 127">
                <a:extLst>
                  <a:ext uri="{FF2B5EF4-FFF2-40B4-BE49-F238E27FC236}">
                    <a16:creationId xmlns:a16="http://schemas.microsoft.com/office/drawing/2014/main" id="{43B219A4-E241-B56A-4170-D225EBA7ECE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783869" y="2553669"/>
                <a:ext cx="1522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31" name="Rukopis 130">
                <a:extLst>
                  <a:ext uri="{FF2B5EF4-FFF2-40B4-BE49-F238E27FC236}">
                    <a16:creationId xmlns:a16="http://schemas.microsoft.com/office/drawing/2014/main" id="{87E254DD-4740-3F22-53A4-54D837027F65}"/>
                  </a:ext>
                </a:extLst>
              </p14:cNvPr>
              <p14:cNvContentPartPr/>
              <p14:nvPr/>
            </p14:nvContentPartPr>
            <p14:xfrm>
              <a:off x="6957189" y="4264389"/>
              <a:ext cx="164160" cy="316440"/>
            </p14:xfrm>
          </p:contentPart>
        </mc:Choice>
        <mc:Fallback>
          <p:pic>
            <p:nvPicPr>
              <p:cNvPr id="131" name="Rukopis 130">
                <a:extLst>
                  <a:ext uri="{FF2B5EF4-FFF2-40B4-BE49-F238E27FC236}">
                    <a16:creationId xmlns:a16="http://schemas.microsoft.com/office/drawing/2014/main" id="{87E254DD-4740-3F22-53A4-54D837027F6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948549" y="4255749"/>
                <a:ext cx="1818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32" name="Rukopis 131">
                <a:extLst>
                  <a:ext uri="{FF2B5EF4-FFF2-40B4-BE49-F238E27FC236}">
                    <a16:creationId xmlns:a16="http://schemas.microsoft.com/office/drawing/2014/main" id="{2775262C-D36C-D5C2-69B6-BAD3D5870B1D}"/>
                  </a:ext>
                </a:extLst>
              </p14:cNvPr>
              <p14:cNvContentPartPr/>
              <p14:nvPr/>
            </p14:nvContentPartPr>
            <p14:xfrm>
              <a:off x="6913629" y="5183829"/>
              <a:ext cx="153360" cy="278280"/>
            </p14:xfrm>
          </p:contentPart>
        </mc:Choice>
        <mc:Fallback>
          <p:pic>
            <p:nvPicPr>
              <p:cNvPr id="132" name="Rukopis 131">
                <a:extLst>
                  <a:ext uri="{FF2B5EF4-FFF2-40B4-BE49-F238E27FC236}">
                    <a16:creationId xmlns:a16="http://schemas.microsoft.com/office/drawing/2014/main" id="{2775262C-D36C-D5C2-69B6-BAD3D5870B1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904989" y="5175189"/>
                <a:ext cx="17100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Skupina 139">
            <a:extLst>
              <a:ext uri="{FF2B5EF4-FFF2-40B4-BE49-F238E27FC236}">
                <a16:creationId xmlns:a16="http://schemas.microsoft.com/office/drawing/2014/main" id="{5769B90A-3142-A6C6-6120-5ED7B1D72FED}"/>
              </a:ext>
            </a:extLst>
          </p:cNvPr>
          <p:cNvGrpSpPr/>
          <p:nvPr/>
        </p:nvGrpSpPr>
        <p:grpSpPr>
          <a:xfrm>
            <a:off x="6805269" y="2537829"/>
            <a:ext cx="227160" cy="1528560"/>
            <a:chOff x="6805269" y="2537829"/>
            <a:chExt cx="227160" cy="152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3" name="Rukopis 132">
                  <a:extLst>
                    <a:ext uri="{FF2B5EF4-FFF2-40B4-BE49-F238E27FC236}">
                      <a16:creationId xmlns:a16="http://schemas.microsoft.com/office/drawing/2014/main" id="{2C9BB8C5-9675-6E22-8A08-41A8FA65CAAA}"/>
                    </a:ext>
                  </a:extLst>
                </p14:cNvPr>
                <p14:cNvContentPartPr/>
                <p14:nvPr/>
              </p14:nvContentPartPr>
              <p14:xfrm>
                <a:off x="6807429" y="2537829"/>
                <a:ext cx="100800" cy="335880"/>
              </p14:xfrm>
            </p:contentPart>
          </mc:Choice>
          <mc:Fallback>
            <p:pic>
              <p:nvPicPr>
                <p:cNvPr id="133" name="Rukopis 132">
                  <a:extLst>
                    <a:ext uri="{FF2B5EF4-FFF2-40B4-BE49-F238E27FC236}">
                      <a16:creationId xmlns:a16="http://schemas.microsoft.com/office/drawing/2014/main" id="{2C9BB8C5-9675-6E22-8A08-41A8FA65CAA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798789" y="2529189"/>
                  <a:ext cx="1184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4" name="Rukopis 133">
                  <a:extLst>
                    <a:ext uri="{FF2B5EF4-FFF2-40B4-BE49-F238E27FC236}">
                      <a16:creationId xmlns:a16="http://schemas.microsoft.com/office/drawing/2014/main" id="{58839B15-E192-4900-3459-45E7120A4BD7}"/>
                    </a:ext>
                  </a:extLst>
                </p14:cNvPr>
                <p14:cNvContentPartPr/>
                <p14:nvPr/>
              </p14:nvContentPartPr>
              <p14:xfrm>
                <a:off x="6805269" y="3007269"/>
                <a:ext cx="119880" cy="256320"/>
              </p14:xfrm>
            </p:contentPart>
          </mc:Choice>
          <mc:Fallback>
            <p:pic>
              <p:nvPicPr>
                <p:cNvPr id="134" name="Rukopis 133">
                  <a:extLst>
                    <a:ext uri="{FF2B5EF4-FFF2-40B4-BE49-F238E27FC236}">
                      <a16:creationId xmlns:a16="http://schemas.microsoft.com/office/drawing/2014/main" id="{58839B15-E192-4900-3459-45E7120A4BD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96629" y="2998269"/>
                  <a:ext cx="137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5" name="Rukopis 134">
                  <a:extLst>
                    <a:ext uri="{FF2B5EF4-FFF2-40B4-BE49-F238E27FC236}">
                      <a16:creationId xmlns:a16="http://schemas.microsoft.com/office/drawing/2014/main" id="{FA55BEA4-44A3-0ADC-79E8-B6C48CF728BD}"/>
                    </a:ext>
                  </a:extLst>
                </p14:cNvPr>
                <p14:cNvContentPartPr/>
                <p14:nvPr/>
              </p14:nvContentPartPr>
              <p14:xfrm>
                <a:off x="6854589" y="3419829"/>
                <a:ext cx="120600" cy="268920"/>
              </p14:xfrm>
            </p:contentPart>
          </mc:Choice>
          <mc:Fallback>
            <p:pic>
              <p:nvPicPr>
                <p:cNvPr id="135" name="Rukopis 134">
                  <a:extLst>
                    <a:ext uri="{FF2B5EF4-FFF2-40B4-BE49-F238E27FC236}">
                      <a16:creationId xmlns:a16="http://schemas.microsoft.com/office/drawing/2014/main" id="{FA55BEA4-44A3-0ADC-79E8-B6C48CF728B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45949" y="3411189"/>
                  <a:ext cx="1382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7" name="Rukopis 136">
                  <a:extLst>
                    <a:ext uri="{FF2B5EF4-FFF2-40B4-BE49-F238E27FC236}">
                      <a16:creationId xmlns:a16="http://schemas.microsoft.com/office/drawing/2014/main" id="{F9E18A14-16F6-5E8F-C167-8C5B5B073F26}"/>
                    </a:ext>
                  </a:extLst>
                </p14:cNvPr>
                <p14:cNvContentPartPr/>
                <p14:nvPr/>
              </p14:nvContentPartPr>
              <p14:xfrm>
                <a:off x="6914349" y="3856149"/>
                <a:ext cx="118080" cy="210240"/>
              </p14:xfrm>
            </p:contentPart>
          </mc:Choice>
          <mc:Fallback>
            <p:pic>
              <p:nvPicPr>
                <p:cNvPr id="137" name="Rukopis 136">
                  <a:extLst>
                    <a:ext uri="{FF2B5EF4-FFF2-40B4-BE49-F238E27FC236}">
                      <a16:creationId xmlns:a16="http://schemas.microsoft.com/office/drawing/2014/main" id="{F9E18A14-16F6-5E8F-C167-8C5B5B073F2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05709" y="3847149"/>
                  <a:ext cx="13572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8" name="Rukopis 137">
                <a:extLst>
                  <a:ext uri="{FF2B5EF4-FFF2-40B4-BE49-F238E27FC236}">
                    <a16:creationId xmlns:a16="http://schemas.microsoft.com/office/drawing/2014/main" id="{B01B5FE9-95CE-C7AA-E70C-C0B9EEF286A3}"/>
                  </a:ext>
                </a:extLst>
              </p14:cNvPr>
              <p14:cNvContentPartPr/>
              <p14:nvPr/>
            </p14:nvContentPartPr>
            <p14:xfrm>
              <a:off x="6929469" y="4806189"/>
              <a:ext cx="109080" cy="235080"/>
            </p14:xfrm>
          </p:contentPart>
        </mc:Choice>
        <mc:Fallback>
          <p:pic>
            <p:nvPicPr>
              <p:cNvPr id="138" name="Rukopis 137">
                <a:extLst>
                  <a:ext uri="{FF2B5EF4-FFF2-40B4-BE49-F238E27FC236}">
                    <a16:creationId xmlns:a16="http://schemas.microsoft.com/office/drawing/2014/main" id="{B01B5FE9-95CE-C7AA-E70C-C0B9EEF286A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920829" y="4797189"/>
                <a:ext cx="1267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39" name="Rukopis 138">
                <a:extLst>
                  <a:ext uri="{FF2B5EF4-FFF2-40B4-BE49-F238E27FC236}">
                    <a16:creationId xmlns:a16="http://schemas.microsoft.com/office/drawing/2014/main" id="{1C60388F-DF1E-69CA-6118-F45C8DC9A850}"/>
                  </a:ext>
                </a:extLst>
              </p14:cNvPr>
              <p14:cNvContentPartPr/>
              <p14:nvPr/>
            </p14:nvContentPartPr>
            <p14:xfrm>
              <a:off x="6959349" y="5611509"/>
              <a:ext cx="137160" cy="263160"/>
            </p14:xfrm>
          </p:contentPart>
        </mc:Choice>
        <mc:Fallback>
          <p:pic>
            <p:nvPicPr>
              <p:cNvPr id="139" name="Rukopis 138">
                <a:extLst>
                  <a:ext uri="{FF2B5EF4-FFF2-40B4-BE49-F238E27FC236}">
                    <a16:creationId xmlns:a16="http://schemas.microsoft.com/office/drawing/2014/main" id="{1C60388F-DF1E-69CA-6118-F45C8DC9A85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950709" y="5602869"/>
                <a:ext cx="1548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42" name="Rukopis 141">
                <a:extLst>
                  <a:ext uri="{FF2B5EF4-FFF2-40B4-BE49-F238E27FC236}">
                    <a16:creationId xmlns:a16="http://schemas.microsoft.com/office/drawing/2014/main" id="{FBE90775-9235-2F9E-ADCB-F369E1B87549}"/>
                  </a:ext>
                </a:extLst>
              </p14:cNvPr>
              <p14:cNvContentPartPr/>
              <p14:nvPr/>
            </p14:nvContentPartPr>
            <p14:xfrm>
              <a:off x="3094389" y="2644749"/>
              <a:ext cx="2000160" cy="38520"/>
            </p14:xfrm>
          </p:contentPart>
        </mc:Choice>
        <mc:Fallback>
          <p:pic>
            <p:nvPicPr>
              <p:cNvPr id="142" name="Rukopis 141">
                <a:extLst>
                  <a:ext uri="{FF2B5EF4-FFF2-40B4-BE49-F238E27FC236}">
                    <a16:creationId xmlns:a16="http://schemas.microsoft.com/office/drawing/2014/main" id="{FBE90775-9235-2F9E-ADCB-F369E1B8754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076749" y="2608749"/>
                <a:ext cx="20358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43" name="Rukopis 142">
                <a:extLst>
                  <a:ext uri="{FF2B5EF4-FFF2-40B4-BE49-F238E27FC236}">
                    <a16:creationId xmlns:a16="http://schemas.microsoft.com/office/drawing/2014/main" id="{1079222F-D172-1A31-8645-1C37126AB47E}"/>
                  </a:ext>
                </a:extLst>
              </p14:cNvPr>
              <p14:cNvContentPartPr/>
              <p14:nvPr/>
            </p14:nvContentPartPr>
            <p14:xfrm>
              <a:off x="3139389" y="3112029"/>
              <a:ext cx="1956600" cy="30240"/>
            </p14:xfrm>
          </p:contentPart>
        </mc:Choice>
        <mc:Fallback>
          <p:pic>
            <p:nvPicPr>
              <p:cNvPr id="143" name="Rukopis 142">
                <a:extLst>
                  <a:ext uri="{FF2B5EF4-FFF2-40B4-BE49-F238E27FC236}">
                    <a16:creationId xmlns:a16="http://schemas.microsoft.com/office/drawing/2014/main" id="{1079222F-D172-1A31-8645-1C37126AB47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121749" y="3076389"/>
                <a:ext cx="19922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44" name="Rukopis 143">
                <a:extLst>
                  <a:ext uri="{FF2B5EF4-FFF2-40B4-BE49-F238E27FC236}">
                    <a16:creationId xmlns:a16="http://schemas.microsoft.com/office/drawing/2014/main" id="{5D258798-0836-949A-CE1D-B81017B6036A}"/>
                  </a:ext>
                </a:extLst>
              </p14:cNvPr>
              <p14:cNvContentPartPr/>
              <p14:nvPr/>
            </p14:nvContentPartPr>
            <p14:xfrm>
              <a:off x="3163149" y="3990789"/>
              <a:ext cx="2037960" cy="18360"/>
            </p14:xfrm>
          </p:contentPart>
        </mc:Choice>
        <mc:Fallback>
          <p:pic>
            <p:nvPicPr>
              <p:cNvPr id="144" name="Rukopis 143">
                <a:extLst>
                  <a:ext uri="{FF2B5EF4-FFF2-40B4-BE49-F238E27FC236}">
                    <a16:creationId xmlns:a16="http://schemas.microsoft.com/office/drawing/2014/main" id="{5D258798-0836-949A-CE1D-B81017B6036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45149" y="3955149"/>
                <a:ext cx="20736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45" name="Rukopis 144">
                <a:extLst>
                  <a:ext uri="{FF2B5EF4-FFF2-40B4-BE49-F238E27FC236}">
                    <a16:creationId xmlns:a16="http://schemas.microsoft.com/office/drawing/2014/main" id="{5032D697-6505-CD1C-7FE7-239840F51951}"/>
                  </a:ext>
                </a:extLst>
              </p14:cNvPr>
              <p14:cNvContentPartPr/>
              <p14:nvPr/>
            </p14:nvContentPartPr>
            <p14:xfrm>
              <a:off x="3331989" y="5669469"/>
              <a:ext cx="1923120" cy="122760"/>
            </p14:xfrm>
          </p:contentPart>
        </mc:Choice>
        <mc:Fallback>
          <p:pic>
            <p:nvPicPr>
              <p:cNvPr id="145" name="Rukopis 144">
                <a:extLst>
                  <a:ext uri="{FF2B5EF4-FFF2-40B4-BE49-F238E27FC236}">
                    <a16:creationId xmlns:a16="http://schemas.microsoft.com/office/drawing/2014/main" id="{5032D697-6505-CD1C-7FE7-239840F5195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313989" y="5633469"/>
                <a:ext cx="195876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46" name="Rukopis 145">
                <a:extLst>
                  <a:ext uri="{FF2B5EF4-FFF2-40B4-BE49-F238E27FC236}">
                    <a16:creationId xmlns:a16="http://schemas.microsoft.com/office/drawing/2014/main" id="{C2C4CB2F-0379-61FD-566E-42A734EB94C4}"/>
                  </a:ext>
                </a:extLst>
              </p14:cNvPr>
              <p14:cNvContentPartPr/>
              <p14:nvPr/>
            </p14:nvContentPartPr>
            <p14:xfrm>
              <a:off x="6618069" y="2478069"/>
              <a:ext cx="504720" cy="407160"/>
            </p14:xfrm>
          </p:contentPart>
        </mc:Choice>
        <mc:Fallback>
          <p:pic>
            <p:nvPicPr>
              <p:cNvPr id="146" name="Rukopis 145">
                <a:extLst>
                  <a:ext uri="{FF2B5EF4-FFF2-40B4-BE49-F238E27FC236}">
                    <a16:creationId xmlns:a16="http://schemas.microsoft.com/office/drawing/2014/main" id="{C2C4CB2F-0379-61FD-566E-42A734EB94C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600429" y="2442069"/>
                <a:ext cx="54036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47" name="Rukopis 146">
                <a:extLst>
                  <a:ext uri="{FF2B5EF4-FFF2-40B4-BE49-F238E27FC236}">
                    <a16:creationId xmlns:a16="http://schemas.microsoft.com/office/drawing/2014/main" id="{1C8AE63B-7FEB-50EE-4E00-BB34628D7507}"/>
                  </a:ext>
                </a:extLst>
              </p14:cNvPr>
              <p14:cNvContentPartPr/>
              <p14:nvPr/>
            </p14:nvContentPartPr>
            <p14:xfrm>
              <a:off x="6611949" y="2954709"/>
              <a:ext cx="509040" cy="343080"/>
            </p14:xfrm>
          </p:contentPart>
        </mc:Choice>
        <mc:Fallback>
          <p:pic>
            <p:nvPicPr>
              <p:cNvPr id="147" name="Rukopis 146">
                <a:extLst>
                  <a:ext uri="{FF2B5EF4-FFF2-40B4-BE49-F238E27FC236}">
                    <a16:creationId xmlns:a16="http://schemas.microsoft.com/office/drawing/2014/main" id="{1C8AE63B-7FEB-50EE-4E00-BB34628D7507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593949" y="2918709"/>
                <a:ext cx="54468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48" name="Rukopis 147">
                <a:extLst>
                  <a:ext uri="{FF2B5EF4-FFF2-40B4-BE49-F238E27FC236}">
                    <a16:creationId xmlns:a16="http://schemas.microsoft.com/office/drawing/2014/main" id="{C5D6A54A-3580-5484-33A5-11043165A9BF}"/>
                  </a:ext>
                </a:extLst>
              </p14:cNvPr>
              <p14:cNvContentPartPr/>
              <p14:nvPr/>
            </p14:nvContentPartPr>
            <p14:xfrm>
              <a:off x="6779709" y="3816189"/>
              <a:ext cx="506880" cy="297360"/>
            </p14:xfrm>
          </p:contentPart>
        </mc:Choice>
        <mc:Fallback>
          <p:pic>
            <p:nvPicPr>
              <p:cNvPr id="148" name="Rukopis 147">
                <a:extLst>
                  <a:ext uri="{FF2B5EF4-FFF2-40B4-BE49-F238E27FC236}">
                    <a16:creationId xmlns:a16="http://schemas.microsoft.com/office/drawing/2014/main" id="{C5D6A54A-3580-5484-33A5-11043165A9B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761709" y="3780549"/>
                <a:ext cx="54252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9" name="Rukopis 148">
                <a:extLst>
                  <a:ext uri="{FF2B5EF4-FFF2-40B4-BE49-F238E27FC236}">
                    <a16:creationId xmlns:a16="http://schemas.microsoft.com/office/drawing/2014/main" id="{89DDCB14-E9B3-FEDD-A33D-DFADEBD7D999}"/>
                  </a:ext>
                </a:extLst>
              </p14:cNvPr>
              <p14:cNvContentPartPr/>
              <p14:nvPr/>
            </p14:nvContentPartPr>
            <p14:xfrm>
              <a:off x="6824349" y="5604309"/>
              <a:ext cx="515880" cy="336600"/>
            </p14:xfrm>
          </p:contentPart>
        </mc:Choice>
        <mc:Fallback>
          <p:pic>
            <p:nvPicPr>
              <p:cNvPr id="149" name="Rukopis 148">
                <a:extLst>
                  <a:ext uri="{FF2B5EF4-FFF2-40B4-BE49-F238E27FC236}">
                    <a16:creationId xmlns:a16="http://schemas.microsoft.com/office/drawing/2014/main" id="{89DDCB14-E9B3-FEDD-A33D-DFADEBD7D99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806709" y="5568309"/>
                <a:ext cx="551520" cy="40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367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4B86BC8-3731-575D-40C3-18FDF8F31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Sémantický důsledek</a:t>
            </a:r>
          </a:p>
        </p:txBody>
      </p:sp>
      <p:sp>
        <p:nvSpPr>
          <p:cNvPr id="5123" name="TextovéPole 1">
            <a:extLst>
              <a:ext uri="{FF2B5EF4-FFF2-40B4-BE49-F238E27FC236}">
                <a16:creationId xmlns:a16="http://schemas.microsoft.com/office/drawing/2014/main" id="{AE405ECC-5C54-223E-6B6D-F8DC151FD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E9F4B82-EDE2-4E85-9556-6C5A1A239A3B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cs-CZ" altLang="cs-CZ" sz="1100"/>
          </a:p>
        </p:txBody>
      </p:sp>
      <p:pic>
        <p:nvPicPr>
          <p:cNvPr id="5124" name="Picture 2">
            <a:extLst>
              <a:ext uri="{FF2B5EF4-FFF2-40B4-BE49-F238E27FC236}">
                <a16:creationId xmlns:a16="http://schemas.microsoft.com/office/drawing/2014/main" id="{7B5378AF-BD3B-5EAA-7153-96A778424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908050"/>
            <a:ext cx="7899400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Obdélník 21">
            <a:extLst>
              <a:ext uri="{FF2B5EF4-FFF2-40B4-BE49-F238E27FC236}">
                <a16:creationId xmlns:a16="http://schemas.microsoft.com/office/drawing/2014/main" id="{E2812671-7AFC-19A6-74B1-DFCEFCEBEEDF}"/>
              </a:ext>
            </a:extLst>
          </p:cNvPr>
          <p:cNvSpPr/>
          <p:nvPr/>
        </p:nvSpPr>
        <p:spPr>
          <a:xfrm>
            <a:off x="1450975" y="989013"/>
            <a:ext cx="527050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pic>
        <p:nvPicPr>
          <p:cNvPr id="5126" name="Picture 3">
            <a:extLst>
              <a:ext uri="{FF2B5EF4-FFF2-40B4-BE49-F238E27FC236}">
                <a16:creationId xmlns:a16="http://schemas.microsoft.com/office/drawing/2014/main" id="{840706C0-346F-E0B3-001B-1C1CE9006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4797425"/>
            <a:ext cx="7318375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26DAC2C6-3780-F7F9-8370-E6E3C9FA2110}"/>
                  </a:ext>
                </a:extLst>
              </p14:cNvPr>
              <p14:cNvContentPartPr/>
              <p14:nvPr/>
            </p14:nvContentPartPr>
            <p14:xfrm>
              <a:off x="1527845" y="775221"/>
              <a:ext cx="353913" cy="443386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26DAC2C6-3780-F7F9-8370-E6E3C9FA21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10221" y="757241"/>
                <a:ext cx="389520" cy="478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9A2B10D7-6502-0C1B-61EF-09191A5EBBFB}"/>
                  </a:ext>
                </a:extLst>
              </p14:cNvPr>
              <p14:cNvContentPartPr/>
              <p14:nvPr/>
            </p14:nvContentPartPr>
            <p14:xfrm>
              <a:off x="1902797" y="817736"/>
              <a:ext cx="95964" cy="603466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9A2B10D7-6502-0C1B-61EF-09191A5EBB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84893" y="800103"/>
                <a:ext cx="131413" cy="63909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25F435F-22ED-B724-A818-F3072453A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04664"/>
            <a:ext cx="4824536" cy="9004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7" name="Rukopis 46">
                <a:extLst>
                  <a:ext uri="{FF2B5EF4-FFF2-40B4-BE49-F238E27FC236}">
                    <a16:creationId xmlns:a16="http://schemas.microsoft.com/office/drawing/2014/main" id="{0759161A-F174-E62C-F487-623B8E774F9A}"/>
                  </a:ext>
                </a:extLst>
              </p14:cNvPr>
              <p14:cNvContentPartPr/>
              <p14:nvPr/>
            </p14:nvContentPartPr>
            <p14:xfrm>
              <a:off x="900189" y="1471149"/>
              <a:ext cx="120240" cy="543960"/>
            </p14:xfrm>
          </p:contentPart>
        </mc:Choice>
        <mc:Fallback>
          <p:pic>
            <p:nvPicPr>
              <p:cNvPr id="47" name="Rukopis 46">
                <a:extLst>
                  <a:ext uri="{FF2B5EF4-FFF2-40B4-BE49-F238E27FC236}">
                    <a16:creationId xmlns:a16="http://schemas.microsoft.com/office/drawing/2014/main" id="{0759161A-F174-E62C-F487-623B8E774F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1189" y="1462149"/>
                <a:ext cx="137880" cy="56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Skupina 123">
            <a:extLst>
              <a:ext uri="{FF2B5EF4-FFF2-40B4-BE49-F238E27FC236}">
                <a16:creationId xmlns:a16="http://schemas.microsoft.com/office/drawing/2014/main" id="{D53AE95A-71DE-1BAA-B531-70F623A466E1}"/>
              </a:ext>
            </a:extLst>
          </p:cNvPr>
          <p:cNvGrpSpPr/>
          <p:nvPr/>
        </p:nvGrpSpPr>
        <p:grpSpPr>
          <a:xfrm>
            <a:off x="812349" y="1279629"/>
            <a:ext cx="7160400" cy="4758840"/>
            <a:chOff x="812349" y="1279629"/>
            <a:chExt cx="7160400" cy="47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8" name="Rukopis 67">
                  <a:extLst>
                    <a:ext uri="{FF2B5EF4-FFF2-40B4-BE49-F238E27FC236}">
                      <a16:creationId xmlns:a16="http://schemas.microsoft.com/office/drawing/2014/main" id="{57401D53-622B-1313-BFA9-070CB6DB1F63}"/>
                    </a:ext>
                  </a:extLst>
                </p14:cNvPr>
                <p14:cNvContentPartPr/>
                <p14:nvPr/>
              </p14:nvContentPartPr>
              <p14:xfrm>
                <a:off x="2878029" y="1692909"/>
                <a:ext cx="219600" cy="297720"/>
              </p14:xfrm>
            </p:contentPart>
          </mc:Choice>
          <mc:Fallback>
            <p:pic>
              <p:nvPicPr>
                <p:cNvPr id="68" name="Rukopis 67">
                  <a:extLst>
                    <a:ext uri="{FF2B5EF4-FFF2-40B4-BE49-F238E27FC236}">
                      <a16:creationId xmlns:a16="http://schemas.microsoft.com/office/drawing/2014/main" id="{57401D53-622B-1313-BFA9-070CB6DB1F6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69029" y="1683909"/>
                  <a:ext cx="2372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9" name="Rukopis 68">
                  <a:extLst>
                    <a:ext uri="{FF2B5EF4-FFF2-40B4-BE49-F238E27FC236}">
                      <a16:creationId xmlns:a16="http://schemas.microsoft.com/office/drawing/2014/main" id="{863D22DF-CD5B-83F0-57FF-8A1CEE784255}"/>
                    </a:ext>
                  </a:extLst>
                </p14:cNvPr>
                <p14:cNvContentPartPr/>
                <p14:nvPr/>
              </p14:nvContentPartPr>
              <p14:xfrm>
                <a:off x="3111669" y="1797309"/>
                <a:ext cx="173520" cy="159120"/>
              </p14:xfrm>
            </p:contentPart>
          </mc:Choice>
          <mc:Fallback>
            <p:pic>
              <p:nvPicPr>
                <p:cNvPr id="69" name="Rukopis 68">
                  <a:extLst>
                    <a:ext uri="{FF2B5EF4-FFF2-40B4-BE49-F238E27FC236}">
                      <a16:creationId xmlns:a16="http://schemas.microsoft.com/office/drawing/2014/main" id="{863D22DF-CD5B-83F0-57FF-8A1CEE78425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02669" y="1788669"/>
                  <a:ext cx="191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0" name="Rukopis 69">
                  <a:extLst>
                    <a:ext uri="{FF2B5EF4-FFF2-40B4-BE49-F238E27FC236}">
                      <a16:creationId xmlns:a16="http://schemas.microsoft.com/office/drawing/2014/main" id="{6F396913-2C31-5DF9-C085-B9B535E5AE7A}"/>
                    </a:ext>
                  </a:extLst>
                </p14:cNvPr>
                <p14:cNvContentPartPr/>
                <p14:nvPr/>
              </p14:nvContentPartPr>
              <p14:xfrm>
                <a:off x="3321189" y="1782909"/>
                <a:ext cx="82080" cy="164160"/>
              </p14:xfrm>
            </p:contentPart>
          </mc:Choice>
          <mc:Fallback>
            <p:pic>
              <p:nvPicPr>
                <p:cNvPr id="70" name="Rukopis 69">
                  <a:extLst>
                    <a:ext uri="{FF2B5EF4-FFF2-40B4-BE49-F238E27FC236}">
                      <a16:creationId xmlns:a16="http://schemas.microsoft.com/office/drawing/2014/main" id="{6F396913-2C31-5DF9-C085-B9B535E5AE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12549" y="1774269"/>
                  <a:ext cx="99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1" name="Rukopis 70">
                  <a:extLst>
                    <a:ext uri="{FF2B5EF4-FFF2-40B4-BE49-F238E27FC236}">
                      <a16:creationId xmlns:a16="http://schemas.microsoft.com/office/drawing/2014/main" id="{678D55F4-D06B-15F6-C2E4-A79E352B01B6}"/>
                    </a:ext>
                  </a:extLst>
                </p14:cNvPr>
                <p14:cNvContentPartPr/>
                <p14:nvPr/>
              </p14:nvContentPartPr>
              <p14:xfrm>
                <a:off x="3340629" y="1702989"/>
                <a:ext cx="126720" cy="13680"/>
              </p14:xfrm>
            </p:contentPart>
          </mc:Choice>
          <mc:Fallback>
            <p:pic>
              <p:nvPicPr>
                <p:cNvPr id="71" name="Rukopis 70">
                  <a:extLst>
                    <a:ext uri="{FF2B5EF4-FFF2-40B4-BE49-F238E27FC236}">
                      <a16:creationId xmlns:a16="http://schemas.microsoft.com/office/drawing/2014/main" id="{678D55F4-D06B-15F6-C2E4-A79E352B01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31629" y="1694349"/>
                  <a:ext cx="144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2" name="Rukopis 71">
                  <a:extLst>
                    <a:ext uri="{FF2B5EF4-FFF2-40B4-BE49-F238E27FC236}">
                      <a16:creationId xmlns:a16="http://schemas.microsoft.com/office/drawing/2014/main" id="{60F4A429-3AD6-19EA-DF9F-CB24B34B73A4}"/>
                    </a:ext>
                  </a:extLst>
                </p14:cNvPr>
                <p14:cNvContentPartPr/>
                <p14:nvPr/>
              </p14:nvContentPartPr>
              <p14:xfrm>
                <a:off x="3477789" y="1643229"/>
                <a:ext cx="96120" cy="322920"/>
              </p14:xfrm>
            </p:contentPart>
          </mc:Choice>
          <mc:Fallback>
            <p:pic>
              <p:nvPicPr>
                <p:cNvPr id="72" name="Rukopis 71">
                  <a:extLst>
                    <a:ext uri="{FF2B5EF4-FFF2-40B4-BE49-F238E27FC236}">
                      <a16:creationId xmlns:a16="http://schemas.microsoft.com/office/drawing/2014/main" id="{60F4A429-3AD6-19EA-DF9F-CB24B34B73A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68789" y="1634589"/>
                  <a:ext cx="1137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3" name="Rukopis 72">
                  <a:extLst>
                    <a:ext uri="{FF2B5EF4-FFF2-40B4-BE49-F238E27FC236}">
                      <a16:creationId xmlns:a16="http://schemas.microsoft.com/office/drawing/2014/main" id="{CBC5F973-755B-5A57-78B1-913076F7F5FC}"/>
                    </a:ext>
                  </a:extLst>
                </p14:cNvPr>
                <p14:cNvContentPartPr/>
                <p14:nvPr/>
              </p14:nvContentPartPr>
              <p14:xfrm>
                <a:off x="3423789" y="1828989"/>
                <a:ext cx="150120" cy="22680"/>
              </p14:xfrm>
            </p:contentPart>
          </mc:Choice>
          <mc:Fallback>
            <p:pic>
              <p:nvPicPr>
                <p:cNvPr id="73" name="Rukopis 72">
                  <a:extLst>
                    <a:ext uri="{FF2B5EF4-FFF2-40B4-BE49-F238E27FC236}">
                      <a16:creationId xmlns:a16="http://schemas.microsoft.com/office/drawing/2014/main" id="{CBC5F973-755B-5A57-78B1-913076F7F5F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15149" y="1820349"/>
                  <a:ext cx="167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4" name="Rukopis 73">
                  <a:extLst>
                    <a:ext uri="{FF2B5EF4-FFF2-40B4-BE49-F238E27FC236}">
                      <a16:creationId xmlns:a16="http://schemas.microsoft.com/office/drawing/2014/main" id="{140294DE-02E6-1C27-CEB9-51CDEB6CDEC6}"/>
                    </a:ext>
                  </a:extLst>
                </p14:cNvPr>
                <p14:cNvContentPartPr/>
                <p14:nvPr/>
              </p14:nvContentPartPr>
              <p14:xfrm>
                <a:off x="3646269" y="1787589"/>
                <a:ext cx="140760" cy="153360"/>
              </p14:xfrm>
            </p:contentPart>
          </mc:Choice>
          <mc:Fallback>
            <p:pic>
              <p:nvPicPr>
                <p:cNvPr id="74" name="Rukopis 73">
                  <a:extLst>
                    <a:ext uri="{FF2B5EF4-FFF2-40B4-BE49-F238E27FC236}">
                      <a16:creationId xmlns:a16="http://schemas.microsoft.com/office/drawing/2014/main" id="{140294DE-02E6-1C27-CEB9-51CDEB6CDE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37629" y="1778949"/>
                  <a:ext cx="158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5" name="Rukopis 74">
                  <a:extLst>
                    <a:ext uri="{FF2B5EF4-FFF2-40B4-BE49-F238E27FC236}">
                      <a16:creationId xmlns:a16="http://schemas.microsoft.com/office/drawing/2014/main" id="{43A73B1B-BD1F-5E88-D2C5-2CB5F7ADE156}"/>
                    </a:ext>
                  </a:extLst>
                </p14:cNvPr>
                <p14:cNvContentPartPr/>
                <p14:nvPr/>
              </p14:nvContentPartPr>
              <p14:xfrm>
                <a:off x="3873069" y="1800189"/>
                <a:ext cx="32400" cy="105120"/>
              </p14:xfrm>
            </p:contentPart>
          </mc:Choice>
          <mc:Fallback>
            <p:pic>
              <p:nvPicPr>
                <p:cNvPr id="75" name="Rukopis 74">
                  <a:extLst>
                    <a:ext uri="{FF2B5EF4-FFF2-40B4-BE49-F238E27FC236}">
                      <a16:creationId xmlns:a16="http://schemas.microsoft.com/office/drawing/2014/main" id="{43A73B1B-BD1F-5E88-D2C5-2CB5F7ADE15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64429" y="1791549"/>
                  <a:ext cx="50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6" name="Rukopis 75">
                  <a:extLst>
                    <a:ext uri="{FF2B5EF4-FFF2-40B4-BE49-F238E27FC236}">
                      <a16:creationId xmlns:a16="http://schemas.microsoft.com/office/drawing/2014/main" id="{7440BAE2-414A-5CC2-56E3-4288A6574900}"/>
                    </a:ext>
                  </a:extLst>
                </p14:cNvPr>
                <p14:cNvContentPartPr/>
                <p14:nvPr/>
              </p14:nvContentPartPr>
              <p14:xfrm>
                <a:off x="3945789" y="1553949"/>
                <a:ext cx="43200" cy="187200"/>
              </p14:xfrm>
            </p:contentPart>
          </mc:Choice>
          <mc:Fallback>
            <p:pic>
              <p:nvPicPr>
                <p:cNvPr id="76" name="Rukopis 75">
                  <a:extLst>
                    <a:ext uri="{FF2B5EF4-FFF2-40B4-BE49-F238E27FC236}">
                      <a16:creationId xmlns:a16="http://schemas.microsoft.com/office/drawing/2014/main" id="{7440BAE2-414A-5CC2-56E3-4288A65749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937149" y="1544949"/>
                  <a:ext cx="60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7" name="Rukopis 76">
                  <a:extLst>
                    <a:ext uri="{FF2B5EF4-FFF2-40B4-BE49-F238E27FC236}">
                      <a16:creationId xmlns:a16="http://schemas.microsoft.com/office/drawing/2014/main" id="{42A5EF0C-620D-80BF-B931-4847E8E0380F}"/>
                    </a:ext>
                  </a:extLst>
                </p14:cNvPr>
                <p14:cNvContentPartPr/>
                <p14:nvPr/>
              </p14:nvContentPartPr>
              <p14:xfrm>
                <a:off x="3984309" y="1614429"/>
                <a:ext cx="190800" cy="349560"/>
              </p14:xfrm>
            </p:contentPart>
          </mc:Choice>
          <mc:Fallback>
            <p:pic>
              <p:nvPicPr>
                <p:cNvPr id="77" name="Rukopis 76">
                  <a:extLst>
                    <a:ext uri="{FF2B5EF4-FFF2-40B4-BE49-F238E27FC236}">
                      <a16:creationId xmlns:a16="http://schemas.microsoft.com/office/drawing/2014/main" id="{42A5EF0C-620D-80BF-B931-4847E8E0380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75309" y="1605789"/>
                  <a:ext cx="2084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8" name="Rukopis 77">
                  <a:extLst>
                    <a:ext uri="{FF2B5EF4-FFF2-40B4-BE49-F238E27FC236}">
                      <a16:creationId xmlns:a16="http://schemas.microsoft.com/office/drawing/2014/main" id="{D375B007-21C1-0677-7965-6F2181FE7D8E}"/>
                    </a:ext>
                  </a:extLst>
                </p14:cNvPr>
                <p14:cNvContentPartPr/>
                <p14:nvPr/>
              </p14:nvContentPartPr>
              <p14:xfrm>
                <a:off x="4364829" y="1862829"/>
                <a:ext cx="100800" cy="16560"/>
              </p14:xfrm>
            </p:contentPart>
          </mc:Choice>
          <mc:Fallback>
            <p:pic>
              <p:nvPicPr>
                <p:cNvPr id="78" name="Rukopis 77">
                  <a:extLst>
                    <a:ext uri="{FF2B5EF4-FFF2-40B4-BE49-F238E27FC236}">
                      <a16:creationId xmlns:a16="http://schemas.microsoft.com/office/drawing/2014/main" id="{D375B007-21C1-0677-7965-6F2181FE7D8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56189" y="1854189"/>
                  <a:ext cx="118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9" name="Rukopis 78">
                  <a:extLst>
                    <a:ext uri="{FF2B5EF4-FFF2-40B4-BE49-F238E27FC236}">
                      <a16:creationId xmlns:a16="http://schemas.microsoft.com/office/drawing/2014/main" id="{DF69F9E6-7A8A-E339-4F69-72499CAFFA14}"/>
                    </a:ext>
                  </a:extLst>
                </p14:cNvPr>
                <p14:cNvContentPartPr/>
                <p14:nvPr/>
              </p14:nvContentPartPr>
              <p14:xfrm>
                <a:off x="4534029" y="1667349"/>
                <a:ext cx="244080" cy="317160"/>
              </p14:xfrm>
            </p:contentPart>
          </mc:Choice>
          <mc:Fallback>
            <p:pic>
              <p:nvPicPr>
                <p:cNvPr id="79" name="Rukopis 78">
                  <a:extLst>
                    <a:ext uri="{FF2B5EF4-FFF2-40B4-BE49-F238E27FC236}">
                      <a16:creationId xmlns:a16="http://schemas.microsoft.com/office/drawing/2014/main" id="{DF69F9E6-7A8A-E339-4F69-72499CAFFA1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25029" y="1658709"/>
                  <a:ext cx="2617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8" name="Rukopis 47">
                  <a:extLst>
                    <a:ext uri="{FF2B5EF4-FFF2-40B4-BE49-F238E27FC236}">
                      <a16:creationId xmlns:a16="http://schemas.microsoft.com/office/drawing/2014/main" id="{E978CCBA-A271-9537-5833-1F810A5AAD71}"/>
                    </a:ext>
                  </a:extLst>
                </p14:cNvPr>
                <p14:cNvContentPartPr/>
                <p14:nvPr/>
              </p14:nvContentPartPr>
              <p14:xfrm>
                <a:off x="946989" y="1525869"/>
                <a:ext cx="148320" cy="207360"/>
              </p14:xfrm>
            </p:contentPart>
          </mc:Choice>
          <mc:Fallback>
            <p:pic>
              <p:nvPicPr>
                <p:cNvPr id="48" name="Rukopis 47">
                  <a:extLst>
                    <a:ext uri="{FF2B5EF4-FFF2-40B4-BE49-F238E27FC236}">
                      <a16:creationId xmlns:a16="http://schemas.microsoft.com/office/drawing/2014/main" id="{E978CCBA-A271-9537-5833-1F810A5AAD7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38349" y="1517229"/>
                  <a:ext cx="1659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9" name="Rukopis 48">
                  <a:extLst>
                    <a:ext uri="{FF2B5EF4-FFF2-40B4-BE49-F238E27FC236}">
                      <a16:creationId xmlns:a16="http://schemas.microsoft.com/office/drawing/2014/main" id="{61E882D4-FDB5-7C92-9AAB-60F09755AE40}"/>
                    </a:ext>
                  </a:extLst>
                </p14:cNvPr>
                <p14:cNvContentPartPr/>
                <p14:nvPr/>
              </p14:nvContentPartPr>
              <p14:xfrm>
                <a:off x="1151109" y="1509309"/>
                <a:ext cx="124200" cy="167040"/>
              </p14:xfrm>
            </p:contentPart>
          </mc:Choice>
          <mc:Fallback>
            <p:pic>
              <p:nvPicPr>
                <p:cNvPr id="49" name="Rukopis 48">
                  <a:extLst>
                    <a:ext uri="{FF2B5EF4-FFF2-40B4-BE49-F238E27FC236}">
                      <a16:creationId xmlns:a16="http://schemas.microsoft.com/office/drawing/2014/main" id="{61E882D4-FDB5-7C92-9AAB-60F09755AE4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42469" y="1500669"/>
                  <a:ext cx="141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0" name="Rukopis 49">
                  <a:extLst>
                    <a:ext uri="{FF2B5EF4-FFF2-40B4-BE49-F238E27FC236}">
                      <a16:creationId xmlns:a16="http://schemas.microsoft.com/office/drawing/2014/main" id="{FAC673A8-B793-82A5-9740-D4BD347DB355}"/>
                    </a:ext>
                  </a:extLst>
                </p14:cNvPr>
                <p14:cNvContentPartPr/>
                <p14:nvPr/>
              </p14:nvContentPartPr>
              <p14:xfrm>
                <a:off x="1312749" y="1527669"/>
                <a:ext cx="163080" cy="144000"/>
              </p14:xfrm>
            </p:contentPart>
          </mc:Choice>
          <mc:Fallback>
            <p:pic>
              <p:nvPicPr>
                <p:cNvPr id="50" name="Rukopis 49">
                  <a:extLst>
                    <a:ext uri="{FF2B5EF4-FFF2-40B4-BE49-F238E27FC236}">
                      <a16:creationId xmlns:a16="http://schemas.microsoft.com/office/drawing/2014/main" id="{FAC673A8-B793-82A5-9740-D4BD347DB35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04109" y="1518669"/>
                  <a:ext cx="180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1" name="Rukopis 50">
                  <a:extLst>
                    <a:ext uri="{FF2B5EF4-FFF2-40B4-BE49-F238E27FC236}">
                      <a16:creationId xmlns:a16="http://schemas.microsoft.com/office/drawing/2014/main" id="{D435CD8B-3B28-58E0-6138-B352BA8EA7E1}"/>
                    </a:ext>
                  </a:extLst>
                </p14:cNvPr>
                <p14:cNvContentPartPr/>
                <p14:nvPr/>
              </p14:nvContentPartPr>
              <p14:xfrm>
                <a:off x="1383309" y="1406349"/>
                <a:ext cx="128520" cy="30600"/>
              </p14:xfrm>
            </p:contentPart>
          </mc:Choice>
          <mc:Fallback>
            <p:pic>
              <p:nvPicPr>
                <p:cNvPr id="51" name="Rukopis 50">
                  <a:extLst>
                    <a:ext uri="{FF2B5EF4-FFF2-40B4-BE49-F238E27FC236}">
                      <a16:creationId xmlns:a16="http://schemas.microsoft.com/office/drawing/2014/main" id="{D435CD8B-3B28-58E0-6138-B352BA8EA7E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374669" y="1397709"/>
                  <a:ext cx="146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2" name="Rukopis 51">
                  <a:extLst>
                    <a:ext uri="{FF2B5EF4-FFF2-40B4-BE49-F238E27FC236}">
                      <a16:creationId xmlns:a16="http://schemas.microsoft.com/office/drawing/2014/main" id="{C22E3204-BB5D-384B-7B05-A7B55E0F9F57}"/>
                    </a:ext>
                  </a:extLst>
                </p14:cNvPr>
                <p14:cNvContentPartPr/>
                <p14:nvPr/>
              </p14:nvContentPartPr>
              <p14:xfrm>
                <a:off x="1550349" y="1544229"/>
                <a:ext cx="44640" cy="117360"/>
              </p14:xfrm>
            </p:contentPart>
          </mc:Choice>
          <mc:Fallback>
            <p:pic>
              <p:nvPicPr>
                <p:cNvPr id="52" name="Rukopis 51">
                  <a:extLst>
                    <a:ext uri="{FF2B5EF4-FFF2-40B4-BE49-F238E27FC236}">
                      <a16:creationId xmlns:a16="http://schemas.microsoft.com/office/drawing/2014/main" id="{C22E3204-BB5D-384B-7B05-A7B55E0F9F5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41349" y="1535589"/>
                  <a:ext cx="622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3" name="Rukopis 52">
                  <a:extLst>
                    <a:ext uri="{FF2B5EF4-FFF2-40B4-BE49-F238E27FC236}">
                      <a16:creationId xmlns:a16="http://schemas.microsoft.com/office/drawing/2014/main" id="{585AE0C2-B31E-8AD4-BBCA-38C5C7ABF9FB}"/>
                    </a:ext>
                  </a:extLst>
                </p14:cNvPr>
                <p14:cNvContentPartPr/>
                <p14:nvPr/>
              </p14:nvContentPartPr>
              <p14:xfrm>
                <a:off x="1655109" y="1279629"/>
                <a:ext cx="135000" cy="120600"/>
              </p14:xfrm>
            </p:contentPart>
          </mc:Choice>
          <mc:Fallback>
            <p:pic>
              <p:nvPicPr>
                <p:cNvPr id="53" name="Rukopis 52">
                  <a:extLst>
                    <a:ext uri="{FF2B5EF4-FFF2-40B4-BE49-F238E27FC236}">
                      <a16:creationId xmlns:a16="http://schemas.microsoft.com/office/drawing/2014/main" id="{585AE0C2-B31E-8AD4-BBCA-38C5C7ABF9F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646109" y="1270989"/>
                  <a:ext cx="152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5" name="Rukopis 54">
                  <a:extLst>
                    <a:ext uri="{FF2B5EF4-FFF2-40B4-BE49-F238E27FC236}">
                      <a16:creationId xmlns:a16="http://schemas.microsoft.com/office/drawing/2014/main" id="{1C9F7E25-F1FB-BAF8-EF0D-2B0266C023A5}"/>
                    </a:ext>
                  </a:extLst>
                </p14:cNvPr>
                <p14:cNvContentPartPr/>
                <p14:nvPr/>
              </p14:nvContentPartPr>
              <p14:xfrm>
                <a:off x="1898829" y="1587429"/>
                <a:ext cx="173520" cy="12960"/>
              </p14:xfrm>
            </p:contentPart>
          </mc:Choice>
          <mc:Fallback>
            <p:pic>
              <p:nvPicPr>
                <p:cNvPr id="55" name="Rukopis 54">
                  <a:extLst>
                    <a:ext uri="{FF2B5EF4-FFF2-40B4-BE49-F238E27FC236}">
                      <a16:creationId xmlns:a16="http://schemas.microsoft.com/office/drawing/2014/main" id="{1C9F7E25-F1FB-BAF8-EF0D-2B0266C023A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90189" y="1578789"/>
                  <a:ext cx="191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6" name="Rukopis 55">
                  <a:extLst>
                    <a:ext uri="{FF2B5EF4-FFF2-40B4-BE49-F238E27FC236}">
                      <a16:creationId xmlns:a16="http://schemas.microsoft.com/office/drawing/2014/main" id="{33645586-8C35-D63A-7659-C23A787AF8DC}"/>
                    </a:ext>
                  </a:extLst>
                </p14:cNvPr>
                <p14:cNvContentPartPr/>
                <p14:nvPr/>
              </p14:nvContentPartPr>
              <p14:xfrm>
                <a:off x="2183229" y="1431549"/>
                <a:ext cx="99000" cy="470880"/>
              </p14:xfrm>
            </p:contentPart>
          </mc:Choice>
          <mc:Fallback>
            <p:pic>
              <p:nvPicPr>
                <p:cNvPr id="56" name="Rukopis 55">
                  <a:extLst>
                    <a:ext uri="{FF2B5EF4-FFF2-40B4-BE49-F238E27FC236}">
                      <a16:creationId xmlns:a16="http://schemas.microsoft.com/office/drawing/2014/main" id="{33645586-8C35-D63A-7659-C23A787AF8D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74589" y="1422909"/>
                  <a:ext cx="11664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7" name="Rukopis 56">
                  <a:extLst>
                    <a:ext uri="{FF2B5EF4-FFF2-40B4-BE49-F238E27FC236}">
                      <a16:creationId xmlns:a16="http://schemas.microsoft.com/office/drawing/2014/main" id="{728582BC-C088-BB10-B0CF-342854FA0CD8}"/>
                    </a:ext>
                  </a:extLst>
                </p14:cNvPr>
                <p14:cNvContentPartPr/>
                <p14:nvPr/>
              </p14:nvContentPartPr>
              <p14:xfrm>
                <a:off x="2228229" y="1451709"/>
                <a:ext cx="174600" cy="147600"/>
              </p14:xfrm>
            </p:contentPart>
          </mc:Choice>
          <mc:Fallback>
            <p:pic>
              <p:nvPicPr>
                <p:cNvPr id="57" name="Rukopis 56">
                  <a:extLst>
                    <a:ext uri="{FF2B5EF4-FFF2-40B4-BE49-F238E27FC236}">
                      <a16:creationId xmlns:a16="http://schemas.microsoft.com/office/drawing/2014/main" id="{728582BC-C088-BB10-B0CF-342854FA0CD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19589" y="1443069"/>
                  <a:ext cx="192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9" name="Rukopis 58">
                  <a:extLst>
                    <a:ext uri="{FF2B5EF4-FFF2-40B4-BE49-F238E27FC236}">
                      <a16:creationId xmlns:a16="http://schemas.microsoft.com/office/drawing/2014/main" id="{25B1B8A6-4CD5-8F83-326F-AE9C5BEE45FF}"/>
                    </a:ext>
                  </a:extLst>
                </p14:cNvPr>
                <p14:cNvContentPartPr/>
                <p14:nvPr/>
              </p14:nvContentPartPr>
              <p14:xfrm>
                <a:off x="1034829" y="1882629"/>
                <a:ext cx="132480" cy="209520"/>
              </p14:xfrm>
            </p:contentPart>
          </mc:Choice>
          <mc:Fallback>
            <p:pic>
              <p:nvPicPr>
                <p:cNvPr id="59" name="Rukopis 58">
                  <a:extLst>
                    <a:ext uri="{FF2B5EF4-FFF2-40B4-BE49-F238E27FC236}">
                      <a16:creationId xmlns:a16="http://schemas.microsoft.com/office/drawing/2014/main" id="{25B1B8A6-4CD5-8F83-326F-AE9C5BEE45F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5829" y="1873989"/>
                  <a:ext cx="150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0" name="Rukopis 59">
                  <a:extLst>
                    <a:ext uri="{FF2B5EF4-FFF2-40B4-BE49-F238E27FC236}">
                      <a16:creationId xmlns:a16="http://schemas.microsoft.com/office/drawing/2014/main" id="{9F89C94A-C4E5-6790-6109-A37966E5186A}"/>
                    </a:ext>
                  </a:extLst>
                </p14:cNvPr>
                <p14:cNvContentPartPr/>
                <p14:nvPr/>
              </p14:nvContentPartPr>
              <p14:xfrm>
                <a:off x="1178109" y="1867869"/>
                <a:ext cx="182160" cy="164160"/>
              </p14:xfrm>
            </p:contentPart>
          </mc:Choice>
          <mc:Fallback>
            <p:pic>
              <p:nvPicPr>
                <p:cNvPr id="60" name="Rukopis 59">
                  <a:extLst>
                    <a:ext uri="{FF2B5EF4-FFF2-40B4-BE49-F238E27FC236}">
                      <a16:creationId xmlns:a16="http://schemas.microsoft.com/office/drawing/2014/main" id="{9F89C94A-C4E5-6790-6109-A37966E5186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69469" y="1858869"/>
                  <a:ext cx="199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1" name="Rukopis 60">
                  <a:extLst>
                    <a:ext uri="{FF2B5EF4-FFF2-40B4-BE49-F238E27FC236}">
                      <a16:creationId xmlns:a16="http://schemas.microsoft.com/office/drawing/2014/main" id="{876974CF-E093-CABA-D32F-F764A9AD6322}"/>
                    </a:ext>
                  </a:extLst>
                </p14:cNvPr>
                <p14:cNvContentPartPr/>
                <p14:nvPr/>
              </p14:nvContentPartPr>
              <p14:xfrm>
                <a:off x="1389789" y="1866789"/>
                <a:ext cx="139320" cy="182160"/>
              </p14:xfrm>
            </p:contentPart>
          </mc:Choice>
          <mc:Fallback>
            <p:pic>
              <p:nvPicPr>
                <p:cNvPr id="61" name="Rukopis 60">
                  <a:extLst>
                    <a:ext uri="{FF2B5EF4-FFF2-40B4-BE49-F238E27FC236}">
                      <a16:creationId xmlns:a16="http://schemas.microsoft.com/office/drawing/2014/main" id="{876974CF-E093-CABA-D32F-F764A9AD632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81149" y="1857789"/>
                  <a:ext cx="156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2" name="Rukopis 61">
                  <a:extLst>
                    <a:ext uri="{FF2B5EF4-FFF2-40B4-BE49-F238E27FC236}">
                      <a16:creationId xmlns:a16="http://schemas.microsoft.com/office/drawing/2014/main" id="{DD130635-9D16-34E2-17DB-64CC2BA1B1C4}"/>
                    </a:ext>
                  </a:extLst>
                </p14:cNvPr>
                <p14:cNvContentPartPr/>
                <p14:nvPr/>
              </p14:nvContentPartPr>
              <p14:xfrm>
                <a:off x="1617309" y="1877229"/>
                <a:ext cx="117360" cy="169560"/>
              </p14:xfrm>
            </p:contentPart>
          </mc:Choice>
          <mc:Fallback>
            <p:pic>
              <p:nvPicPr>
                <p:cNvPr id="62" name="Rukopis 61">
                  <a:extLst>
                    <a:ext uri="{FF2B5EF4-FFF2-40B4-BE49-F238E27FC236}">
                      <a16:creationId xmlns:a16="http://schemas.microsoft.com/office/drawing/2014/main" id="{DD130635-9D16-34E2-17DB-64CC2BA1B1C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608309" y="1868589"/>
                  <a:ext cx="135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3" name="Rukopis 62">
                  <a:extLst>
                    <a:ext uri="{FF2B5EF4-FFF2-40B4-BE49-F238E27FC236}">
                      <a16:creationId xmlns:a16="http://schemas.microsoft.com/office/drawing/2014/main" id="{357DBDDB-2647-287A-5192-D816DF80D6FF}"/>
                    </a:ext>
                  </a:extLst>
                </p14:cNvPr>
                <p14:cNvContentPartPr/>
                <p14:nvPr/>
              </p14:nvContentPartPr>
              <p14:xfrm>
                <a:off x="1740789" y="1864629"/>
                <a:ext cx="84600" cy="190440"/>
              </p14:xfrm>
            </p:contentPart>
          </mc:Choice>
          <mc:Fallback>
            <p:pic>
              <p:nvPicPr>
                <p:cNvPr id="63" name="Rukopis 62">
                  <a:extLst>
                    <a:ext uri="{FF2B5EF4-FFF2-40B4-BE49-F238E27FC236}">
                      <a16:creationId xmlns:a16="http://schemas.microsoft.com/office/drawing/2014/main" id="{357DBDDB-2647-287A-5192-D816DF80D6F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31789" y="1855989"/>
                  <a:ext cx="1022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4" name="Rukopis 63">
                  <a:extLst>
                    <a:ext uri="{FF2B5EF4-FFF2-40B4-BE49-F238E27FC236}">
                      <a16:creationId xmlns:a16="http://schemas.microsoft.com/office/drawing/2014/main" id="{19A80B44-B2C2-00E3-C4FB-5B782C391F9A}"/>
                    </a:ext>
                  </a:extLst>
                </p14:cNvPr>
                <p14:cNvContentPartPr/>
                <p14:nvPr/>
              </p14:nvContentPartPr>
              <p14:xfrm>
                <a:off x="1898469" y="1861749"/>
                <a:ext cx="152640" cy="163080"/>
              </p14:xfrm>
            </p:contentPart>
          </mc:Choice>
          <mc:Fallback>
            <p:pic>
              <p:nvPicPr>
                <p:cNvPr id="64" name="Rukopis 63">
                  <a:extLst>
                    <a:ext uri="{FF2B5EF4-FFF2-40B4-BE49-F238E27FC236}">
                      <a16:creationId xmlns:a16="http://schemas.microsoft.com/office/drawing/2014/main" id="{19A80B44-B2C2-00E3-C4FB-5B782C391F9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89829" y="1853109"/>
                  <a:ext cx="170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5" name="Rukopis 64">
                  <a:extLst>
                    <a:ext uri="{FF2B5EF4-FFF2-40B4-BE49-F238E27FC236}">
                      <a16:creationId xmlns:a16="http://schemas.microsoft.com/office/drawing/2014/main" id="{73D01B63-45BF-D11B-560C-808430CC27D6}"/>
                    </a:ext>
                  </a:extLst>
                </p14:cNvPr>
                <p14:cNvContentPartPr/>
                <p14:nvPr/>
              </p14:nvContentPartPr>
              <p14:xfrm>
                <a:off x="2354589" y="1815669"/>
                <a:ext cx="90360" cy="183240"/>
              </p14:xfrm>
            </p:contentPart>
          </mc:Choice>
          <mc:Fallback>
            <p:pic>
              <p:nvPicPr>
                <p:cNvPr id="65" name="Rukopis 64">
                  <a:extLst>
                    <a:ext uri="{FF2B5EF4-FFF2-40B4-BE49-F238E27FC236}">
                      <a16:creationId xmlns:a16="http://schemas.microsoft.com/office/drawing/2014/main" id="{73D01B63-45BF-D11B-560C-808430CC27D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345589" y="1807029"/>
                  <a:ext cx="108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6" name="Rukopis 65">
                  <a:extLst>
                    <a:ext uri="{FF2B5EF4-FFF2-40B4-BE49-F238E27FC236}">
                      <a16:creationId xmlns:a16="http://schemas.microsoft.com/office/drawing/2014/main" id="{CB938A10-73F9-5F50-1FFA-0B465D468EF0}"/>
                    </a:ext>
                  </a:extLst>
                </p14:cNvPr>
                <p14:cNvContentPartPr/>
                <p14:nvPr/>
              </p14:nvContentPartPr>
              <p14:xfrm>
                <a:off x="2548989" y="1852389"/>
                <a:ext cx="28080" cy="122040"/>
              </p14:xfrm>
            </p:contentPart>
          </mc:Choice>
          <mc:Fallback>
            <p:pic>
              <p:nvPicPr>
                <p:cNvPr id="66" name="Rukopis 65">
                  <a:extLst>
                    <a:ext uri="{FF2B5EF4-FFF2-40B4-BE49-F238E27FC236}">
                      <a16:creationId xmlns:a16="http://schemas.microsoft.com/office/drawing/2014/main" id="{CB938A10-73F9-5F50-1FFA-0B465D468EF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540349" y="1843389"/>
                  <a:ext cx="457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7" name="Rukopis 66">
                  <a:extLst>
                    <a:ext uri="{FF2B5EF4-FFF2-40B4-BE49-F238E27FC236}">
                      <a16:creationId xmlns:a16="http://schemas.microsoft.com/office/drawing/2014/main" id="{940F83A2-2B35-573D-DC3C-E6E1F081FE18}"/>
                    </a:ext>
                  </a:extLst>
                </p14:cNvPr>
                <p14:cNvContentPartPr/>
                <p14:nvPr/>
              </p14:nvContentPartPr>
              <p14:xfrm>
                <a:off x="2617389" y="1773189"/>
                <a:ext cx="360" cy="360"/>
              </p14:xfrm>
            </p:contentPart>
          </mc:Choice>
          <mc:Fallback>
            <p:pic>
              <p:nvPicPr>
                <p:cNvPr id="67" name="Rukopis 66">
                  <a:extLst>
                    <a:ext uri="{FF2B5EF4-FFF2-40B4-BE49-F238E27FC236}">
                      <a16:creationId xmlns:a16="http://schemas.microsoft.com/office/drawing/2014/main" id="{940F83A2-2B35-573D-DC3C-E6E1F081FE1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608749" y="176454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4" name="Rukopis 83">
                  <a:extLst>
                    <a:ext uri="{FF2B5EF4-FFF2-40B4-BE49-F238E27FC236}">
                      <a16:creationId xmlns:a16="http://schemas.microsoft.com/office/drawing/2014/main" id="{6CFEC700-040D-6F2E-CC69-C31CF85C368E}"/>
                    </a:ext>
                  </a:extLst>
                </p14:cNvPr>
                <p14:cNvContentPartPr/>
                <p14:nvPr/>
              </p14:nvContentPartPr>
              <p14:xfrm>
                <a:off x="1062549" y="2214189"/>
                <a:ext cx="143640" cy="199800"/>
              </p14:xfrm>
            </p:contentPart>
          </mc:Choice>
          <mc:Fallback>
            <p:pic>
              <p:nvPicPr>
                <p:cNvPr id="84" name="Rukopis 83">
                  <a:extLst>
                    <a:ext uri="{FF2B5EF4-FFF2-40B4-BE49-F238E27FC236}">
                      <a16:creationId xmlns:a16="http://schemas.microsoft.com/office/drawing/2014/main" id="{6CFEC700-040D-6F2E-CC69-C31CF85C368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3909" y="2205189"/>
                  <a:ext cx="161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5" name="Rukopis 84">
                  <a:extLst>
                    <a:ext uri="{FF2B5EF4-FFF2-40B4-BE49-F238E27FC236}">
                      <a16:creationId xmlns:a16="http://schemas.microsoft.com/office/drawing/2014/main" id="{3065D8EE-4461-1313-993A-A9582E3C79C3}"/>
                    </a:ext>
                  </a:extLst>
                </p14:cNvPr>
                <p14:cNvContentPartPr/>
                <p14:nvPr/>
              </p14:nvContentPartPr>
              <p14:xfrm>
                <a:off x="1088469" y="2300589"/>
                <a:ext cx="152280" cy="25560"/>
              </p14:xfrm>
            </p:contentPart>
          </mc:Choice>
          <mc:Fallback>
            <p:pic>
              <p:nvPicPr>
                <p:cNvPr id="85" name="Rukopis 84">
                  <a:extLst>
                    <a:ext uri="{FF2B5EF4-FFF2-40B4-BE49-F238E27FC236}">
                      <a16:creationId xmlns:a16="http://schemas.microsoft.com/office/drawing/2014/main" id="{3065D8EE-4461-1313-993A-A9582E3C79C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79469" y="2291949"/>
                  <a:ext cx="169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6" name="Rukopis 85">
                  <a:extLst>
                    <a:ext uri="{FF2B5EF4-FFF2-40B4-BE49-F238E27FC236}">
                      <a16:creationId xmlns:a16="http://schemas.microsoft.com/office/drawing/2014/main" id="{67C94911-D81C-D1C0-F3BF-C8CCF73AE816}"/>
                    </a:ext>
                  </a:extLst>
                </p14:cNvPr>
                <p14:cNvContentPartPr/>
                <p14:nvPr/>
              </p14:nvContentPartPr>
              <p14:xfrm>
                <a:off x="1357749" y="2224629"/>
                <a:ext cx="255600" cy="171720"/>
              </p14:xfrm>
            </p:contentPart>
          </mc:Choice>
          <mc:Fallback>
            <p:pic>
              <p:nvPicPr>
                <p:cNvPr id="86" name="Rukopis 85">
                  <a:extLst>
                    <a:ext uri="{FF2B5EF4-FFF2-40B4-BE49-F238E27FC236}">
                      <a16:creationId xmlns:a16="http://schemas.microsoft.com/office/drawing/2014/main" id="{67C94911-D81C-D1C0-F3BF-C8CCF73AE81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349109" y="2215989"/>
                  <a:ext cx="273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7" name="Rukopis 86">
                  <a:extLst>
                    <a:ext uri="{FF2B5EF4-FFF2-40B4-BE49-F238E27FC236}">
                      <a16:creationId xmlns:a16="http://schemas.microsoft.com/office/drawing/2014/main" id="{8B2F0215-01B0-63BB-E523-109562465748}"/>
                    </a:ext>
                  </a:extLst>
                </p14:cNvPr>
                <p14:cNvContentPartPr/>
                <p14:nvPr/>
              </p14:nvContentPartPr>
              <p14:xfrm>
                <a:off x="1701909" y="2234709"/>
                <a:ext cx="97920" cy="155160"/>
              </p14:xfrm>
            </p:contentPart>
          </mc:Choice>
          <mc:Fallback>
            <p:pic>
              <p:nvPicPr>
                <p:cNvPr id="87" name="Rukopis 86">
                  <a:extLst>
                    <a:ext uri="{FF2B5EF4-FFF2-40B4-BE49-F238E27FC236}">
                      <a16:creationId xmlns:a16="http://schemas.microsoft.com/office/drawing/2014/main" id="{8B2F0215-01B0-63BB-E523-10956246574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692909" y="2225709"/>
                  <a:ext cx="115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8" name="Rukopis 87">
                  <a:extLst>
                    <a:ext uri="{FF2B5EF4-FFF2-40B4-BE49-F238E27FC236}">
                      <a16:creationId xmlns:a16="http://schemas.microsoft.com/office/drawing/2014/main" id="{D34FA1FD-8CCA-0F1E-6344-5715C89C0DF9}"/>
                    </a:ext>
                  </a:extLst>
                </p14:cNvPr>
                <p14:cNvContentPartPr/>
                <p14:nvPr/>
              </p14:nvContentPartPr>
              <p14:xfrm>
                <a:off x="1873989" y="2127429"/>
                <a:ext cx="151560" cy="255960"/>
              </p14:xfrm>
            </p:contentPart>
          </mc:Choice>
          <mc:Fallback>
            <p:pic>
              <p:nvPicPr>
                <p:cNvPr id="88" name="Rukopis 87">
                  <a:extLst>
                    <a:ext uri="{FF2B5EF4-FFF2-40B4-BE49-F238E27FC236}">
                      <a16:creationId xmlns:a16="http://schemas.microsoft.com/office/drawing/2014/main" id="{D34FA1FD-8CCA-0F1E-6344-5715C89C0DF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864989" y="2118789"/>
                  <a:ext cx="1692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9" name="Rukopis 88">
                  <a:extLst>
                    <a:ext uri="{FF2B5EF4-FFF2-40B4-BE49-F238E27FC236}">
                      <a16:creationId xmlns:a16="http://schemas.microsoft.com/office/drawing/2014/main" id="{1AEA7155-59D1-669F-BFB9-E290EEF14A5B}"/>
                    </a:ext>
                  </a:extLst>
                </p14:cNvPr>
                <p14:cNvContentPartPr/>
                <p14:nvPr/>
              </p14:nvContentPartPr>
              <p14:xfrm>
                <a:off x="2106549" y="2198709"/>
                <a:ext cx="520200" cy="178560"/>
              </p14:xfrm>
            </p:contentPart>
          </mc:Choice>
          <mc:Fallback>
            <p:pic>
              <p:nvPicPr>
                <p:cNvPr id="89" name="Rukopis 88">
                  <a:extLst>
                    <a:ext uri="{FF2B5EF4-FFF2-40B4-BE49-F238E27FC236}">
                      <a16:creationId xmlns:a16="http://schemas.microsoft.com/office/drawing/2014/main" id="{1AEA7155-59D1-669F-BFB9-E290EEF14A5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97549" y="2190069"/>
                  <a:ext cx="537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0" name="Rukopis 89">
                  <a:extLst>
                    <a:ext uri="{FF2B5EF4-FFF2-40B4-BE49-F238E27FC236}">
                      <a16:creationId xmlns:a16="http://schemas.microsoft.com/office/drawing/2014/main" id="{77BC289D-11EA-286A-8C3A-02F7AB1BBCF1}"/>
                    </a:ext>
                  </a:extLst>
                </p14:cNvPr>
                <p14:cNvContentPartPr/>
                <p14:nvPr/>
              </p14:nvContentPartPr>
              <p14:xfrm>
                <a:off x="2936349" y="2274669"/>
                <a:ext cx="132840" cy="10800"/>
              </p14:xfrm>
            </p:contentPart>
          </mc:Choice>
          <mc:Fallback>
            <p:pic>
              <p:nvPicPr>
                <p:cNvPr id="90" name="Rukopis 89">
                  <a:extLst>
                    <a:ext uri="{FF2B5EF4-FFF2-40B4-BE49-F238E27FC236}">
                      <a16:creationId xmlns:a16="http://schemas.microsoft.com/office/drawing/2014/main" id="{77BC289D-11EA-286A-8C3A-02F7AB1BBCF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27349" y="2266029"/>
                  <a:ext cx="150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1" name="Rukopis 90">
                  <a:extLst>
                    <a:ext uri="{FF2B5EF4-FFF2-40B4-BE49-F238E27FC236}">
                      <a16:creationId xmlns:a16="http://schemas.microsoft.com/office/drawing/2014/main" id="{61C5F569-CE73-0540-D233-15CDE52F4F78}"/>
                    </a:ext>
                  </a:extLst>
                </p14:cNvPr>
                <p14:cNvContentPartPr/>
                <p14:nvPr/>
              </p14:nvContentPartPr>
              <p14:xfrm>
                <a:off x="3239829" y="2144709"/>
                <a:ext cx="154440" cy="211320"/>
              </p14:xfrm>
            </p:contentPart>
          </mc:Choice>
          <mc:Fallback>
            <p:pic>
              <p:nvPicPr>
                <p:cNvPr id="91" name="Rukopis 90">
                  <a:extLst>
                    <a:ext uri="{FF2B5EF4-FFF2-40B4-BE49-F238E27FC236}">
                      <a16:creationId xmlns:a16="http://schemas.microsoft.com/office/drawing/2014/main" id="{61C5F569-CE73-0540-D233-15CDE52F4F7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31189" y="2135709"/>
                  <a:ext cx="172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2" name="Rukopis 91">
                  <a:extLst>
                    <a:ext uri="{FF2B5EF4-FFF2-40B4-BE49-F238E27FC236}">
                      <a16:creationId xmlns:a16="http://schemas.microsoft.com/office/drawing/2014/main" id="{10BBD03E-5272-7340-EB72-76C41EB3E625}"/>
                    </a:ext>
                  </a:extLst>
                </p14:cNvPr>
                <p14:cNvContentPartPr/>
                <p14:nvPr/>
              </p14:nvContentPartPr>
              <p14:xfrm>
                <a:off x="3289149" y="2240109"/>
                <a:ext cx="134640" cy="18720"/>
              </p14:xfrm>
            </p:contentPart>
          </mc:Choice>
          <mc:Fallback>
            <p:pic>
              <p:nvPicPr>
                <p:cNvPr id="92" name="Rukopis 91">
                  <a:extLst>
                    <a:ext uri="{FF2B5EF4-FFF2-40B4-BE49-F238E27FC236}">
                      <a16:creationId xmlns:a16="http://schemas.microsoft.com/office/drawing/2014/main" id="{10BBD03E-5272-7340-EB72-76C41EB3E62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280509" y="2231469"/>
                  <a:ext cx="152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95" name="Rukopis 94">
                  <a:extLst>
                    <a:ext uri="{FF2B5EF4-FFF2-40B4-BE49-F238E27FC236}">
                      <a16:creationId xmlns:a16="http://schemas.microsoft.com/office/drawing/2014/main" id="{F1B6E093-CB7B-0AA4-79AD-37339CB3344E}"/>
                    </a:ext>
                  </a:extLst>
                </p14:cNvPr>
                <p14:cNvContentPartPr/>
                <p14:nvPr/>
              </p14:nvContentPartPr>
              <p14:xfrm>
                <a:off x="868149" y="2863989"/>
                <a:ext cx="297360" cy="442800"/>
              </p14:xfrm>
            </p:contentPart>
          </mc:Choice>
          <mc:Fallback>
            <p:pic>
              <p:nvPicPr>
                <p:cNvPr id="95" name="Rukopis 94">
                  <a:extLst>
                    <a:ext uri="{FF2B5EF4-FFF2-40B4-BE49-F238E27FC236}">
                      <a16:creationId xmlns:a16="http://schemas.microsoft.com/office/drawing/2014/main" id="{F1B6E093-CB7B-0AA4-79AD-37339CB3344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59509" y="2854989"/>
                  <a:ext cx="31500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6" name="Rukopis 95">
                  <a:extLst>
                    <a:ext uri="{FF2B5EF4-FFF2-40B4-BE49-F238E27FC236}">
                      <a16:creationId xmlns:a16="http://schemas.microsoft.com/office/drawing/2014/main" id="{9E18F0A5-D406-A933-0B5B-C01A7DC7E891}"/>
                    </a:ext>
                  </a:extLst>
                </p14:cNvPr>
                <p14:cNvContentPartPr/>
                <p14:nvPr/>
              </p14:nvContentPartPr>
              <p14:xfrm>
                <a:off x="1429749" y="2803149"/>
                <a:ext cx="249480" cy="317160"/>
              </p14:xfrm>
            </p:contentPart>
          </mc:Choice>
          <mc:Fallback>
            <p:pic>
              <p:nvPicPr>
                <p:cNvPr id="96" name="Rukopis 95">
                  <a:extLst>
                    <a:ext uri="{FF2B5EF4-FFF2-40B4-BE49-F238E27FC236}">
                      <a16:creationId xmlns:a16="http://schemas.microsoft.com/office/drawing/2014/main" id="{9E18F0A5-D406-A933-0B5B-C01A7DC7E89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420749" y="2794509"/>
                  <a:ext cx="267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7" name="Rukopis 96">
                  <a:extLst>
                    <a:ext uri="{FF2B5EF4-FFF2-40B4-BE49-F238E27FC236}">
                      <a16:creationId xmlns:a16="http://schemas.microsoft.com/office/drawing/2014/main" id="{3947A26F-81DB-0555-FAD1-249408DA893B}"/>
                    </a:ext>
                  </a:extLst>
                </p14:cNvPr>
                <p14:cNvContentPartPr/>
                <p14:nvPr/>
              </p14:nvContentPartPr>
              <p14:xfrm>
                <a:off x="1868949" y="2900709"/>
                <a:ext cx="273960" cy="206280"/>
              </p14:xfrm>
            </p:contentPart>
          </mc:Choice>
          <mc:Fallback>
            <p:pic>
              <p:nvPicPr>
                <p:cNvPr id="97" name="Rukopis 96">
                  <a:extLst>
                    <a:ext uri="{FF2B5EF4-FFF2-40B4-BE49-F238E27FC236}">
                      <a16:creationId xmlns:a16="http://schemas.microsoft.com/office/drawing/2014/main" id="{3947A26F-81DB-0555-FAD1-249408DA893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860309" y="2891709"/>
                  <a:ext cx="2916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8" name="Rukopis 97">
                  <a:extLst>
                    <a:ext uri="{FF2B5EF4-FFF2-40B4-BE49-F238E27FC236}">
                      <a16:creationId xmlns:a16="http://schemas.microsoft.com/office/drawing/2014/main" id="{77AD7C4E-BA35-F828-A7D6-82A4BCD07ED9}"/>
                    </a:ext>
                  </a:extLst>
                </p14:cNvPr>
                <p14:cNvContentPartPr/>
                <p14:nvPr/>
              </p14:nvContentPartPr>
              <p14:xfrm>
                <a:off x="2484909" y="2705949"/>
                <a:ext cx="141480" cy="3332520"/>
              </p14:xfrm>
            </p:contentPart>
          </mc:Choice>
          <mc:Fallback>
            <p:pic>
              <p:nvPicPr>
                <p:cNvPr id="98" name="Rukopis 97">
                  <a:extLst>
                    <a:ext uri="{FF2B5EF4-FFF2-40B4-BE49-F238E27FC236}">
                      <a16:creationId xmlns:a16="http://schemas.microsoft.com/office/drawing/2014/main" id="{77AD7C4E-BA35-F828-A7D6-82A4BCD07ED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76269" y="2697309"/>
                  <a:ext cx="159120" cy="33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99" name="Rukopis 98">
                  <a:extLst>
                    <a:ext uri="{FF2B5EF4-FFF2-40B4-BE49-F238E27FC236}">
                      <a16:creationId xmlns:a16="http://schemas.microsoft.com/office/drawing/2014/main" id="{583FD578-EAF0-4493-6A51-18B625B81AAC}"/>
                    </a:ext>
                  </a:extLst>
                </p14:cNvPr>
                <p14:cNvContentPartPr/>
                <p14:nvPr/>
              </p14:nvContentPartPr>
              <p14:xfrm>
                <a:off x="2670669" y="2697669"/>
                <a:ext cx="122760" cy="407160"/>
              </p14:xfrm>
            </p:contentPart>
          </mc:Choice>
          <mc:Fallback>
            <p:pic>
              <p:nvPicPr>
                <p:cNvPr id="99" name="Rukopis 98">
                  <a:extLst>
                    <a:ext uri="{FF2B5EF4-FFF2-40B4-BE49-F238E27FC236}">
                      <a16:creationId xmlns:a16="http://schemas.microsoft.com/office/drawing/2014/main" id="{583FD578-EAF0-4493-6A51-18B625B81AA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662029" y="2689029"/>
                  <a:ext cx="1404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0" name="Rukopis 99">
                  <a:extLst>
                    <a:ext uri="{FF2B5EF4-FFF2-40B4-BE49-F238E27FC236}">
                      <a16:creationId xmlns:a16="http://schemas.microsoft.com/office/drawing/2014/main" id="{EAE668EC-CB57-E53F-30BD-8C1CE7D2E27A}"/>
                    </a:ext>
                  </a:extLst>
                </p14:cNvPr>
                <p14:cNvContentPartPr/>
                <p14:nvPr/>
              </p14:nvContentPartPr>
              <p14:xfrm>
                <a:off x="2786949" y="2862189"/>
                <a:ext cx="310320" cy="342720"/>
              </p14:xfrm>
            </p:contentPart>
          </mc:Choice>
          <mc:Fallback>
            <p:pic>
              <p:nvPicPr>
                <p:cNvPr id="100" name="Rukopis 99">
                  <a:extLst>
                    <a:ext uri="{FF2B5EF4-FFF2-40B4-BE49-F238E27FC236}">
                      <a16:creationId xmlns:a16="http://schemas.microsoft.com/office/drawing/2014/main" id="{EAE668EC-CB57-E53F-30BD-8C1CE7D2E27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77949" y="2853189"/>
                  <a:ext cx="3279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2" name="Rukopis 101">
                  <a:extLst>
                    <a:ext uri="{FF2B5EF4-FFF2-40B4-BE49-F238E27FC236}">
                      <a16:creationId xmlns:a16="http://schemas.microsoft.com/office/drawing/2014/main" id="{D5023F52-3768-31F8-765A-EEAD4A92F67D}"/>
                    </a:ext>
                  </a:extLst>
                </p14:cNvPr>
                <p14:cNvContentPartPr/>
                <p14:nvPr/>
              </p14:nvContentPartPr>
              <p14:xfrm>
                <a:off x="3259269" y="2816829"/>
                <a:ext cx="156600" cy="196560"/>
              </p14:xfrm>
            </p:contentPart>
          </mc:Choice>
          <mc:Fallback>
            <p:pic>
              <p:nvPicPr>
                <p:cNvPr id="102" name="Rukopis 101">
                  <a:extLst>
                    <a:ext uri="{FF2B5EF4-FFF2-40B4-BE49-F238E27FC236}">
                      <a16:creationId xmlns:a16="http://schemas.microsoft.com/office/drawing/2014/main" id="{D5023F52-3768-31F8-765A-EEAD4A92F67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50269" y="2807829"/>
                  <a:ext cx="1742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4" name="Rukopis 103">
                  <a:extLst>
                    <a:ext uri="{FF2B5EF4-FFF2-40B4-BE49-F238E27FC236}">
                      <a16:creationId xmlns:a16="http://schemas.microsoft.com/office/drawing/2014/main" id="{595B0705-3E4D-E8D1-3504-22FC03718B9A}"/>
                    </a:ext>
                  </a:extLst>
                </p14:cNvPr>
                <p14:cNvContentPartPr/>
                <p14:nvPr/>
              </p14:nvContentPartPr>
              <p14:xfrm>
                <a:off x="3549429" y="2740509"/>
                <a:ext cx="210600" cy="271440"/>
              </p14:xfrm>
            </p:contentPart>
          </mc:Choice>
          <mc:Fallback>
            <p:pic>
              <p:nvPicPr>
                <p:cNvPr id="104" name="Rukopis 103">
                  <a:extLst>
                    <a:ext uri="{FF2B5EF4-FFF2-40B4-BE49-F238E27FC236}">
                      <a16:creationId xmlns:a16="http://schemas.microsoft.com/office/drawing/2014/main" id="{595B0705-3E4D-E8D1-3504-22FC03718B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540429" y="2731869"/>
                  <a:ext cx="2282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5" name="Rukopis 104">
                  <a:extLst>
                    <a:ext uri="{FF2B5EF4-FFF2-40B4-BE49-F238E27FC236}">
                      <a16:creationId xmlns:a16="http://schemas.microsoft.com/office/drawing/2014/main" id="{3F5411BC-1306-E89C-2E90-F8E86F9A863B}"/>
                    </a:ext>
                  </a:extLst>
                </p14:cNvPr>
                <p14:cNvContentPartPr/>
                <p14:nvPr/>
              </p14:nvContentPartPr>
              <p14:xfrm>
                <a:off x="3892149" y="2612709"/>
                <a:ext cx="47520" cy="380520"/>
              </p14:xfrm>
            </p:contentPart>
          </mc:Choice>
          <mc:Fallback>
            <p:pic>
              <p:nvPicPr>
                <p:cNvPr id="105" name="Rukopis 104">
                  <a:extLst>
                    <a:ext uri="{FF2B5EF4-FFF2-40B4-BE49-F238E27FC236}">
                      <a16:creationId xmlns:a16="http://schemas.microsoft.com/office/drawing/2014/main" id="{3F5411BC-1306-E89C-2E90-F8E86F9A863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883509" y="2603709"/>
                  <a:ext cx="65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6" name="Rukopis 105">
                  <a:extLst>
                    <a:ext uri="{FF2B5EF4-FFF2-40B4-BE49-F238E27FC236}">
                      <a16:creationId xmlns:a16="http://schemas.microsoft.com/office/drawing/2014/main" id="{D4FEC3BB-8CA8-8DD6-0FBE-81CEB20D0976}"/>
                    </a:ext>
                  </a:extLst>
                </p14:cNvPr>
                <p14:cNvContentPartPr/>
                <p14:nvPr/>
              </p14:nvContentPartPr>
              <p14:xfrm>
                <a:off x="4089069" y="2794509"/>
                <a:ext cx="135000" cy="360"/>
              </p14:xfrm>
            </p:contentPart>
          </mc:Choice>
          <mc:Fallback>
            <p:pic>
              <p:nvPicPr>
                <p:cNvPr id="106" name="Rukopis 105">
                  <a:extLst>
                    <a:ext uri="{FF2B5EF4-FFF2-40B4-BE49-F238E27FC236}">
                      <a16:creationId xmlns:a16="http://schemas.microsoft.com/office/drawing/2014/main" id="{D4FEC3BB-8CA8-8DD6-0FBE-81CEB20D097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080429" y="2785509"/>
                  <a:ext cx="152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7" name="Rukopis 106">
                  <a:extLst>
                    <a:ext uri="{FF2B5EF4-FFF2-40B4-BE49-F238E27FC236}">
                      <a16:creationId xmlns:a16="http://schemas.microsoft.com/office/drawing/2014/main" id="{8FAE0A3E-3FC5-B0A1-4B4A-020DB6DD390B}"/>
                    </a:ext>
                  </a:extLst>
                </p14:cNvPr>
                <p14:cNvContentPartPr/>
                <p14:nvPr/>
              </p14:nvContentPartPr>
              <p14:xfrm>
                <a:off x="4104189" y="2844189"/>
                <a:ext cx="128520" cy="22680"/>
              </p14:xfrm>
            </p:contentPart>
          </mc:Choice>
          <mc:Fallback>
            <p:pic>
              <p:nvPicPr>
                <p:cNvPr id="107" name="Rukopis 106">
                  <a:extLst>
                    <a:ext uri="{FF2B5EF4-FFF2-40B4-BE49-F238E27FC236}">
                      <a16:creationId xmlns:a16="http://schemas.microsoft.com/office/drawing/2014/main" id="{8FAE0A3E-3FC5-B0A1-4B4A-020DB6DD390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95189" y="2835549"/>
                  <a:ext cx="146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8" name="Rukopis 107">
                  <a:extLst>
                    <a:ext uri="{FF2B5EF4-FFF2-40B4-BE49-F238E27FC236}">
                      <a16:creationId xmlns:a16="http://schemas.microsoft.com/office/drawing/2014/main" id="{BF5AB057-A2A6-EA6A-B5B4-C50CA1DF21BF}"/>
                    </a:ext>
                  </a:extLst>
                </p14:cNvPr>
                <p14:cNvContentPartPr/>
                <p14:nvPr/>
              </p14:nvContentPartPr>
              <p14:xfrm>
                <a:off x="4217589" y="2705229"/>
                <a:ext cx="195480" cy="258120"/>
              </p14:xfrm>
            </p:contentPart>
          </mc:Choice>
          <mc:Fallback>
            <p:pic>
              <p:nvPicPr>
                <p:cNvPr id="108" name="Rukopis 107">
                  <a:extLst>
                    <a:ext uri="{FF2B5EF4-FFF2-40B4-BE49-F238E27FC236}">
                      <a16:creationId xmlns:a16="http://schemas.microsoft.com/office/drawing/2014/main" id="{BF5AB057-A2A6-EA6A-B5B4-C50CA1DF21B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208589" y="2696589"/>
                  <a:ext cx="2131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9" name="Rukopis 108">
                  <a:extLst>
                    <a:ext uri="{FF2B5EF4-FFF2-40B4-BE49-F238E27FC236}">
                      <a16:creationId xmlns:a16="http://schemas.microsoft.com/office/drawing/2014/main" id="{B214064D-EE36-8A4C-35B4-6FFF83E3B451}"/>
                    </a:ext>
                  </a:extLst>
                </p14:cNvPr>
                <p14:cNvContentPartPr/>
                <p14:nvPr/>
              </p14:nvContentPartPr>
              <p14:xfrm>
                <a:off x="4542669" y="2722149"/>
                <a:ext cx="132840" cy="212040"/>
              </p14:xfrm>
            </p:contentPart>
          </mc:Choice>
          <mc:Fallback>
            <p:pic>
              <p:nvPicPr>
                <p:cNvPr id="109" name="Rukopis 108">
                  <a:extLst>
                    <a:ext uri="{FF2B5EF4-FFF2-40B4-BE49-F238E27FC236}">
                      <a16:creationId xmlns:a16="http://schemas.microsoft.com/office/drawing/2014/main" id="{B214064D-EE36-8A4C-35B4-6FFF83E3B45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533669" y="2713509"/>
                  <a:ext cx="1504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0" name="Rukopis 109">
                  <a:extLst>
                    <a:ext uri="{FF2B5EF4-FFF2-40B4-BE49-F238E27FC236}">
                      <a16:creationId xmlns:a16="http://schemas.microsoft.com/office/drawing/2014/main" id="{F4F3C0FC-0B85-D06E-DB0E-2998EF73E2A1}"/>
                    </a:ext>
                  </a:extLst>
                </p14:cNvPr>
                <p14:cNvContentPartPr/>
                <p14:nvPr/>
              </p14:nvContentPartPr>
              <p14:xfrm>
                <a:off x="4736349" y="2627109"/>
                <a:ext cx="121320" cy="255600"/>
              </p14:xfrm>
            </p:contentPart>
          </mc:Choice>
          <mc:Fallback>
            <p:pic>
              <p:nvPicPr>
                <p:cNvPr id="110" name="Rukopis 109">
                  <a:extLst>
                    <a:ext uri="{FF2B5EF4-FFF2-40B4-BE49-F238E27FC236}">
                      <a16:creationId xmlns:a16="http://schemas.microsoft.com/office/drawing/2014/main" id="{F4F3C0FC-0B85-D06E-DB0E-2998EF73E2A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727709" y="2618469"/>
                  <a:ext cx="1389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1" name="Rukopis 110">
                  <a:extLst>
                    <a:ext uri="{FF2B5EF4-FFF2-40B4-BE49-F238E27FC236}">
                      <a16:creationId xmlns:a16="http://schemas.microsoft.com/office/drawing/2014/main" id="{A4F84313-6049-6151-E8C6-5C7F28FC97FC}"/>
                    </a:ext>
                  </a:extLst>
                </p14:cNvPr>
                <p14:cNvContentPartPr/>
                <p14:nvPr/>
              </p14:nvContentPartPr>
              <p14:xfrm>
                <a:off x="4750029" y="2734749"/>
                <a:ext cx="250560" cy="21600"/>
              </p14:xfrm>
            </p:contentPart>
          </mc:Choice>
          <mc:Fallback>
            <p:pic>
              <p:nvPicPr>
                <p:cNvPr id="111" name="Rukopis 110">
                  <a:extLst>
                    <a:ext uri="{FF2B5EF4-FFF2-40B4-BE49-F238E27FC236}">
                      <a16:creationId xmlns:a16="http://schemas.microsoft.com/office/drawing/2014/main" id="{A4F84313-6049-6151-E8C6-5C7F28FC97F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741029" y="2726109"/>
                  <a:ext cx="268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3" name="Rukopis 112">
                  <a:extLst>
                    <a:ext uri="{FF2B5EF4-FFF2-40B4-BE49-F238E27FC236}">
                      <a16:creationId xmlns:a16="http://schemas.microsoft.com/office/drawing/2014/main" id="{595B1359-31AD-BB08-703E-6CA168BC355D}"/>
                    </a:ext>
                  </a:extLst>
                </p14:cNvPr>
                <p14:cNvContentPartPr/>
                <p14:nvPr/>
              </p14:nvContentPartPr>
              <p14:xfrm>
                <a:off x="5211909" y="2554029"/>
                <a:ext cx="175680" cy="3386520"/>
              </p14:xfrm>
            </p:contentPart>
          </mc:Choice>
          <mc:Fallback>
            <p:pic>
              <p:nvPicPr>
                <p:cNvPr id="113" name="Rukopis 112">
                  <a:extLst>
                    <a:ext uri="{FF2B5EF4-FFF2-40B4-BE49-F238E27FC236}">
                      <a16:creationId xmlns:a16="http://schemas.microsoft.com/office/drawing/2014/main" id="{595B1359-31AD-BB08-703E-6CA168BC355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203269" y="2545029"/>
                  <a:ext cx="193320" cy="34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4" name="Rukopis 113">
                  <a:extLst>
                    <a:ext uri="{FF2B5EF4-FFF2-40B4-BE49-F238E27FC236}">
                      <a16:creationId xmlns:a16="http://schemas.microsoft.com/office/drawing/2014/main" id="{F15253C1-7E63-7A68-F8E5-D8510D483CFE}"/>
                    </a:ext>
                  </a:extLst>
                </p14:cNvPr>
                <p14:cNvContentPartPr/>
                <p14:nvPr/>
              </p14:nvContentPartPr>
              <p14:xfrm>
                <a:off x="5407029" y="2590029"/>
                <a:ext cx="256320" cy="311760"/>
              </p14:xfrm>
            </p:contentPart>
          </mc:Choice>
          <mc:Fallback>
            <p:pic>
              <p:nvPicPr>
                <p:cNvPr id="114" name="Rukopis 113">
                  <a:extLst>
                    <a:ext uri="{FF2B5EF4-FFF2-40B4-BE49-F238E27FC236}">
                      <a16:creationId xmlns:a16="http://schemas.microsoft.com/office/drawing/2014/main" id="{F15253C1-7E63-7A68-F8E5-D8510D483CF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98389" y="2581029"/>
                  <a:ext cx="2739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6" name="Rukopis 115">
                  <a:extLst>
                    <a:ext uri="{FF2B5EF4-FFF2-40B4-BE49-F238E27FC236}">
                      <a16:creationId xmlns:a16="http://schemas.microsoft.com/office/drawing/2014/main" id="{519B04C0-2712-4A27-BC38-87E7BA3A2FB1}"/>
                    </a:ext>
                  </a:extLst>
                </p14:cNvPr>
                <p14:cNvContentPartPr/>
                <p14:nvPr/>
              </p14:nvContentPartPr>
              <p14:xfrm>
                <a:off x="6142149" y="2542509"/>
                <a:ext cx="171720" cy="3249720"/>
              </p14:xfrm>
            </p:contentPart>
          </mc:Choice>
          <mc:Fallback>
            <p:pic>
              <p:nvPicPr>
                <p:cNvPr id="116" name="Rukopis 115">
                  <a:extLst>
                    <a:ext uri="{FF2B5EF4-FFF2-40B4-BE49-F238E27FC236}">
                      <a16:creationId xmlns:a16="http://schemas.microsoft.com/office/drawing/2014/main" id="{519B04C0-2712-4A27-BC38-87E7BA3A2FB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133149" y="2533509"/>
                  <a:ext cx="189360" cy="32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7" name="Rukopis 116">
                  <a:extLst>
                    <a:ext uri="{FF2B5EF4-FFF2-40B4-BE49-F238E27FC236}">
                      <a16:creationId xmlns:a16="http://schemas.microsoft.com/office/drawing/2014/main" id="{68FFFAF8-FF50-D8E6-2A18-23BD048E7CD1}"/>
                    </a:ext>
                  </a:extLst>
                </p14:cNvPr>
                <p14:cNvContentPartPr/>
                <p14:nvPr/>
              </p14:nvContentPartPr>
              <p14:xfrm>
                <a:off x="6242949" y="2493189"/>
                <a:ext cx="182160" cy="3368160"/>
              </p14:xfrm>
            </p:contentPart>
          </mc:Choice>
          <mc:Fallback>
            <p:pic>
              <p:nvPicPr>
                <p:cNvPr id="117" name="Rukopis 116">
                  <a:extLst>
                    <a:ext uri="{FF2B5EF4-FFF2-40B4-BE49-F238E27FC236}">
                      <a16:creationId xmlns:a16="http://schemas.microsoft.com/office/drawing/2014/main" id="{68FFFAF8-FF50-D8E6-2A18-23BD048E7CD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33949" y="2484189"/>
                  <a:ext cx="199800" cy="33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8" name="Rukopis 117">
                  <a:extLst>
                    <a:ext uri="{FF2B5EF4-FFF2-40B4-BE49-F238E27FC236}">
                      <a16:creationId xmlns:a16="http://schemas.microsoft.com/office/drawing/2014/main" id="{EA07AFAF-037A-D83E-8F84-32B766E8392F}"/>
                    </a:ext>
                  </a:extLst>
                </p14:cNvPr>
                <p14:cNvContentPartPr/>
                <p14:nvPr/>
              </p14:nvContentPartPr>
              <p14:xfrm>
                <a:off x="6458949" y="2592549"/>
                <a:ext cx="159480" cy="301320"/>
              </p14:xfrm>
            </p:contentPart>
          </mc:Choice>
          <mc:Fallback>
            <p:pic>
              <p:nvPicPr>
                <p:cNvPr id="118" name="Rukopis 117">
                  <a:extLst>
                    <a:ext uri="{FF2B5EF4-FFF2-40B4-BE49-F238E27FC236}">
                      <a16:creationId xmlns:a16="http://schemas.microsoft.com/office/drawing/2014/main" id="{EA07AFAF-037A-D83E-8F84-32B766E8392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49949" y="2583549"/>
                  <a:ext cx="1771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0" name="Rukopis 119">
                  <a:extLst>
                    <a:ext uri="{FF2B5EF4-FFF2-40B4-BE49-F238E27FC236}">
                      <a16:creationId xmlns:a16="http://schemas.microsoft.com/office/drawing/2014/main" id="{B48F1B56-B362-A3AD-8BD6-C17F7764CC7E}"/>
                    </a:ext>
                  </a:extLst>
                </p14:cNvPr>
                <p14:cNvContentPartPr/>
                <p14:nvPr/>
              </p14:nvContentPartPr>
              <p14:xfrm>
                <a:off x="6760629" y="2583909"/>
                <a:ext cx="152640" cy="248040"/>
              </p14:xfrm>
            </p:contentPart>
          </mc:Choice>
          <mc:Fallback>
            <p:pic>
              <p:nvPicPr>
                <p:cNvPr id="120" name="Rukopis 119">
                  <a:extLst>
                    <a:ext uri="{FF2B5EF4-FFF2-40B4-BE49-F238E27FC236}">
                      <a16:creationId xmlns:a16="http://schemas.microsoft.com/office/drawing/2014/main" id="{B48F1B56-B362-A3AD-8BD6-C17F7764CC7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751629" y="2574909"/>
                  <a:ext cx="170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21" name="Rukopis 120">
                  <a:extLst>
                    <a:ext uri="{FF2B5EF4-FFF2-40B4-BE49-F238E27FC236}">
                      <a16:creationId xmlns:a16="http://schemas.microsoft.com/office/drawing/2014/main" id="{F70FBD55-93B7-E857-3144-CBB82CC08B4A}"/>
                    </a:ext>
                  </a:extLst>
                </p14:cNvPr>
                <p14:cNvContentPartPr/>
                <p14:nvPr/>
              </p14:nvContentPartPr>
              <p14:xfrm>
                <a:off x="6764949" y="2683989"/>
                <a:ext cx="175680" cy="26280"/>
              </p14:xfrm>
            </p:contentPart>
          </mc:Choice>
          <mc:Fallback>
            <p:pic>
              <p:nvPicPr>
                <p:cNvPr id="121" name="Rukopis 120">
                  <a:extLst>
                    <a:ext uri="{FF2B5EF4-FFF2-40B4-BE49-F238E27FC236}">
                      <a16:creationId xmlns:a16="http://schemas.microsoft.com/office/drawing/2014/main" id="{F70FBD55-93B7-E857-3144-CBB82CC08B4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55949" y="2674989"/>
                  <a:ext cx="193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23" name="Rukopis 122">
                  <a:extLst>
                    <a:ext uri="{FF2B5EF4-FFF2-40B4-BE49-F238E27FC236}">
                      <a16:creationId xmlns:a16="http://schemas.microsoft.com/office/drawing/2014/main" id="{25159389-0696-8A9E-09A2-335106F0ACC4}"/>
                    </a:ext>
                  </a:extLst>
                </p14:cNvPr>
                <p14:cNvContentPartPr/>
                <p14:nvPr/>
              </p14:nvContentPartPr>
              <p14:xfrm>
                <a:off x="812349" y="2960829"/>
                <a:ext cx="7160400" cy="461520"/>
              </p14:xfrm>
            </p:contentPart>
          </mc:Choice>
          <mc:Fallback>
            <p:pic>
              <p:nvPicPr>
                <p:cNvPr id="123" name="Rukopis 122">
                  <a:extLst>
                    <a:ext uri="{FF2B5EF4-FFF2-40B4-BE49-F238E27FC236}">
                      <a16:creationId xmlns:a16="http://schemas.microsoft.com/office/drawing/2014/main" id="{25159389-0696-8A9E-09A2-335106F0ACC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03709" y="2952189"/>
                  <a:ext cx="7178040" cy="47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25" name="Rukopis 124">
                <a:extLst>
                  <a:ext uri="{FF2B5EF4-FFF2-40B4-BE49-F238E27FC236}">
                    <a16:creationId xmlns:a16="http://schemas.microsoft.com/office/drawing/2014/main" id="{80722B40-0720-EC2B-1298-B7379AB1E18A}"/>
                  </a:ext>
                </a:extLst>
              </p14:cNvPr>
              <p14:cNvContentPartPr/>
              <p14:nvPr/>
            </p14:nvContentPartPr>
            <p14:xfrm>
              <a:off x="1989909" y="3476709"/>
              <a:ext cx="131760" cy="278280"/>
            </p14:xfrm>
          </p:contentPart>
        </mc:Choice>
        <mc:Fallback>
          <p:pic>
            <p:nvPicPr>
              <p:cNvPr id="125" name="Rukopis 124">
                <a:extLst>
                  <a:ext uri="{FF2B5EF4-FFF2-40B4-BE49-F238E27FC236}">
                    <a16:creationId xmlns:a16="http://schemas.microsoft.com/office/drawing/2014/main" id="{80722B40-0720-EC2B-1298-B7379AB1E18A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981269" y="3468069"/>
                <a:ext cx="14940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Skupina 144">
            <a:extLst>
              <a:ext uri="{FF2B5EF4-FFF2-40B4-BE49-F238E27FC236}">
                <a16:creationId xmlns:a16="http://schemas.microsoft.com/office/drawing/2014/main" id="{0BADF9EA-BBBC-5B8B-D943-14FA5310476B}"/>
              </a:ext>
            </a:extLst>
          </p:cNvPr>
          <p:cNvGrpSpPr/>
          <p:nvPr/>
        </p:nvGrpSpPr>
        <p:grpSpPr>
          <a:xfrm>
            <a:off x="1516149" y="3528189"/>
            <a:ext cx="698040" cy="2417760"/>
            <a:chOff x="1516149" y="3528189"/>
            <a:chExt cx="698040" cy="241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6" name="Rukopis 125">
                  <a:extLst>
                    <a:ext uri="{FF2B5EF4-FFF2-40B4-BE49-F238E27FC236}">
                      <a16:creationId xmlns:a16="http://schemas.microsoft.com/office/drawing/2014/main" id="{92E03CDE-318C-34A8-CB54-F2F54E3B43B3}"/>
                    </a:ext>
                  </a:extLst>
                </p14:cNvPr>
                <p14:cNvContentPartPr/>
                <p14:nvPr/>
              </p14:nvContentPartPr>
              <p14:xfrm>
                <a:off x="1978029" y="3801069"/>
                <a:ext cx="73800" cy="237240"/>
              </p14:xfrm>
            </p:contentPart>
          </mc:Choice>
          <mc:Fallback>
            <p:pic>
              <p:nvPicPr>
                <p:cNvPr id="126" name="Rukopis 125">
                  <a:extLst>
                    <a:ext uri="{FF2B5EF4-FFF2-40B4-BE49-F238E27FC236}">
                      <a16:creationId xmlns:a16="http://schemas.microsoft.com/office/drawing/2014/main" id="{92E03CDE-318C-34A8-CB54-F2F54E3B43B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69389" y="3792069"/>
                  <a:ext cx="91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7" name="Rukopis 126">
                  <a:extLst>
                    <a:ext uri="{FF2B5EF4-FFF2-40B4-BE49-F238E27FC236}">
                      <a16:creationId xmlns:a16="http://schemas.microsoft.com/office/drawing/2014/main" id="{9A7BA1AB-89FE-A627-1ABE-8FA09493F666}"/>
                    </a:ext>
                  </a:extLst>
                </p14:cNvPr>
                <p14:cNvContentPartPr/>
                <p14:nvPr/>
              </p14:nvContentPartPr>
              <p14:xfrm>
                <a:off x="1997469" y="4110669"/>
                <a:ext cx="138240" cy="165600"/>
              </p14:xfrm>
            </p:contentPart>
          </mc:Choice>
          <mc:Fallback>
            <p:pic>
              <p:nvPicPr>
                <p:cNvPr id="127" name="Rukopis 126">
                  <a:extLst>
                    <a:ext uri="{FF2B5EF4-FFF2-40B4-BE49-F238E27FC236}">
                      <a16:creationId xmlns:a16="http://schemas.microsoft.com/office/drawing/2014/main" id="{9A7BA1AB-89FE-A627-1ABE-8FA09493F66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988469" y="4101669"/>
                  <a:ext cx="155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8" name="Rukopis 127">
                  <a:extLst>
                    <a:ext uri="{FF2B5EF4-FFF2-40B4-BE49-F238E27FC236}">
                      <a16:creationId xmlns:a16="http://schemas.microsoft.com/office/drawing/2014/main" id="{559F9DB5-6239-13BE-EAB0-91D381C1FB7C}"/>
                    </a:ext>
                  </a:extLst>
                </p14:cNvPr>
                <p14:cNvContentPartPr/>
                <p14:nvPr/>
              </p14:nvContentPartPr>
              <p14:xfrm>
                <a:off x="1997469" y="4324149"/>
                <a:ext cx="141480" cy="218520"/>
              </p14:xfrm>
            </p:contentPart>
          </mc:Choice>
          <mc:Fallback>
            <p:pic>
              <p:nvPicPr>
                <p:cNvPr id="128" name="Rukopis 127">
                  <a:extLst>
                    <a:ext uri="{FF2B5EF4-FFF2-40B4-BE49-F238E27FC236}">
                      <a16:creationId xmlns:a16="http://schemas.microsoft.com/office/drawing/2014/main" id="{559F9DB5-6239-13BE-EAB0-91D381C1FB7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988469" y="4315509"/>
                  <a:ext cx="159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9" name="Rukopis 128">
                  <a:extLst>
                    <a:ext uri="{FF2B5EF4-FFF2-40B4-BE49-F238E27FC236}">
                      <a16:creationId xmlns:a16="http://schemas.microsoft.com/office/drawing/2014/main" id="{1A74A28B-C6F6-5435-E140-925C04691243}"/>
                    </a:ext>
                  </a:extLst>
                </p14:cNvPr>
                <p14:cNvContentPartPr/>
                <p14:nvPr/>
              </p14:nvContentPartPr>
              <p14:xfrm>
                <a:off x="2052549" y="4674789"/>
                <a:ext cx="128520" cy="179640"/>
              </p14:xfrm>
            </p:contentPart>
          </mc:Choice>
          <mc:Fallback>
            <p:pic>
              <p:nvPicPr>
                <p:cNvPr id="129" name="Rukopis 128">
                  <a:extLst>
                    <a:ext uri="{FF2B5EF4-FFF2-40B4-BE49-F238E27FC236}">
                      <a16:creationId xmlns:a16="http://schemas.microsoft.com/office/drawing/2014/main" id="{1A74A28B-C6F6-5435-E140-925C0469124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043549" y="4666149"/>
                  <a:ext cx="146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30" name="Rukopis 129">
                  <a:extLst>
                    <a:ext uri="{FF2B5EF4-FFF2-40B4-BE49-F238E27FC236}">
                      <a16:creationId xmlns:a16="http://schemas.microsoft.com/office/drawing/2014/main" id="{6363F06D-F721-D117-86DD-35A30CBB568D}"/>
                    </a:ext>
                  </a:extLst>
                </p14:cNvPr>
                <p14:cNvContentPartPr/>
                <p14:nvPr/>
              </p14:nvContentPartPr>
              <p14:xfrm>
                <a:off x="2038509" y="4963869"/>
                <a:ext cx="110880" cy="224640"/>
              </p14:xfrm>
            </p:contentPart>
          </mc:Choice>
          <mc:Fallback>
            <p:pic>
              <p:nvPicPr>
                <p:cNvPr id="130" name="Rukopis 129">
                  <a:extLst>
                    <a:ext uri="{FF2B5EF4-FFF2-40B4-BE49-F238E27FC236}">
                      <a16:creationId xmlns:a16="http://schemas.microsoft.com/office/drawing/2014/main" id="{6363F06D-F721-D117-86DD-35A30CBB568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029869" y="4955229"/>
                  <a:ext cx="128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31" name="Rukopis 130">
                  <a:extLst>
                    <a:ext uri="{FF2B5EF4-FFF2-40B4-BE49-F238E27FC236}">
                      <a16:creationId xmlns:a16="http://schemas.microsoft.com/office/drawing/2014/main" id="{17C09942-C624-9A48-9EF6-ABB42C7B7FA5}"/>
                    </a:ext>
                  </a:extLst>
                </p14:cNvPr>
                <p14:cNvContentPartPr/>
                <p14:nvPr/>
              </p14:nvContentPartPr>
              <p14:xfrm>
                <a:off x="2096469" y="5339709"/>
                <a:ext cx="117720" cy="248760"/>
              </p14:xfrm>
            </p:contentPart>
          </mc:Choice>
          <mc:Fallback>
            <p:pic>
              <p:nvPicPr>
                <p:cNvPr id="131" name="Rukopis 130">
                  <a:extLst>
                    <a:ext uri="{FF2B5EF4-FFF2-40B4-BE49-F238E27FC236}">
                      <a16:creationId xmlns:a16="http://schemas.microsoft.com/office/drawing/2014/main" id="{17C09942-C624-9A48-9EF6-ABB42C7B7FA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087829" y="5331069"/>
                  <a:ext cx="1353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33" name="Rukopis 132">
                  <a:extLst>
                    <a:ext uri="{FF2B5EF4-FFF2-40B4-BE49-F238E27FC236}">
                      <a16:creationId xmlns:a16="http://schemas.microsoft.com/office/drawing/2014/main" id="{ECD9B015-9ECD-2B2B-C017-0B19FFD03586}"/>
                    </a:ext>
                  </a:extLst>
                </p14:cNvPr>
                <p14:cNvContentPartPr/>
                <p14:nvPr/>
              </p14:nvContentPartPr>
              <p14:xfrm>
                <a:off x="2093589" y="5676669"/>
                <a:ext cx="111600" cy="255600"/>
              </p14:xfrm>
            </p:contentPart>
          </mc:Choice>
          <mc:Fallback>
            <p:pic>
              <p:nvPicPr>
                <p:cNvPr id="133" name="Rukopis 132">
                  <a:extLst>
                    <a:ext uri="{FF2B5EF4-FFF2-40B4-BE49-F238E27FC236}">
                      <a16:creationId xmlns:a16="http://schemas.microsoft.com/office/drawing/2014/main" id="{ECD9B015-9ECD-2B2B-C017-0B19FFD0358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084589" y="5668029"/>
                  <a:ext cx="1292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35" name="Rukopis 134">
                  <a:extLst>
                    <a:ext uri="{FF2B5EF4-FFF2-40B4-BE49-F238E27FC236}">
                      <a16:creationId xmlns:a16="http://schemas.microsoft.com/office/drawing/2014/main" id="{800A7C2A-5B3C-15D9-3914-4FDCBBD8B7CC}"/>
                    </a:ext>
                  </a:extLst>
                </p14:cNvPr>
                <p14:cNvContentPartPr/>
                <p14:nvPr/>
              </p14:nvContentPartPr>
              <p14:xfrm>
                <a:off x="1516149" y="3528189"/>
                <a:ext cx="122400" cy="203760"/>
              </p14:xfrm>
            </p:contentPart>
          </mc:Choice>
          <mc:Fallback>
            <p:pic>
              <p:nvPicPr>
                <p:cNvPr id="135" name="Rukopis 134">
                  <a:extLst>
                    <a:ext uri="{FF2B5EF4-FFF2-40B4-BE49-F238E27FC236}">
                      <a16:creationId xmlns:a16="http://schemas.microsoft.com/office/drawing/2014/main" id="{800A7C2A-5B3C-15D9-3914-4FDCBBD8B7C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507149" y="3519189"/>
                  <a:ext cx="140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36" name="Rukopis 135">
                  <a:extLst>
                    <a:ext uri="{FF2B5EF4-FFF2-40B4-BE49-F238E27FC236}">
                      <a16:creationId xmlns:a16="http://schemas.microsoft.com/office/drawing/2014/main" id="{EB694592-CAB2-5475-FB48-D464FE0A0F1E}"/>
                    </a:ext>
                  </a:extLst>
                </p14:cNvPr>
                <p14:cNvContentPartPr/>
                <p14:nvPr/>
              </p14:nvContentPartPr>
              <p14:xfrm>
                <a:off x="1535949" y="3843909"/>
                <a:ext cx="138960" cy="176040"/>
              </p14:xfrm>
            </p:contentPart>
          </mc:Choice>
          <mc:Fallback>
            <p:pic>
              <p:nvPicPr>
                <p:cNvPr id="136" name="Rukopis 135">
                  <a:extLst>
                    <a:ext uri="{FF2B5EF4-FFF2-40B4-BE49-F238E27FC236}">
                      <a16:creationId xmlns:a16="http://schemas.microsoft.com/office/drawing/2014/main" id="{EB694592-CAB2-5475-FB48-D464FE0A0F1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526949" y="3834909"/>
                  <a:ext cx="1566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37" name="Rukopis 136">
                  <a:extLst>
                    <a:ext uri="{FF2B5EF4-FFF2-40B4-BE49-F238E27FC236}">
                      <a16:creationId xmlns:a16="http://schemas.microsoft.com/office/drawing/2014/main" id="{3CEEA6C7-9D3B-6027-48F2-760BC0F47112}"/>
                    </a:ext>
                  </a:extLst>
                </p14:cNvPr>
                <p14:cNvContentPartPr/>
                <p14:nvPr/>
              </p14:nvContentPartPr>
              <p14:xfrm>
                <a:off x="1574109" y="4109229"/>
                <a:ext cx="96480" cy="178560"/>
              </p14:xfrm>
            </p:contentPart>
          </mc:Choice>
          <mc:Fallback>
            <p:pic>
              <p:nvPicPr>
                <p:cNvPr id="137" name="Rukopis 136">
                  <a:extLst>
                    <a:ext uri="{FF2B5EF4-FFF2-40B4-BE49-F238E27FC236}">
                      <a16:creationId xmlns:a16="http://schemas.microsoft.com/office/drawing/2014/main" id="{3CEEA6C7-9D3B-6027-48F2-760BC0F4711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65109" y="4100229"/>
                  <a:ext cx="114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38" name="Rukopis 137">
                  <a:extLst>
                    <a:ext uri="{FF2B5EF4-FFF2-40B4-BE49-F238E27FC236}">
                      <a16:creationId xmlns:a16="http://schemas.microsoft.com/office/drawing/2014/main" id="{7CA179E6-4F36-2E1E-C8E9-BCB10C6D255B}"/>
                    </a:ext>
                  </a:extLst>
                </p14:cNvPr>
                <p14:cNvContentPartPr/>
                <p14:nvPr/>
              </p14:nvContentPartPr>
              <p14:xfrm>
                <a:off x="1591029" y="4370949"/>
                <a:ext cx="105120" cy="179280"/>
              </p14:xfrm>
            </p:contentPart>
          </mc:Choice>
          <mc:Fallback>
            <p:pic>
              <p:nvPicPr>
                <p:cNvPr id="138" name="Rukopis 137">
                  <a:extLst>
                    <a:ext uri="{FF2B5EF4-FFF2-40B4-BE49-F238E27FC236}">
                      <a16:creationId xmlns:a16="http://schemas.microsoft.com/office/drawing/2014/main" id="{7CA179E6-4F36-2E1E-C8E9-BCB10C6D255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582029" y="4362309"/>
                  <a:ext cx="122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40" name="Rukopis 139">
                  <a:extLst>
                    <a:ext uri="{FF2B5EF4-FFF2-40B4-BE49-F238E27FC236}">
                      <a16:creationId xmlns:a16="http://schemas.microsoft.com/office/drawing/2014/main" id="{CD61D0EC-08B3-A110-FF51-EC6025DB9606}"/>
                    </a:ext>
                  </a:extLst>
                </p14:cNvPr>
                <p14:cNvContentPartPr/>
                <p14:nvPr/>
              </p14:nvContentPartPr>
              <p14:xfrm>
                <a:off x="1667709" y="4726989"/>
                <a:ext cx="124560" cy="208080"/>
              </p14:xfrm>
            </p:contentPart>
          </mc:Choice>
          <mc:Fallback>
            <p:pic>
              <p:nvPicPr>
                <p:cNvPr id="140" name="Rukopis 139">
                  <a:extLst>
                    <a:ext uri="{FF2B5EF4-FFF2-40B4-BE49-F238E27FC236}">
                      <a16:creationId xmlns:a16="http://schemas.microsoft.com/office/drawing/2014/main" id="{CD61D0EC-08B3-A110-FF51-EC6025DB960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659069" y="4718349"/>
                  <a:ext cx="1422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1" name="Rukopis 140">
                  <a:extLst>
                    <a:ext uri="{FF2B5EF4-FFF2-40B4-BE49-F238E27FC236}">
                      <a16:creationId xmlns:a16="http://schemas.microsoft.com/office/drawing/2014/main" id="{386CBBB5-0F57-5CCA-0CFE-CA81A3B9B899}"/>
                    </a:ext>
                  </a:extLst>
                </p14:cNvPr>
                <p14:cNvContentPartPr/>
                <p14:nvPr/>
              </p14:nvContentPartPr>
              <p14:xfrm>
                <a:off x="1674189" y="5065749"/>
                <a:ext cx="152280" cy="181800"/>
              </p14:xfrm>
            </p:contentPart>
          </mc:Choice>
          <mc:Fallback>
            <p:pic>
              <p:nvPicPr>
                <p:cNvPr id="141" name="Rukopis 140">
                  <a:extLst>
                    <a:ext uri="{FF2B5EF4-FFF2-40B4-BE49-F238E27FC236}">
                      <a16:creationId xmlns:a16="http://schemas.microsoft.com/office/drawing/2014/main" id="{386CBBB5-0F57-5CCA-0CFE-CA81A3B9B89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65549" y="5056749"/>
                  <a:ext cx="169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3" name="Rukopis 142">
                  <a:extLst>
                    <a:ext uri="{FF2B5EF4-FFF2-40B4-BE49-F238E27FC236}">
                      <a16:creationId xmlns:a16="http://schemas.microsoft.com/office/drawing/2014/main" id="{55C60B75-60CA-8690-B32C-BDF474B7D41E}"/>
                    </a:ext>
                  </a:extLst>
                </p14:cNvPr>
                <p14:cNvContentPartPr/>
                <p14:nvPr/>
              </p14:nvContentPartPr>
              <p14:xfrm>
                <a:off x="1687149" y="5379669"/>
                <a:ext cx="102960" cy="194760"/>
              </p14:xfrm>
            </p:contentPart>
          </mc:Choice>
          <mc:Fallback>
            <p:pic>
              <p:nvPicPr>
                <p:cNvPr id="143" name="Rukopis 142">
                  <a:extLst>
                    <a:ext uri="{FF2B5EF4-FFF2-40B4-BE49-F238E27FC236}">
                      <a16:creationId xmlns:a16="http://schemas.microsoft.com/office/drawing/2014/main" id="{55C60B75-60CA-8690-B32C-BDF474B7D41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678509" y="5371029"/>
                  <a:ext cx="120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44" name="Rukopis 143">
                  <a:extLst>
                    <a:ext uri="{FF2B5EF4-FFF2-40B4-BE49-F238E27FC236}">
                      <a16:creationId xmlns:a16="http://schemas.microsoft.com/office/drawing/2014/main" id="{B069DE82-93AA-1824-2434-657A64DF53E8}"/>
                    </a:ext>
                  </a:extLst>
                </p14:cNvPr>
                <p14:cNvContentPartPr/>
                <p14:nvPr/>
              </p14:nvContentPartPr>
              <p14:xfrm>
                <a:off x="1693629" y="5709069"/>
                <a:ext cx="109800" cy="236880"/>
              </p14:xfrm>
            </p:contentPart>
          </mc:Choice>
          <mc:Fallback>
            <p:pic>
              <p:nvPicPr>
                <p:cNvPr id="144" name="Rukopis 143">
                  <a:extLst>
                    <a:ext uri="{FF2B5EF4-FFF2-40B4-BE49-F238E27FC236}">
                      <a16:creationId xmlns:a16="http://schemas.microsoft.com/office/drawing/2014/main" id="{B069DE82-93AA-1824-2434-657A64DF53E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684629" y="5700429"/>
                  <a:ext cx="127440" cy="2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46" name="Rukopis 145">
                <a:extLst>
                  <a:ext uri="{FF2B5EF4-FFF2-40B4-BE49-F238E27FC236}">
                    <a16:creationId xmlns:a16="http://schemas.microsoft.com/office/drawing/2014/main" id="{9E7B68FF-83CF-7657-166E-C25419087572}"/>
                  </a:ext>
                </a:extLst>
              </p14:cNvPr>
              <p14:cNvContentPartPr/>
              <p14:nvPr/>
            </p14:nvContentPartPr>
            <p14:xfrm>
              <a:off x="946989" y="3554829"/>
              <a:ext cx="96840" cy="181800"/>
            </p14:xfrm>
          </p:contentPart>
        </mc:Choice>
        <mc:Fallback>
          <p:pic>
            <p:nvPicPr>
              <p:cNvPr id="146" name="Rukopis 145">
                <a:extLst>
                  <a:ext uri="{FF2B5EF4-FFF2-40B4-BE49-F238E27FC236}">
                    <a16:creationId xmlns:a16="http://schemas.microsoft.com/office/drawing/2014/main" id="{9E7B68FF-83CF-7657-166E-C25419087572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38349" y="3546189"/>
                <a:ext cx="11448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Skupina 150">
            <a:extLst>
              <a:ext uri="{FF2B5EF4-FFF2-40B4-BE49-F238E27FC236}">
                <a16:creationId xmlns:a16="http://schemas.microsoft.com/office/drawing/2014/main" id="{E2AD1EE9-082F-B889-E6B8-46B8FB99C8A3}"/>
              </a:ext>
            </a:extLst>
          </p:cNvPr>
          <p:cNvGrpSpPr/>
          <p:nvPr/>
        </p:nvGrpSpPr>
        <p:grpSpPr>
          <a:xfrm>
            <a:off x="959589" y="3873429"/>
            <a:ext cx="206280" cy="721800"/>
            <a:chOff x="959589" y="3873429"/>
            <a:chExt cx="206280" cy="72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47" name="Rukopis 146">
                  <a:extLst>
                    <a:ext uri="{FF2B5EF4-FFF2-40B4-BE49-F238E27FC236}">
                      <a16:creationId xmlns:a16="http://schemas.microsoft.com/office/drawing/2014/main" id="{767334F5-215B-8AE0-08E8-A6AFAED8531F}"/>
                    </a:ext>
                  </a:extLst>
                </p14:cNvPr>
                <p14:cNvContentPartPr/>
                <p14:nvPr/>
              </p14:nvContentPartPr>
              <p14:xfrm>
                <a:off x="959589" y="3873429"/>
                <a:ext cx="120240" cy="206640"/>
              </p14:xfrm>
            </p:contentPart>
          </mc:Choice>
          <mc:Fallback>
            <p:pic>
              <p:nvPicPr>
                <p:cNvPr id="147" name="Rukopis 146">
                  <a:extLst>
                    <a:ext uri="{FF2B5EF4-FFF2-40B4-BE49-F238E27FC236}">
                      <a16:creationId xmlns:a16="http://schemas.microsoft.com/office/drawing/2014/main" id="{767334F5-215B-8AE0-08E8-A6AFAED8531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0949" y="3864429"/>
                  <a:ext cx="1378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48" name="Rukopis 147">
                  <a:extLst>
                    <a:ext uri="{FF2B5EF4-FFF2-40B4-BE49-F238E27FC236}">
                      <a16:creationId xmlns:a16="http://schemas.microsoft.com/office/drawing/2014/main" id="{FCF4A577-89AD-0DB2-F3E3-54B8FDD8BEA5}"/>
                    </a:ext>
                  </a:extLst>
                </p14:cNvPr>
                <p14:cNvContentPartPr/>
                <p14:nvPr/>
              </p14:nvContentPartPr>
              <p14:xfrm>
                <a:off x="968229" y="4160349"/>
                <a:ext cx="111960" cy="211320"/>
              </p14:xfrm>
            </p:contentPart>
          </mc:Choice>
          <mc:Fallback>
            <p:pic>
              <p:nvPicPr>
                <p:cNvPr id="148" name="Rukopis 147">
                  <a:extLst>
                    <a:ext uri="{FF2B5EF4-FFF2-40B4-BE49-F238E27FC236}">
                      <a16:creationId xmlns:a16="http://schemas.microsoft.com/office/drawing/2014/main" id="{FCF4A577-89AD-0DB2-F3E3-54B8FDD8BEA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59589" y="4151709"/>
                  <a:ext cx="129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50" name="Rukopis 149">
                  <a:extLst>
                    <a:ext uri="{FF2B5EF4-FFF2-40B4-BE49-F238E27FC236}">
                      <a16:creationId xmlns:a16="http://schemas.microsoft.com/office/drawing/2014/main" id="{41BE283F-B6F2-2FCC-7136-690A577AEDF2}"/>
                    </a:ext>
                  </a:extLst>
                </p14:cNvPr>
                <p14:cNvContentPartPr/>
                <p14:nvPr/>
              </p14:nvContentPartPr>
              <p14:xfrm>
                <a:off x="1019709" y="4427829"/>
                <a:ext cx="146160" cy="167400"/>
              </p14:xfrm>
            </p:contentPart>
          </mc:Choice>
          <mc:Fallback>
            <p:pic>
              <p:nvPicPr>
                <p:cNvPr id="150" name="Rukopis 149">
                  <a:extLst>
                    <a:ext uri="{FF2B5EF4-FFF2-40B4-BE49-F238E27FC236}">
                      <a16:creationId xmlns:a16="http://schemas.microsoft.com/office/drawing/2014/main" id="{41BE283F-B6F2-2FCC-7136-690A577AEDF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10709" y="4418829"/>
                  <a:ext cx="16380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Skupina 153">
            <a:extLst>
              <a:ext uri="{FF2B5EF4-FFF2-40B4-BE49-F238E27FC236}">
                <a16:creationId xmlns:a16="http://schemas.microsoft.com/office/drawing/2014/main" id="{6028562C-452D-2475-E1BC-EB5F9DC45639}"/>
              </a:ext>
            </a:extLst>
          </p:cNvPr>
          <p:cNvGrpSpPr/>
          <p:nvPr/>
        </p:nvGrpSpPr>
        <p:grpSpPr>
          <a:xfrm>
            <a:off x="1133469" y="4742109"/>
            <a:ext cx="139680" cy="511920"/>
            <a:chOff x="1133469" y="4742109"/>
            <a:chExt cx="139680" cy="51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52" name="Rukopis 151">
                  <a:extLst>
                    <a:ext uri="{FF2B5EF4-FFF2-40B4-BE49-F238E27FC236}">
                      <a16:creationId xmlns:a16="http://schemas.microsoft.com/office/drawing/2014/main" id="{A8E47B87-C61F-BDDF-67A8-6E52963FC04C}"/>
                    </a:ext>
                  </a:extLst>
                </p14:cNvPr>
                <p14:cNvContentPartPr/>
                <p14:nvPr/>
              </p14:nvContentPartPr>
              <p14:xfrm>
                <a:off x="1133469" y="4742109"/>
                <a:ext cx="128160" cy="225000"/>
              </p14:xfrm>
            </p:contentPart>
          </mc:Choice>
          <mc:Fallback>
            <p:pic>
              <p:nvPicPr>
                <p:cNvPr id="152" name="Rukopis 151">
                  <a:extLst>
                    <a:ext uri="{FF2B5EF4-FFF2-40B4-BE49-F238E27FC236}">
                      <a16:creationId xmlns:a16="http://schemas.microsoft.com/office/drawing/2014/main" id="{A8E47B87-C61F-BDDF-67A8-6E52963FC04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24829" y="4733109"/>
                  <a:ext cx="1458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53" name="Rukopis 152">
                  <a:extLst>
                    <a:ext uri="{FF2B5EF4-FFF2-40B4-BE49-F238E27FC236}">
                      <a16:creationId xmlns:a16="http://schemas.microsoft.com/office/drawing/2014/main" id="{F3920DAD-2D6B-0812-5391-19328FE11FF7}"/>
                    </a:ext>
                  </a:extLst>
                </p14:cNvPr>
                <p14:cNvContentPartPr/>
                <p14:nvPr/>
              </p14:nvContentPartPr>
              <p14:xfrm>
                <a:off x="1173789" y="5077269"/>
                <a:ext cx="99360" cy="176760"/>
              </p14:xfrm>
            </p:contentPart>
          </mc:Choice>
          <mc:Fallback>
            <p:pic>
              <p:nvPicPr>
                <p:cNvPr id="153" name="Rukopis 152">
                  <a:extLst>
                    <a:ext uri="{FF2B5EF4-FFF2-40B4-BE49-F238E27FC236}">
                      <a16:creationId xmlns:a16="http://schemas.microsoft.com/office/drawing/2014/main" id="{F3920DAD-2D6B-0812-5391-19328FE11FF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65149" y="5068629"/>
                  <a:ext cx="11700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Skupina 156">
            <a:extLst>
              <a:ext uri="{FF2B5EF4-FFF2-40B4-BE49-F238E27FC236}">
                <a16:creationId xmlns:a16="http://schemas.microsoft.com/office/drawing/2014/main" id="{13B7D569-6C78-66AD-3DE6-D439008A10D1}"/>
              </a:ext>
            </a:extLst>
          </p:cNvPr>
          <p:cNvGrpSpPr/>
          <p:nvPr/>
        </p:nvGrpSpPr>
        <p:grpSpPr>
          <a:xfrm>
            <a:off x="1257309" y="5426469"/>
            <a:ext cx="194760" cy="577080"/>
            <a:chOff x="1257309" y="5426469"/>
            <a:chExt cx="194760" cy="57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55" name="Rukopis 154">
                  <a:extLst>
                    <a:ext uri="{FF2B5EF4-FFF2-40B4-BE49-F238E27FC236}">
                      <a16:creationId xmlns:a16="http://schemas.microsoft.com/office/drawing/2014/main" id="{678A557F-19AB-3429-71C1-24C1BD59DA9D}"/>
                    </a:ext>
                  </a:extLst>
                </p14:cNvPr>
                <p14:cNvContentPartPr/>
                <p14:nvPr/>
              </p14:nvContentPartPr>
              <p14:xfrm>
                <a:off x="1257309" y="5426469"/>
                <a:ext cx="115920" cy="216360"/>
              </p14:xfrm>
            </p:contentPart>
          </mc:Choice>
          <mc:Fallback>
            <p:pic>
              <p:nvPicPr>
                <p:cNvPr id="155" name="Rukopis 154">
                  <a:extLst>
                    <a:ext uri="{FF2B5EF4-FFF2-40B4-BE49-F238E27FC236}">
                      <a16:creationId xmlns:a16="http://schemas.microsoft.com/office/drawing/2014/main" id="{678A557F-19AB-3429-71C1-24C1BD59DA9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248309" y="5417469"/>
                  <a:ext cx="1335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56" name="Rukopis 155">
                  <a:extLst>
                    <a:ext uri="{FF2B5EF4-FFF2-40B4-BE49-F238E27FC236}">
                      <a16:creationId xmlns:a16="http://schemas.microsoft.com/office/drawing/2014/main" id="{997A2034-B3A5-C31B-E7AC-B0B4B6474683}"/>
                    </a:ext>
                  </a:extLst>
                </p14:cNvPr>
                <p14:cNvContentPartPr/>
                <p14:nvPr/>
              </p14:nvContentPartPr>
              <p14:xfrm>
                <a:off x="1287189" y="5767389"/>
                <a:ext cx="164880" cy="236160"/>
              </p14:xfrm>
            </p:contentPart>
          </mc:Choice>
          <mc:Fallback>
            <p:pic>
              <p:nvPicPr>
                <p:cNvPr id="156" name="Rukopis 155">
                  <a:extLst>
                    <a:ext uri="{FF2B5EF4-FFF2-40B4-BE49-F238E27FC236}">
                      <a16:creationId xmlns:a16="http://schemas.microsoft.com/office/drawing/2014/main" id="{997A2034-B3A5-C31B-E7AC-B0B4B647468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278549" y="5758749"/>
                  <a:ext cx="18252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Skupina 161">
            <a:extLst>
              <a:ext uri="{FF2B5EF4-FFF2-40B4-BE49-F238E27FC236}">
                <a16:creationId xmlns:a16="http://schemas.microsoft.com/office/drawing/2014/main" id="{AF95E71A-582B-0FE3-7B64-5A1AC228B35C}"/>
              </a:ext>
            </a:extLst>
          </p:cNvPr>
          <p:cNvGrpSpPr/>
          <p:nvPr/>
        </p:nvGrpSpPr>
        <p:grpSpPr>
          <a:xfrm>
            <a:off x="3412989" y="4929309"/>
            <a:ext cx="178560" cy="1022400"/>
            <a:chOff x="3412989" y="4929309"/>
            <a:chExt cx="178560" cy="10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58" name="Rukopis 157">
                  <a:extLst>
                    <a:ext uri="{FF2B5EF4-FFF2-40B4-BE49-F238E27FC236}">
                      <a16:creationId xmlns:a16="http://schemas.microsoft.com/office/drawing/2014/main" id="{A255F39C-D902-C6C9-CD2E-AC534DEE7EE7}"/>
                    </a:ext>
                  </a:extLst>
                </p14:cNvPr>
                <p14:cNvContentPartPr/>
                <p14:nvPr/>
              </p14:nvContentPartPr>
              <p14:xfrm>
                <a:off x="3457989" y="5323149"/>
                <a:ext cx="105120" cy="200160"/>
              </p14:xfrm>
            </p:contentPart>
          </mc:Choice>
          <mc:Fallback>
            <p:pic>
              <p:nvPicPr>
                <p:cNvPr id="158" name="Rukopis 157">
                  <a:extLst>
                    <a:ext uri="{FF2B5EF4-FFF2-40B4-BE49-F238E27FC236}">
                      <a16:creationId xmlns:a16="http://schemas.microsoft.com/office/drawing/2014/main" id="{A255F39C-D902-C6C9-CD2E-AC534DEE7EE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449349" y="5314149"/>
                  <a:ext cx="122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59" name="Rukopis 158">
                  <a:extLst>
                    <a:ext uri="{FF2B5EF4-FFF2-40B4-BE49-F238E27FC236}">
                      <a16:creationId xmlns:a16="http://schemas.microsoft.com/office/drawing/2014/main" id="{369249A6-9FAE-3104-436E-D3AA9731A5F2}"/>
                    </a:ext>
                  </a:extLst>
                </p14:cNvPr>
                <p14:cNvContentPartPr/>
                <p14:nvPr/>
              </p14:nvContentPartPr>
              <p14:xfrm>
                <a:off x="3502989" y="5681709"/>
                <a:ext cx="88560" cy="270000"/>
              </p14:xfrm>
            </p:contentPart>
          </mc:Choice>
          <mc:Fallback>
            <p:pic>
              <p:nvPicPr>
                <p:cNvPr id="159" name="Rukopis 158">
                  <a:extLst>
                    <a:ext uri="{FF2B5EF4-FFF2-40B4-BE49-F238E27FC236}">
                      <a16:creationId xmlns:a16="http://schemas.microsoft.com/office/drawing/2014/main" id="{369249A6-9FAE-3104-436E-D3AA9731A5F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494349" y="5673069"/>
                  <a:ext cx="1062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61" name="Rukopis 160">
                  <a:extLst>
                    <a:ext uri="{FF2B5EF4-FFF2-40B4-BE49-F238E27FC236}">
                      <a16:creationId xmlns:a16="http://schemas.microsoft.com/office/drawing/2014/main" id="{2D22CF8E-6FDF-43DD-B7CD-9152816F537A}"/>
                    </a:ext>
                  </a:extLst>
                </p14:cNvPr>
                <p14:cNvContentPartPr/>
                <p14:nvPr/>
              </p14:nvContentPartPr>
              <p14:xfrm>
                <a:off x="3412989" y="4929309"/>
                <a:ext cx="100080" cy="218880"/>
              </p14:xfrm>
            </p:contentPart>
          </mc:Choice>
          <mc:Fallback>
            <p:pic>
              <p:nvPicPr>
                <p:cNvPr id="161" name="Rukopis 160">
                  <a:extLst>
                    <a:ext uri="{FF2B5EF4-FFF2-40B4-BE49-F238E27FC236}">
                      <a16:creationId xmlns:a16="http://schemas.microsoft.com/office/drawing/2014/main" id="{2D22CF8E-6FDF-43DD-B7CD-9152816F537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404349" y="4920669"/>
                  <a:ext cx="11772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Skupina 168">
            <a:extLst>
              <a:ext uri="{FF2B5EF4-FFF2-40B4-BE49-F238E27FC236}">
                <a16:creationId xmlns:a16="http://schemas.microsoft.com/office/drawing/2014/main" id="{93A3334C-DCE9-C0D5-1290-EA1FFD965D98}"/>
              </a:ext>
            </a:extLst>
          </p:cNvPr>
          <p:cNvGrpSpPr/>
          <p:nvPr/>
        </p:nvGrpSpPr>
        <p:grpSpPr>
          <a:xfrm>
            <a:off x="3254589" y="3254589"/>
            <a:ext cx="235800" cy="1496520"/>
            <a:chOff x="3254589" y="3254589"/>
            <a:chExt cx="235800" cy="149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63" name="Rukopis 162">
                  <a:extLst>
                    <a:ext uri="{FF2B5EF4-FFF2-40B4-BE49-F238E27FC236}">
                      <a16:creationId xmlns:a16="http://schemas.microsoft.com/office/drawing/2014/main" id="{E26C3217-E078-0127-99F2-724ABFC6F6AB}"/>
                    </a:ext>
                  </a:extLst>
                </p14:cNvPr>
                <p14:cNvContentPartPr/>
                <p14:nvPr/>
              </p14:nvContentPartPr>
              <p14:xfrm>
                <a:off x="3360429" y="4550229"/>
                <a:ext cx="129960" cy="200880"/>
              </p14:xfrm>
            </p:contentPart>
          </mc:Choice>
          <mc:Fallback>
            <p:pic>
              <p:nvPicPr>
                <p:cNvPr id="163" name="Rukopis 162">
                  <a:extLst>
                    <a:ext uri="{FF2B5EF4-FFF2-40B4-BE49-F238E27FC236}">
                      <a16:creationId xmlns:a16="http://schemas.microsoft.com/office/drawing/2014/main" id="{E26C3217-E078-0127-99F2-724ABFC6F6A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51789" y="4541229"/>
                  <a:ext cx="147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64" name="Rukopis 163">
                  <a:extLst>
                    <a:ext uri="{FF2B5EF4-FFF2-40B4-BE49-F238E27FC236}">
                      <a16:creationId xmlns:a16="http://schemas.microsoft.com/office/drawing/2014/main" id="{49177267-B938-B35E-F271-A1BC6B240897}"/>
                    </a:ext>
                  </a:extLst>
                </p14:cNvPr>
                <p14:cNvContentPartPr/>
                <p14:nvPr/>
              </p14:nvContentPartPr>
              <p14:xfrm>
                <a:off x="3336309" y="4207509"/>
                <a:ext cx="135000" cy="198360"/>
              </p14:xfrm>
            </p:contentPart>
          </mc:Choice>
          <mc:Fallback>
            <p:pic>
              <p:nvPicPr>
                <p:cNvPr id="164" name="Rukopis 163">
                  <a:extLst>
                    <a:ext uri="{FF2B5EF4-FFF2-40B4-BE49-F238E27FC236}">
                      <a16:creationId xmlns:a16="http://schemas.microsoft.com/office/drawing/2014/main" id="{49177267-B938-B35E-F271-A1BC6B24089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327309" y="4198869"/>
                  <a:ext cx="152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65" name="Rukopis 164">
                  <a:extLst>
                    <a:ext uri="{FF2B5EF4-FFF2-40B4-BE49-F238E27FC236}">
                      <a16:creationId xmlns:a16="http://schemas.microsoft.com/office/drawing/2014/main" id="{B099172F-1223-7B1E-9D91-B6E5B1B1D8A0}"/>
                    </a:ext>
                  </a:extLst>
                </p14:cNvPr>
                <p14:cNvContentPartPr/>
                <p14:nvPr/>
              </p14:nvContentPartPr>
              <p14:xfrm>
                <a:off x="3289149" y="3896469"/>
                <a:ext cx="134640" cy="219960"/>
              </p14:xfrm>
            </p:contentPart>
          </mc:Choice>
          <mc:Fallback>
            <p:pic>
              <p:nvPicPr>
                <p:cNvPr id="165" name="Rukopis 164">
                  <a:extLst>
                    <a:ext uri="{FF2B5EF4-FFF2-40B4-BE49-F238E27FC236}">
                      <a16:creationId xmlns:a16="http://schemas.microsoft.com/office/drawing/2014/main" id="{B099172F-1223-7B1E-9D91-B6E5B1B1D8A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280149" y="3887469"/>
                  <a:ext cx="1522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67" name="Rukopis 166">
                  <a:extLst>
                    <a:ext uri="{FF2B5EF4-FFF2-40B4-BE49-F238E27FC236}">
                      <a16:creationId xmlns:a16="http://schemas.microsoft.com/office/drawing/2014/main" id="{AA9F1742-AACA-CDB2-5ED9-B78F9CC359A5}"/>
                    </a:ext>
                  </a:extLst>
                </p14:cNvPr>
                <p14:cNvContentPartPr/>
                <p14:nvPr/>
              </p14:nvContentPartPr>
              <p14:xfrm>
                <a:off x="3254589" y="3590469"/>
                <a:ext cx="141480" cy="168120"/>
              </p14:xfrm>
            </p:contentPart>
          </mc:Choice>
          <mc:Fallback>
            <p:pic>
              <p:nvPicPr>
                <p:cNvPr id="167" name="Rukopis 166">
                  <a:extLst>
                    <a:ext uri="{FF2B5EF4-FFF2-40B4-BE49-F238E27FC236}">
                      <a16:creationId xmlns:a16="http://schemas.microsoft.com/office/drawing/2014/main" id="{AA9F1742-AACA-CDB2-5ED9-B78F9CC359A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245589" y="3581469"/>
                  <a:ext cx="159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68" name="Rukopis 167">
                  <a:extLst>
                    <a:ext uri="{FF2B5EF4-FFF2-40B4-BE49-F238E27FC236}">
                      <a16:creationId xmlns:a16="http://schemas.microsoft.com/office/drawing/2014/main" id="{889DFD5E-3A66-7A28-49FF-61CAF204D806}"/>
                    </a:ext>
                  </a:extLst>
                </p14:cNvPr>
                <p14:cNvContentPartPr/>
                <p14:nvPr/>
              </p14:nvContentPartPr>
              <p14:xfrm>
                <a:off x="3272949" y="3254589"/>
                <a:ext cx="166320" cy="186120"/>
              </p14:xfrm>
            </p:contentPart>
          </mc:Choice>
          <mc:Fallback>
            <p:pic>
              <p:nvPicPr>
                <p:cNvPr id="168" name="Rukopis 167">
                  <a:extLst>
                    <a:ext uri="{FF2B5EF4-FFF2-40B4-BE49-F238E27FC236}">
                      <a16:creationId xmlns:a16="http://schemas.microsoft.com/office/drawing/2014/main" id="{889DFD5E-3A66-7A28-49FF-61CAF204D80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264309" y="3245589"/>
                  <a:ext cx="18396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Skupina 180">
            <a:extLst>
              <a:ext uri="{FF2B5EF4-FFF2-40B4-BE49-F238E27FC236}">
                <a16:creationId xmlns:a16="http://schemas.microsoft.com/office/drawing/2014/main" id="{C5D2FC6D-1A90-9B85-70CF-CCE0EB8A6C90}"/>
              </a:ext>
            </a:extLst>
          </p:cNvPr>
          <p:cNvGrpSpPr/>
          <p:nvPr/>
        </p:nvGrpSpPr>
        <p:grpSpPr>
          <a:xfrm>
            <a:off x="4790709" y="3193749"/>
            <a:ext cx="196200" cy="1876320"/>
            <a:chOff x="4790709" y="3193749"/>
            <a:chExt cx="196200" cy="18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70" name="Rukopis 169">
                  <a:extLst>
                    <a:ext uri="{FF2B5EF4-FFF2-40B4-BE49-F238E27FC236}">
                      <a16:creationId xmlns:a16="http://schemas.microsoft.com/office/drawing/2014/main" id="{ADBD2E28-EF47-3848-F47F-5A4FB1740588}"/>
                    </a:ext>
                  </a:extLst>
                </p14:cNvPr>
                <p14:cNvContentPartPr/>
                <p14:nvPr/>
              </p14:nvContentPartPr>
              <p14:xfrm>
                <a:off x="4790709" y="3193749"/>
                <a:ext cx="86040" cy="276840"/>
              </p14:xfrm>
            </p:contentPart>
          </mc:Choice>
          <mc:Fallback>
            <p:pic>
              <p:nvPicPr>
                <p:cNvPr id="170" name="Rukopis 169">
                  <a:extLst>
                    <a:ext uri="{FF2B5EF4-FFF2-40B4-BE49-F238E27FC236}">
                      <a16:creationId xmlns:a16="http://schemas.microsoft.com/office/drawing/2014/main" id="{ADBD2E28-EF47-3848-F47F-5A4FB174058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781709" y="3184749"/>
                  <a:ext cx="1036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71" name="Rukopis 170">
                  <a:extLst>
                    <a:ext uri="{FF2B5EF4-FFF2-40B4-BE49-F238E27FC236}">
                      <a16:creationId xmlns:a16="http://schemas.microsoft.com/office/drawing/2014/main" id="{654C80CD-752C-D4AC-5901-8B024CFED2D5}"/>
                    </a:ext>
                  </a:extLst>
                </p14:cNvPr>
                <p14:cNvContentPartPr/>
                <p14:nvPr/>
              </p14:nvContentPartPr>
              <p14:xfrm>
                <a:off x="4800069" y="3549069"/>
                <a:ext cx="166680" cy="191880"/>
              </p14:xfrm>
            </p:contentPart>
          </mc:Choice>
          <mc:Fallback>
            <p:pic>
              <p:nvPicPr>
                <p:cNvPr id="171" name="Rukopis 170">
                  <a:extLst>
                    <a:ext uri="{FF2B5EF4-FFF2-40B4-BE49-F238E27FC236}">
                      <a16:creationId xmlns:a16="http://schemas.microsoft.com/office/drawing/2014/main" id="{654C80CD-752C-D4AC-5901-8B024CFED2D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791069" y="3540069"/>
                  <a:ext cx="184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72" name="Rukopis 171">
                  <a:extLst>
                    <a:ext uri="{FF2B5EF4-FFF2-40B4-BE49-F238E27FC236}">
                      <a16:creationId xmlns:a16="http://schemas.microsoft.com/office/drawing/2014/main" id="{538E60C5-FB35-F43B-8569-D502C0F01C93}"/>
                    </a:ext>
                  </a:extLst>
                </p14:cNvPr>
                <p14:cNvContentPartPr/>
                <p14:nvPr/>
              </p14:nvContentPartPr>
              <p14:xfrm>
                <a:off x="4835709" y="3857949"/>
                <a:ext cx="73080" cy="191880"/>
              </p14:xfrm>
            </p:contentPart>
          </mc:Choice>
          <mc:Fallback>
            <p:pic>
              <p:nvPicPr>
                <p:cNvPr id="172" name="Rukopis 171">
                  <a:extLst>
                    <a:ext uri="{FF2B5EF4-FFF2-40B4-BE49-F238E27FC236}">
                      <a16:creationId xmlns:a16="http://schemas.microsoft.com/office/drawing/2014/main" id="{538E60C5-FB35-F43B-8569-D502C0F01C9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826709" y="3849309"/>
                  <a:ext cx="907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73" name="Rukopis 172">
                  <a:extLst>
                    <a:ext uri="{FF2B5EF4-FFF2-40B4-BE49-F238E27FC236}">
                      <a16:creationId xmlns:a16="http://schemas.microsoft.com/office/drawing/2014/main" id="{D33EBF8E-C9B6-1C0C-F6DB-B55486DB4ACF}"/>
                    </a:ext>
                  </a:extLst>
                </p14:cNvPr>
                <p14:cNvContentPartPr/>
                <p14:nvPr/>
              </p14:nvContentPartPr>
              <p14:xfrm>
                <a:off x="4822749" y="4163949"/>
                <a:ext cx="124920" cy="204480"/>
              </p14:xfrm>
            </p:contentPart>
          </mc:Choice>
          <mc:Fallback>
            <p:pic>
              <p:nvPicPr>
                <p:cNvPr id="173" name="Rukopis 172">
                  <a:extLst>
                    <a:ext uri="{FF2B5EF4-FFF2-40B4-BE49-F238E27FC236}">
                      <a16:creationId xmlns:a16="http://schemas.microsoft.com/office/drawing/2014/main" id="{D33EBF8E-C9B6-1C0C-F6DB-B55486DB4AC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813749" y="4155309"/>
                  <a:ext cx="142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75" name="Rukopis 174">
                  <a:extLst>
                    <a:ext uri="{FF2B5EF4-FFF2-40B4-BE49-F238E27FC236}">
                      <a16:creationId xmlns:a16="http://schemas.microsoft.com/office/drawing/2014/main" id="{FC92D3F4-66A4-1DE3-009D-C3E8F0628335}"/>
                    </a:ext>
                  </a:extLst>
                </p14:cNvPr>
                <p14:cNvContentPartPr/>
                <p14:nvPr/>
              </p14:nvContentPartPr>
              <p14:xfrm>
                <a:off x="4846149" y="4447269"/>
                <a:ext cx="71640" cy="227520"/>
              </p14:xfrm>
            </p:contentPart>
          </mc:Choice>
          <mc:Fallback>
            <p:pic>
              <p:nvPicPr>
                <p:cNvPr id="175" name="Rukopis 174">
                  <a:extLst>
                    <a:ext uri="{FF2B5EF4-FFF2-40B4-BE49-F238E27FC236}">
                      <a16:creationId xmlns:a16="http://schemas.microsoft.com/office/drawing/2014/main" id="{FC92D3F4-66A4-1DE3-009D-C3E8F062833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837509" y="4438269"/>
                  <a:ext cx="892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77" name="Rukopis 176">
                  <a:extLst>
                    <a:ext uri="{FF2B5EF4-FFF2-40B4-BE49-F238E27FC236}">
                      <a16:creationId xmlns:a16="http://schemas.microsoft.com/office/drawing/2014/main" id="{5A0C9271-54CE-3145-1DFB-916B957AB579}"/>
                    </a:ext>
                  </a:extLst>
                </p14:cNvPr>
                <p14:cNvContentPartPr/>
                <p14:nvPr/>
              </p14:nvContentPartPr>
              <p14:xfrm>
                <a:off x="4846149" y="4825269"/>
                <a:ext cx="140760" cy="244800"/>
              </p14:xfrm>
            </p:contentPart>
          </mc:Choice>
          <mc:Fallback>
            <p:pic>
              <p:nvPicPr>
                <p:cNvPr id="177" name="Rukopis 176">
                  <a:extLst>
                    <a:ext uri="{FF2B5EF4-FFF2-40B4-BE49-F238E27FC236}">
                      <a16:creationId xmlns:a16="http://schemas.microsoft.com/office/drawing/2014/main" id="{5A0C9271-54CE-3145-1DFB-916B957AB57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837509" y="4816629"/>
                  <a:ext cx="15840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Skupina 179">
            <a:extLst>
              <a:ext uri="{FF2B5EF4-FFF2-40B4-BE49-F238E27FC236}">
                <a16:creationId xmlns:a16="http://schemas.microsoft.com/office/drawing/2014/main" id="{4A56F89A-3892-A4DB-59AF-0BCCEF37E9B9}"/>
              </a:ext>
            </a:extLst>
          </p:cNvPr>
          <p:cNvGrpSpPr/>
          <p:nvPr/>
        </p:nvGrpSpPr>
        <p:grpSpPr>
          <a:xfrm>
            <a:off x="4809789" y="5307309"/>
            <a:ext cx="242280" cy="594360"/>
            <a:chOff x="4809789" y="5307309"/>
            <a:chExt cx="242280" cy="59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78" name="Rukopis 177">
                  <a:extLst>
                    <a:ext uri="{FF2B5EF4-FFF2-40B4-BE49-F238E27FC236}">
                      <a16:creationId xmlns:a16="http://schemas.microsoft.com/office/drawing/2014/main" id="{A111BA31-EFF2-3393-4BC6-68E3E4D11F9B}"/>
                    </a:ext>
                  </a:extLst>
                </p14:cNvPr>
                <p14:cNvContentPartPr/>
                <p14:nvPr/>
              </p14:nvContentPartPr>
              <p14:xfrm>
                <a:off x="4809789" y="5307309"/>
                <a:ext cx="100080" cy="198000"/>
              </p14:xfrm>
            </p:contentPart>
          </mc:Choice>
          <mc:Fallback>
            <p:pic>
              <p:nvPicPr>
                <p:cNvPr id="178" name="Rukopis 177">
                  <a:extLst>
                    <a:ext uri="{FF2B5EF4-FFF2-40B4-BE49-F238E27FC236}">
                      <a16:creationId xmlns:a16="http://schemas.microsoft.com/office/drawing/2014/main" id="{A111BA31-EFF2-3393-4BC6-68E3E4D11F9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801149" y="5298309"/>
                  <a:ext cx="1177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79" name="Rukopis 178">
                  <a:extLst>
                    <a:ext uri="{FF2B5EF4-FFF2-40B4-BE49-F238E27FC236}">
                      <a16:creationId xmlns:a16="http://schemas.microsoft.com/office/drawing/2014/main" id="{BC1883D1-F1C6-7D42-9146-33ED8BE86799}"/>
                    </a:ext>
                  </a:extLst>
                </p14:cNvPr>
                <p14:cNvContentPartPr/>
                <p14:nvPr/>
              </p14:nvContentPartPr>
              <p14:xfrm>
                <a:off x="4897629" y="5674149"/>
                <a:ext cx="154440" cy="227520"/>
              </p14:xfrm>
            </p:contentPart>
          </mc:Choice>
          <mc:Fallback>
            <p:pic>
              <p:nvPicPr>
                <p:cNvPr id="179" name="Rukopis 178">
                  <a:extLst>
                    <a:ext uri="{FF2B5EF4-FFF2-40B4-BE49-F238E27FC236}">
                      <a16:creationId xmlns:a16="http://schemas.microsoft.com/office/drawing/2014/main" id="{BC1883D1-F1C6-7D42-9146-33ED8BE8679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888629" y="5665509"/>
                  <a:ext cx="172080" cy="24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82" name="Rukopis 181">
                <a:extLst>
                  <a:ext uri="{FF2B5EF4-FFF2-40B4-BE49-F238E27FC236}">
                    <a16:creationId xmlns:a16="http://schemas.microsoft.com/office/drawing/2014/main" id="{744C1714-A8F0-15D3-6BCE-7DD5B3BA5699}"/>
                  </a:ext>
                </a:extLst>
              </p14:cNvPr>
              <p14:cNvContentPartPr/>
              <p14:nvPr/>
            </p14:nvContentPartPr>
            <p14:xfrm>
              <a:off x="4260069" y="5658669"/>
              <a:ext cx="115920" cy="287280"/>
            </p14:xfrm>
          </p:contentPart>
        </mc:Choice>
        <mc:Fallback>
          <p:pic>
            <p:nvPicPr>
              <p:cNvPr id="182" name="Rukopis 181">
                <a:extLst>
                  <a:ext uri="{FF2B5EF4-FFF2-40B4-BE49-F238E27FC236}">
                    <a16:creationId xmlns:a16="http://schemas.microsoft.com/office/drawing/2014/main" id="{744C1714-A8F0-15D3-6BCE-7DD5B3BA5699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4251429" y="5650029"/>
                <a:ext cx="133560" cy="30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Skupina 190">
            <a:extLst>
              <a:ext uri="{FF2B5EF4-FFF2-40B4-BE49-F238E27FC236}">
                <a16:creationId xmlns:a16="http://schemas.microsoft.com/office/drawing/2014/main" id="{7ECEA87F-ADFE-C0F1-DE51-33344CECD38F}"/>
              </a:ext>
            </a:extLst>
          </p:cNvPr>
          <p:cNvGrpSpPr/>
          <p:nvPr/>
        </p:nvGrpSpPr>
        <p:grpSpPr>
          <a:xfrm>
            <a:off x="4074669" y="4892949"/>
            <a:ext cx="141120" cy="541800"/>
            <a:chOff x="4074669" y="4892949"/>
            <a:chExt cx="14112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83" name="Rukopis 182">
                  <a:extLst>
                    <a:ext uri="{FF2B5EF4-FFF2-40B4-BE49-F238E27FC236}">
                      <a16:creationId xmlns:a16="http://schemas.microsoft.com/office/drawing/2014/main" id="{7607C821-250E-7E59-4649-FE86129F5FC8}"/>
                    </a:ext>
                  </a:extLst>
                </p14:cNvPr>
                <p14:cNvContentPartPr/>
                <p14:nvPr/>
              </p14:nvContentPartPr>
              <p14:xfrm>
                <a:off x="4151349" y="5257269"/>
                <a:ext cx="64440" cy="177480"/>
              </p14:xfrm>
            </p:contentPart>
          </mc:Choice>
          <mc:Fallback>
            <p:pic>
              <p:nvPicPr>
                <p:cNvPr id="183" name="Rukopis 182">
                  <a:extLst>
                    <a:ext uri="{FF2B5EF4-FFF2-40B4-BE49-F238E27FC236}">
                      <a16:creationId xmlns:a16="http://schemas.microsoft.com/office/drawing/2014/main" id="{7607C821-250E-7E59-4649-FE86129F5FC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142349" y="5248269"/>
                  <a:ext cx="82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84" name="Rukopis 183">
                  <a:extLst>
                    <a:ext uri="{FF2B5EF4-FFF2-40B4-BE49-F238E27FC236}">
                      <a16:creationId xmlns:a16="http://schemas.microsoft.com/office/drawing/2014/main" id="{D2680C28-DE41-4EE8-1099-20AE171C018E}"/>
                    </a:ext>
                  </a:extLst>
                </p14:cNvPr>
                <p14:cNvContentPartPr/>
                <p14:nvPr/>
              </p14:nvContentPartPr>
              <p14:xfrm>
                <a:off x="4074669" y="4892949"/>
                <a:ext cx="117720" cy="197280"/>
              </p14:xfrm>
            </p:contentPart>
          </mc:Choice>
          <mc:Fallback>
            <p:pic>
              <p:nvPicPr>
                <p:cNvPr id="184" name="Rukopis 183">
                  <a:extLst>
                    <a:ext uri="{FF2B5EF4-FFF2-40B4-BE49-F238E27FC236}">
                      <a16:creationId xmlns:a16="http://schemas.microsoft.com/office/drawing/2014/main" id="{D2680C28-DE41-4EE8-1099-20AE171C018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066029" y="4884309"/>
                  <a:ext cx="13536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Skupina 189">
            <a:extLst>
              <a:ext uri="{FF2B5EF4-FFF2-40B4-BE49-F238E27FC236}">
                <a16:creationId xmlns:a16="http://schemas.microsoft.com/office/drawing/2014/main" id="{16FFEAE9-CB95-9ED1-93B9-F04BEF11E07B}"/>
              </a:ext>
            </a:extLst>
          </p:cNvPr>
          <p:cNvGrpSpPr/>
          <p:nvPr/>
        </p:nvGrpSpPr>
        <p:grpSpPr>
          <a:xfrm>
            <a:off x="4057029" y="3235869"/>
            <a:ext cx="203400" cy="1409040"/>
            <a:chOff x="4057029" y="3235869"/>
            <a:chExt cx="203400" cy="140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85" name="Rukopis 184">
                  <a:extLst>
                    <a:ext uri="{FF2B5EF4-FFF2-40B4-BE49-F238E27FC236}">
                      <a16:creationId xmlns:a16="http://schemas.microsoft.com/office/drawing/2014/main" id="{4B7723A8-39FB-0C94-D8D1-2358B1E998DC}"/>
                    </a:ext>
                  </a:extLst>
                </p14:cNvPr>
                <p14:cNvContentPartPr/>
                <p14:nvPr/>
              </p14:nvContentPartPr>
              <p14:xfrm>
                <a:off x="4057029" y="4467069"/>
                <a:ext cx="109800" cy="177840"/>
              </p14:xfrm>
            </p:contentPart>
          </mc:Choice>
          <mc:Fallback>
            <p:pic>
              <p:nvPicPr>
                <p:cNvPr id="185" name="Rukopis 184">
                  <a:extLst>
                    <a:ext uri="{FF2B5EF4-FFF2-40B4-BE49-F238E27FC236}">
                      <a16:creationId xmlns:a16="http://schemas.microsoft.com/office/drawing/2014/main" id="{4B7723A8-39FB-0C94-D8D1-2358B1E998D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048029" y="4458069"/>
                  <a:ext cx="1274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86" name="Rukopis 185">
                  <a:extLst>
                    <a:ext uri="{FF2B5EF4-FFF2-40B4-BE49-F238E27FC236}">
                      <a16:creationId xmlns:a16="http://schemas.microsoft.com/office/drawing/2014/main" id="{AB9A5D0D-4640-5CCD-D062-0C8112BC274E}"/>
                    </a:ext>
                  </a:extLst>
                </p14:cNvPr>
                <p14:cNvContentPartPr/>
                <p14:nvPr/>
              </p14:nvContentPartPr>
              <p14:xfrm>
                <a:off x="4073949" y="4185189"/>
                <a:ext cx="101880" cy="154440"/>
              </p14:xfrm>
            </p:contentPart>
          </mc:Choice>
          <mc:Fallback>
            <p:pic>
              <p:nvPicPr>
                <p:cNvPr id="186" name="Rukopis 185">
                  <a:extLst>
                    <a:ext uri="{FF2B5EF4-FFF2-40B4-BE49-F238E27FC236}">
                      <a16:creationId xmlns:a16="http://schemas.microsoft.com/office/drawing/2014/main" id="{AB9A5D0D-4640-5CCD-D062-0C8112BC274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065309" y="4176189"/>
                  <a:ext cx="1195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87" name="Rukopis 186">
                  <a:extLst>
                    <a:ext uri="{FF2B5EF4-FFF2-40B4-BE49-F238E27FC236}">
                      <a16:creationId xmlns:a16="http://schemas.microsoft.com/office/drawing/2014/main" id="{E843C63F-8F8C-F795-B0C7-904E8523B8A6}"/>
                    </a:ext>
                  </a:extLst>
                </p14:cNvPr>
                <p14:cNvContentPartPr/>
                <p14:nvPr/>
              </p14:nvContentPartPr>
              <p14:xfrm>
                <a:off x="4104189" y="3874509"/>
                <a:ext cx="88560" cy="159120"/>
              </p14:xfrm>
            </p:contentPart>
          </mc:Choice>
          <mc:Fallback>
            <p:pic>
              <p:nvPicPr>
                <p:cNvPr id="187" name="Rukopis 186">
                  <a:extLst>
                    <a:ext uri="{FF2B5EF4-FFF2-40B4-BE49-F238E27FC236}">
                      <a16:creationId xmlns:a16="http://schemas.microsoft.com/office/drawing/2014/main" id="{E843C63F-8F8C-F795-B0C7-904E8523B8A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095189" y="3865869"/>
                  <a:ext cx="106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88" name="Rukopis 187">
                  <a:extLst>
                    <a:ext uri="{FF2B5EF4-FFF2-40B4-BE49-F238E27FC236}">
                      <a16:creationId xmlns:a16="http://schemas.microsoft.com/office/drawing/2014/main" id="{4AF430EF-22D1-C7A2-3E32-53752A280C08}"/>
                    </a:ext>
                  </a:extLst>
                </p14:cNvPr>
                <p14:cNvContentPartPr/>
                <p14:nvPr/>
              </p14:nvContentPartPr>
              <p14:xfrm>
                <a:off x="4116789" y="3580029"/>
                <a:ext cx="68760" cy="138960"/>
              </p14:xfrm>
            </p:contentPart>
          </mc:Choice>
          <mc:Fallback>
            <p:pic>
              <p:nvPicPr>
                <p:cNvPr id="188" name="Rukopis 187">
                  <a:extLst>
                    <a:ext uri="{FF2B5EF4-FFF2-40B4-BE49-F238E27FC236}">
                      <a16:creationId xmlns:a16="http://schemas.microsoft.com/office/drawing/2014/main" id="{4AF430EF-22D1-C7A2-3E32-53752A280C0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108149" y="3571029"/>
                  <a:ext cx="86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89" name="Rukopis 188">
                  <a:extLst>
                    <a:ext uri="{FF2B5EF4-FFF2-40B4-BE49-F238E27FC236}">
                      <a16:creationId xmlns:a16="http://schemas.microsoft.com/office/drawing/2014/main" id="{7F9D5ED7-541D-DD68-9D85-7B5B0F075FB2}"/>
                    </a:ext>
                  </a:extLst>
                </p14:cNvPr>
                <p14:cNvContentPartPr/>
                <p14:nvPr/>
              </p14:nvContentPartPr>
              <p14:xfrm>
                <a:off x="4163949" y="3235869"/>
                <a:ext cx="96480" cy="201240"/>
              </p14:xfrm>
            </p:contentPart>
          </mc:Choice>
          <mc:Fallback>
            <p:pic>
              <p:nvPicPr>
                <p:cNvPr id="189" name="Rukopis 188">
                  <a:extLst>
                    <a:ext uri="{FF2B5EF4-FFF2-40B4-BE49-F238E27FC236}">
                      <a16:creationId xmlns:a16="http://schemas.microsoft.com/office/drawing/2014/main" id="{7F9D5ED7-541D-DD68-9D85-7B5B0F075FB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155309" y="3226869"/>
                  <a:ext cx="11412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Skupina 199">
            <a:extLst>
              <a:ext uri="{FF2B5EF4-FFF2-40B4-BE49-F238E27FC236}">
                <a16:creationId xmlns:a16="http://schemas.microsoft.com/office/drawing/2014/main" id="{A7008F2D-55AB-CDDB-3699-55953B0E2537}"/>
              </a:ext>
            </a:extLst>
          </p:cNvPr>
          <p:cNvGrpSpPr/>
          <p:nvPr/>
        </p:nvGrpSpPr>
        <p:grpSpPr>
          <a:xfrm>
            <a:off x="5577669" y="3209229"/>
            <a:ext cx="315000" cy="2617200"/>
            <a:chOff x="5577669" y="3209229"/>
            <a:chExt cx="315000" cy="261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92" name="Rukopis 191">
                  <a:extLst>
                    <a:ext uri="{FF2B5EF4-FFF2-40B4-BE49-F238E27FC236}">
                      <a16:creationId xmlns:a16="http://schemas.microsoft.com/office/drawing/2014/main" id="{0805675F-B360-B6E4-A64E-BAB620BF7BCD}"/>
                    </a:ext>
                  </a:extLst>
                </p14:cNvPr>
                <p14:cNvContentPartPr/>
                <p14:nvPr/>
              </p14:nvContentPartPr>
              <p14:xfrm>
                <a:off x="5609709" y="3209229"/>
                <a:ext cx="122760" cy="197640"/>
              </p14:xfrm>
            </p:contentPart>
          </mc:Choice>
          <mc:Fallback>
            <p:pic>
              <p:nvPicPr>
                <p:cNvPr id="192" name="Rukopis 191">
                  <a:extLst>
                    <a:ext uri="{FF2B5EF4-FFF2-40B4-BE49-F238E27FC236}">
                      <a16:creationId xmlns:a16="http://schemas.microsoft.com/office/drawing/2014/main" id="{0805675F-B360-B6E4-A64E-BAB620BF7BC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601069" y="3200229"/>
                  <a:ext cx="1404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93" name="Rukopis 192">
                  <a:extLst>
                    <a:ext uri="{FF2B5EF4-FFF2-40B4-BE49-F238E27FC236}">
                      <a16:creationId xmlns:a16="http://schemas.microsoft.com/office/drawing/2014/main" id="{B577A7B2-1FC2-FFFB-3225-FCBD1DF65BBF}"/>
                    </a:ext>
                  </a:extLst>
                </p14:cNvPr>
                <p14:cNvContentPartPr/>
                <p14:nvPr/>
              </p14:nvContentPartPr>
              <p14:xfrm>
                <a:off x="5577669" y="3568509"/>
                <a:ext cx="125640" cy="222120"/>
              </p14:xfrm>
            </p:contentPart>
          </mc:Choice>
          <mc:Fallback>
            <p:pic>
              <p:nvPicPr>
                <p:cNvPr id="193" name="Rukopis 192">
                  <a:extLst>
                    <a:ext uri="{FF2B5EF4-FFF2-40B4-BE49-F238E27FC236}">
                      <a16:creationId xmlns:a16="http://schemas.microsoft.com/office/drawing/2014/main" id="{B577A7B2-1FC2-FFFB-3225-FCBD1DF65BB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569029" y="3559509"/>
                  <a:ext cx="143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94" name="Rukopis 193">
                  <a:extLst>
                    <a:ext uri="{FF2B5EF4-FFF2-40B4-BE49-F238E27FC236}">
                      <a16:creationId xmlns:a16="http://schemas.microsoft.com/office/drawing/2014/main" id="{65FCB993-C3D4-3292-68DE-1095244B5C1C}"/>
                    </a:ext>
                  </a:extLst>
                </p14:cNvPr>
                <p14:cNvContentPartPr/>
                <p14:nvPr/>
              </p14:nvContentPartPr>
              <p14:xfrm>
                <a:off x="5605389" y="3888909"/>
                <a:ext cx="107280" cy="173520"/>
              </p14:xfrm>
            </p:contentPart>
          </mc:Choice>
          <mc:Fallback>
            <p:pic>
              <p:nvPicPr>
                <p:cNvPr id="194" name="Rukopis 193">
                  <a:extLst>
                    <a:ext uri="{FF2B5EF4-FFF2-40B4-BE49-F238E27FC236}">
                      <a16:creationId xmlns:a16="http://schemas.microsoft.com/office/drawing/2014/main" id="{65FCB993-C3D4-3292-68DE-1095244B5C1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596749" y="3879909"/>
                  <a:ext cx="1249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95" name="Rukopis 194">
                  <a:extLst>
                    <a:ext uri="{FF2B5EF4-FFF2-40B4-BE49-F238E27FC236}">
                      <a16:creationId xmlns:a16="http://schemas.microsoft.com/office/drawing/2014/main" id="{698412B6-AAA7-ED9F-D32C-649358863BF0}"/>
                    </a:ext>
                  </a:extLst>
                </p14:cNvPr>
                <p14:cNvContentPartPr/>
                <p14:nvPr/>
              </p14:nvContentPartPr>
              <p14:xfrm>
                <a:off x="5629149" y="4163229"/>
                <a:ext cx="88200" cy="171720"/>
              </p14:xfrm>
            </p:contentPart>
          </mc:Choice>
          <mc:Fallback>
            <p:pic>
              <p:nvPicPr>
                <p:cNvPr id="195" name="Rukopis 194">
                  <a:extLst>
                    <a:ext uri="{FF2B5EF4-FFF2-40B4-BE49-F238E27FC236}">
                      <a16:creationId xmlns:a16="http://schemas.microsoft.com/office/drawing/2014/main" id="{698412B6-AAA7-ED9F-D32C-649358863BF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620149" y="4154229"/>
                  <a:ext cx="105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96" name="Rukopis 195">
                  <a:extLst>
                    <a:ext uri="{FF2B5EF4-FFF2-40B4-BE49-F238E27FC236}">
                      <a16:creationId xmlns:a16="http://schemas.microsoft.com/office/drawing/2014/main" id="{0DEA4AE0-0229-3982-B207-D4661232F6C9}"/>
                    </a:ext>
                  </a:extLst>
                </p14:cNvPr>
                <p14:cNvContentPartPr/>
                <p14:nvPr/>
              </p14:nvContentPartPr>
              <p14:xfrm>
                <a:off x="5607549" y="4427109"/>
                <a:ext cx="140040" cy="268920"/>
              </p14:xfrm>
            </p:contentPart>
          </mc:Choice>
          <mc:Fallback>
            <p:pic>
              <p:nvPicPr>
                <p:cNvPr id="196" name="Rukopis 195">
                  <a:extLst>
                    <a:ext uri="{FF2B5EF4-FFF2-40B4-BE49-F238E27FC236}">
                      <a16:creationId xmlns:a16="http://schemas.microsoft.com/office/drawing/2014/main" id="{0DEA4AE0-0229-3982-B207-D4661232F6C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598909" y="4418469"/>
                  <a:ext cx="157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97" name="Rukopis 196">
                  <a:extLst>
                    <a:ext uri="{FF2B5EF4-FFF2-40B4-BE49-F238E27FC236}">
                      <a16:creationId xmlns:a16="http://schemas.microsoft.com/office/drawing/2014/main" id="{0AE9088F-44B6-F70E-5C16-BB5D5ECB190A}"/>
                    </a:ext>
                  </a:extLst>
                </p14:cNvPr>
                <p14:cNvContentPartPr/>
                <p14:nvPr/>
              </p14:nvContentPartPr>
              <p14:xfrm>
                <a:off x="5645349" y="4864149"/>
                <a:ext cx="129600" cy="237600"/>
              </p14:xfrm>
            </p:contentPart>
          </mc:Choice>
          <mc:Fallback>
            <p:pic>
              <p:nvPicPr>
                <p:cNvPr id="197" name="Rukopis 196">
                  <a:extLst>
                    <a:ext uri="{FF2B5EF4-FFF2-40B4-BE49-F238E27FC236}">
                      <a16:creationId xmlns:a16="http://schemas.microsoft.com/office/drawing/2014/main" id="{0AE9088F-44B6-F70E-5C16-BB5D5ECB190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636709" y="4855149"/>
                  <a:ext cx="1472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98" name="Rukopis 197">
                  <a:extLst>
                    <a:ext uri="{FF2B5EF4-FFF2-40B4-BE49-F238E27FC236}">
                      <a16:creationId xmlns:a16="http://schemas.microsoft.com/office/drawing/2014/main" id="{B46C5BA7-7743-5AAF-B64C-15A9C8CEECFF}"/>
                    </a:ext>
                  </a:extLst>
                </p14:cNvPr>
                <p14:cNvContentPartPr/>
                <p14:nvPr/>
              </p14:nvContentPartPr>
              <p14:xfrm>
                <a:off x="5656869" y="5292549"/>
                <a:ext cx="126720" cy="171000"/>
              </p14:xfrm>
            </p:contentPart>
          </mc:Choice>
          <mc:Fallback>
            <p:pic>
              <p:nvPicPr>
                <p:cNvPr id="198" name="Rukopis 197">
                  <a:extLst>
                    <a:ext uri="{FF2B5EF4-FFF2-40B4-BE49-F238E27FC236}">
                      <a16:creationId xmlns:a16="http://schemas.microsoft.com/office/drawing/2014/main" id="{B46C5BA7-7743-5AAF-B64C-15A9C8CEECF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648229" y="5283909"/>
                  <a:ext cx="144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99" name="Rukopis 198">
                  <a:extLst>
                    <a:ext uri="{FF2B5EF4-FFF2-40B4-BE49-F238E27FC236}">
                      <a16:creationId xmlns:a16="http://schemas.microsoft.com/office/drawing/2014/main" id="{5C3D2A1C-E7A9-963A-C7D1-459966ADF7FA}"/>
                    </a:ext>
                  </a:extLst>
                </p14:cNvPr>
                <p14:cNvContentPartPr/>
                <p14:nvPr/>
              </p14:nvContentPartPr>
              <p14:xfrm>
                <a:off x="5768109" y="5562549"/>
                <a:ext cx="124560" cy="263880"/>
              </p14:xfrm>
            </p:contentPart>
          </mc:Choice>
          <mc:Fallback>
            <p:pic>
              <p:nvPicPr>
                <p:cNvPr id="199" name="Rukopis 198">
                  <a:extLst>
                    <a:ext uri="{FF2B5EF4-FFF2-40B4-BE49-F238E27FC236}">
                      <a16:creationId xmlns:a16="http://schemas.microsoft.com/office/drawing/2014/main" id="{5C3D2A1C-E7A9-963A-C7D1-459966ADF7F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759109" y="5553909"/>
                  <a:ext cx="1422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Skupina 210">
            <a:extLst>
              <a:ext uri="{FF2B5EF4-FFF2-40B4-BE49-F238E27FC236}">
                <a16:creationId xmlns:a16="http://schemas.microsoft.com/office/drawing/2014/main" id="{7B6F151F-13D8-3177-2361-11636C67C9C3}"/>
              </a:ext>
            </a:extLst>
          </p:cNvPr>
          <p:cNvGrpSpPr/>
          <p:nvPr/>
        </p:nvGrpSpPr>
        <p:grpSpPr>
          <a:xfrm>
            <a:off x="6722109" y="3128589"/>
            <a:ext cx="391680" cy="2694240"/>
            <a:chOff x="6722109" y="3128589"/>
            <a:chExt cx="391680" cy="269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01" name="Rukopis 200">
                  <a:extLst>
                    <a:ext uri="{FF2B5EF4-FFF2-40B4-BE49-F238E27FC236}">
                      <a16:creationId xmlns:a16="http://schemas.microsoft.com/office/drawing/2014/main" id="{0E70E721-5333-25FA-E3FB-D434C1703ED7}"/>
                    </a:ext>
                  </a:extLst>
                </p14:cNvPr>
                <p14:cNvContentPartPr/>
                <p14:nvPr/>
              </p14:nvContentPartPr>
              <p14:xfrm>
                <a:off x="6722109" y="3128589"/>
                <a:ext cx="90360" cy="277560"/>
              </p14:xfrm>
            </p:contentPart>
          </mc:Choice>
          <mc:Fallback>
            <p:pic>
              <p:nvPicPr>
                <p:cNvPr id="201" name="Rukopis 200">
                  <a:extLst>
                    <a:ext uri="{FF2B5EF4-FFF2-40B4-BE49-F238E27FC236}">
                      <a16:creationId xmlns:a16="http://schemas.microsoft.com/office/drawing/2014/main" id="{0E70E721-5333-25FA-E3FB-D434C1703ED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13109" y="3119949"/>
                  <a:ext cx="108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02" name="Rukopis 201">
                  <a:extLst>
                    <a:ext uri="{FF2B5EF4-FFF2-40B4-BE49-F238E27FC236}">
                      <a16:creationId xmlns:a16="http://schemas.microsoft.com/office/drawing/2014/main" id="{66A95EA6-3F28-A78F-1687-93AFE213CFF8}"/>
                    </a:ext>
                  </a:extLst>
                </p14:cNvPr>
                <p14:cNvContentPartPr/>
                <p14:nvPr/>
              </p14:nvContentPartPr>
              <p14:xfrm>
                <a:off x="6755589" y="3549069"/>
                <a:ext cx="153000" cy="219240"/>
              </p14:xfrm>
            </p:contentPart>
          </mc:Choice>
          <mc:Fallback>
            <p:pic>
              <p:nvPicPr>
                <p:cNvPr id="202" name="Rukopis 201">
                  <a:extLst>
                    <a:ext uri="{FF2B5EF4-FFF2-40B4-BE49-F238E27FC236}">
                      <a16:creationId xmlns:a16="http://schemas.microsoft.com/office/drawing/2014/main" id="{66A95EA6-3F28-A78F-1687-93AFE213CFF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746949" y="3540429"/>
                  <a:ext cx="170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03" name="Rukopis 202">
                  <a:extLst>
                    <a:ext uri="{FF2B5EF4-FFF2-40B4-BE49-F238E27FC236}">
                      <a16:creationId xmlns:a16="http://schemas.microsoft.com/office/drawing/2014/main" id="{DFE8D9CE-DC91-C8AF-F261-C2027CB317BD}"/>
                    </a:ext>
                  </a:extLst>
                </p14:cNvPr>
                <p14:cNvContentPartPr/>
                <p14:nvPr/>
              </p14:nvContentPartPr>
              <p14:xfrm>
                <a:off x="6739029" y="3841749"/>
                <a:ext cx="106200" cy="221760"/>
              </p14:xfrm>
            </p:contentPart>
          </mc:Choice>
          <mc:Fallback>
            <p:pic>
              <p:nvPicPr>
                <p:cNvPr id="203" name="Rukopis 202">
                  <a:extLst>
                    <a:ext uri="{FF2B5EF4-FFF2-40B4-BE49-F238E27FC236}">
                      <a16:creationId xmlns:a16="http://schemas.microsoft.com/office/drawing/2014/main" id="{DFE8D9CE-DC91-C8AF-F261-C2027CB317B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730389" y="3832749"/>
                  <a:ext cx="1238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04" name="Rukopis 203">
                  <a:extLst>
                    <a:ext uri="{FF2B5EF4-FFF2-40B4-BE49-F238E27FC236}">
                      <a16:creationId xmlns:a16="http://schemas.microsoft.com/office/drawing/2014/main" id="{544E1F86-B879-A825-E934-08A5CBBF1FC2}"/>
                    </a:ext>
                  </a:extLst>
                </p14:cNvPr>
                <p14:cNvContentPartPr/>
                <p14:nvPr/>
              </p14:nvContentPartPr>
              <p14:xfrm>
                <a:off x="6760629" y="4152789"/>
                <a:ext cx="137520" cy="227520"/>
              </p14:xfrm>
            </p:contentPart>
          </mc:Choice>
          <mc:Fallback>
            <p:pic>
              <p:nvPicPr>
                <p:cNvPr id="204" name="Rukopis 203">
                  <a:extLst>
                    <a:ext uri="{FF2B5EF4-FFF2-40B4-BE49-F238E27FC236}">
                      <a16:creationId xmlns:a16="http://schemas.microsoft.com/office/drawing/2014/main" id="{544E1F86-B879-A825-E934-08A5CBBF1FC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51629" y="4144149"/>
                  <a:ext cx="155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06" name="Rukopis 205">
                  <a:extLst>
                    <a:ext uri="{FF2B5EF4-FFF2-40B4-BE49-F238E27FC236}">
                      <a16:creationId xmlns:a16="http://schemas.microsoft.com/office/drawing/2014/main" id="{14ADD504-37C5-1B26-3564-AF97196B37D1}"/>
                    </a:ext>
                  </a:extLst>
                </p14:cNvPr>
                <p14:cNvContentPartPr/>
                <p14:nvPr/>
              </p14:nvContentPartPr>
              <p14:xfrm>
                <a:off x="6767109" y="4474269"/>
                <a:ext cx="139320" cy="182160"/>
              </p14:xfrm>
            </p:contentPart>
          </mc:Choice>
          <mc:Fallback>
            <p:pic>
              <p:nvPicPr>
                <p:cNvPr id="206" name="Rukopis 205">
                  <a:extLst>
                    <a:ext uri="{FF2B5EF4-FFF2-40B4-BE49-F238E27FC236}">
                      <a16:creationId xmlns:a16="http://schemas.microsoft.com/office/drawing/2014/main" id="{14ADD504-37C5-1B26-3564-AF97196B37D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758109" y="4465269"/>
                  <a:ext cx="156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07" name="Rukopis 206">
                  <a:extLst>
                    <a:ext uri="{FF2B5EF4-FFF2-40B4-BE49-F238E27FC236}">
                      <a16:creationId xmlns:a16="http://schemas.microsoft.com/office/drawing/2014/main" id="{3D11EEBB-3EA2-C3F8-0838-82802BDBAE04}"/>
                    </a:ext>
                  </a:extLst>
                </p14:cNvPr>
                <p14:cNvContentPartPr/>
                <p14:nvPr/>
              </p14:nvContentPartPr>
              <p14:xfrm>
                <a:off x="6850269" y="4851549"/>
                <a:ext cx="114840" cy="201240"/>
              </p14:xfrm>
            </p:contentPart>
          </mc:Choice>
          <mc:Fallback>
            <p:pic>
              <p:nvPicPr>
                <p:cNvPr id="207" name="Rukopis 206">
                  <a:extLst>
                    <a:ext uri="{FF2B5EF4-FFF2-40B4-BE49-F238E27FC236}">
                      <a16:creationId xmlns:a16="http://schemas.microsoft.com/office/drawing/2014/main" id="{3D11EEBB-3EA2-C3F8-0838-82802BDBAE0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841629" y="4842909"/>
                  <a:ext cx="132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09" name="Rukopis 208">
                  <a:extLst>
                    <a:ext uri="{FF2B5EF4-FFF2-40B4-BE49-F238E27FC236}">
                      <a16:creationId xmlns:a16="http://schemas.microsoft.com/office/drawing/2014/main" id="{7EF0B471-42FE-0DCF-07BB-3EBE582AFF04}"/>
                    </a:ext>
                  </a:extLst>
                </p14:cNvPr>
                <p14:cNvContentPartPr/>
                <p14:nvPr/>
              </p14:nvContentPartPr>
              <p14:xfrm>
                <a:off x="6863229" y="5259429"/>
                <a:ext cx="137160" cy="214920"/>
              </p14:xfrm>
            </p:contentPart>
          </mc:Choice>
          <mc:Fallback>
            <p:pic>
              <p:nvPicPr>
                <p:cNvPr id="209" name="Rukopis 208">
                  <a:extLst>
                    <a:ext uri="{FF2B5EF4-FFF2-40B4-BE49-F238E27FC236}">
                      <a16:creationId xmlns:a16="http://schemas.microsoft.com/office/drawing/2014/main" id="{7EF0B471-42FE-0DCF-07BB-3EBE582AFF0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854229" y="5250789"/>
                  <a:ext cx="1548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10" name="Rukopis 209">
                  <a:extLst>
                    <a:ext uri="{FF2B5EF4-FFF2-40B4-BE49-F238E27FC236}">
                      <a16:creationId xmlns:a16="http://schemas.microsoft.com/office/drawing/2014/main" id="{819D4502-64B0-34B5-834F-3CAD535C5F71}"/>
                    </a:ext>
                  </a:extLst>
                </p14:cNvPr>
                <p14:cNvContentPartPr/>
                <p14:nvPr/>
              </p14:nvContentPartPr>
              <p14:xfrm>
                <a:off x="6969789" y="5610789"/>
                <a:ext cx="144000" cy="212040"/>
              </p14:xfrm>
            </p:contentPart>
          </mc:Choice>
          <mc:Fallback>
            <p:pic>
              <p:nvPicPr>
                <p:cNvPr id="210" name="Rukopis 209">
                  <a:extLst>
                    <a:ext uri="{FF2B5EF4-FFF2-40B4-BE49-F238E27FC236}">
                      <a16:creationId xmlns:a16="http://schemas.microsoft.com/office/drawing/2014/main" id="{819D4502-64B0-34B5-834F-3CAD535C5F7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961149" y="5601789"/>
                  <a:ext cx="161640" cy="22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212" name="Rukopis 211">
                <a:extLst>
                  <a:ext uri="{FF2B5EF4-FFF2-40B4-BE49-F238E27FC236}">
                    <a16:creationId xmlns:a16="http://schemas.microsoft.com/office/drawing/2014/main" id="{56268C61-BA7E-BE87-C0A0-2EACBD3BA8FF}"/>
                  </a:ext>
                </a:extLst>
              </p14:cNvPr>
              <p14:cNvContentPartPr/>
              <p14:nvPr/>
            </p14:nvContentPartPr>
            <p14:xfrm>
              <a:off x="4215429" y="3032109"/>
              <a:ext cx="360" cy="10080"/>
            </p14:xfrm>
          </p:contentPart>
        </mc:Choice>
        <mc:Fallback>
          <p:pic>
            <p:nvPicPr>
              <p:cNvPr id="212" name="Rukopis 211">
                <a:extLst>
                  <a:ext uri="{FF2B5EF4-FFF2-40B4-BE49-F238E27FC236}">
                    <a16:creationId xmlns:a16="http://schemas.microsoft.com/office/drawing/2014/main" id="{56268C61-BA7E-BE87-C0A0-2EACBD3BA8FF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4197429" y="2996469"/>
                <a:ext cx="360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213" name="Rukopis 212">
                <a:extLst>
                  <a:ext uri="{FF2B5EF4-FFF2-40B4-BE49-F238E27FC236}">
                    <a16:creationId xmlns:a16="http://schemas.microsoft.com/office/drawing/2014/main" id="{36B33FB8-7B49-474F-416A-1FA8B3C84F16}"/>
                  </a:ext>
                </a:extLst>
              </p14:cNvPr>
              <p14:cNvContentPartPr/>
              <p14:nvPr/>
            </p14:nvContentPartPr>
            <p14:xfrm>
              <a:off x="4215429" y="3032109"/>
              <a:ext cx="360" cy="360"/>
            </p14:xfrm>
          </p:contentPart>
        </mc:Choice>
        <mc:Fallback>
          <p:pic>
            <p:nvPicPr>
              <p:cNvPr id="213" name="Rukopis 212">
                <a:extLst>
                  <a:ext uri="{FF2B5EF4-FFF2-40B4-BE49-F238E27FC236}">
                    <a16:creationId xmlns:a16="http://schemas.microsoft.com/office/drawing/2014/main" id="{36B33FB8-7B49-474F-416A-1FA8B3C84F16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4197429" y="2996469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14" name="Rukopis 213">
                <a:extLst>
                  <a:ext uri="{FF2B5EF4-FFF2-40B4-BE49-F238E27FC236}">
                    <a16:creationId xmlns:a16="http://schemas.microsoft.com/office/drawing/2014/main" id="{610456F7-9AF8-155C-744A-D105272A3054}"/>
                  </a:ext>
                </a:extLst>
              </p14:cNvPr>
              <p14:cNvContentPartPr/>
              <p14:nvPr/>
            </p14:nvContentPartPr>
            <p14:xfrm>
              <a:off x="4209669" y="3032109"/>
              <a:ext cx="320400" cy="2929680"/>
            </p14:xfrm>
          </p:contentPart>
        </mc:Choice>
        <mc:Fallback>
          <p:pic>
            <p:nvPicPr>
              <p:cNvPr id="214" name="Rukopis 213">
                <a:extLst>
                  <a:ext uri="{FF2B5EF4-FFF2-40B4-BE49-F238E27FC236}">
                    <a16:creationId xmlns:a16="http://schemas.microsoft.com/office/drawing/2014/main" id="{610456F7-9AF8-155C-744A-D105272A3054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4191669" y="2996469"/>
                <a:ext cx="356040" cy="30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15" name="Rukopis 214">
                <a:extLst>
                  <a:ext uri="{FF2B5EF4-FFF2-40B4-BE49-F238E27FC236}">
                    <a16:creationId xmlns:a16="http://schemas.microsoft.com/office/drawing/2014/main" id="{5F5F1072-7989-4B16-F2C5-F29ECBF61E85}"/>
                  </a:ext>
                </a:extLst>
              </p14:cNvPr>
              <p14:cNvContentPartPr/>
              <p14:nvPr/>
            </p14:nvContentPartPr>
            <p14:xfrm>
              <a:off x="3967389" y="3174669"/>
              <a:ext cx="374400" cy="2750400"/>
            </p14:xfrm>
          </p:contentPart>
        </mc:Choice>
        <mc:Fallback>
          <p:pic>
            <p:nvPicPr>
              <p:cNvPr id="215" name="Rukopis 214">
                <a:extLst>
                  <a:ext uri="{FF2B5EF4-FFF2-40B4-BE49-F238E27FC236}">
                    <a16:creationId xmlns:a16="http://schemas.microsoft.com/office/drawing/2014/main" id="{5F5F1072-7989-4B16-F2C5-F29ECBF61E85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3895749" y="3030669"/>
                <a:ext cx="518040" cy="30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16" name="Rukopis 215">
                <a:extLst>
                  <a:ext uri="{FF2B5EF4-FFF2-40B4-BE49-F238E27FC236}">
                    <a16:creationId xmlns:a16="http://schemas.microsoft.com/office/drawing/2014/main" id="{5D7530C5-6DD9-2351-4A7B-C6EEC3969BCA}"/>
                  </a:ext>
                </a:extLst>
              </p14:cNvPr>
              <p14:cNvContentPartPr/>
              <p14:nvPr/>
            </p14:nvContentPartPr>
            <p14:xfrm>
              <a:off x="4048029" y="3076389"/>
              <a:ext cx="34920" cy="791640"/>
            </p14:xfrm>
          </p:contentPart>
        </mc:Choice>
        <mc:Fallback>
          <p:pic>
            <p:nvPicPr>
              <p:cNvPr id="216" name="Rukopis 215">
                <a:extLst>
                  <a:ext uri="{FF2B5EF4-FFF2-40B4-BE49-F238E27FC236}">
                    <a16:creationId xmlns:a16="http://schemas.microsoft.com/office/drawing/2014/main" id="{5D7530C5-6DD9-2351-4A7B-C6EEC3969BCA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3976389" y="2932389"/>
                <a:ext cx="178560" cy="10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217" name="Rukopis 216">
                <a:extLst>
                  <a:ext uri="{FF2B5EF4-FFF2-40B4-BE49-F238E27FC236}">
                    <a16:creationId xmlns:a16="http://schemas.microsoft.com/office/drawing/2014/main" id="{8A18EBC3-0D85-2B9E-7B0F-33E2D8C71619}"/>
                  </a:ext>
                </a:extLst>
              </p14:cNvPr>
              <p14:cNvContentPartPr/>
              <p14:nvPr/>
            </p14:nvContentPartPr>
            <p14:xfrm>
              <a:off x="3888189" y="3793869"/>
              <a:ext cx="528840" cy="339840"/>
            </p14:xfrm>
          </p:contentPart>
        </mc:Choice>
        <mc:Fallback>
          <p:pic>
            <p:nvPicPr>
              <p:cNvPr id="217" name="Rukopis 216">
                <a:extLst>
                  <a:ext uri="{FF2B5EF4-FFF2-40B4-BE49-F238E27FC236}">
                    <a16:creationId xmlns:a16="http://schemas.microsoft.com/office/drawing/2014/main" id="{8A18EBC3-0D85-2B9E-7B0F-33E2D8C71619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3879189" y="3784869"/>
                <a:ext cx="5464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18" name="Rukopis 217">
                <a:extLst>
                  <a:ext uri="{FF2B5EF4-FFF2-40B4-BE49-F238E27FC236}">
                    <a16:creationId xmlns:a16="http://schemas.microsoft.com/office/drawing/2014/main" id="{F56116D5-8E18-98DE-68A5-68E9B1090AD5}"/>
                  </a:ext>
                </a:extLst>
              </p14:cNvPr>
              <p14:cNvContentPartPr/>
              <p14:nvPr/>
            </p14:nvContentPartPr>
            <p14:xfrm>
              <a:off x="5350869" y="3767589"/>
              <a:ext cx="561960" cy="339120"/>
            </p14:xfrm>
          </p:contentPart>
        </mc:Choice>
        <mc:Fallback>
          <p:pic>
            <p:nvPicPr>
              <p:cNvPr id="218" name="Rukopis 217">
                <a:extLst>
                  <a:ext uri="{FF2B5EF4-FFF2-40B4-BE49-F238E27FC236}">
                    <a16:creationId xmlns:a16="http://schemas.microsoft.com/office/drawing/2014/main" id="{F56116D5-8E18-98DE-68A5-68E9B1090AD5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5342229" y="3758589"/>
                <a:ext cx="57960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19" name="Rukopis 218">
                <a:extLst>
                  <a:ext uri="{FF2B5EF4-FFF2-40B4-BE49-F238E27FC236}">
                    <a16:creationId xmlns:a16="http://schemas.microsoft.com/office/drawing/2014/main" id="{EEA81F8D-0CE7-A6E0-39D9-063B95EC4674}"/>
                  </a:ext>
                </a:extLst>
              </p14:cNvPr>
              <p14:cNvContentPartPr/>
              <p14:nvPr/>
            </p14:nvContentPartPr>
            <p14:xfrm>
              <a:off x="3910509" y="4077549"/>
              <a:ext cx="466200" cy="340200"/>
            </p14:xfrm>
          </p:contentPart>
        </mc:Choice>
        <mc:Fallback>
          <p:pic>
            <p:nvPicPr>
              <p:cNvPr id="219" name="Rukopis 218">
                <a:extLst>
                  <a:ext uri="{FF2B5EF4-FFF2-40B4-BE49-F238E27FC236}">
                    <a16:creationId xmlns:a16="http://schemas.microsoft.com/office/drawing/2014/main" id="{EEA81F8D-0CE7-A6E0-39D9-063B95EC4674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3901869" y="4068549"/>
                <a:ext cx="48384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20" name="Rukopis 219">
                <a:extLst>
                  <a:ext uri="{FF2B5EF4-FFF2-40B4-BE49-F238E27FC236}">
                    <a16:creationId xmlns:a16="http://schemas.microsoft.com/office/drawing/2014/main" id="{AC39E640-F10C-7CE6-E65D-AA0B7337174C}"/>
                  </a:ext>
                </a:extLst>
              </p14:cNvPr>
              <p14:cNvContentPartPr/>
              <p14:nvPr/>
            </p14:nvContentPartPr>
            <p14:xfrm>
              <a:off x="5473629" y="4126509"/>
              <a:ext cx="453240" cy="282600"/>
            </p14:xfrm>
          </p:contentPart>
        </mc:Choice>
        <mc:Fallback>
          <p:pic>
            <p:nvPicPr>
              <p:cNvPr id="220" name="Rukopis 219">
                <a:extLst>
                  <a:ext uri="{FF2B5EF4-FFF2-40B4-BE49-F238E27FC236}">
                    <a16:creationId xmlns:a16="http://schemas.microsoft.com/office/drawing/2014/main" id="{AC39E640-F10C-7CE6-E65D-AA0B7337174C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5464629" y="4117869"/>
                <a:ext cx="47088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223" name="Rukopis 222">
                <a:extLst>
                  <a:ext uri="{FF2B5EF4-FFF2-40B4-BE49-F238E27FC236}">
                    <a16:creationId xmlns:a16="http://schemas.microsoft.com/office/drawing/2014/main" id="{BFC06D41-341D-4DB7-8DB8-A2F729E3A76E}"/>
                  </a:ext>
                </a:extLst>
              </p14:cNvPr>
              <p14:cNvContentPartPr/>
              <p14:nvPr/>
            </p14:nvContentPartPr>
            <p14:xfrm>
              <a:off x="3945789" y="5158269"/>
              <a:ext cx="506160" cy="322560"/>
            </p14:xfrm>
          </p:contentPart>
        </mc:Choice>
        <mc:Fallback>
          <p:pic>
            <p:nvPicPr>
              <p:cNvPr id="223" name="Rukopis 222">
                <a:extLst>
                  <a:ext uri="{FF2B5EF4-FFF2-40B4-BE49-F238E27FC236}">
                    <a16:creationId xmlns:a16="http://schemas.microsoft.com/office/drawing/2014/main" id="{BFC06D41-341D-4DB7-8DB8-A2F729E3A76E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3937149" y="5149629"/>
                <a:ext cx="52380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24" name="Rukopis 223">
                <a:extLst>
                  <a:ext uri="{FF2B5EF4-FFF2-40B4-BE49-F238E27FC236}">
                    <a16:creationId xmlns:a16="http://schemas.microsoft.com/office/drawing/2014/main" id="{A86C02CE-4904-3115-4A89-F4B17C4804C0}"/>
                  </a:ext>
                </a:extLst>
              </p14:cNvPr>
              <p14:cNvContentPartPr/>
              <p14:nvPr/>
            </p14:nvContentPartPr>
            <p14:xfrm>
              <a:off x="5412429" y="5155389"/>
              <a:ext cx="595800" cy="345240"/>
            </p14:xfrm>
          </p:contentPart>
        </mc:Choice>
        <mc:Fallback>
          <p:pic>
            <p:nvPicPr>
              <p:cNvPr id="224" name="Rukopis 223">
                <a:extLst>
                  <a:ext uri="{FF2B5EF4-FFF2-40B4-BE49-F238E27FC236}">
                    <a16:creationId xmlns:a16="http://schemas.microsoft.com/office/drawing/2014/main" id="{A86C02CE-4904-3115-4A89-F4B17C4804C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5403429" y="5146749"/>
                <a:ext cx="61344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225" name="Rukopis 224">
                <a:extLst>
                  <a:ext uri="{FF2B5EF4-FFF2-40B4-BE49-F238E27FC236}">
                    <a16:creationId xmlns:a16="http://schemas.microsoft.com/office/drawing/2014/main" id="{635C8DC2-5BAD-AAD0-24A0-72366B85C084}"/>
                  </a:ext>
                </a:extLst>
              </p14:cNvPr>
              <p14:cNvContentPartPr/>
              <p14:nvPr/>
            </p14:nvContentPartPr>
            <p14:xfrm>
              <a:off x="6997869" y="3671469"/>
              <a:ext cx="357480" cy="354240"/>
            </p14:xfrm>
          </p:contentPart>
        </mc:Choice>
        <mc:Fallback>
          <p:pic>
            <p:nvPicPr>
              <p:cNvPr id="225" name="Rukopis 224">
                <a:extLst>
                  <a:ext uri="{FF2B5EF4-FFF2-40B4-BE49-F238E27FC236}">
                    <a16:creationId xmlns:a16="http://schemas.microsoft.com/office/drawing/2014/main" id="{635C8DC2-5BAD-AAD0-24A0-72366B85C084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6989229" y="3662829"/>
                <a:ext cx="375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226" name="Rukopis 225">
                <a:extLst>
                  <a:ext uri="{FF2B5EF4-FFF2-40B4-BE49-F238E27FC236}">
                    <a16:creationId xmlns:a16="http://schemas.microsoft.com/office/drawing/2014/main" id="{2FF03EEE-EFAE-EB52-21BA-841A1246EFE4}"/>
                  </a:ext>
                </a:extLst>
              </p14:cNvPr>
              <p14:cNvContentPartPr/>
              <p14:nvPr/>
            </p14:nvContentPartPr>
            <p14:xfrm>
              <a:off x="7203069" y="5046669"/>
              <a:ext cx="391320" cy="423720"/>
            </p14:xfrm>
          </p:contentPart>
        </mc:Choice>
        <mc:Fallback>
          <p:pic>
            <p:nvPicPr>
              <p:cNvPr id="226" name="Rukopis 225">
                <a:extLst>
                  <a:ext uri="{FF2B5EF4-FFF2-40B4-BE49-F238E27FC236}">
                    <a16:creationId xmlns:a16="http://schemas.microsoft.com/office/drawing/2014/main" id="{2FF03EEE-EFAE-EB52-21BA-841A1246EFE4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7194069" y="5037669"/>
                <a:ext cx="408960" cy="44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Skupina 260">
            <a:extLst>
              <a:ext uri="{FF2B5EF4-FFF2-40B4-BE49-F238E27FC236}">
                <a16:creationId xmlns:a16="http://schemas.microsoft.com/office/drawing/2014/main" id="{D96A21B1-954D-5842-EAC0-CD5452643072}"/>
              </a:ext>
            </a:extLst>
          </p:cNvPr>
          <p:cNvGrpSpPr/>
          <p:nvPr/>
        </p:nvGrpSpPr>
        <p:grpSpPr>
          <a:xfrm>
            <a:off x="7032429" y="3840669"/>
            <a:ext cx="2162520" cy="895320"/>
            <a:chOff x="7032429" y="3840669"/>
            <a:chExt cx="2162520" cy="89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27" name="Rukopis 226">
                  <a:extLst>
                    <a:ext uri="{FF2B5EF4-FFF2-40B4-BE49-F238E27FC236}">
                      <a16:creationId xmlns:a16="http://schemas.microsoft.com/office/drawing/2014/main" id="{CCC7039A-5E53-B2FD-8EF8-8AAA1244BA80}"/>
                    </a:ext>
                  </a:extLst>
                </p14:cNvPr>
                <p14:cNvContentPartPr/>
                <p14:nvPr/>
              </p14:nvContentPartPr>
              <p14:xfrm>
                <a:off x="7032429" y="4030749"/>
                <a:ext cx="233640" cy="293760"/>
              </p14:xfrm>
            </p:contentPart>
          </mc:Choice>
          <mc:Fallback>
            <p:pic>
              <p:nvPicPr>
                <p:cNvPr id="227" name="Rukopis 226">
                  <a:extLst>
                    <a:ext uri="{FF2B5EF4-FFF2-40B4-BE49-F238E27FC236}">
                      <a16:creationId xmlns:a16="http://schemas.microsoft.com/office/drawing/2014/main" id="{CCC7039A-5E53-B2FD-8EF8-8AAA1244BA8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023429" y="4021749"/>
                  <a:ext cx="2512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28" name="Rukopis 227">
                  <a:extLst>
                    <a:ext uri="{FF2B5EF4-FFF2-40B4-BE49-F238E27FC236}">
                      <a16:creationId xmlns:a16="http://schemas.microsoft.com/office/drawing/2014/main" id="{ED4CE815-6445-0A68-1323-6AB983F5F239}"/>
                    </a:ext>
                  </a:extLst>
                </p14:cNvPr>
                <p14:cNvContentPartPr/>
                <p14:nvPr/>
              </p14:nvContentPartPr>
              <p14:xfrm>
                <a:off x="7084989" y="4330629"/>
                <a:ext cx="170280" cy="114120"/>
              </p14:xfrm>
            </p:contentPart>
          </mc:Choice>
          <mc:Fallback>
            <p:pic>
              <p:nvPicPr>
                <p:cNvPr id="228" name="Rukopis 227">
                  <a:extLst>
                    <a:ext uri="{FF2B5EF4-FFF2-40B4-BE49-F238E27FC236}">
                      <a16:creationId xmlns:a16="http://schemas.microsoft.com/office/drawing/2014/main" id="{ED4CE815-6445-0A68-1323-6AB983F5F23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076349" y="4321989"/>
                  <a:ext cx="187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45" name="Rukopis 244">
                  <a:extLst>
                    <a:ext uri="{FF2B5EF4-FFF2-40B4-BE49-F238E27FC236}">
                      <a16:creationId xmlns:a16="http://schemas.microsoft.com/office/drawing/2014/main" id="{96029B0F-BF4F-D604-BC30-FE072695627E}"/>
                    </a:ext>
                  </a:extLst>
                </p14:cNvPr>
                <p14:cNvContentPartPr/>
                <p14:nvPr/>
              </p14:nvContentPartPr>
              <p14:xfrm>
                <a:off x="7440669" y="4057389"/>
                <a:ext cx="411840" cy="336240"/>
              </p14:xfrm>
            </p:contentPart>
          </mc:Choice>
          <mc:Fallback>
            <p:pic>
              <p:nvPicPr>
                <p:cNvPr id="245" name="Rukopis 244">
                  <a:extLst>
                    <a:ext uri="{FF2B5EF4-FFF2-40B4-BE49-F238E27FC236}">
                      <a16:creationId xmlns:a16="http://schemas.microsoft.com/office/drawing/2014/main" id="{96029B0F-BF4F-D604-BC30-FE072695627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432029" y="4048389"/>
                  <a:ext cx="4294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46" name="Rukopis 245">
                  <a:extLst>
                    <a:ext uri="{FF2B5EF4-FFF2-40B4-BE49-F238E27FC236}">
                      <a16:creationId xmlns:a16="http://schemas.microsoft.com/office/drawing/2014/main" id="{EB75D2AE-3CEB-F5E4-211E-5A9FACFD1629}"/>
                    </a:ext>
                  </a:extLst>
                </p14:cNvPr>
                <p14:cNvContentPartPr/>
                <p14:nvPr/>
              </p14:nvContentPartPr>
              <p14:xfrm>
                <a:off x="7776549" y="4081869"/>
                <a:ext cx="231480" cy="200160"/>
              </p14:xfrm>
            </p:contentPart>
          </mc:Choice>
          <mc:Fallback>
            <p:pic>
              <p:nvPicPr>
                <p:cNvPr id="246" name="Rukopis 245">
                  <a:extLst>
                    <a:ext uri="{FF2B5EF4-FFF2-40B4-BE49-F238E27FC236}">
                      <a16:creationId xmlns:a16="http://schemas.microsoft.com/office/drawing/2014/main" id="{EB75D2AE-3CEB-F5E4-211E-5A9FACFD162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767549" y="4072869"/>
                  <a:ext cx="249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47" name="Rukopis 246">
                  <a:extLst>
                    <a:ext uri="{FF2B5EF4-FFF2-40B4-BE49-F238E27FC236}">
                      <a16:creationId xmlns:a16="http://schemas.microsoft.com/office/drawing/2014/main" id="{31864728-2815-3B46-3C36-EA268E2A2962}"/>
                    </a:ext>
                  </a:extLst>
                </p14:cNvPr>
                <p14:cNvContentPartPr/>
                <p14:nvPr/>
              </p14:nvContentPartPr>
              <p14:xfrm>
                <a:off x="8011629" y="4075389"/>
                <a:ext cx="526680" cy="201960"/>
              </p14:xfrm>
            </p:contentPart>
          </mc:Choice>
          <mc:Fallback>
            <p:pic>
              <p:nvPicPr>
                <p:cNvPr id="247" name="Rukopis 246">
                  <a:extLst>
                    <a:ext uri="{FF2B5EF4-FFF2-40B4-BE49-F238E27FC236}">
                      <a16:creationId xmlns:a16="http://schemas.microsoft.com/office/drawing/2014/main" id="{31864728-2815-3B46-3C36-EA268E2A296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002989" y="4066749"/>
                  <a:ext cx="544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48" name="Rukopis 247">
                  <a:extLst>
                    <a:ext uri="{FF2B5EF4-FFF2-40B4-BE49-F238E27FC236}">
                      <a16:creationId xmlns:a16="http://schemas.microsoft.com/office/drawing/2014/main" id="{B2B1FDE9-4E09-DF14-CD5F-665B36EE7CD5}"/>
                    </a:ext>
                  </a:extLst>
                </p14:cNvPr>
                <p14:cNvContentPartPr/>
                <p14:nvPr/>
              </p14:nvContentPartPr>
              <p14:xfrm>
                <a:off x="8415909" y="3840669"/>
                <a:ext cx="92160" cy="254520"/>
              </p14:xfrm>
            </p:contentPart>
          </mc:Choice>
          <mc:Fallback>
            <p:pic>
              <p:nvPicPr>
                <p:cNvPr id="248" name="Rukopis 247">
                  <a:extLst>
                    <a:ext uri="{FF2B5EF4-FFF2-40B4-BE49-F238E27FC236}">
                      <a16:creationId xmlns:a16="http://schemas.microsoft.com/office/drawing/2014/main" id="{B2B1FDE9-4E09-DF14-CD5F-665B36EE7CD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407269" y="3832029"/>
                  <a:ext cx="109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50" name="Rukopis 249">
                  <a:extLst>
                    <a:ext uri="{FF2B5EF4-FFF2-40B4-BE49-F238E27FC236}">
                      <a16:creationId xmlns:a16="http://schemas.microsoft.com/office/drawing/2014/main" id="{7306433A-C4A7-4F7B-A566-4E735E389783}"/>
                    </a:ext>
                  </a:extLst>
                </p14:cNvPr>
                <p14:cNvContentPartPr/>
                <p14:nvPr/>
              </p14:nvContentPartPr>
              <p14:xfrm>
                <a:off x="7222509" y="4495149"/>
                <a:ext cx="111600" cy="240840"/>
              </p14:xfrm>
            </p:contentPart>
          </mc:Choice>
          <mc:Fallback>
            <p:pic>
              <p:nvPicPr>
                <p:cNvPr id="250" name="Rukopis 249">
                  <a:extLst>
                    <a:ext uri="{FF2B5EF4-FFF2-40B4-BE49-F238E27FC236}">
                      <a16:creationId xmlns:a16="http://schemas.microsoft.com/office/drawing/2014/main" id="{7306433A-C4A7-4F7B-A566-4E735E38978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213509" y="4486509"/>
                  <a:ext cx="1292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51" name="Rukopis 250">
                  <a:extLst>
                    <a:ext uri="{FF2B5EF4-FFF2-40B4-BE49-F238E27FC236}">
                      <a16:creationId xmlns:a16="http://schemas.microsoft.com/office/drawing/2014/main" id="{2CCAAF91-B2E7-BEFA-9A67-0CA6AA7CAF00}"/>
                    </a:ext>
                  </a:extLst>
                </p14:cNvPr>
                <p14:cNvContentPartPr/>
                <p14:nvPr/>
              </p14:nvContentPartPr>
              <p14:xfrm>
                <a:off x="7299549" y="4561749"/>
                <a:ext cx="338400" cy="141120"/>
              </p14:xfrm>
            </p:contentPart>
          </mc:Choice>
          <mc:Fallback>
            <p:pic>
              <p:nvPicPr>
                <p:cNvPr id="251" name="Rukopis 250">
                  <a:extLst>
                    <a:ext uri="{FF2B5EF4-FFF2-40B4-BE49-F238E27FC236}">
                      <a16:creationId xmlns:a16="http://schemas.microsoft.com/office/drawing/2014/main" id="{2CCAAF91-B2E7-BEFA-9A67-0CA6AA7CAF0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290549" y="4552749"/>
                  <a:ext cx="356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52" name="Rukopis 251">
                  <a:extLst>
                    <a:ext uri="{FF2B5EF4-FFF2-40B4-BE49-F238E27FC236}">
                      <a16:creationId xmlns:a16="http://schemas.microsoft.com/office/drawing/2014/main" id="{C89A5563-5826-EFBB-C04D-7DF960253DCB}"/>
                    </a:ext>
                  </a:extLst>
                </p14:cNvPr>
                <p14:cNvContentPartPr/>
                <p14:nvPr/>
              </p14:nvContentPartPr>
              <p14:xfrm>
                <a:off x="7702029" y="4569309"/>
                <a:ext cx="109800" cy="138960"/>
              </p14:xfrm>
            </p:contentPart>
          </mc:Choice>
          <mc:Fallback>
            <p:pic>
              <p:nvPicPr>
                <p:cNvPr id="252" name="Rukopis 251">
                  <a:extLst>
                    <a:ext uri="{FF2B5EF4-FFF2-40B4-BE49-F238E27FC236}">
                      <a16:creationId xmlns:a16="http://schemas.microsoft.com/office/drawing/2014/main" id="{C89A5563-5826-EFBB-C04D-7DF960253DC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693029" y="4560309"/>
                  <a:ext cx="127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53" name="Rukopis 252">
                  <a:extLst>
                    <a:ext uri="{FF2B5EF4-FFF2-40B4-BE49-F238E27FC236}">
                      <a16:creationId xmlns:a16="http://schemas.microsoft.com/office/drawing/2014/main" id="{2CB33463-A970-F03C-663D-FC7F6D5D557F}"/>
                    </a:ext>
                  </a:extLst>
                </p14:cNvPr>
                <p14:cNvContentPartPr/>
                <p14:nvPr/>
              </p14:nvContentPartPr>
              <p14:xfrm>
                <a:off x="7859709" y="4536549"/>
                <a:ext cx="98640" cy="135000"/>
              </p14:xfrm>
            </p:contentPart>
          </mc:Choice>
          <mc:Fallback>
            <p:pic>
              <p:nvPicPr>
                <p:cNvPr id="253" name="Rukopis 252">
                  <a:extLst>
                    <a:ext uri="{FF2B5EF4-FFF2-40B4-BE49-F238E27FC236}">
                      <a16:creationId xmlns:a16="http://schemas.microsoft.com/office/drawing/2014/main" id="{2CB33463-A970-F03C-663D-FC7F6D5D557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851069" y="4527549"/>
                  <a:ext cx="116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54" name="Rukopis 253">
                  <a:extLst>
                    <a:ext uri="{FF2B5EF4-FFF2-40B4-BE49-F238E27FC236}">
                      <a16:creationId xmlns:a16="http://schemas.microsoft.com/office/drawing/2014/main" id="{66204345-1AD3-4655-915E-9689053D3F31}"/>
                    </a:ext>
                  </a:extLst>
                </p14:cNvPr>
                <p14:cNvContentPartPr/>
                <p14:nvPr/>
              </p14:nvContentPartPr>
              <p14:xfrm>
                <a:off x="7979589" y="4541949"/>
                <a:ext cx="276120" cy="147240"/>
              </p14:xfrm>
            </p:contentPart>
          </mc:Choice>
          <mc:Fallback>
            <p:pic>
              <p:nvPicPr>
                <p:cNvPr id="254" name="Rukopis 253">
                  <a:extLst>
                    <a:ext uri="{FF2B5EF4-FFF2-40B4-BE49-F238E27FC236}">
                      <a16:creationId xmlns:a16="http://schemas.microsoft.com/office/drawing/2014/main" id="{66204345-1AD3-4655-915E-9689053D3F3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970949" y="4532949"/>
                  <a:ext cx="2937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55" name="Rukopis 254">
                  <a:extLst>
                    <a:ext uri="{FF2B5EF4-FFF2-40B4-BE49-F238E27FC236}">
                      <a16:creationId xmlns:a16="http://schemas.microsoft.com/office/drawing/2014/main" id="{839D302A-BF24-BDF4-EA43-B33046EAB0EF}"/>
                    </a:ext>
                  </a:extLst>
                </p14:cNvPr>
                <p14:cNvContentPartPr/>
                <p14:nvPr/>
              </p14:nvContentPartPr>
              <p14:xfrm>
                <a:off x="8225469" y="4357629"/>
                <a:ext cx="207720" cy="329040"/>
              </p14:xfrm>
            </p:contentPart>
          </mc:Choice>
          <mc:Fallback>
            <p:pic>
              <p:nvPicPr>
                <p:cNvPr id="255" name="Rukopis 254">
                  <a:extLst>
                    <a:ext uri="{FF2B5EF4-FFF2-40B4-BE49-F238E27FC236}">
                      <a16:creationId xmlns:a16="http://schemas.microsoft.com/office/drawing/2014/main" id="{839D302A-BF24-BDF4-EA43-B33046EAB0E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216829" y="4348629"/>
                  <a:ext cx="2253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56" name="Rukopis 255">
                  <a:extLst>
                    <a:ext uri="{FF2B5EF4-FFF2-40B4-BE49-F238E27FC236}">
                      <a16:creationId xmlns:a16="http://schemas.microsoft.com/office/drawing/2014/main" id="{C9746979-56F8-C36C-212D-AE7A5FD8DB02}"/>
                    </a:ext>
                  </a:extLst>
                </p14:cNvPr>
                <p14:cNvContentPartPr/>
                <p14:nvPr/>
              </p14:nvContentPartPr>
              <p14:xfrm>
                <a:off x="8477469" y="4546989"/>
                <a:ext cx="131040" cy="138960"/>
              </p14:xfrm>
            </p:contentPart>
          </mc:Choice>
          <mc:Fallback>
            <p:pic>
              <p:nvPicPr>
                <p:cNvPr id="256" name="Rukopis 255">
                  <a:extLst>
                    <a:ext uri="{FF2B5EF4-FFF2-40B4-BE49-F238E27FC236}">
                      <a16:creationId xmlns:a16="http://schemas.microsoft.com/office/drawing/2014/main" id="{C9746979-56F8-C36C-212D-AE7A5FD8DB0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468829" y="4538349"/>
                  <a:ext cx="148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57" name="Rukopis 256">
                  <a:extLst>
                    <a:ext uri="{FF2B5EF4-FFF2-40B4-BE49-F238E27FC236}">
                      <a16:creationId xmlns:a16="http://schemas.microsoft.com/office/drawing/2014/main" id="{E434384B-7B3B-AD0C-3B43-FCB691F86C6D}"/>
                    </a:ext>
                  </a:extLst>
                </p14:cNvPr>
                <p14:cNvContentPartPr/>
                <p14:nvPr/>
              </p14:nvContentPartPr>
              <p14:xfrm>
                <a:off x="8617149" y="4527189"/>
                <a:ext cx="120240" cy="165600"/>
              </p14:xfrm>
            </p:contentPart>
          </mc:Choice>
          <mc:Fallback>
            <p:pic>
              <p:nvPicPr>
                <p:cNvPr id="257" name="Rukopis 256">
                  <a:extLst>
                    <a:ext uri="{FF2B5EF4-FFF2-40B4-BE49-F238E27FC236}">
                      <a16:creationId xmlns:a16="http://schemas.microsoft.com/office/drawing/2014/main" id="{E434384B-7B3B-AD0C-3B43-FCB691F86C6D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608149" y="4518549"/>
                  <a:ext cx="137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58" name="Rukopis 257">
                  <a:extLst>
                    <a:ext uri="{FF2B5EF4-FFF2-40B4-BE49-F238E27FC236}">
                      <a16:creationId xmlns:a16="http://schemas.microsoft.com/office/drawing/2014/main" id="{C521F774-692D-D9E7-326C-93D865BA75CF}"/>
                    </a:ext>
                  </a:extLst>
                </p14:cNvPr>
                <p14:cNvContentPartPr/>
                <p14:nvPr/>
              </p14:nvContentPartPr>
              <p14:xfrm>
                <a:off x="8786709" y="4539429"/>
                <a:ext cx="123840" cy="159120"/>
              </p14:xfrm>
            </p:contentPart>
          </mc:Choice>
          <mc:Fallback>
            <p:pic>
              <p:nvPicPr>
                <p:cNvPr id="258" name="Rukopis 257">
                  <a:extLst>
                    <a:ext uri="{FF2B5EF4-FFF2-40B4-BE49-F238E27FC236}">
                      <a16:creationId xmlns:a16="http://schemas.microsoft.com/office/drawing/2014/main" id="{C521F774-692D-D9E7-326C-93D865BA75C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778069" y="4530429"/>
                  <a:ext cx="141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59" name="Rukopis 258">
                  <a:extLst>
                    <a:ext uri="{FF2B5EF4-FFF2-40B4-BE49-F238E27FC236}">
                      <a16:creationId xmlns:a16="http://schemas.microsoft.com/office/drawing/2014/main" id="{24F97531-213A-312B-DB61-601C0F9D8ACC}"/>
                    </a:ext>
                  </a:extLst>
                </p14:cNvPr>
                <p14:cNvContentPartPr/>
                <p14:nvPr/>
              </p14:nvContentPartPr>
              <p14:xfrm>
                <a:off x="9014949" y="4386429"/>
                <a:ext cx="62280" cy="329760"/>
              </p14:xfrm>
            </p:contentPart>
          </mc:Choice>
          <mc:Fallback>
            <p:pic>
              <p:nvPicPr>
                <p:cNvPr id="259" name="Rukopis 258">
                  <a:extLst>
                    <a:ext uri="{FF2B5EF4-FFF2-40B4-BE49-F238E27FC236}">
                      <a16:creationId xmlns:a16="http://schemas.microsoft.com/office/drawing/2014/main" id="{24F97531-213A-312B-DB61-601C0F9D8ACC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005949" y="4377429"/>
                  <a:ext cx="799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60" name="Rukopis 259">
                  <a:extLst>
                    <a:ext uri="{FF2B5EF4-FFF2-40B4-BE49-F238E27FC236}">
                      <a16:creationId xmlns:a16="http://schemas.microsoft.com/office/drawing/2014/main" id="{0440307E-C19E-ED10-B4A8-60D00AA2EE12}"/>
                    </a:ext>
                  </a:extLst>
                </p14:cNvPr>
                <p14:cNvContentPartPr/>
                <p14:nvPr/>
              </p14:nvContentPartPr>
              <p14:xfrm>
                <a:off x="8965629" y="4572189"/>
                <a:ext cx="229320" cy="40680"/>
              </p14:xfrm>
            </p:contentPart>
          </mc:Choice>
          <mc:Fallback>
            <p:pic>
              <p:nvPicPr>
                <p:cNvPr id="260" name="Rukopis 259">
                  <a:extLst>
                    <a:ext uri="{FF2B5EF4-FFF2-40B4-BE49-F238E27FC236}">
                      <a16:creationId xmlns:a16="http://schemas.microsoft.com/office/drawing/2014/main" id="{0440307E-C19E-ED10-B4A8-60D00AA2EE1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956989" y="4563189"/>
                  <a:ext cx="24696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63" name="Rukopis 262">
                <a:extLst>
                  <a:ext uri="{FF2B5EF4-FFF2-40B4-BE49-F238E27FC236}">
                    <a16:creationId xmlns:a16="http://schemas.microsoft.com/office/drawing/2014/main" id="{22D6CA7C-0A3B-9CB8-9BA5-40ECE5C49760}"/>
                  </a:ext>
                </a:extLst>
              </p14:cNvPr>
              <p14:cNvContentPartPr/>
              <p14:nvPr/>
            </p14:nvContentPartPr>
            <p14:xfrm>
              <a:off x="6636429" y="4241349"/>
              <a:ext cx="287280" cy="83880"/>
            </p14:xfrm>
          </p:contentPart>
        </mc:Choice>
        <mc:Fallback>
          <p:pic>
            <p:nvPicPr>
              <p:cNvPr id="263" name="Rukopis 262">
                <a:extLst>
                  <a:ext uri="{FF2B5EF4-FFF2-40B4-BE49-F238E27FC236}">
                    <a16:creationId xmlns:a16="http://schemas.microsoft.com/office/drawing/2014/main" id="{22D6CA7C-0A3B-9CB8-9BA5-40ECE5C49760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6600789" y="4169349"/>
                <a:ext cx="358920" cy="2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730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E6DBCB4-60C1-1147-DAF1-572047EF0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Sémantický důsledek</a:t>
            </a:r>
          </a:p>
        </p:txBody>
      </p:sp>
      <p:sp>
        <p:nvSpPr>
          <p:cNvPr id="6147" name="TextovéPole 1">
            <a:extLst>
              <a:ext uri="{FF2B5EF4-FFF2-40B4-BE49-F238E27FC236}">
                <a16:creationId xmlns:a16="http://schemas.microsoft.com/office/drawing/2014/main" id="{759977B1-5576-1245-88BD-9EB7AD51D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6E7397A-AF21-4253-B6E2-1D3BA23852BF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cs-CZ" altLang="cs-CZ" sz="110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AC56F7D-22BD-3A71-D6A9-6FB363A90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</a:rPr>
              <a:t>U předchozího příkladu si napište pravdivostní tabulky. U příkladu c) si zejména uvědomte, že výrok (</a:t>
            </a:r>
            <a:r>
              <a:rPr lang="cs-CZ" sz="2400" i="1" kern="0" dirty="0">
                <a:latin typeface="+mj-lt"/>
              </a:rPr>
              <a:t>h</a:t>
            </a:r>
            <a:r>
              <a:rPr lang="cs-CZ" sz="2400" kern="0" dirty="0">
                <a:latin typeface="Calibri" pitchFamily="34" charset="0"/>
              </a:rPr>
              <a:t> </a:t>
            </a:r>
            <a:r>
              <a:rPr lang="cs-CZ" sz="2400" kern="0" dirty="0">
                <a:latin typeface="Calibri" pitchFamily="34" charset="0"/>
                <a:sym typeface="Symbol"/>
              </a:rPr>
              <a:t> </a:t>
            </a:r>
            <a:r>
              <a:rPr lang="cs-CZ" sz="2400" i="1" kern="0" dirty="0">
                <a:latin typeface="+mj-lt"/>
                <a:sym typeface="Symbol"/>
              </a:rPr>
              <a:t>d</a:t>
            </a:r>
            <a:r>
              <a:rPr lang="cs-CZ" sz="2400" kern="0" dirty="0">
                <a:latin typeface="Calibri" pitchFamily="34" charset="0"/>
                <a:sym typeface="Symbol"/>
              </a:rPr>
              <a:t>  </a:t>
            </a:r>
            <a:r>
              <a:rPr lang="cs-CZ" sz="2400" i="1" kern="0" dirty="0">
                <a:latin typeface="+mj-lt"/>
                <a:sym typeface="Symbol"/>
              </a:rPr>
              <a:t>l</a:t>
            </a:r>
            <a:r>
              <a:rPr lang="cs-CZ" sz="2400" kern="0" dirty="0">
                <a:latin typeface="Calibri" pitchFamily="34" charset="0"/>
                <a:sym typeface="Symbol"/>
              </a:rPr>
              <a:t>) není totéž co výrok </a:t>
            </a:r>
            <a:r>
              <a:rPr lang="cs-CZ" sz="2400" kern="0" dirty="0">
                <a:latin typeface="Calibri" pitchFamily="34" charset="0"/>
              </a:rPr>
              <a:t>(</a:t>
            </a:r>
            <a:r>
              <a:rPr lang="cs-CZ" sz="2400" i="1" kern="0" dirty="0">
                <a:latin typeface="+mj-lt"/>
              </a:rPr>
              <a:t>h</a:t>
            </a:r>
            <a:r>
              <a:rPr lang="cs-CZ" sz="2400" kern="0" dirty="0">
                <a:latin typeface="Calibri" pitchFamily="34" charset="0"/>
              </a:rPr>
              <a:t> </a:t>
            </a:r>
            <a:r>
              <a:rPr lang="cs-CZ" sz="2400" kern="0" dirty="0">
                <a:latin typeface="Calibri" pitchFamily="34" charset="0"/>
                <a:sym typeface="Symbol"/>
              </a:rPr>
              <a:t> </a:t>
            </a:r>
            <a:r>
              <a:rPr lang="cs-CZ" sz="2400" i="1" kern="0" dirty="0">
                <a:latin typeface="+mj-lt"/>
                <a:sym typeface="Symbol"/>
              </a:rPr>
              <a:t>d</a:t>
            </a:r>
            <a:r>
              <a:rPr lang="cs-CZ" sz="2400" kern="0" dirty="0">
                <a:latin typeface="Calibri" pitchFamily="34" charset="0"/>
                <a:sym typeface="Symbol"/>
              </a:rPr>
              <a:t>  </a:t>
            </a:r>
            <a:r>
              <a:rPr lang="cs-CZ" sz="2400" i="1" kern="0" dirty="0">
                <a:latin typeface="+mj-lt"/>
                <a:sym typeface="Symbol"/>
              </a:rPr>
              <a:t>l</a:t>
            </a:r>
            <a:r>
              <a:rPr lang="cs-CZ" sz="2400" kern="0" dirty="0">
                <a:latin typeface="Calibri" pitchFamily="34" charset="0"/>
                <a:sym typeface="Symbol"/>
              </a:rPr>
              <a:t>) neboť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 dirty="0">
              <a:latin typeface="Calibri" pitchFamily="34" charset="0"/>
              <a:sym typeface="Symbol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  <a:sym typeface="Symbol"/>
              </a:rPr>
              <a:t>	</a:t>
            </a:r>
            <a:r>
              <a:rPr lang="cs-CZ" sz="2400" i="1" kern="0" dirty="0">
                <a:latin typeface="+mj-lt"/>
                <a:sym typeface="Symbol"/>
              </a:rPr>
              <a:t>h  d  l</a:t>
            </a:r>
            <a:r>
              <a:rPr lang="cs-CZ" sz="2400" kern="0" dirty="0">
                <a:latin typeface="Calibri" pitchFamily="34" charset="0"/>
                <a:sym typeface="Symbol"/>
              </a:rPr>
              <a:t>		</a:t>
            </a:r>
            <a:r>
              <a:rPr lang="cs-CZ" sz="2400" kern="0" dirty="0">
                <a:latin typeface="Calibri" pitchFamily="34" charset="0"/>
              </a:rPr>
              <a:t> (</a:t>
            </a:r>
            <a:r>
              <a:rPr lang="cs-CZ" sz="2400" i="1" kern="0" dirty="0">
                <a:latin typeface="+mj-lt"/>
              </a:rPr>
              <a:t>h</a:t>
            </a:r>
            <a:r>
              <a:rPr lang="cs-CZ" sz="2400" kern="0" dirty="0">
                <a:latin typeface="Calibri" pitchFamily="34" charset="0"/>
              </a:rPr>
              <a:t> </a:t>
            </a:r>
            <a:r>
              <a:rPr lang="cs-CZ" sz="2400" kern="0" dirty="0">
                <a:latin typeface="Calibri" pitchFamily="34" charset="0"/>
                <a:sym typeface="Symbol"/>
              </a:rPr>
              <a:t> </a:t>
            </a:r>
            <a:r>
              <a:rPr lang="cs-CZ" sz="2400" i="1" kern="0" dirty="0">
                <a:latin typeface="+mj-lt"/>
                <a:sym typeface="Symbol"/>
              </a:rPr>
              <a:t>d</a:t>
            </a:r>
            <a:r>
              <a:rPr lang="cs-CZ" sz="2400" kern="0" dirty="0">
                <a:latin typeface="Calibri" pitchFamily="34" charset="0"/>
                <a:sym typeface="Symbol"/>
              </a:rPr>
              <a:t>  </a:t>
            </a:r>
            <a:r>
              <a:rPr lang="cs-CZ" sz="2400" i="1" kern="0" dirty="0">
                <a:latin typeface="+mj-lt"/>
                <a:sym typeface="Symbol"/>
              </a:rPr>
              <a:t>l</a:t>
            </a:r>
            <a:r>
              <a:rPr lang="cs-CZ" sz="2400" kern="0" dirty="0">
                <a:latin typeface="Calibri" pitchFamily="34" charset="0"/>
                <a:sym typeface="Symbol"/>
              </a:rPr>
              <a:t>)		 </a:t>
            </a:r>
            <a:r>
              <a:rPr lang="cs-CZ" sz="2400" kern="0" dirty="0">
                <a:latin typeface="Calibri" pitchFamily="34" charset="0"/>
              </a:rPr>
              <a:t>(</a:t>
            </a:r>
            <a:r>
              <a:rPr lang="cs-CZ" sz="2400" i="1" kern="0" dirty="0">
                <a:latin typeface="+mj-lt"/>
              </a:rPr>
              <a:t>h</a:t>
            </a:r>
            <a:r>
              <a:rPr lang="cs-CZ" sz="2400" kern="0" dirty="0">
                <a:latin typeface="Calibri" pitchFamily="34" charset="0"/>
              </a:rPr>
              <a:t> </a:t>
            </a:r>
            <a:r>
              <a:rPr lang="cs-CZ" sz="2400" kern="0" dirty="0">
                <a:latin typeface="Calibri" pitchFamily="34" charset="0"/>
                <a:sym typeface="Symbol"/>
              </a:rPr>
              <a:t> </a:t>
            </a:r>
            <a:r>
              <a:rPr lang="cs-CZ" sz="2400" i="1" kern="0" dirty="0">
                <a:latin typeface="+mj-lt"/>
                <a:sym typeface="Symbol"/>
              </a:rPr>
              <a:t>d</a:t>
            </a:r>
            <a:r>
              <a:rPr lang="cs-CZ" sz="2400" kern="0" dirty="0">
                <a:latin typeface="Calibri" pitchFamily="34" charset="0"/>
                <a:sym typeface="Symbol"/>
              </a:rPr>
              <a:t>  </a:t>
            </a:r>
            <a:r>
              <a:rPr lang="cs-CZ" sz="2400" i="1" kern="0" dirty="0">
                <a:latin typeface="+mj-lt"/>
                <a:sym typeface="Symbol"/>
              </a:rPr>
              <a:t>l</a:t>
            </a:r>
            <a:r>
              <a:rPr lang="cs-CZ" sz="2400" kern="0" dirty="0">
                <a:latin typeface="Calibri" pitchFamily="34" charset="0"/>
                <a:sym typeface="Symbol"/>
              </a:rPr>
              <a:t>)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  <a:sym typeface="Symbol"/>
              </a:rPr>
              <a:t>	0  0  0			1			1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  <a:sym typeface="Symbol"/>
              </a:rPr>
              <a:t>	0  0  1			1			1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  <a:sym typeface="Symbol"/>
              </a:rPr>
              <a:t>	0  1  0			1			1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  <a:sym typeface="Symbol"/>
              </a:rPr>
              <a:t>	0  1  1			1			1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  <a:sym typeface="Symbol"/>
              </a:rPr>
              <a:t>	1  0  0			0			1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  <a:sym typeface="Symbol"/>
              </a:rPr>
              <a:t>	1  0  1			1			1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  <a:sym typeface="Symbol"/>
              </a:rPr>
              <a:t>	1  1  0			1			0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  <a:sym typeface="Symbol"/>
              </a:rPr>
              <a:t>	1  1  1			1			1</a:t>
            </a:r>
            <a:endParaRPr lang="cs-CZ" sz="2400" kern="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47A39EA-D257-4B96-2FE1-B4ED3CAD0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>
                <a:solidFill>
                  <a:srgbClr val="FF0000"/>
                </a:solidFill>
                <a:latin typeface="Calibri"/>
                <a:cs typeface="Calibri"/>
              </a:rPr>
              <a:t>Tautologická ekvivalence</a:t>
            </a:r>
          </a:p>
        </p:txBody>
      </p:sp>
      <p:sp>
        <p:nvSpPr>
          <p:cNvPr id="7171" name="TextovéPole 1">
            <a:extLst>
              <a:ext uri="{FF2B5EF4-FFF2-40B4-BE49-F238E27FC236}">
                <a16:creationId xmlns:a16="http://schemas.microsoft.com/office/drawing/2014/main" id="{28F13805-FC6C-71AE-62C2-4E95D6E46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CE49862-993C-4744-800C-BEE8C126D43F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cs-CZ" altLang="cs-CZ" sz="1100"/>
          </a:p>
        </p:txBody>
      </p:sp>
      <p:pic>
        <p:nvPicPr>
          <p:cNvPr id="7172" name="Picture 2">
            <a:extLst>
              <a:ext uri="{FF2B5EF4-FFF2-40B4-BE49-F238E27FC236}">
                <a16:creationId xmlns:a16="http://schemas.microsoft.com/office/drawing/2014/main" id="{9B1E5E23-EF89-D17B-283A-F256A5C55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1052513"/>
            <a:ext cx="7318375" cy="209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Obdélník 21">
            <a:extLst>
              <a:ext uri="{FF2B5EF4-FFF2-40B4-BE49-F238E27FC236}">
                <a16:creationId xmlns:a16="http://schemas.microsoft.com/office/drawing/2014/main" id="{AB06D4AB-61B7-ECBC-A82F-775C48F40D3E}"/>
              </a:ext>
            </a:extLst>
          </p:cNvPr>
          <p:cNvSpPr/>
          <p:nvPr/>
        </p:nvSpPr>
        <p:spPr>
          <a:xfrm>
            <a:off x="1778000" y="1138238"/>
            <a:ext cx="527050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5292FAD-87A3-1036-B401-902A9B669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 dirty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 dirty="0">
              <a:latin typeface="Calibri" pitchFamily="34" charset="0"/>
              <a:sym typeface="Symbol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 dirty="0">
              <a:latin typeface="Calibri" pitchFamily="34" charset="0"/>
              <a:sym typeface="Symbol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 dirty="0">
              <a:latin typeface="Calibri" pitchFamily="34" charset="0"/>
              <a:sym typeface="Symbol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kern="0" dirty="0">
              <a:latin typeface="Calibri" pitchFamily="34" charset="0"/>
              <a:sym typeface="Symbol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solidFill>
                  <a:srgbClr val="00B0F0"/>
                </a:solidFill>
                <a:latin typeface="Calibri" pitchFamily="34" charset="0"/>
                <a:sym typeface="Symbol"/>
              </a:rPr>
              <a:t>Řešení: Sestrojíme pravdivostní tabulku a hledáme jednodušší formuli, která má stejné pravdivostní ohodnocení.</a:t>
            </a:r>
            <a:endParaRPr lang="cs-CZ" sz="2400" kern="0" dirty="0">
              <a:solidFill>
                <a:srgbClr val="00B0F0"/>
              </a:solidFill>
              <a:latin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Rukopis 1">
                <a:extLst>
                  <a:ext uri="{FF2B5EF4-FFF2-40B4-BE49-F238E27FC236}">
                    <a16:creationId xmlns:a16="http://schemas.microsoft.com/office/drawing/2014/main" id="{1A8B3F80-6344-2ED8-F55D-07628710EC15}"/>
                  </a:ext>
                </a:extLst>
              </p14:cNvPr>
              <p14:cNvContentPartPr/>
              <p14:nvPr/>
            </p14:nvContentPartPr>
            <p14:xfrm>
              <a:off x="1948072" y="1000243"/>
              <a:ext cx="236993" cy="296099"/>
            </p14:xfrm>
          </p:contentPart>
        </mc:Choice>
        <mc:Fallback xmlns="">
          <p:pic>
            <p:nvPicPr>
              <p:cNvPr id="2" name="Rukopis 1">
                <a:extLst>
                  <a:ext uri="{FF2B5EF4-FFF2-40B4-BE49-F238E27FC236}">
                    <a16:creationId xmlns:a16="http://schemas.microsoft.com/office/drawing/2014/main" id="{1A8B3F80-6344-2ED8-F55D-07628710EC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0091" y="982254"/>
                <a:ext cx="272596" cy="3317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E23640B0-749A-AB3B-6D4D-00EB79D1ACD4}"/>
                  </a:ext>
                </a:extLst>
              </p14:cNvPr>
              <p14:cNvContentPartPr/>
              <p14:nvPr/>
            </p14:nvContentPartPr>
            <p14:xfrm>
              <a:off x="2082807" y="1074911"/>
              <a:ext cx="57862" cy="369775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E23640B0-749A-AB3B-6D4D-00EB79D1AC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65306" y="1056926"/>
                <a:ext cx="93222" cy="4053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A7127F80-310D-3D47-52DE-188F48A9299D}"/>
                  </a:ext>
                </a:extLst>
              </p14:cNvPr>
              <p14:cNvContentPartPr/>
              <p14:nvPr/>
            </p14:nvContentPartPr>
            <p14:xfrm>
              <a:off x="2146647" y="1003474"/>
              <a:ext cx="137818" cy="578842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A7127F80-310D-3D47-52DE-188F48A9299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9061" y="985486"/>
                <a:ext cx="173349" cy="6144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119" name="Rukopis 4118">
                <a:extLst>
                  <a:ext uri="{FF2B5EF4-FFF2-40B4-BE49-F238E27FC236}">
                    <a16:creationId xmlns:a16="http://schemas.microsoft.com/office/drawing/2014/main" id="{6EA59F4D-5DB1-99F7-3993-B9BE601DCA6B}"/>
                  </a:ext>
                </a:extLst>
              </p14:cNvPr>
              <p14:cNvContentPartPr/>
              <p14:nvPr/>
            </p14:nvContentPartPr>
            <p14:xfrm>
              <a:off x="3895749" y="4674069"/>
              <a:ext cx="55800" cy="1759320"/>
            </p14:xfrm>
          </p:contentPart>
        </mc:Choice>
        <mc:Fallback>
          <p:pic>
            <p:nvPicPr>
              <p:cNvPr id="4119" name="Rukopis 4118">
                <a:extLst>
                  <a:ext uri="{FF2B5EF4-FFF2-40B4-BE49-F238E27FC236}">
                    <a16:creationId xmlns:a16="http://schemas.microsoft.com/office/drawing/2014/main" id="{6EA59F4D-5DB1-99F7-3993-B9BE601DCA6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60109" y="4602429"/>
                <a:ext cx="127440" cy="19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120" name="Rukopis 4119">
                <a:extLst>
                  <a:ext uri="{FF2B5EF4-FFF2-40B4-BE49-F238E27FC236}">
                    <a16:creationId xmlns:a16="http://schemas.microsoft.com/office/drawing/2014/main" id="{918D04E9-576F-9E50-44C0-09B55881D42F}"/>
                  </a:ext>
                </a:extLst>
              </p14:cNvPr>
              <p14:cNvContentPartPr/>
              <p14:nvPr/>
            </p14:nvContentPartPr>
            <p14:xfrm>
              <a:off x="3956589" y="4753269"/>
              <a:ext cx="122400" cy="1665360"/>
            </p14:xfrm>
          </p:contentPart>
        </mc:Choice>
        <mc:Fallback>
          <p:pic>
            <p:nvPicPr>
              <p:cNvPr id="4120" name="Rukopis 4119">
                <a:extLst>
                  <a:ext uri="{FF2B5EF4-FFF2-40B4-BE49-F238E27FC236}">
                    <a16:creationId xmlns:a16="http://schemas.microsoft.com/office/drawing/2014/main" id="{918D04E9-576F-9E50-44C0-09B55881D42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20589" y="4681269"/>
                <a:ext cx="194040" cy="180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121" name="Rukopis 4120">
                <a:extLst>
                  <a:ext uri="{FF2B5EF4-FFF2-40B4-BE49-F238E27FC236}">
                    <a16:creationId xmlns:a16="http://schemas.microsoft.com/office/drawing/2014/main" id="{D42B00CD-2BD2-F944-F1AB-726F4D213380}"/>
                  </a:ext>
                </a:extLst>
              </p14:cNvPr>
              <p14:cNvContentPartPr/>
              <p14:nvPr/>
            </p14:nvContentPartPr>
            <p14:xfrm>
              <a:off x="3795669" y="4780989"/>
              <a:ext cx="82080" cy="1682640"/>
            </p14:xfrm>
          </p:contentPart>
        </mc:Choice>
        <mc:Fallback>
          <p:pic>
            <p:nvPicPr>
              <p:cNvPr id="4121" name="Rukopis 4120">
                <a:extLst>
                  <a:ext uri="{FF2B5EF4-FFF2-40B4-BE49-F238E27FC236}">
                    <a16:creationId xmlns:a16="http://schemas.microsoft.com/office/drawing/2014/main" id="{D42B00CD-2BD2-F944-F1AB-726F4D21338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60029" y="4709349"/>
                <a:ext cx="153720" cy="18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122" name="Rukopis 4121">
                <a:extLst>
                  <a:ext uri="{FF2B5EF4-FFF2-40B4-BE49-F238E27FC236}">
                    <a16:creationId xmlns:a16="http://schemas.microsoft.com/office/drawing/2014/main" id="{2FDF5589-FC9E-8FBB-54A2-B7EF5865D9EC}"/>
                  </a:ext>
                </a:extLst>
              </p14:cNvPr>
              <p14:cNvContentPartPr/>
              <p14:nvPr/>
            </p14:nvContentPartPr>
            <p14:xfrm>
              <a:off x="6211629" y="4692069"/>
              <a:ext cx="85320" cy="1676520"/>
            </p14:xfrm>
          </p:contentPart>
        </mc:Choice>
        <mc:Fallback>
          <p:pic>
            <p:nvPicPr>
              <p:cNvPr id="4122" name="Rukopis 4121">
                <a:extLst>
                  <a:ext uri="{FF2B5EF4-FFF2-40B4-BE49-F238E27FC236}">
                    <a16:creationId xmlns:a16="http://schemas.microsoft.com/office/drawing/2014/main" id="{2FDF5589-FC9E-8FBB-54A2-B7EF5865D9E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75629" y="4620069"/>
                <a:ext cx="156960" cy="18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7" name="Skupina 4126">
            <a:extLst>
              <a:ext uri="{FF2B5EF4-FFF2-40B4-BE49-F238E27FC236}">
                <a16:creationId xmlns:a16="http://schemas.microsoft.com/office/drawing/2014/main" id="{F698E805-70CC-5DED-00E4-9F15E74CE507}"/>
              </a:ext>
            </a:extLst>
          </p:cNvPr>
          <p:cNvGrpSpPr/>
          <p:nvPr/>
        </p:nvGrpSpPr>
        <p:grpSpPr>
          <a:xfrm>
            <a:off x="292509" y="4051629"/>
            <a:ext cx="7516080" cy="2563200"/>
            <a:chOff x="292509" y="4051629"/>
            <a:chExt cx="7516080" cy="256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Rukopis 27">
                  <a:extLst>
                    <a:ext uri="{FF2B5EF4-FFF2-40B4-BE49-F238E27FC236}">
                      <a16:creationId xmlns:a16="http://schemas.microsoft.com/office/drawing/2014/main" id="{B47AEE9D-02DD-F83D-727B-C3EC6ED72525}"/>
                    </a:ext>
                  </a:extLst>
                </p14:cNvPr>
                <p14:cNvContentPartPr/>
                <p14:nvPr/>
              </p14:nvContentPartPr>
              <p14:xfrm>
                <a:off x="1007109" y="4230189"/>
                <a:ext cx="340920" cy="542520"/>
              </p14:xfrm>
            </p:contentPart>
          </mc:Choice>
          <mc:Fallback>
            <p:pic>
              <p:nvPicPr>
                <p:cNvPr id="28" name="Rukopis 27">
                  <a:extLst>
                    <a:ext uri="{FF2B5EF4-FFF2-40B4-BE49-F238E27FC236}">
                      <a16:creationId xmlns:a16="http://schemas.microsoft.com/office/drawing/2014/main" id="{B47AEE9D-02DD-F83D-727B-C3EC6ED725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8109" y="4221189"/>
                  <a:ext cx="35856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Rukopis 28">
                  <a:extLst>
                    <a:ext uri="{FF2B5EF4-FFF2-40B4-BE49-F238E27FC236}">
                      <a16:creationId xmlns:a16="http://schemas.microsoft.com/office/drawing/2014/main" id="{54A40445-D96C-48B0-2E2B-019A7A3D2E79}"/>
                    </a:ext>
                  </a:extLst>
                </p14:cNvPr>
                <p14:cNvContentPartPr/>
                <p14:nvPr/>
              </p14:nvContentPartPr>
              <p14:xfrm>
                <a:off x="1676709" y="4252149"/>
                <a:ext cx="192600" cy="410040"/>
              </p14:xfrm>
            </p:contentPart>
          </mc:Choice>
          <mc:Fallback>
            <p:pic>
              <p:nvPicPr>
                <p:cNvPr id="29" name="Rukopis 28">
                  <a:extLst>
                    <a:ext uri="{FF2B5EF4-FFF2-40B4-BE49-F238E27FC236}">
                      <a16:creationId xmlns:a16="http://schemas.microsoft.com/office/drawing/2014/main" id="{54A40445-D96C-48B0-2E2B-019A7A3D2E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68069" y="4243509"/>
                  <a:ext cx="2102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170" name="Rukopis 7169">
                  <a:extLst>
                    <a:ext uri="{FF2B5EF4-FFF2-40B4-BE49-F238E27FC236}">
                      <a16:creationId xmlns:a16="http://schemas.microsoft.com/office/drawing/2014/main" id="{B150F032-6A39-1472-359E-1892F6A27996}"/>
                    </a:ext>
                  </a:extLst>
                </p14:cNvPr>
                <p14:cNvContentPartPr/>
                <p14:nvPr/>
              </p14:nvContentPartPr>
              <p14:xfrm>
                <a:off x="292509" y="4228749"/>
                <a:ext cx="191160" cy="227520"/>
              </p14:xfrm>
            </p:contentPart>
          </mc:Choice>
          <mc:Fallback>
            <p:pic>
              <p:nvPicPr>
                <p:cNvPr id="7170" name="Rukopis 7169">
                  <a:extLst>
                    <a:ext uri="{FF2B5EF4-FFF2-40B4-BE49-F238E27FC236}">
                      <a16:creationId xmlns:a16="http://schemas.microsoft.com/office/drawing/2014/main" id="{B150F032-6A39-1472-359E-1892F6A279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3509" y="4220109"/>
                  <a:ext cx="2088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173" name="Rukopis 7172">
                  <a:extLst>
                    <a:ext uri="{FF2B5EF4-FFF2-40B4-BE49-F238E27FC236}">
                      <a16:creationId xmlns:a16="http://schemas.microsoft.com/office/drawing/2014/main" id="{50017A6E-109A-08ED-C2E3-27B546B69DEF}"/>
                    </a:ext>
                  </a:extLst>
                </p14:cNvPr>
                <p14:cNvContentPartPr/>
                <p14:nvPr/>
              </p14:nvContentPartPr>
              <p14:xfrm>
                <a:off x="468189" y="4051629"/>
                <a:ext cx="96480" cy="564480"/>
              </p14:xfrm>
            </p:contentPart>
          </mc:Choice>
          <mc:Fallback>
            <p:pic>
              <p:nvPicPr>
                <p:cNvPr id="7173" name="Rukopis 7172">
                  <a:extLst>
                    <a:ext uri="{FF2B5EF4-FFF2-40B4-BE49-F238E27FC236}">
                      <a16:creationId xmlns:a16="http://schemas.microsoft.com/office/drawing/2014/main" id="{50017A6E-109A-08ED-C2E3-27B546B69DE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9189" y="4042629"/>
                  <a:ext cx="11412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187" name="Rukopis 7186">
                  <a:extLst>
                    <a:ext uri="{FF2B5EF4-FFF2-40B4-BE49-F238E27FC236}">
                      <a16:creationId xmlns:a16="http://schemas.microsoft.com/office/drawing/2014/main" id="{9EE6D931-511E-F604-52E4-DE06025E8AB6}"/>
                    </a:ext>
                  </a:extLst>
                </p14:cNvPr>
                <p14:cNvContentPartPr/>
                <p14:nvPr/>
              </p14:nvContentPartPr>
              <p14:xfrm>
                <a:off x="1682829" y="4843269"/>
                <a:ext cx="156600" cy="308520"/>
              </p14:xfrm>
            </p:contentPart>
          </mc:Choice>
          <mc:Fallback>
            <p:pic>
              <p:nvPicPr>
                <p:cNvPr id="7187" name="Rukopis 7186">
                  <a:extLst>
                    <a:ext uri="{FF2B5EF4-FFF2-40B4-BE49-F238E27FC236}">
                      <a16:creationId xmlns:a16="http://schemas.microsoft.com/office/drawing/2014/main" id="{9EE6D931-511E-F604-52E4-DE06025E8A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74189" y="4834269"/>
                  <a:ext cx="1742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188" name="Rukopis 7187">
                  <a:extLst>
                    <a:ext uri="{FF2B5EF4-FFF2-40B4-BE49-F238E27FC236}">
                      <a16:creationId xmlns:a16="http://schemas.microsoft.com/office/drawing/2014/main" id="{281F16D5-A5F6-CAD9-D7F2-265E623CC72A}"/>
                    </a:ext>
                  </a:extLst>
                </p14:cNvPr>
                <p14:cNvContentPartPr/>
                <p14:nvPr/>
              </p14:nvContentPartPr>
              <p14:xfrm>
                <a:off x="1736469" y="5264829"/>
                <a:ext cx="128520" cy="428760"/>
              </p14:xfrm>
            </p:contentPart>
          </mc:Choice>
          <mc:Fallback>
            <p:pic>
              <p:nvPicPr>
                <p:cNvPr id="7188" name="Rukopis 7187">
                  <a:extLst>
                    <a:ext uri="{FF2B5EF4-FFF2-40B4-BE49-F238E27FC236}">
                      <a16:creationId xmlns:a16="http://schemas.microsoft.com/office/drawing/2014/main" id="{281F16D5-A5F6-CAD9-D7F2-265E623CC7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27469" y="5256189"/>
                  <a:ext cx="14616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189" name="Rukopis 7188">
                  <a:extLst>
                    <a:ext uri="{FF2B5EF4-FFF2-40B4-BE49-F238E27FC236}">
                      <a16:creationId xmlns:a16="http://schemas.microsoft.com/office/drawing/2014/main" id="{5E202979-F775-8539-FFBF-7F8F95C346BF}"/>
                    </a:ext>
                  </a:extLst>
                </p14:cNvPr>
                <p14:cNvContentPartPr/>
                <p14:nvPr/>
              </p14:nvContentPartPr>
              <p14:xfrm>
                <a:off x="1778949" y="5718429"/>
                <a:ext cx="144000" cy="287640"/>
              </p14:xfrm>
            </p:contentPart>
          </mc:Choice>
          <mc:Fallback>
            <p:pic>
              <p:nvPicPr>
                <p:cNvPr id="7189" name="Rukopis 7188">
                  <a:extLst>
                    <a:ext uri="{FF2B5EF4-FFF2-40B4-BE49-F238E27FC236}">
                      <a16:creationId xmlns:a16="http://schemas.microsoft.com/office/drawing/2014/main" id="{5E202979-F775-8539-FFBF-7F8F95C346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70309" y="5709789"/>
                  <a:ext cx="1616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190" name="Rukopis 7189">
                  <a:extLst>
                    <a:ext uri="{FF2B5EF4-FFF2-40B4-BE49-F238E27FC236}">
                      <a16:creationId xmlns:a16="http://schemas.microsoft.com/office/drawing/2014/main" id="{0E8CEF41-DC16-1183-4F63-42EC05847E9C}"/>
                    </a:ext>
                  </a:extLst>
                </p14:cNvPr>
                <p14:cNvContentPartPr/>
                <p14:nvPr/>
              </p14:nvContentPartPr>
              <p14:xfrm>
                <a:off x="1849869" y="6111189"/>
                <a:ext cx="96840" cy="347040"/>
              </p14:xfrm>
            </p:contentPart>
          </mc:Choice>
          <mc:Fallback>
            <p:pic>
              <p:nvPicPr>
                <p:cNvPr id="7190" name="Rukopis 7189">
                  <a:extLst>
                    <a:ext uri="{FF2B5EF4-FFF2-40B4-BE49-F238E27FC236}">
                      <a16:creationId xmlns:a16="http://schemas.microsoft.com/office/drawing/2014/main" id="{0E8CEF41-DC16-1183-4F63-42EC05847E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40869" y="6102549"/>
                  <a:ext cx="114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192" name="Rukopis 7191">
                  <a:extLst>
                    <a:ext uri="{FF2B5EF4-FFF2-40B4-BE49-F238E27FC236}">
                      <a16:creationId xmlns:a16="http://schemas.microsoft.com/office/drawing/2014/main" id="{6E0E9EB6-A27B-A602-0B49-F2BD24A078A1}"/>
                    </a:ext>
                  </a:extLst>
                </p14:cNvPr>
                <p14:cNvContentPartPr/>
                <p14:nvPr/>
              </p14:nvContentPartPr>
              <p14:xfrm>
                <a:off x="1004229" y="4863789"/>
                <a:ext cx="146520" cy="284400"/>
              </p14:xfrm>
            </p:contentPart>
          </mc:Choice>
          <mc:Fallback>
            <p:pic>
              <p:nvPicPr>
                <p:cNvPr id="7192" name="Rukopis 7191">
                  <a:extLst>
                    <a:ext uri="{FF2B5EF4-FFF2-40B4-BE49-F238E27FC236}">
                      <a16:creationId xmlns:a16="http://schemas.microsoft.com/office/drawing/2014/main" id="{6E0E9EB6-A27B-A602-0B49-F2BD24A078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5589" y="4854789"/>
                  <a:ext cx="1641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193" name="Rukopis 7192">
                  <a:extLst>
                    <a:ext uri="{FF2B5EF4-FFF2-40B4-BE49-F238E27FC236}">
                      <a16:creationId xmlns:a16="http://schemas.microsoft.com/office/drawing/2014/main" id="{9B7C897A-7452-2C01-54B1-F1CDE95172B7}"/>
                    </a:ext>
                  </a:extLst>
                </p14:cNvPr>
                <p14:cNvContentPartPr/>
                <p14:nvPr/>
              </p14:nvContentPartPr>
              <p14:xfrm>
                <a:off x="1096749" y="5318109"/>
                <a:ext cx="184320" cy="308880"/>
              </p14:xfrm>
            </p:contentPart>
          </mc:Choice>
          <mc:Fallback>
            <p:pic>
              <p:nvPicPr>
                <p:cNvPr id="7193" name="Rukopis 7192">
                  <a:extLst>
                    <a:ext uri="{FF2B5EF4-FFF2-40B4-BE49-F238E27FC236}">
                      <a16:creationId xmlns:a16="http://schemas.microsoft.com/office/drawing/2014/main" id="{9B7C897A-7452-2C01-54B1-F1CDE95172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8109" y="5309109"/>
                  <a:ext cx="2019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194" name="Rukopis 7193">
                  <a:extLst>
                    <a:ext uri="{FF2B5EF4-FFF2-40B4-BE49-F238E27FC236}">
                      <a16:creationId xmlns:a16="http://schemas.microsoft.com/office/drawing/2014/main" id="{87D11FF6-FD05-420D-6CD6-7B16E6F0AAB4}"/>
                    </a:ext>
                  </a:extLst>
                </p14:cNvPr>
                <p14:cNvContentPartPr/>
                <p14:nvPr/>
              </p14:nvContentPartPr>
              <p14:xfrm>
                <a:off x="1083069" y="5736069"/>
                <a:ext cx="200520" cy="393840"/>
              </p14:xfrm>
            </p:contentPart>
          </mc:Choice>
          <mc:Fallback>
            <p:pic>
              <p:nvPicPr>
                <p:cNvPr id="7194" name="Rukopis 7193">
                  <a:extLst>
                    <a:ext uri="{FF2B5EF4-FFF2-40B4-BE49-F238E27FC236}">
                      <a16:creationId xmlns:a16="http://schemas.microsoft.com/office/drawing/2014/main" id="{87D11FF6-FD05-420D-6CD6-7B16E6F0AA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4069" y="5727429"/>
                  <a:ext cx="21816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7195" name="Rukopis 7194">
                  <a:extLst>
                    <a:ext uri="{FF2B5EF4-FFF2-40B4-BE49-F238E27FC236}">
                      <a16:creationId xmlns:a16="http://schemas.microsoft.com/office/drawing/2014/main" id="{4D74625F-8F0C-81F1-2026-51E8F678F084}"/>
                    </a:ext>
                  </a:extLst>
                </p14:cNvPr>
                <p14:cNvContentPartPr/>
                <p14:nvPr/>
              </p14:nvContentPartPr>
              <p14:xfrm>
                <a:off x="1161189" y="6152589"/>
                <a:ext cx="122760" cy="325440"/>
              </p14:xfrm>
            </p:contentPart>
          </mc:Choice>
          <mc:Fallback>
            <p:pic>
              <p:nvPicPr>
                <p:cNvPr id="7195" name="Rukopis 7194">
                  <a:extLst>
                    <a:ext uri="{FF2B5EF4-FFF2-40B4-BE49-F238E27FC236}">
                      <a16:creationId xmlns:a16="http://schemas.microsoft.com/office/drawing/2014/main" id="{4D74625F-8F0C-81F1-2026-51E8F678F0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52189" y="6143589"/>
                  <a:ext cx="14040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08" name="Rukopis 4107">
                  <a:extLst>
                    <a:ext uri="{FF2B5EF4-FFF2-40B4-BE49-F238E27FC236}">
                      <a16:creationId xmlns:a16="http://schemas.microsoft.com/office/drawing/2014/main" id="{AB8266BE-8991-DBC5-3DE2-21DDE098635E}"/>
                    </a:ext>
                  </a:extLst>
                </p14:cNvPr>
                <p14:cNvContentPartPr/>
                <p14:nvPr/>
              </p14:nvContentPartPr>
              <p14:xfrm>
                <a:off x="5761989" y="4187349"/>
                <a:ext cx="316080" cy="510480"/>
              </p14:xfrm>
            </p:contentPart>
          </mc:Choice>
          <mc:Fallback>
            <p:pic>
              <p:nvPicPr>
                <p:cNvPr id="4108" name="Rukopis 4107">
                  <a:extLst>
                    <a:ext uri="{FF2B5EF4-FFF2-40B4-BE49-F238E27FC236}">
                      <a16:creationId xmlns:a16="http://schemas.microsoft.com/office/drawing/2014/main" id="{AB8266BE-8991-DBC5-3DE2-21DDE0986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53349" y="4178349"/>
                  <a:ext cx="33372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09" name="Rukopis 4108">
                  <a:extLst>
                    <a:ext uri="{FF2B5EF4-FFF2-40B4-BE49-F238E27FC236}">
                      <a16:creationId xmlns:a16="http://schemas.microsoft.com/office/drawing/2014/main" id="{4F9C4568-B61C-467E-BB59-BD90309E3792}"/>
                    </a:ext>
                  </a:extLst>
                </p14:cNvPr>
                <p14:cNvContentPartPr/>
                <p14:nvPr/>
              </p14:nvContentPartPr>
              <p14:xfrm>
                <a:off x="6285789" y="4172589"/>
                <a:ext cx="171000" cy="290880"/>
              </p14:xfrm>
            </p:contentPart>
          </mc:Choice>
          <mc:Fallback>
            <p:pic>
              <p:nvPicPr>
                <p:cNvPr id="4109" name="Rukopis 4108">
                  <a:extLst>
                    <a:ext uri="{FF2B5EF4-FFF2-40B4-BE49-F238E27FC236}">
                      <a16:creationId xmlns:a16="http://schemas.microsoft.com/office/drawing/2014/main" id="{4F9C4568-B61C-467E-BB59-BD90309E37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76789" y="4163949"/>
                  <a:ext cx="1886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10" name="Rukopis 4109">
                  <a:extLst>
                    <a:ext uri="{FF2B5EF4-FFF2-40B4-BE49-F238E27FC236}">
                      <a16:creationId xmlns:a16="http://schemas.microsoft.com/office/drawing/2014/main" id="{E51C5663-8B55-BDD4-9900-B32676E4FB63}"/>
                    </a:ext>
                  </a:extLst>
                </p14:cNvPr>
                <p14:cNvContentPartPr/>
                <p14:nvPr/>
              </p14:nvContentPartPr>
              <p14:xfrm>
                <a:off x="6609789" y="4179429"/>
                <a:ext cx="348120" cy="390240"/>
              </p14:xfrm>
            </p:contentPart>
          </mc:Choice>
          <mc:Fallback>
            <p:pic>
              <p:nvPicPr>
                <p:cNvPr id="4110" name="Rukopis 4109">
                  <a:extLst>
                    <a:ext uri="{FF2B5EF4-FFF2-40B4-BE49-F238E27FC236}">
                      <a16:creationId xmlns:a16="http://schemas.microsoft.com/office/drawing/2014/main" id="{E51C5663-8B55-BDD4-9900-B32676E4FB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00789" y="4170789"/>
                  <a:ext cx="3657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12" name="Rukopis 4111">
                  <a:extLst>
                    <a:ext uri="{FF2B5EF4-FFF2-40B4-BE49-F238E27FC236}">
                      <a16:creationId xmlns:a16="http://schemas.microsoft.com/office/drawing/2014/main" id="{B1E64E56-C4AC-47DA-4F5C-14B0380C089D}"/>
                    </a:ext>
                  </a:extLst>
                </p14:cNvPr>
                <p14:cNvContentPartPr/>
                <p14:nvPr/>
              </p14:nvContentPartPr>
              <p14:xfrm>
                <a:off x="6236469" y="4958109"/>
                <a:ext cx="360" cy="3240"/>
              </p14:xfrm>
            </p:contentPart>
          </mc:Choice>
          <mc:Fallback>
            <p:pic>
              <p:nvPicPr>
                <p:cNvPr id="4112" name="Rukopis 4111">
                  <a:extLst>
                    <a:ext uri="{FF2B5EF4-FFF2-40B4-BE49-F238E27FC236}">
                      <a16:creationId xmlns:a16="http://schemas.microsoft.com/office/drawing/2014/main" id="{B1E64E56-C4AC-47DA-4F5C-14B0380C08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27829" y="4949109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13" name="Rukopis 4112">
                  <a:extLst>
                    <a:ext uri="{FF2B5EF4-FFF2-40B4-BE49-F238E27FC236}">
                      <a16:creationId xmlns:a16="http://schemas.microsoft.com/office/drawing/2014/main" id="{2EC5008B-B19A-E399-B98F-B436768B191A}"/>
                    </a:ext>
                  </a:extLst>
                </p14:cNvPr>
                <p14:cNvContentPartPr/>
                <p14:nvPr/>
              </p14:nvContentPartPr>
              <p14:xfrm>
                <a:off x="6174549" y="4868829"/>
                <a:ext cx="205560" cy="266040"/>
              </p14:xfrm>
            </p:contentPart>
          </mc:Choice>
          <mc:Fallback>
            <p:pic>
              <p:nvPicPr>
                <p:cNvPr id="4113" name="Rukopis 4112">
                  <a:extLst>
                    <a:ext uri="{FF2B5EF4-FFF2-40B4-BE49-F238E27FC236}">
                      <a16:creationId xmlns:a16="http://schemas.microsoft.com/office/drawing/2014/main" id="{2EC5008B-B19A-E399-B98F-B436768B19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65549" y="4859829"/>
                  <a:ext cx="2232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15" name="Rukopis 4114">
                  <a:extLst>
                    <a:ext uri="{FF2B5EF4-FFF2-40B4-BE49-F238E27FC236}">
                      <a16:creationId xmlns:a16="http://schemas.microsoft.com/office/drawing/2014/main" id="{C5159FB9-C14E-9662-2C52-3EBED7EB3018}"/>
                    </a:ext>
                  </a:extLst>
                </p14:cNvPr>
                <p14:cNvContentPartPr/>
                <p14:nvPr/>
              </p14:nvContentPartPr>
              <p14:xfrm>
                <a:off x="6185349" y="5291109"/>
                <a:ext cx="103320" cy="312120"/>
              </p14:xfrm>
            </p:contentPart>
          </mc:Choice>
          <mc:Fallback>
            <p:pic>
              <p:nvPicPr>
                <p:cNvPr id="4115" name="Rukopis 4114">
                  <a:extLst>
                    <a:ext uri="{FF2B5EF4-FFF2-40B4-BE49-F238E27FC236}">
                      <a16:creationId xmlns:a16="http://schemas.microsoft.com/office/drawing/2014/main" id="{C5159FB9-C14E-9662-2C52-3EBED7EB301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76709" y="5282109"/>
                  <a:ext cx="1209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16" name="Rukopis 4115">
                  <a:extLst>
                    <a:ext uri="{FF2B5EF4-FFF2-40B4-BE49-F238E27FC236}">
                      <a16:creationId xmlns:a16="http://schemas.microsoft.com/office/drawing/2014/main" id="{831D25FF-33F7-4383-3F5B-31A97F249C92}"/>
                    </a:ext>
                  </a:extLst>
                </p14:cNvPr>
                <p14:cNvContentPartPr/>
                <p14:nvPr/>
              </p14:nvContentPartPr>
              <p14:xfrm>
                <a:off x="6129549" y="5758749"/>
                <a:ext cx="137160" cy="264240"/>
              </p14:xfrm>
            </p:contentPart>
          </mc:Choice>
          <mc:Fallback>
            <p:pic>
              <p:nvPicPr>
                <p:cNvPr id="4116" name="Rukopis 4115">
                  <a:extLst>
                    <a:ext uri="{FF2B5EF4-FFF2-40B4-BE49-F238E27FC236}">
                      <a16:creationId xmlns:a16="http://schemas.microsoft.com/office/drawing/2014/main" id="{831D25FF-33F7-4383-3F5B-31A97F249C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20909" y="5750109"/>
                  <a:ext cx="154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17" name="Rukopis 4116">
                  <a:extLst>
                    <a:ext uri="{FF2B5EF4-FFF2-40B4-BE49-F238E27FC236}">
                      <a16:creationId xmlns:a16="http://schemas.microsoft.com/office/drawing/2014/main" id="{C893DC11-6C07-64F3-8893-065703D884A2}"/>
                    </a:ext>
                  </a:extLst>
                </p14:cNvPr>
                <p14:cNvContentPartPr/>
                <p14:nvPr/>
              </p14:nvContentPartPr>
              <p14:xfrm>
                <a:off x="6176709" y="6102189"/>
                <a:ext cx="177840" cy="337320"/>
              </p14:xfrm>
            </p:contentPart>
          </mc:Choice>
          <mc:Fallback>
            <p:pic>
              <p:nvPicPr>
                <p:cNvPr id="4117" name="Rukopis 4116">
                  <a:extLst>
                    <a:ext uri="{FF2B5EF4-FFF2-40B4-BE49-F238E27FC236}">
                      <a16:creationId xmlns:a16="http://schemas.microsoft.com/office/drawing/2014/main" id="{C893DC11-6C07-64F3-8893-065703D884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67709" y="6093549"/>
                  <a:ext cx="1954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Rukopis 30">
                  <a:extLst>
                    <a:ext uri="{FF2B5EF4-FFF2-40B4-BE49-F238E27FC236}">
                      <a16:creationId xmlns:a16="http://schemas.microsoft.com/office/drawing/2014/main" id="{81DCF4CE-42E8-8991-809B-9479EDC97918}"/>
                    </a:ext>
                  </a:extLst>
                </p14:cNvPr>
                <p14:cNvContentPartPr/>
                <p14:nvPr/>
              </p14:nvContentPartPr>
              <p14:xfrm>
                <a:off x="2412909" y="4179429"/>
                <a:ext cx="76680" cy="394920"/>
              </p14:xfrm>
            </p:contentPart>
          </mc:Choice>
          <mc:Fallback>
            <p:pic>
              <p:nvPicPr>
                <p:cNvPr id="31" name="Rukopis 30">
                  <a:extLst>
                    <a:ext uri="{FF2B5EF4-FFF2-40B4-BE49-F238E27FC236}">
                      <a16:creationId xmlns:a16="http://schemas.microsoft.com/office/drawing/2014/main" id="{81DCF4CE-42E8-8991-809B-9479EDC979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03909" y="4170789"/>
                  <a:ext cx="943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168" name="Rukopis 7167">
                  <a:extLst>
                    <a:ext uri="{FF2B5EF4-FFF2-40B4-BE49-F238E27FC236}">
                      <a16:creationId xmlns:a16="http://schemas.microsoft.com/office/drawing/2014/main" id="{A1D8EA62-C4CA-447B-C62E-F4CD4EC83897}"/>
                    </a:ext>
                  </a:extLst>
                </p14:cNvPr>
                <p14:cNvContentPartPr/>
                <p14:nvPr/>
              </p14:nvContentPartPr>
              <p14:xfrm>
                <a:off x="2553309" y="4307229"/>
                <a:ext cx="289080" cy="434520"/>
              </p14:xfrm>
            </p:contentPart>
          </mc:Choice>
          <mc:Fallback>
            <p:pic>
              <p:nvPicPr>
                <p:cNvPr id="7168" name="Rukopis 7167">
                  <a:extLst>
                    <a:ext uri="{FF2B5EF4-FFF2-40B4-BE49-F238E27FC236}">
                      <a16:creationId xmlns:a16="http://schemas.microsoft.com/office/drawing/2014/main" id="{A1D8EA62-C4CA-447B-C62E-F4CD4EC8389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44669" y="4298229"/>
                  <a:ext cx="3067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175" name="Rukopis 7174">
                  <a:extLst>
                    <a:ext uri="{FF2B5EF4-FFF2-40B4-BE49-F238E27FC236}">
                      <a16:creationId xmlns:a16="http://schemas.microsoft.com/office/drawing/2014/main" id="{09207F06-9382-C1C4-F434-80C6E63C62E9}"/>
                    </a:ext>
                  </a:extLst>
                </p14:cNvPr>
                <p14:cNvContentPartPr/>
                <p14:nvPr/>
              </p14:nvContentPartPr>
              <p14:xfrm>
                <a:off x="2981349" y="4298229"/>
                <a:ext cx="134640" cy="3960"/>
              </p14:xfrm>
            </p:contentPart>
          </mc:Choice>
          <mc:Fallback>
            <p:pic>
              <p:nvPicPr>
                <p:cNvPr id="7175" name="Rukopis 7174">
                  <a:extLst>
                    <a:ext uri="{FF2B5EF4-FFF2-40B4-BE49-F238E27FC236}">
                      <a16:creationId xmlns:a16="http://schemas.microsoft.com/office/drawing/2014/main" id="{09207F06-9382-C1C4-F434-80C6E63C62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72349" y="4289589"/>
                  <a:ext cx="1522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176" name="Rukopis 7175">
                  <a:extLst>
                    <a:ext uri="{FF2B5EF4-FFF2-40B4-BE49-F238E27FC236}">
                      <a16:creationId xmlns:a16="http://schemas.microsoft.com/office/drawing/2014/main" id="{4B51F4CE-80B2-479C-E60E-9A2F16EC698B}"/>
                    </a:ext>
                  </a:extLst>
                </p14:cNvPr>
                <p14:cNvContentPartPr/>
                <p14:nvPr/>
              </p14:nvContentPartPr>
              <p14:xfrm>
                <a:off x="3015909" y="4303629"/>
                <a:ext cx="181800" cy="49320"/>
              </p14:xfrm>
            </p:contentPart>
          </mc:Choice>
          <mc:Fallback>
            <p:pic>
              <p:nvPicPr>
                <p:cNvPr id="7176" name="Rukopis 7175">
                  <a:extLst>
                    <a:ext uri="{FF2B5EF4-FFF2-40B4-BE49-F238E27FC236}">
                      <a16:creationId xmlns:a16="http://schemas.microsoft.com/office/drawing/2014/main" id="{4B51F4CE-80B2-479C-E60E-9A2F16EC69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06909" y="4294629"/>
                  <a:ext cx="199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177" name="Rukopis 7176">
                  <a:extLst>
                    <a:ext uri="{FF2B5EF4-FFF2-40B4-BE49-F238E27FC236}">
                      <a16:creationId xmlns:a16="http://schemas.microsoft.com/office/drawing/2014/main" id="{FBC42272-81C7-719F-8FCC-B3D8CA5EAB21}"/>
                    </a:ext>
                  </a:extLst>
                </p14:cNvPr>
                <p14:cNvContentPartPr/>
                <p14:nvPr/>
              </p14:nvContentPartPr>
              <p14:xfrm>
                <a:off x="3150189" y="4201749"/>
                <a:ext cx="167400" cy="306000"/>
              </p14:xfrm>
            </p:contentPart>
          </mc:Choice>
          <mc:Fallback>
            <p:pic>
              <p:nvPicPr>
                <p:cNvPr id="7177" name="Rukopis 7176">
                  <a:extLst>
                    <a:ext uri="{FF2B5EF4-FFF2-40B4-BE49-F238E27FC236}">
                      <a16:creationId xmlns:a16="http://schemas.microsoft.com/office/drawing/2014/main" id="{FBC42272-81C7-719F-8FCC-B3D8CA5EAB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41549" y="4193109"/>
                  <a:ext cx="1850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178" name="Rukopis 7177">
                  <a:extLst>
                    <a:ext uri="{FF2B5EF4-FFF2-40B4-BE49-F238E27FC236}">
                      <a16:creationId xmlns:a16="http://schemas.microsoft.com/office/drawing/2014/main" id="{286374DB-F838-851D-CB7D-906F25DF3BB7}"/>
                    </a:ext>
                  </a:extLst>
                </p14:cNvPr>
                <p14:cNvContentPartPr/>
                <p14:nvPr/>
              </p14:nvContentPartPr>
              <p14:xfrm>
                <a:off x="3397509" y="4229829"/>
                <a:ext cx="225720" cy="342000"/>
              </p14:xfrm>
            </p:contentPart>
          </mc:Choice>
          <mc:Fallback>
            <p:pic>
              <p:nvPicPr>
                <p:cNvPr id="7178" name="Rukopis 7177">
                  <a:extLst>
                    <a:ext uri="{FF2B5EF4-FFF2-40B4-BE49-F238E27FC236}">
                      <a16:creationId xmlns:a16="http://schemas.microsoft.com/office/drawing/2014/main" id="{286374DB-F838-851D-CB7D-906F25DF3BB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88509" y="4221189"/>
                  <a:ext cx="2433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179" name="Rukopis 7178">
                  <a:extLst>
                    <a:ext uri="{FF2B5EF4-FFF2-40B4-BE49-F238E27FC236}">
                      <a16:creationId xmlns:a16="http://schemas.microsoft.com/office/drawing/2014/main" id="{FE540DA7-E213-9AF6-7DF1-6749CAF29C9C}"/>
                    </a:ext>
                  </a:extLst>
                </p14:cNvPr>
                <p14:cNvContentPartPr/>
                <p14:nvPr/>
              </p14:nvContentPartPr>
              <p14:xfrm>
                <a:off x="3734109" y="4081149"/>
                <a:ext cx="118080" cy="573840"/>
              </p14:xfrm>
            </p:contentPart>
          </mc:Choice>
          <mc:Fallback>
            <p:pic>
              <p:nvPicPr>
                <p:cNvPr id="7179" name="Rukopis 7178">
                  <a:extLst>
                    <a:ext uri="{FF2B5EF4-FFF2-40B4-BE49-F238E27FC236}">
                      <a16:creationId xmlns:a16="http://schemas.microsoft.com/office/drawing/2014/main" id="{FE540DA7-E213-9AF6-7DF1-6749CAF29C9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25109" y="4072509"/>
                  <a:ext cx="13572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181" name="Rukopis 7180">
                  <a:extLst>
                    <a:ext uri="{FF2B5EF4-FFF2-40B4-BE49-F238E27FC236}">
                      <a16:creationId xmlns:a16="http://schemas.microsoft.com/office/drawing/2014/main" id="{406E3183-A771-C556-DEA5-8940E7282A17}"/>
                    </a:ext>
                  </a:extLst>
                </p14:cNvPr>
                <p14:cNvContentPartPr/>
                <p14:nvPr/>
              </p14:nvContentPartPr>
              <p14:xfrm>
                <a:off x="4024989" y="4372749"/>
                <a:ext cx="150120" cy="28440"/>
              </p14:xfrm>
            </p:contentPart>
          </mc:Choice>
          <mc:Fallback>
            <p:pic>
              <p:nvPicPr>
                <p:cNvPr id="7181" name="Rukopis 7180">
                  <a:extLst>
                    <a:ext uri="{FF2B5EF4-FFF2-40B4-BE49-F238E27FC236}">
                      <a16:creationId xmlns:a16="http://schemas.microsoft.com/office/drawing/2014/main" id="{406E3183-A771-C556-DEA5-8940E7282A1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15989" y="4364109"/>
                  <a:ext cx="167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182" name="Rukopis 7181">
                  <a:extLst>
                    <a:ext uri="{FF2B5EF4-FFF2-40B4-BE49-F238E27FC236}">
                      <a16:creationId xmlns:a16="http://schemas.microsoft.com/office/drawing/2014/main" id="{5FA869E4-45B3-4C2C-D8D5-B9544FD1D5F8}"/>
                    </a:ext>
                  </a:extLst>
                </p14:cNvPr>
                <p14:cNvContentPartPr/>
                <p14:nvPr/>
              </p14:nvContentPartPr>
              <p14:xfrm>
                <a:off x="4037589" y="4422069"/>
                <a:ext cx="182160" cy="32760"/>
              </p14:xfrm>
            </p:contentPart>
          </mc:Choice>
          <mc:Fallback>
            <p:pic>
              <p:nvPicPr>
                <p:cNvPr id="7182" name="Rukopis 7181">
                  <a:extLst>
                    <a:ext uri="{FF2B5EF4-FFF2-40B4-BE49-F238E27FC236}">
                      <a16:creationId xmlns:a16="http://schemas.microsoft.com/office/drawing/2014/main" id="{5FA869E4-45B3-4C2C-D8D5-B9544FD1D5F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28949" y="4413069"/>
                  <a:ext cx="199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183" name="Rukopis 7182">
                  <a:extLst>
                    <a:ext uri="{FF2B5EF4-FFF2-40B4-BE49-F238E27FC236}">
                      <a16:creationId xmlns:a16="http://schemas.microsoft.com/office/drawing/2014/main" id="{589C6D56-4520-E784-A38A-1376B6D372F3}"/>
                    </a:ext>
                  </a:extLst>
                </p14:cNvPr>
                <p14:cNvContentPartPr/>
                <p14:nvPr/>
              </p14:nvContentPartPr>
              <p14:xfrm>
                <a:off x="4202469" y="4300389"/>
                <a:ext cx="129240" cy="234720"/>
              </p14:xfrm>
            </p:contentPart>
          </mc:Choice>
          <mc:Fallback>
            <p:pic>
              <p:nvPicPr>
                <p:cNvPr id="7183" name="Rukopis 7182">
                  <a:extLst>
                    <a:ext uri="{FF2B5EF4-FFF2-40B4-BE49-F238E27FC236}">
                      <a16:creationId xmlns:a16="http://schemas.microsoft.com/office/drawing/2014/main" id="{589C6D56-4520-E784-A38A-1376B6D372F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93469" y="4291749"/>
                  <a:ext cx="146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184" name="Rukopis 7183">
                  <a:extLst>
                    <a:ext uri="{FF2B5EF4-FFF2-40B4-BE49-F238E27FC236}">
                      <a16:creationId xmlns:a16="http://schemas.microsoft.com/office/drawing/2014/main" id="{14169403-5436-7157-BD71-C603F0BF2CC8}"/>
                    </a:ext>
                  </a:extLst>
                </p14:cNvPr>
                <p14:cNvContentPartPr/>
                <p14:nvPr/>
              </p14:nvContentPartPr>
              <p14:xfrm>
                <a:off x="4450149" y="4210749"/>
                <a:ext cx="257400" cy="386640"/>
              </p14:xfrm>
            </p:contentPart>
          </mc:Choice>
          <mc:Fallback>
            <p:pic>
              <p:nvPicPr>
                <p:cNvPr id="7184" name="Rukopis 7183">
                  <a:extLst>
                    <a:ext uri="{FF2B5EF4-FFF2-40B4-BE49-F238E27FC236}">
                      <a16:creationId xmlns:a16="http://schemas.microsoft.com/office/drawing/2014/main" id="{14169403-5436-7157-BD71-C603F0BF2C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1149" y="4202109"/>
                  <a:ext cx="2750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197" name="Rukopis 7196">
                  <a:extLst>
                    <a:ext uri="{FF2B5EF4-FFF2-40B4-BE49-F238E27FC236}">
                      <a16:creationId xmlns:a16="http://schemas.microsoft.com/office/drawing/2014/main" id="{7860A739-2ACA-2D97-8888-CED1550B9DCE}"/>
                    </a:ext>
                  </a:extLst>
                </p14:cNvPr>
                <p14:cNvContentPartPr/>
                <p14:nvPr/>
              </p14:nvContentPartPr>
              <p14:xfrm>
                <a:off x="2869749" y="5738229"/>
                <a:ext cx="168120" cy="284760"/>
              </p14:xfrm>
            </p:contentPart>
          </mc:Choice>
          <mc:Fallback>
            <p:pic>
              <p:nvPicPr>
                <p:cNvPr id="7197" name="Rukopis 7196">
                  <a:extLst>
                    <a:ext uri="{FF2B5EF4-FFF2-40B4-BE49-F238E27FC236}">
                      <a16:creationId xmlns:a16="http://schemas.microsoft.com/office/drawing/2014/main" id="{7860A739-2ACA-2D97-8888-CED1550B9DC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61109" y="5729229"/>
                  <a:ext cx="185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198" name="Rukopis 7197">
                  <a:extLst>
                    <a:ext uri="{FF2B5EF4-FFF2-40B4-BE49-F238E27FC236}">
                      <a16:creationId xmlns:a16="http://schemas.microsoft.com/office/drawing/2014/main" id="{959082CF-913B-D49F-823B-516E9E91DADA}"/>
                    </a:ext>
                  </a:extLst>
                </p14:cNvPr>
                <p14:cNvContentPartPr/>
                <p14:nvPr/>
              </p14:nvContentPartPr>
              <p14:xfrm>
                <a:off x="2858949" y="6228549"/>
                <a:ext cx="126360" cy="203040"/>
              </p14:xfrm>
            </p:contentPart>
          </mc:Choice>
          <mc:Fallback>
            <p:pic>
              <p:nvPicPr>
                <p:cNvPr id="7198" name="Rukopis 7197">
                  <a:extLst>
                    <a:ext uri="{FF2B5EF4-FFF2-40B4-BE49-F238E27FC236}">
                      <a16:creationId xmlns:a16="http://schemas.microsoft.com/office/drawing/2014/main" id="{959082CF-913B-D49F-823B-516E9E91DAD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49949" y="6219549"/>
                  <a:ext cx="144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199" name="Rukopis 7198">
                  <a:extLst>
                    <a:ext uri="{FF2B5EF4-FFF2-40B4-BE49-F238E27FC236}">
                      <a16:creationId xmlns:a16="http://schemas.microsoft.com/office/drawing/2014/main" id="{800FDC94-95D4-3AB6-75AE-1BF091CC5828}"/>
                    </a:ext>
                  </a:extLst>
                </p14:cNvPr>
                <p14:cNvContentPartPr/>
                <p14:nvPr/>
              </p14:nvContentPartPr>
              <p14:xfrm>
                <a:off x="2780829" y="5273469"/>
                <a:ext cx="160560" cy="252360"/>
              </p14:xfrm>
            </p:contentPart>
          </mc:Choice>
          <mc:Fallback>
            <p:pic>
              <p:nvPicPr>
                <p:cNvPr id="7199" name="Rukopis 7198">
                  <a:extLst>
                    <a:ext uri="{FF2B5EF4-FFF2-40B4-BE49-F238E27FC236}">
                      <a16:creationId xmlns:a16="http://schemas.microsoft.com/office/drawing/2014/main" id="{800FDC94-95D4-3AB6-75AE-1BF091CC582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72189" y="5264829"/>
                  <a:ext cx="178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096" name="Rukopis 4095">
                  <a:extLst>
                    <a:ext uri="{FF2B5EF4-FFF2-40B4-BE49-F238E27FC236}">
                      <a16:creationId xmlns:a16="http://schemas.microsoft.com/office/drawing/2014/main" id="{89B507F5-2F83-F844-9E13-63E35B095C60}"/>
                    </a:ext>
                  </a:extLst>
                </p14:cNvPr>
                <p14:cNvContentPartPr/>
                <p14:nvPr/>
              </p14:nvContentPartPr>
              <p14:xfrm>
                <a:off x="2867949" y="4753989"/>
                <a:ext cx="150120" cy="358560"/>
              </p14:xfrm>
            </p:contentPart>
          </mc:Choice>
          <mc:Fallback>
            <p:pic>
              <p:nvPicPr>
                <p:cNvPr id="4096" name="Rukopis 4095">
                  <a:extLst>
                    <a:ext uri="{FF2B5EF4-FFF2-40B4-BE49-F238E27FC236}">
                      <a16:creationId xmlns:a16="http://schemas.microsoft.com/office/drawing/2014/main" id="{89B507F5-2F83-F844-9E13-63E35B095C6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58949" y="4745349"/>
                  <a:ext cx="1677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099" name="Rukopis 4098">
                  <a:extLst>
                    <a:ext uri="{FF2B5EF4-FFF2-40B4-BE49-F238E27FC236}">
                      <a16:creationId xmlns:a16="http://schemas.microsoft.com/office/drawing/2014/main" id="{B8571380-1CFF-2E93-BD64-03FFE59AAC5E}"/>
                    </a:ext>
                  </a:extLst>
                </p14:cNvPr>
                <p14:cNvContentPartPr/>
                <p14:nvPr/>
              </p14:nvContentPartPr>
              <p14:xfrm>
                <a:off x="4546629" y="4854069"/>
                <a:ext cx="135360" cy="282600"/>
              </p14:xfrm>
            </p:contentPart>
          </mc:Choice>
          <mc:Fallback>
            <p:pic>
              <p:nvPicPr>
                <p:cNvPr id="4099" name="Rukopis 4098">
                  <a:extLst>
                    <a:ext uri="{FF2B5EF4-FFF2-40B4-BE49-F238E27FC236}">
                      <a16:creationId xmlns:a16="http://schemas.microsoft.com/office/drawing/2014/main" id="{B8571380-1CFF-2E93-BD64-03FFE59AAC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37989" y="4845429"/>
                  <a:ext cx="1530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100" name="Rukopis 4099">
                  <a:extLst>
                    <a:ext uri="{FF2B5EF4-FFF2-40B4-BE49-F238E27FC236}">
                      <a16:creationId xmlns:a16="http://schemas.microsoft.com/office/drawing/2014/main" id="{55EF06EA-0F58-BAE7-5681-C0B84F4C34C1}"/>
                    </a:ext>
                  </a:extLst>
                </p14:cNvPr>
                <p14:cNvContentPartPr/>
                <p14:nvPr/>
              </p14:nvContentPartPr>
              <p14:xfrm>
                <a:off x="4506309" y="5333949"/>
                <a:ext cx="120240" cy="289440"/>
              </p14:xfrm>
            </p:contentPart>
          </mc:Choice>
          <mc:Fallback>
            <p:pic>
              <p:nvPicPr>
                <p:cNvPr id="4100" name="Rukopis 4099">
                  <a:extLst>
                    <a:ext uri="{FF2B5EF4-FFF2-40B4-BE49-F238E27FC236}">
                      <a16:creationId xmlns:a16="http://schemas.microsoft.com/office/drawing/2014/main" id="{55EF06EA-0F58-BAE7-5681-C0B84F4C34C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97309" y="5324949"/>
                  <a:ext cx="1378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101" name="Rukopis 4100">
                  <a:extLst>
                    <a:ext uri="{FF2B5EF4-FFF2-40B4-BE49-F238E27FC236}">
                      <a16:creationId xmlns:a16="http://schemas.microsoft.com/office/drawing/2014/main" id="{7A1B35BA-81CA-8CB4-6457-4F15ABDFD4E1}"/>
                    </a:ext>
                  </a:extLst>
                </p14:cNvPr>
                <p14:cNvContentPartPr/>
                <p14:nvPr/>
              </p14:nvContentPartPr>
              <p14:xfrm>
                <a:off x="4534029" y="5754069"/>
                <a:ext cx="150480" cy="315360"/>
              </p14:xfrm>
            </p:contentPart>
          </mc:Choice>
          <mc:Fallback>
            <p:pic>
              <p:nvPicPr>
                <p:cNvPr id="4101" name="Rukopis 4100">
                  <a:extLst>
                    <a:ext uri="{FF2B5EF4-FFF2-40B4-BE49-F238E27FC236}">
                      <a16:creationId xmlns:a16="http://schemas.microsoft.com/office/drawing/2014/main" id="{7A1B35BA-81CA-8CB4-6457-4F15ABDFD4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25389" y="5745069"/>
                  <a:ext cx="168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102" name="Rukopis 4101">
                  <a:extLst>
                    <a:ext uri="{FF2B5EF4-FFF2-40B4-BE49-F238E27FC236}">
                      <a16:creationId xmlns:a16="http://schemas.microsoft.com/office/drawing/2014/main" id="{BBB60C48-826F-3809-360B-9369C5375CC4}"/>
                    </a:ext>
                  </a:extLst>
                </p14:cNvPr>
                <p14:cNvContentPartPr/>
                <p14:nvPr/>
              </p14:nvContentPartPr>
              <p14:xfrm>
                <a:off x="4553109" y="6198669"/>
                <a:ext cx="116280" cy="229680"/>
              </p14:xfrm>
            </p:contentPart>
          </mc:Choice>
          <mc:Fallback>
            <p:pic>
              <p:nvPicPr>
                <p:cNvPr id="4102" name="Rukopis 4101">
                  <a:extLst>
                    <a:ext uri="{FF2B5EF4-FFF2-40B4-BE49-F238E27FC236}">
                      <a16:creationId xmlns:a16="http://schemas.microsoft.com/office/drawing/2014/main" id="{BBB60C48-826F-3809-360B-9369C5375CC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44469" y="6189669"/>
                  <a:ext cx="133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104" name="Rukopis 4103">
                  <a:extLst>
                    <a:ext uri="{FF2B5EF4-FFF2-40B4-BE49-F238E27FC236}">
                      <a16:creationId xmlns:a16="http://schemas.microsoft.com/office/drawing/2014/main" id="{8506000B-21AB-4A45-F177-6602E29B9FB8}"/>
                    </a:ext>
                  </a:extLst>
                </p14:cNvPr>
                <p14:cNvContentPartPr/>
                <p14:nvPr/>
              </p14:nvContentPartPr>
              <p14:xfrm>
                <a:off x="3880989" y="4800429"/>
                <a:ext cx="159120" cy="305280"/>
              </p14:xfrm>
            </p:contentPart>
          </mc:Choice>
          <mc:Fallback>
            <p:pic>
              <p:nvPicPr>
                <p:cNvPr id="4104" name="Rukopis 4103">
                  <a:extLst>
                    <a:ext uri="{FF2B5EF4-FFF2-40B4-BE49-F238E27FC236}">
                      <a16:creationId xmlns:a16="http://schemas.microsoft.com/office/drawing/2014/main" id="{8506000B-21AB-4A45-F177-6602E29B9F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72349" y="4791429"/>
                  <a:ext cx="1767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105" name="Rukopis 4104">
                  <a:extLst>
                    <a:ext uri="{FF2B5EF4-FFF2-40B4-BE49-F238E27FC236}">
                      <a16:creationId xmlns:a16="http://schemas.microsoft.com/office/drawing/2014/main" id="{31713736-FBAD-AF07-EDBE-CD41E7AAB3EF}"/>
                    </a:ext>
                  </a:extLst>
                </p14:cNvPr>
                <p14:cNvContentPartPr/>
                <p14:nvPr/>
              </p14:nvContentPartPr>
              <p14:xfrm>
                <a:off x="3823029" y="5336109"/>
                <a:ext cx="106200" cy="262080"/>
              </p14:xfrm>
            </p:contentPart>
          </mc:Choice>
          <mc:Fallback>
            <p:pic>
              <p:nvPicPr>
                <p:cNvPr id="4105" name="Rukopis 4104">
                  <a:extLst>
                    <a:ext uri="{FF2B5EF4-FFF2-40B4-BE49-F238E27FC236}">
                      <a16:creationId xmlns:a16="http://schemas.microsoft.com/office/drawing/2014/main" id="{31713736-FBAD-AF07-EDBE-CD41E7AAB3E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14029" y="5327109"/>
                  <a:ext cx="1238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106" name="Rukopis 4105">
                  <a:extLst>
                    <a:ext uri="{FF2B5EF4-FFF2-40B4-BE49-F238E27FC236}">
                      <a16:creationId xmlns:a16="http://schemas.microsoft.com/office/drawing/2014/main" id="{66A80749-6BFD-FC3C-CE1B-9C59954BB552}"/>
                    </a:ext>
                  </a:extLst>
                </p14:cNvPr>
                <p14:cNvContentPartPr/>
                <p14:nvPr/>
              </p14:nvContentPartPr>
              <p14:xfrm>
                <a:off x="3830229" y="5767029"/>
                <a:ext cx="124560" cy="236880"/>
              </p14:xfrm>
            </p:contentPart>
          </mc:Choice>
          <mc:Fallback>
            <p:pic>
              <p:nvPicPr>
                <p:cNvPr id="4106" name="Rukopis 4105">
                  <a:extLst>
                    <a:ext uri="{FF2B5EF4-FFF2-40B4-BE49-F238E27FC236}">
                      <a16:creationId xmlns:a16="http://schemas.microsoft.com/office/drawing/2014/main" id="{66A80749-6BFD-FC3C-CE1B-9C59954BB5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21589" y="5758029"/>
                  <a:ext cx="142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107" name="Rukopis 4106">
                  <a:extLst>
                    <a:ext uri="{FF2B5EF4-FFF2-40B4-BE49-F238E27FC236}">
                      <a16:creationId xmlns:a16="http://schemas.microsoft.com/office/drawing/2014/main" id="{AD3EB028-66AF-40D3-226B-7B3687752E81}"/>
                    </a:ext>
                  </a:extLst>
                </p14:cNvPr>
                <p14:cNvContentPartPr/>
                <p14:nvPr/>
              </p14:nvContentPartPr>
              <p14:xfrm>
                <a:off x="3894309" y="6222789"/>
                <a:ext cx="109440" cy="310320"/>
              </p14:xfrm>
            </p:contentPart>
          </mc:Choice>
          <mc:Fallback>
            <p:pic>
              <p:nvPicPr>
                <p:cNvPr id="4107" name="Rukopis 4106">
                  <a:extLst>
                    <a:ext uri="{FF2B5EF4-FFF2-40B4-BE49-F238E27FC236}">
                      <a16:creationId xmlns:a16="http://schemas.microsoft.com/office/drawing/2014/main" id="{AD3EB028-66AF-40D3-226B-7B3687752E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85669" y="6213789"/>
                  <a:ext cx="1270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123" name="Rukopis 4122">
                  <a:extLst>
                    <a:ext uri="{FF2B5EF4-FFF2-40B4-BE49-F238E27FC236}">
                      <a16:creationId xmlns:a16="http://schemas.microsoft.com/office/drawing/2014/main" id="{F5A17BB7-E54D-DD00-744C-A9CA9B4BFD1B}"/>
                    </a:ext>
                  </a:extLst>
                </p14:cNvPr>
                <p14:cNvContentPartPr/>
                <p14:nvPr/>
              </p14:nvContentPartPr>
              <p14:xfrm>
                <a:off x="2213469" y="4086909"/>
                <a:ext cx="280440" cy="2455560"/>
              </p14:xfrm>
            </p:contentPart>
          </mc:Choice>
          <mc:Fallback>
            <p:pic>
              <p:nvPicPr>
                <p:cNvPr id="4123" name="Rukopis 4122">
                  <a:extLst>
                    <a:ext uri="{FF2B5EF4-FFF2-40B4-BE49-F238E27FC236}">
                      <a16:creationId xmlns:a16="http://schemas.microsoft.com/office/drawing/2014/main" id="{F5A17BB7-E54D-DD00-744C-A9CA9B4BFD1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04469" y="4078269"/>
                  <a:ext cx="298080" cy="24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125" name="Rukopis 4124">
                  <a:extLst>
                    <a:ext uri="{FF2B5EF4-FFF2-40B4-BE49-F238E27FC236}">
                      <a16:creationId xmlns:a16="http://schemas.microsoft.com/office/drawing/2014/main" id="{0A89FE87-2FB6-6A35-02EA-D41E24CFC772}"/>
                    </a:ext>
                  </a:extLst>
                </p14:cNvPr>
                <p14:cNvContentPartPr/>
                <p14:nvPr/>
              </p14:nvContentPartPr>
              <p14:xfrm>
                <a:off x="5254749" y="4105269"/>
                <a:ext cx="180000" cy="2509560"/>
              </p14:xfrm>
            </p:contentPart>
          </mc:Choice>
          <mc:Fallback>
            <p:pic>
              <p:nvPicPr>
                <p:cNvPr id="4125" name="Rukopis 4124">
                  <a:extLst>
                    <a:ext uri="{FF2B5EF4-FFF2-40B4-BE49-F238E27FC236}">
                      <a16:creationId xmlns:a16="http://schemas.microsoft.com/office/drawing/2014/main" id="{0A89FE87-2FB6-6A35-02EA-D41E24CFC77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46109" y="4096629"/>
                  <a:ext cx="197640" cy="25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126" name="Rukopis 4125">
                  <a:extLst>
                    <a:ext uri="{FF2B5EF4-FFF2-40B4-BE49-F238E27FC236}">
                      <a16:creationId xmlns:a16="http://schemas.microsoft.com/office/drawing/2014/main" id="{C6334B66-96BD-2456-498B-03393A07EB5D}"/>
                    </a:ext>
                  </a:extLst>
                </p14:cNvPr>
                <p14:cNvContentPartPr/>
                <p14:nvPr/>
              </p14:nvContentPartPr>
              <p14:xfrm>
                <a:off x="692469" y="4569309"/>
                <a:ext cx="7116120" cy="148680"/>
              </p14:xfrm>
            </p:contentPart>
          </mc:Choice>
          <mc:Fallback>
            <p:pic>
              <p:nvPicPr>
                <p:cNvPr id="4126" name="Rukopis 4125">
                  <a:extLst>
                    <a:ext uri="{FF2B5EF4-FFF2-40B4-BE49-F238E27FC236}">
                      <a16:creationId xmlns:a16="http://schemas.microsoft.com/office/drawing/2014/main" id="{C6334B66-96BD-2456-498B-03393A07EB5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829" y="4560309"/>
                  <a:ext cx="713376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208" name="Rukopis 7207">
                <a:extLst>
                  <a:ext uri="{FF2B5EF4-FFF2-40B4-BE49-F238E27FC236}">
                    <a16:creationId xmlns:a16="http://schemas.microsoft.com/office/drawing/2014/main" id="{B41BF61C-7387-7835-184F-4632B4A9B57F}"/>
                  </a:ext>
                </a:extLst>
              </p14:cNvPr>
              <p14:cNvContentPartPr/>
              <p14:nvPr/>
            </p14:nvContentPartPr>
            <p14:xfrm>
              <a:off x="7032069" y="6121629"/>
              <a:ext cx="47520" cy="16200"/>
            </p14:xfrm>
          </p:contentPart>
        </mc:Choice>
        <mc:Fallback>
          <p:pic>
            <p:nvPicPr>
              <p:cNvPr id="7208" name="Rukopis 7207">
                <a:extLst>
                  <a:ext uri="{FF2B5EF4-FFF2-40B4-BE49-F238E27FC236}">
                    <a16:creationId xmlns:a16="http://schemas.microsoft.com/office/drawing/2014/main" id="{B41BF61C-7387-7835-184F-4632B4A9B57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023429" y="6112989"/>
                <a:ext cx="6516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38" name="Skupina 7237">
            <a:extLst>
              <a:ext uri="{FF2B5EF4-FFF2-40B4-BE49-F238E27FC236}">
                <a16:creationId xmlns:a16="http://schemas.microsoft.com/office/drawing/2014/main" id="{4F615870-B800-7882-74F0-D3D49895B880}"/>
              </a:ext>
            </a:extLst>
          </p:cNvPr>
          <p:cNvGrpSpPr/>
          <p:nvPr/>
        </p:nvGrpSpPr>
        <p:grpSpPr>
          <a:xfrm>
            <a:off x="5569029" y="3999789"/>
            <a:ext cx="3668760" cy="1946160"/>
            <a:chOff x="5569029" y="3999789"/>
            <a:chExt cx="3668760" cy="19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00" name="Rukopis 7199">
                  <a:extLst>
                    <a:ext uri="{FF2B5EF4-FFF2-40B4-BE49-F238E27FC236}">
                      <a16:creationId xmlns:a16="http://schemas.microsoft.com/office/drawing/2014/main" id="{E007503B-CFA7-0EB4-5730-2E3CFC7276E6}"/>
                    </a:ext>
                  </a:extLst>
                </p14:cNvPr>
                <p14:cNvContentPartPr/>
                <p14:nvPr/>
              </p14:nvContentPartPr>
              <p14:xfrm>
                <a:off x="5569029" y="3999789"/>
                <a:ext cx="1716840" cy="709200"/>
              </p14:xfrm>
            </p:contentPart>
          </mc:Choice>
          <mc:Fallback>
            <p:pic>
              <p:nvPicPr>
                <p:cNvPr id="7200" name="Rukopis 7199">
                  <a:extLst>
                    <a:ext uri="{FF2B5EF4-FFF2-40B4-BE49-F238E27FC236}">
                      <a16:creationId xmlns:a16="http://schemas.microsoft.com/office/drawing/2014/main" id="{E007503B-CFA7-0EB4-5730-2E3CFC7276E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60389" y="3991149"/>
                  <a:ext cx="173448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01" name="Rukopis 7200">
                  <a:extLst>
                    <a:ext uri="{FF2B5EF4-FFF2-40B4-BE49-F238E27FC236}">
                      <a16:creationId xmlns:a16="http://schemas.microsoft.com/office/drawing/2014/main" id="{1FE1CF9E-D61D-A145-5B4A-1D42B24DB223}"/>
                    </a:ext>
                  </a:extLst>
                </p14:cNvPr>
                <p14:cNvContentPartPr/>
                <p14:nvPr/>
              </p14:nvContentPartPr>
              <p14:xfrm>
                <a:off x="7310349" y="4732029"/>
                <a:ext cx="204840" cy="278640"/>
              </p14:xfrm>
            </p:contentPart>
          </mc:Choice>
          <mc:Fallback>
            <p:pic>
              <p:nvPicPr>
                <p:cNvPr id="7201" name="Rukopis 7200">
                  <a:extLst>
                    <a:ext uri="{FF2B5EF4-FFF2-40B4-BE49-F238E27FC236}">
                      <a16:creationId xmlns:a16="http://schemas.microsoft.com/office/drawing/2014/main" id="{1FE1CF9E-D61D-A145-5B4A-1D42B24DB22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01349" y="4723029"/>
                  <a:ext cx="222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02" name="Rukopis 7201">
                  <a:extLst>
                    <a:ext uri="{FF2B5EF4-FFF2-40B4-BE49-F238E27FC236}">
                      <a16:creationId xmlns:a16="http://schemas.microsoft.com/office/drawing/2014/main" id="{4C52411C-D0CE-0440-3435-A4A6B365770A}"/>
                    </a:ext>
                  </a:extLst>
                </p14:cNvPr>
                <p14:cNvContentPartPr/>
                <p14:nvPr/>
              </p14:nvContentPartPr>
              <p14:xfrm>
                <a:off x="7313949" y="4840389"/>
                <a:ext cx="348480" cy="227160"/>
              </p14:xfrm>
            </p:contentPart>
          </mc:Choice>
          <mc:Fallback>
            <p:pic>
              <p:nvPicPr>
                <p:cNvPr id="7202" name="Rukopis 7201">
                  <a:extLst>
                    <a:ext uri="{FF2B5EF4-FFF2-40B4-BE49-F238E27FC236}">
                      <a16:creationId xmlns:a16="http://schemas.microsoft.com/office/drawing/2014/main" id="{4C52411C-D0CE-0440-3435-A4A6B365770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05309" y="4831389"/>
                  <a:ext cx="366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09" name="Rukopis 7208">
                  <a:extLst>
                    <a:ext uri="{FF2B5EF4-FFF2-40B4-BE49-F238E27FC236}">
                      <a16:creationId xmlns:a16="http://schemas.microsoft.com/office/drawing/2014/main" id="{E98CDD55-0886-CF7F-357F-7E4E3998D91B}"/>
                    </a:ext>
                  </a:extLst>
                </p14:cNvPr>
                <p14:cNvContentPartPr/>
                <p14:nvPr/>
              </p14:nvContentPartPr>
              <p14:xfrm>
                <a:off x="6734709" y="5133429"/>
                <a:ext cx="111600" cy="370080"/>
              </p14:xfrm>
            </p:contentPart>
          </mc:Choice>
          <mc:Fallback>
            <p:pic>
              <p:nvPicPr>
                <p:cNvPr id="7209" name="Rukopis 7208">
                  <a:extLst>
                    <a:ext uri="{FF2B5EF4-FFF2-40B4-BE49-F238E27FC236}">
                      <a16:creationId xmlns:a16="http://schemas.microsoft.com/office/drawing/2014/main" id="{E98CDD55-0886-CF7F-357F-7E4E3998D91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26069" y="5124429"/>
                  <a:ext cx="1292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10" name="Rukopis 7209">
                  <a:extLst>
                    <a:ext uri="{FF2B5EF4-FFF2-40B4-BE49-F238E27FC236}">
                      <a16:creationId xmlns:a16="http://schemas.microsoft.com/office/drawing/2014/main" id="{176BFC85-E521-4946-8D6B-68C1029B524A}"/>
                    </a:ext>
                  </a:extLst>
                </p14:cNvPr>
                <p14:cNvContentPartPr/>
                <p14:nvPr/>
              </p14:nvContentPartPr>
              <p14:xfrm>
                <a:off x="6674949" y="5329629"/>
                <a:ext cx="233640" cy="40680"/>
              </p14:xfrm>
            </p:contentPart>
          </mc:Choice>
          <mc:Fallback>
            <p:pic>
              <p:nvPicPr>
                <p:cNvPr id="7210" name="Rukopis 7209">
                  <a:extLst>
                    <a:ext uri="{FF2B5EF4-FFF2-40B4-BE49-F238E27FC236}">
                      <a16:creationId xmlns:a16="http://schemas.microsoft.com/office/drawing/2014/main" id="{176BFC85-E521-4946-8D6B-68C1029B524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66309" y="5320629"/>
                  <a:ext cx="251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11" name="Rukopis 7210">
                  <a:extLst>
                    <a:ext uri="{FF2B5EF4-FFF2-40B4-BE49-F238E27FC236}">
                      <a16:creationId xmlns:a16="http://schemas.microsoft.com/office/drawing/2014/main" id="{F4DE29D6-B401-F13D-FA3A-0D2BB5F44356}"/>
                    </a:ext>
                  </a:extLst>
                </p14:cNvPr>
                <p14:cNvContentPartPr/>
                <p14:nvPr/>
              </p14:nvContentPartPr>
              <p14:xfrm>
                <a:off x="6839469" y="5284629"/>
                <a:ext cx="265680" cy="163440"/>
              </p14:xfrm>
            </p:contentPart>
          </mc:Choice>
          <mc:Fallback>
            <p:pic>
              <p:nvPicPr>
                <p:cNvPr id="7211" name="Rukopis 7210">
                  <a:extLst>
                    <a:ext uri="{FF2B5EF4-FFF2-40B4-BE49-F238E27FC236}">
                      <a16:creationId xmlns:a16="http://schemas.microsoft.com/office/drawing/2014/main" id="{F4DE29D6-B401-F13D-FA3A-0D2BB5F4435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30469" y="5275629"/>
                  <a:ext cx="283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12" name="Rukopis 7211">
                  <a:extLst>
                    <a:ext uri="{FF2B5EF4-FFF2-40B4-BE49-F238E27FC236}">
                      <a16:creationId xmlns:a16="http://schemas.microsoft.com/office/drawing/2014/main" id="{4465163C-04BE-658B-454E-396E5B69856D}"/>
                    </a:ext>
                  </a:extLst>
                </p14:cNvPr>
                <p14:cNvContentPartPr/>
                <p14:nvPr/>
              </p14:nvContentPartPr>
              <p14:xfrm>
                <a:off x="7106589" y="5275629"/>
                <a:ext cx="193320" cy="158400"/>
              </p14:xfrm>
            </p:contentPart>
          </mc:Choice>
          <mc:Fallback>
            <p:pic>
              <p:nvPicPr>
                <p:cNvPr id="7212" name="Rukopis 7211">
                  <a:extLst>
                    <a:ext uri="{FF2B5EF4-FFF2-40B4-BE49-F238E27FC236}">
                      <a16:creationId xmlns:a16="http://schemas.microsoft.com/office/drawing/2014/main" id="{4465163C-04BE-658B-454E-396E5B6985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97589" y="5266989"/>
                  <a:ext cx="210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13" name="Rukopis 7212">
                  <a:extLst>
                    <a:ext uri="{FF2B5EF4-FFF2-40B4-BE49-F238E27FC236}">
                      <a16:creationId xmlns:a16="http://schemas.microsoft.com/office/drawing/2014/main" id="{C531A0E2-1DE8-4025-647A-8D28DFAB3882}"/>
                    </a:ext>
                  </a:extLst>
                </p14:cNvPr>
                <p14:cNvContentPartPr/>
                <p14:nvPr/>
              </p14:nvContentPartPr>
              <p14:xfrm>
                <a:off x="7363629" y="5167989"/>
                <a:ext cx="64800" cy="258840"/>
              </p14:xfrm>
            </p:contentPart>
          </mc:Choice>
          <mc:Fallback>
            <p:pic>
              <p:nvPicPr>
                <p:cNvPr id="7213" name="Rukopis 7212">
                  <a:extLst>
                    <a:ext uri="{FF2B5EF4-FFF2-40B4-BE49-F238E27FC236}">
                      <a16:creationId xmlns:a16="http://schemas.microsoft.com/office/drawing/2014/main" id="{C531A0E2-1DE8-4025-647A-8D28DFAB388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54989" y="5158989"/>
                  <a:ext cx="82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214" name="Rukopis 7213">
                  <a:extLst>
                    <a:ext uri="{FF2B5EF4-FFF2-40B4-BE49-F238E27FC236}">
                      <a16:creationId xmlns:a16="http://schemas.microsoft.com/office/drawing/2014/main" id="{6CA177E3-A82E-595C-FD1C-6BA7B141F1DA}"/>
                    </a:ext>
                  </a:extLst>
                </p14:cNvPr>
                <p14:cNvContentPartPr/>
                <p14:nvPr/>
              </p14:nvContentPartPr>
              <p14:xfrm>
                <a:off x="7297389" y="5298669"/>
                <a:ext cx="160920" cy="19440"/>
              </p14:xfrm>
            </p:contentPart>
          </mc:Choice>
          <mc:Fallback>
            <p:pic>
              <p:nvPicPr>
                <p:cNvPr id="7214" name="Rukopis 7213">
                  <a:extLst>
                    <a:ext uri="{FF2B5EF4-FFF2-40B4-BE49-F238E27FC236}">
                      <a16:creationId xmlns:a16="http://schemas.microsoft.com/office/drawing/2014/main" id="{6CA177E3-A82E-595C-FD1C-6BA7B141F1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88389" y="5290029"/>
                  <a:ext cx="178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215" name="Rukopis 7214">
                  <a:extLst>
                    <a:ext uri="{FF2B5EF4-FFF2-40B4-BE49-F238E27FC236}">
                      <a16:creationId xmlns:a16="http://schemas.microsoft.com/office/drawing/2014/main" id="{B317ECB5-1CF4-95D9-CFF0-D7E1FD39BD3A}"/>
                    </a:ext>
                  </a:extLst>
                </p14:cNvPr>
                <p14:cNvContentPartPr/>
                <p14:nvPr/>
              </p14:nvContentPartPr>
              <p14:xfrm>
                <a:off x="7516629" y="5239269"/>
                <a:ext cx="158040" cy="158400"/>
              </p14:xfrm>
            </p:contentPart>
          </mc:Choice>
          <mc:Fallback>
            <p:pic>
              <p:nvPicPr>
                <p:cNvPr id="7215" name="Rukopis 7214">
                  <a:extLst>
                    <a:ext uri="{FF2B5EF4-FFF2-40B4-BE49-F238E27FC236}">
                      <a16:creationId xmlns:a16="http://schemas.microsoft.com/office/drawing/2014/main" id="{B317ECB5-1CF4-95D9-CFF0-D7E1FD39BD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07629" y="5230269"/>
                  <a:ext cx="175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216" name="Rukopis 7215">
                  <a:extLst>
                    <a:ext uri="{FF2B5EF4-FFF2-40B4-BE49-F238E27FC236}">
                      <a16:creationId xmlns:a16="http://schemas.microsoft.com/office/drawing/2014/main" id="{CD19834E-E839-1516-B044-BBCE563F94DD}"/>
                    </a:ext>
                  </a:extLst>
                </p14:cNvPr>
                <p14:cNvContentPartPr/>
                <p14:nvPr/>
              </p14:nvContentPartPr>
              <p14:xfrm>
                <a:off x="7770069" y="5090949"/>
                <a:ext cx="135000" cy="330840"/>
              </p14:xfrm>
            </p:contentPart>
          </mc:Choice>
          <mc:Fallback>
            <p:pic>
              <p:nvPicPr>
                <p:cNvPr id="7216" name="Rukopis 7215">
                  <a:extLst>
                    <a:ext uri="{FF2B5EF4-FFF2-40B4-BE49-F238E27FC236}">
                      <a16:creationId xmlns:a16="http://schemas.microsoft.com/office/drawing/2014/main" id="{CD19834E-E839-1516-B044-BBCE563F94D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61069" y="5081949"/>
                  <a:ext cx="1526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217" name="Rukopis 7216">
                  <a:extLst>
                    <a:ext uri="{FF2B5EF4-FFF2-40B4-BE49-F238E27FC236}">
                      <a16:creationId xmlns:a16="http://schemas.microsoft.com/office/drawing/2014/main" id="{D5CD4E49-A8F8-F5E8-EEAA-8BA7D3A4F443}"/>
                    </a:ext>
                  </a:extLst>
                </p14:cNvPr>
                <p14:cNvContentPartPr/>
                <p14:nvPr/>
              </p14:nvContentPartPr>
              <p14:xfrm>
                <a:off x="7930989" y="5250429"/>
                <a:ext cx="122040" cy="158760"/>
              </p14:xfrm>
            </p:contentPart>
          </mc:Choice>
          <mc:Fallback>
            <p:pic>
              <p:nvPicPr>
                <p:cNvPr id="7217" name="Rukopis 7216">
                  <a:extLst>
                    <a:ext uri="{FF2B5EF4-FFF2-40B4-BE49-F238E27FC236}">
                      <a16:creationId xmlns:a16="http://schemas.microsoft.com/office/drawing/2014/main" id="{D5CD4E49-A8F8-F5E8-EEAA-8BA7D3A4F44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21989" y="5241789"/>
                  <a:ext cx="139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218" name="Rukopis 7217">
                  <a:extLst>
                    <a:ext uri="{FF2B5EF4-FFF2-40B4-BE49-F238E27FC236}">
                      <a16:creationId xmlns:a16="http://schemas.microsoft.com/office/drawing/2014/main" id="{B38872A9-DDC9-2C53-9CFD-CE51B798071F}"/>
                    </a:ext>
                  </a:extLst>
                </p14:cNvPr>
                <p14:cNvContentPartPr/>
                <p14:nvPr/>
              </p14:nvContentPartPr>
              <p14:xfrm>
                <a:off x="8137989" y="5215149"/>
                <a:ext cx="150120" cy="399960"/>
              </p14:xfrm>
            </p:contentPart>
          </mc:Choice>
          <mc:Fallback>
            <p:pic>
              <p:nvPicPr>
                <p:cNvPr id="7218" name="Rukopis 7217">
                  <a:extLst>
                    <a:ext uri="{FF2B5EF4-FFF2-40B4-BE49-F238E27FC236}">
                      <a16:creationId xmlns:a16="http://schemas.microsoft.com/office/drawing/2014/main" id="{B38872A9-DDC9-2C53-9CFD-CE51B798071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28989" y="5206149"/>
                  <a:ext cx="16776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219" name="Rukopis 7218">
                  <a:extLst>
                    <a:ext uri="{FF2B5EF4-FFF2-40B4-BE49-F238E27FC236}">
                      <a16:creationId xmlns:a16="http://schemas.microsoft.com/office/drawing/2014/main" id="{342A9C8E-1A2B-E557-085F-98DC9E880E2D}"/>
                    </a:ext>
                  </a:extLst>
                </p14:cNvPr>
                <p14:cNvContentPartPr/>
                <p14:nvPr/>
              </p14:nvContentPartPr>
              <p14:xfrm>
                <a:off x="8403309" y="5253669"/>
                <a:ext cx="28080" cy="154440"/>
              </p14:xfrm>
            </p:contentPart>
          </mc:Choice>
          <mc:Fallback>
            <p:pic>
              <p:nvPicPr>
                <p:cNvPr id="7219" name="Rukopis 7218">
                  <a:extLst>
                    <a:ext uri="{FF2B5EF4-FFF2-40B4-BE49-F238E27FC236}">
                      <a16:creationId xmlns:a16="http://schemas.microsoft.com/office/drawing/2014/main" id="{342A9C8E-1A2B-E557-085F-98DC9E880E2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94309" y="5244669"/>
                  <a:ext cx="45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220" name="Rukopis 7219">
                  <a:extLst>
                    <a:ext uri="{FF2B5EF4-FFF2-40B4-BE49-F238E27FC236}">
                      <a16:creationId xmlns:a16="http://schemas.microsoft.com/office/drawing/2014/main" id="{7F93686C-861E-3B50-6240-0EFCD413657D}"/>
                    </a:ext>
                  </a:extLst>
                </p14:cNvPr>
                <p14:cNvContentPartPr/>
                <p14:nvPr/>
              </p14:nvContentPartPr>
              <p14:xfrm>
                <a:off x="8435349" y="5160069"/>
                <a:ext cx="13320" cy="18720"/>
              </p14:xfrm>
            </p:contentPart>
          </mc:Choice>
          <mc:Fallback>
            <p:pic>
              <p:nvPicPr>
                <p:cNvPr id="7220" name="Rukopis 7219">
                  <a:extLst>
                    <a:ext uri="{FF2B5EF4-FFF2-40B4-BE49-F238E27FC236}">
                      <a16:creationId xmlns:a16="http://schemas.microsoft.com/office/drawing/2014/main" id="{7F93686C-861E-3B50-6240-0EFCD413657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26349" y="5151429"/>
                  <a:ext cx="30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221" name="Rukopis 7220">
                  <a:extLst>
                    <a:ext uri="{FF2B5EF4-FFF2-40B4-BE49-F238E27FC236}">
                      <a16:creationId xmlns:a16="http://schemas.microsoft.com/office/drawing/2014/main" id="{6B64308F-A376-1FA3-0F39-C0C93BF15621}"/>
                    </a:ext>
                  </a:extLst>
                </p14:cNvPr>
                <p14:cNvContentPartPr/>
                <p14:nvPr/>
              </p14:nvContentPartPr>
              <p14:xfrm>
                <a:off x="8545869" y="5214429"/>
                <a:ext cx="163440" cy="132120"/>
              </p14:xfrm>
            </p:contentPart>
          </mc:Choice>
          <mc:Fallback>
            <p:pic>
              <p:nvPicPr>
                <p:cNvPr id="7221" name="Rukopis 7220">
                  <a:extLst>
                    <a:ext uri="{FF2B5EF4-FFF2-40B4-BE49-F238E27FC236}">
                      <a16:creationId xmlns:a16="http://schemas.microsoft.com/office/drawing/2014/main" id="{6B64308F-A376-1FA3-0F39-C0C93BF1562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37229" y="5205789"/>
                  <a:ext cx="181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222" name="Rukopis 7221">
                  <a:extLst>
                    <a:ext uri="{FF2B5EF4-FFF2-40B4-BE49-F238E27FC236}">
                      <a16:creationId xmlns:a16="http://schemas.microsoft.com/office/drawing/2014/main" id="{1621C1B2-0257-D7AB-E1AD-F76CD169D07B}"/>
                    </a:ext>
                  </a:extLst>
                </p14:cNvPr>
                <p14:cNvContentPartPr/>
                <p14:nvPr/>
              </p14:nvContentPartPr>
              <p14:xfrm>
                <a:off x="8738109" y="5022549"/>
                <a:ext cx="59040" cy="312480"/>
              </p14:xfrm>
            </p:contentPart>
          </mc:Choice>
          <mc:Fallback>
            <p:pic>
              <p:nvPicPr>
                <p:cNvPr id="7222" name="Rukopis 7221">
                  <a:extLst>
                    <a:ext uri="{FF2B5EF4-FFF2-40B4-BE49-F238E27FC236}">
                      <a16:creationId xmlns:a16="http://schemas.microsoft.com/office/drawing/2014/main" id="{1621C1B2-0257-D7AB-E1AD-F76CD169D07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729109" y="5013909"/>
                  <a:ext cx="766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223" name="Rukopis 7222">
                  <a:extLst>
                    <a:ext uri="{FF2B5EF4-FFF2-40B4-BE49-F238E27FC236}">
                      <a16:creationId xmlns:a16="http://schemas.microsoft.com/office/drawing/2014/main" id="{CAF421EB-6217-B656-9A36-BB8691D704E7}"/>
                    </a:ext>
                  </a:extLst>
                </p14:cNvPr>
                <p14:cNvContentPartPr/>
                <p14:nvPr/>
              </p14:nvContentPartPr>
              <p14:xfrm>
                <a:off x="8792109" y="5238189"/>
                <a:ext cx="227160" cy="489960"/>
              </p14:xfrm>
            </p:contentPart>
          </mc:Choice>
          <mc:Fallback>
            <p:pic>
              <p:nvPicPr>
                <p:cNvPr id="7223" name="Rukopis 7222">
                  <a:extLst>
                    <a:ext uri="{FF2B5EF4-FFF2-40B4-BE49-F238E27FC236}">
                      <a16:creationId xmlns:a16="http://schemas.microsoft.com/office/drawing/2014/main" id="{CAF421EB-6217-B656-9A36-BB8691D704E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83469" y="5229189"/>
                  <a:ext cx="24480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225" name="Rukopis 7224">
                  <a:extLst>
                    <a:ext uri="{FF2B5EF4-FFF2-40B4-BE49-F238E27FC236}">
                      <a16:creationId xmlns:a16="http://schemas.microsoft.com/office/drawing/2014/main" id="{C82A174A-B97F-98DC-C9EF-D5FC72C112B4}"/>
                    </a:ext>
                  </a:extLst>
                </p14:cNvPr>
                <p14:cNvContentPartPr/>
                <p14:nvPr/>
              </p14:nvContentPartPr>
              <p14:xfrm>
                <a:off x="6867549" y="5721309"/>
                <a:ext cx="205560" cy="208080"/>
              </p14:xfrm>
            </p:contentPart>
          </mc:Choice>
          <mc:Fallback>
            <p:pic>
              <p:nvPicPr>
                <p:cNvPr id="7225" name="Rukopis 7224">
                  <a:extLst>
                    <a:ext uri="{FF2B5EF4-FFF2-40B4-BE49-F238E27FC236}">
                      <a16:creationId xmlns:a16="http://schemas.microsoft.com/office/drawing/2014/main" id="{C82A174A-B97F-98DC-C9EF-D5FC72C112B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58549" y="5712309"/>
                  <a:ext cx="2232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226" name="Rukopis 7225">
                  <a:extLst>
                    <a:ext uri="{FF2B5EF4-FFF2-40B4-BE49-F238E27FC236}">
                      <a16:creationId xmlns:a16="http://schemas.microsoft.com/office/drawing/2014/main" id="{FE7854D8-62E0-4D1B-2213-69E57DB9B1CF}"/>
                    </a:ext>
                  </a:extLst>
                </p14:cNvPr>
                <p14:cNvContentPartPr/>
                <p14:nvPr/>
              </p14:nvContentPartPr>
              <p14:xfrm>
                <a:off x="7059789" y="5554989"/>
                <a:ext cx="113760" cy="321840"/>
              </p14:xfrm>
            </p:contentPart>
          </mc:Choice>
          <mc:Fallback>
            <p:pic>
              <p:nvPicPr>
                <p:cNvPr id="7226" name="Rukopis 7225">
                  <a:extLst>
                    <a:ext uri="{FF2B5EF4-FFF2-40B4-BE49-F238E27FC236}">
                      <a16:creationId xmlns:a16="http://schemas.microsoft.com/office/drawing/2014/main" id="{FE7854D8-62E0-4D1B-2213-69E57DB9B1C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51149" y="5545989"/>
                  <a:ext cx="1314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227" name="Rukopis 7226">
                  <a:extLst>
                    <a:ext uri="{FF2B5EF4-FFF2-40B4-BE49-F238E27FC236}">
                      <a16:creationId xmlns:a16="http://schemas.microsoft.com/office/drawing/2014/main" id="{7D8F5B9C-4499-DA59-E60E-CFD8E7714732}"/>
                    </a:ext>
                  </a:extLst>
                </p14:cNvPr>
                <p14:cNvContentPartPr/>
                <p14:nvPr/>
              </p14:nvContentPartPr>
              <p14:xfrm>
                <a:off x="7111269" y="5739669"/>
                <a:ext cx="171360" cy="146880"/>
              </p14:xfrm>
            </p:contentPart>
          </mc:Choice>
          <mc:Fallback>
            <p:pic>
              <p:nvPicPr>
                <p:cNvPr id="7227" name="Rukopis 7226">
                  <a:extLst>
                    <a:ext uri="{FF2B5EF4-FFF2-40B4-BE49-F238E27FC236}">
                      <a16:creationId xmlns:a16="http://schemas.microsoft.com/office/drawing/2014/main" id="{7D8F5B9C-4499-DA59-E60E-CFD8E771473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02629" y="5730669"/>
                  <a:ext cx="1890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228" name="Rukopis 7227">
                  <a:extLst>
                    <a:ext uri="{FF2B5EF4-FFF2-40B4-BE49-F238E27FC236}">
                      <a16:creationId xmlns:a16="http://schemas.microsoft.com/office/drawing/2014/main" id="{B9421838-3764-D1B3-612E-704DA9437904}"/>
                    </a:ext>
                  </a:extLst>
                </p14:cNvPr>
                <p14:cNvContentPartPr/>
                <p14:nvPr/>
              </p14:nvContentPartPr>
              <p14:xfrm>
                <a:off x="7359309" y="5756949"/>
                <a:ext cx="178200" cy="186480"/>
              </p14:xfrm>
            </p:contentPart>
          </mc:Choice>
          <mc:Fallback>
            <p:pic>
              <p:nvPicPr>
                <p:cNvPr id="7228" name="Rukopis 7227">
                  <a:extLst>
                    <a:ext uri="{FF2B5EF4-FFF2-40B4-BE49-F238E27FC236}">
                      <a16:creationId xmlns:a16="http://schemas.microsoft.com/office/drawing/2014/main" id="{B9421838-3764-D1B3-612E-704DA943790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50309" y="5747949"/>
                  <a:ext cx="195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229" name="Rukopis 7228">
                  <a:extLst>
                    <a:ext uri="{FF2B5EF4-FFF2-40B4-BE49-F238E27FC236}">
                      <a16:creationId xmlns:a16="http://schemas.microsoft.com/office/drawing/2014/main" id="{97A287FA-644F-E4F2-7F20-EE34F1B1AAD5}"/>
                    </a:ext>
                  </a:extLst>
                </p14:cNvPr>
                <p14:cNvContentPartPr/>
                <p14:nvPr/>
              </p14:nvContentPartPr>
              <p14:xfrm>
                <a:off x="7564869" y="5666589"/>
                <a:ext cx="111600" cy="279360"/>
              </p14:xfrm>
            </p:contentPart>
          </mc:Choice>
          <mc:Fallback>
            <p:pic>
              <p:nvPicPr>
                <p:cNvPr id="7229" name="Rukopis 7228">
                  <a:extLst>
                    <a:ext uri="{FF2B5EF4-FFF2-40B4-BE49-F238E27FC236}">
                      <a16:creationId xmlns:a16="http://schemas.microsoft.com/office/drawing/2014/main" id="{97A287FA-644F-E4F2-7F20-EE34F1B1AAD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55869" y="5657589"/>
                  <a:ext cx="1292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7230" name="Rukopis 7229">
                  <a:extLst>
                    <a:ext uri="{FF2B5EF4-FFF2-40B4-BE49-F238E27FC236}">
                      <a16:creationId xmlns:a16="http://schemas.microsoft.com/office/drawing/2014/main" id="{FB28B8BE-6C89-AD43-5B62-BCA5612025AF}"/>
                    </a:ext>
                  </a:extLst>
                </p14:cNvPr>
                <p14:cNvContentPartPr/>
                <p14:nvPr/>
              </p14:nvContentPartPr>
              <p14:xfrm>
                <a:off x="7699509" y="5749389"/>
                <a:ext cx="184320" cy="172440"/>
              </p14:xfrm>
            </p:contentPart>
          </mc:Choice>
          <mc:Fallback>
            <p:pic>
              <p:nvPicPr>
                <p:cNvPr id="7230" name="Rukopis 7229">
                  <a:extLst>
                    <a:ext uri="{FF2B5EF4-FFF2-40B4-BE49-F238E27FC236}">
                      <a16:creationId xmlns:a16="http://schemas.microsoft.com/office/drawing/2014/main" id="{FB28B8BE-6C89-AD43-5B62-BCA5612025A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90509" y="5740389"/>
                  <a:ext cx="201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7231" name="Rukopis 7230">
                  <a:extLst>
                    <a:ext uri="{FF2B5EF4-FFF2-40B4-BE49-F238E27FC236}">
                      <a16:creationId xmlns:a16="http://schemas.microsoft.com/office/drawing/2014/main" id="{CB364459-6EE9-8782-EB5F-B8760BA1D135}"/>
                    </a:ext>
                  </a:extLst>
                </p14:cNvPr>
                <p14:cNvContentPartPr/>
                <p14:nvPr/>
              </p14:nvContentPartPr>
              <p14:xfrm>
                <a:off x="7913349" y="5741469"/>
                <a:ext cx="128520" cy="171720"/>
              </p14:xfrm>
            </p:contentPart>
          </mc:Choice>
          <mc:Fallback>
            <p:pic>
              <p:nvPicPr>
                <p:cNvPr id="7231" name="Rukopis 7230">
                  <a:extLst>
                    <a:ext uri="{FF2B5EF4-FFF2-40B4-BE49-F238E27FC236}">
                      <a16:creationId xmlns:a16="http://schemas.microsoft.com/office/drawing/2014/main" id="{CB364459-6EE9-8782-EB5F-B8760BA1D13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04709" y="5732829"/>
                  <a:ext cx="146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7232" name="Rukopis 7231">
                  <a:extLst>
                    <a:ext uri="{FF2B5EF4-FFF2-40B4-BE49-F238E27FC236}">
                      <a16:creationId xmlns:a16="http://schemas.microsoft.com/office/drawing/2014/main" id="{8ED82829-96B6-AE29-D703-888AEEE6EB5F}"/>
                    </a:ext>
                  </a:extLst>
                </p14:cNvPr>
                <p14:cNvContentPartPr/>
                <p14:nvPr/>
              </p14:nvContentPartPr>
              <p14:xfrm>
                <a:off x="8206389" y="5598549"/>
                <a:ext cx="216360" cy="264960"/>
              </p14:xfrm>
            </p:contentPart>
          </mc:Choice>
          <mc:Fallback>
            <p:pic>
              <p:nvPicPr>
                <p:cNvPr id="7232" name="Rukopis 7231">
                  <a:extLst>
                    <a:ext uri="{FF2B5EF4-FFF2-40B4-BE49-F238E27FC236}">
                      <a16:creationId xmlns:a16="http://schemas.microsoft.com/office/drawing/2014/main" id="{8ED82829-96B6-AE29-D703-888AEEE6EB5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97389" y="5589549"/>
                  <a:ext cx="234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7233" name="Rukopis 7232">
                  <a:extLst>
                    <a:ext uri="{FF2B5EF4-FFF2-40B4-BE49-F238E27FC236}">
                      <a16:creationId xmlns:a16="http://schemas.microsoft.com/office/drawing/2014/main" id="{AA03ADA6-7272-CABD-2152-8B3FA7FF2B51}"/>
                    </a:ext>
                  </a:extLst>
                </p14:cNvPr>
                <p14:cNvContentPartPr/>
                <p14:nvPr/>
              </p14:nvContentPartPr>
              <p14:xfrm>
                <a:off x="8471709" y="5698269"/>
                <a:ext cx="96480" cy="165600"/>
              </p14:xfrm>
            </p:contentPart>
          </mc:Choice>
          <mc:Fallback>
            <p:pic>
              <p:nvPicPr>
                <p:cNvPr id="7233" name="Rukopis 7232">
                  <a:extLst>
                    <a:ext uri="{FF2B5EF4-FFF2-40B4-BE49-F238E27FC236}">
                      <a16:creationId xmlns:a16="http://schemas.microsoft.com/office/drawing/2014/main" id="{AA03ADA6-7272-CABD-2152-8B3FA7FF2B5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62709" y="5689269"/>
                  <a:ext cx="114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234" name="Rukopis 7233">
                  <a:extLst>
                    <a:ext uri="{FF2B5EF4-FFF2-40B4-BE49-F238E27FC236}">
                      <a16:creationId xmlns:a16="http://schemas.microsoft.com/office/drawing/2014/main" id="{8253DDEF-6D6A-D6DB-3A33-6F7409437606}"/>
                    </a:ext>
                  </a:extLst>
                </p14:cNvPr>
                <p14:cNvContentPartPr/>
                <p14:nvPr/>
              </p14:nvContentPartPr>
              <p14:xfrm>
                <a:off x="8668269" y="5566509"/>
                <a:ext cx="107280" cy="289080"/>
              </p14:xfrm>
            </p:contentPart>
          </mc:Choice>
          <mc:Fallback>
            <p:pic>
              <p:nvPicPr>
                <p:cNvPr id="7234" name="Rukopis 7233">
                  <a:extLst>
                    <a:ext uri="{FF2B5EF4-FFF2-40B4-BE49-F238E27FC236}">
                      <a16:creationId xmlns:a16="http://schemas.microsoft.com/office/drawing/2014/main" id="{8253DDEF-6D6A-D6DB-3A33-6F740943760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659629" y="5557509"/>
                  <a:ext cx="1249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235" name="Rukopis 7234">
                  <a:extLst>
                    <a:ext uri="{FF2B5EF4-FFF2-40B4-BE49-F238E27FC236}">
                      <a16:creationId xmlns:a16="http://schemas.microsoft.com/office/drawing/2014/main" id="{60F665DE-5B47-20A7-E960-0F8B77C17279}"/>
                    </a:ext>
                  </a:extLst>
                </p14:cNvPr>
                <p14:cNvContentPartPr/>
                <p14:nvPr/>
              </p14:nvContentPartPr>
              <p14:xfrm>
                <a:off x="8661789" y="5743629"/>
                <a:ext cx="188640" cy="33120"/>
              </p14:xfrm>
            </p:contentPart>
          </mc:Choice>
          <mc:Fallback>
            <p:pic>
              <p:nvPicPr>
                <p:cNvPr id="7235" name="Rukopis 7234">
                  <a:extLst>
                    <a:ext uri="{FF2B5EF4-FFF2-40B4-BE49-F238E27FC236}">
                      <a16:creationId xmlns:a16="http://schemas.microsoft.com/office/drawing/2014/main" id="{60F665DE-5B47-20A7-E960-0F8B77C1727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53149" y="5734629"/>
                  <a:ext cx="2062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236" name="Rukopis 7235">
                  <a:extLst>
                    <a:ext uri="{FF2B5EF4-FFF2-40B4-BE49-F238E27FC236}">
                      <a16:creationId xmlns:a16="http://schemas.microsoft.com/office/drawing/2014/main" id="{E15C9526-9052-6943-1BE6-20C4602D453B}"/>
                    </a:ext>
                  </a:extLst>
                </p14:cNvPr>
                <p14:cNvContentPartPr/>
                <p14:nvPr/>
              </p14:nvContentPartPr>
              <p14:xfrm>
                <a:off x="8839629" y="5725989"/>
                <a:ext cx="270360" cy="167760"/>
              </p14:xfrm>
            </p:contentPart>
          </mc:Choice>
          <mc:Fallback>
            <p:pic>
              <p:nvPicPr>
                <p:cNvPr id="7236" name="Rukopis 7235">
                  <a:extLst>
                    <a:ext uri="{FF2B5EF4-FFF2-40B4-BE49-F238E27FC236}">
                      <a16:creationId xmlns:a16="http://schemas.microsoft.com/office/drawing/2014/main" id="{E15C9526-9052-6943-1BE6-20C4602D453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30629" y="5717349"/>
                  <a:ext cx="288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237" name="Rukopis 7236">
                  <a:extLst>
                    <a:ext uri="{FF2B5EF4-FFF2-40B4-BE49-F238E27FC236}">
                      <a16:creationId xmlns:a16="http://schemas.microsoft.com/office/drawing/2014/main" id="{9B4A0EF3-8AB2-5EA9-3861-DABAA0BAC3C4}"/>
                    </a:ext>
                  </a:extLst>
                </p14:cNvPr>
                <p14:cNvContentPartPr/>
                <p14:nvPr/>
              </p14:nvContentPartPr>
              <p14:xfrm>
                <a:off x="9121869" y="5623029"/>
                <a:ext cx="115920" cy="99360"/>
              </p14:xfrm>
            </p:contentPart>
          </mc:Choice>
          <mc:Fallback>
            <p:pic>
              <p:nvPicPr>
                <p:cNvPr id="7237" name="Rukopis 7236">
                  <a:extLst>
                    <a:ext uri="{FF2B5EF4-FFF2-40B4-BE49-F238E27FC236}">
                      <a16:creationId xmlns:a16="http://schemas.microsoft.com/office/drawing/2014/main" id="{9B4A0EF3-8AB2-5EA9-3861-DABAA0BAC3C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12869" y="5614389"/>
                  <a:ext cx="133560" cy="117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117F1405-55D0-CD3F-D22C-7D75B3ECE803}"/>
              </a:ext>
            </a:extLst>
          </p:cNvPr>
          <p:cNvSpPr txBox="1"/>
          <p:nvPr/>
        </p:nvSpPr>
        <p:spPr>
          <a:xfrm>
            <a:off x="917848" y="1268760"/>
            <a:ext cx="4734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400" kern="0" dirty="0">
                <a:solidFill>
                  <a:srgbClr val="00B0F0"/>
                </a:solidFill>
                <a:latin typeface="Calibri" pitchFamily="34" charset="0"/>
                <a:sym typeface="Symbol"/>
              </a:rPr>
              <a:t>Řešení pomocí úprav formule</a:t>
            </a:r>
            <a:endParaRPr lang="cs-CZ" sz="2400" dirty="0"/>
          </a:p>
        </p:txBody>
      </p:sp>
      <p:grpSp>
        <p:nvGrpSpPr>
          <p:cNvPr id="16" name="Skupina 15">
            <a:extLst>
              <a:ext uri="{FF2B5EF4-FFF2-40B4-BE49-F238E27FC236}">
                <a16:creationId xmlns:a16="http://schemas.microsoft.com/office/drawing/2014/main" id="{4178659C-3985-222B-0274-C87E214B61DA}"/>
              </a:ext>
            </a:extLst>
          </p:cNvPr>
          <p:cNvGrpSpPr/>
          <p:nvPr/>
        </p:nvGrpSpPr>
        <p:grpSpPr>
          <a:xfrm>
            <a:off x="814509" y="1966869"/>
            <a:ext cx="1837440" cy="596880"/>
            <a:chOff x="814509" y="1966869"/>
            <a:chExt cx="1837440" cy="5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Rukopis 5">
                  <a:extLst>
                    <a:ext uri="{FF2B5EF4-FFF2-40B4-BE49-F238E27FC236}">
                      <a16:creationId xmlns:a16="http://schemas.microsoft.com/office/drawing/2014/main" id="{CC1F547B-073B-4CA2-04EC-AEAE7329957F}"/>
                    </a:ext>
                  </a:extLst>
                </p14:cNvPr>
                <p14:cNvContentPartPr/>
                <p14:nvPr/>
              </p14:nvContentPartPr>
              <p14:xfrm>
                <a:off x="814509" y="1981989"/>
                <a:ext cx="135000" cy="412560"/>
              </p14:xfrm>
            </p:contentPart>
          </mc:Choice>
          <mc:Fallback>
            <p:pic>
              <p:nvPicPr>
                <p:cNvPr id="6" name="Rukopis 5">
                  <a:extLst>
                    <a:ext uri="{FF2B5EF4-FFF2-40B4-BE49-F238E27FC236}">
                      <a16:creationId xmlns:a16="http://schemas.microsoft.com/office/drawing/2014/main" id="{CC1F547B-073B-4CA2-04EC-AEAE7329957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5869" y="1972989"/>
                  <a:ext cx="1526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Rukopis 6">
                  <a:extLst>
                    <a:ext uri="{FF2B5EF4-FFF2-40B4-BE49-F238E27FC236}">
                      <a16:creationId xmlns:a16="http://schemas.microsoft.com/office/drawing/2014/main" id="{3868BCCD-6052-E178-E23A-F00FCA7E7621}"/>
                    </a:ext>
                  </a:extLst>
                </p14:cNvPr>
                <p14:cNvContentPartPr/>
                <p14:nvPr/>
              </p14:nvContentPartPr>
              <p14:xfrm>
                <a:off x="941589" y="2075949"/>
                <a:ext cx="284040" cy="487800"/>
              </p14:xfrm>
            </p:contentPart>
          </mc:Choice>
          <mc:Fallback>
            <p:pic>
              <p:nvPicPr>
                <p:cNvPr id="7" name="Rukopis 6">
                  <a:extLst>
                    <a:ext uri="{FF2B5EF4-FFF2-40B4-BE49-F238E27FC236}">
                      <a16:creationId xmlns:a16="http://schemas.microsoft.com/office/drawing/2014/main" id="{3868BCCD-6052-E178-E23A-F00FCA7E76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2589" y="2067309"/>
                  <a:ext cx="3016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Rukopis 7">
                  <a:extLst>
                    <a:ext uri="{FF2B5EF4-FFF2-40B4-BE49-F238E27FC236}">
                      <a16:creationId xmlns:a16="http://schemas.microsoft.com/office/drawing/2014/main" id="{B5C08905-4D1B-77F0-E053-2BA7782C3EB9}"/>
                    </a:ext>
                  </a:extLst>
                </p14:cNvPr>
                <p14:cNvContentPartPr/>
                <p14:nvPr/>
              </p14:nvContentPartPr>
              <p14:xfrm>
                <a:off x="1377189" y="2179629"/>
                <a:ext cx="139320" cy="7200"/>
              </p14:xfrm>
            </p:contentPart>
          </mc:Choice>
          <mc:Fallback>
            <p:pic>
              <p:nvPicPr>
                <p:cNvPr id="8" name="Rukopis 7">
                  <a:extLst>
                    <a:ext uri="{FF2B5EF4-FFF2-40B4-BE49-F238E27FC236}">
                      <a16:creationId xmlns:a16="http://schemas.microsoft.com/office/drawing/2014/main" id="{B5C08905-4D1B-77F0-E053-2BA7782C3E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8189" y="2170629"/>
                  <a:ext cx="156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Rukopis 8">
                  <a:extLst>
                    <a:ext uri="{FF2B5EF4-FFF2-40B4-BE49-F238E27FC236}">
                      <a16:creationId xmlns:a16="http://schemas.microsoft.com/office/drawing/2014/main" id="{43747E24-7FAB-399E-9408-A6B983E052E2}"/>
                    </a:ext>
                  </a:extLst>
                </p14:cNvPr>
                <p14:cNvContentPartPr/>
                <p14:nvPr/>
              </p14:nvContentPartPr>
              <p14:xfrm>
                <a:off x="1396269" y="2238309"/>
                <a:ext cx="111600" cy="15840"/>
              </p14:xfrm>
            </p:contentPart>
          </mc:Choice>
          <mc:Fallback>
            <p:pic>
              <p:nvPicPr>
                <p:cNvPr id="9" name="Rukopis 8">
                  <a:extLst>
                    <a:ext uri="{FF2B5EF4-FFF2-40B4-BE49-F238E27FC236}">
                      <a16:creationId xmlns:a16="http://schemas.microsoft.com/office/drawing/2014/main" id="{43747E24-7FAB-399E-9408-A6B983E052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87629" y="2229309"/>
                  <a:ext cx="129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Rukopis 9">
                  <a:extLst>
                    <a:ext uri="{FF2B5EF4-FFF2-40B4-BE49-F238E27FC236}">
                      <a16:creationId xmlns:a16="http://schemas.microsoft.com/office/drawing/2014/main" id="{AC98953C-4425-E647-6436-49FBE8B5F5A5}"/>
                    </a:ext>
                  </a:extLst>
                </p14:cNvPr>
                <p14:cNvContentPartPr/>
                <p14:nvPr/>
              </p14:nvContentPartPr>
              <p14:xfrm>
                <a:off x="1452429" y="2088909"/>
                <a:ext cx="216000" cy="281880"/>
              </p14:xfrm>
            </p:contentPart>
          </mc:Choice>
          <mc:Fallback>
            <p:pic>
              <p:nvPicPr>
                <p:cNvPr id="10" name="Rukopis 9">
                  <a:extLst>
                    <a:ext uri="{FF2B5EF4-FFF2-40B4-BE49-F238E27FC236}">
                      <a16:creationId xmlns:a16="http://schemas.microsoft.com/office/drawing/2014/main" id="{AC98953C-4425-E647-6436-49FBE8B5F5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43789" y="2080269"/>
                  <a:ext cx="233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Rukopis 10">
                  <a:extLst>
                    <a:ext uri="{FF2B5EF4-FFF2-40B4-BE49-F238E27FC236}">
                      <a16:creationId xmlns:a16="http://schemas.microsoft.com/office/drawing/2014/main" id="{F52D78EB-D29D-0CD2-B162-160F65E8F1FE}"/>
                    </a:ext>
                  </a:extLst>
                </p14:cNvPr>
                <p14:cNvContentPartPr/>
                <p14:nvPr/>
              </p14:nvContentPartPr>
              <p14:xfrm>
                <a:off x="1753389" y="2105469"/>
                <a:ext cx="182520" cy="407880"/>
              </p14:xfrm>
            </p:contentPart>
          </mc:Choice>
          <mc:Fallback>
            <p:pic>
              <p:nvPicPr>
                <p:cNvPr id="11" name="Rukopis 10">
                  <a:extLst>
                    <a:ext uri="{FF2B5EF4-FFF2-40B4-BE49-F238E27FC236}">
                      <a16:creationId xmlns:a16="http://schemas.microsoft.com/office/drawing/2014/main" id="{F52D78EB-D29D-0CD2-B162-160F65E8F1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44389" y="2096469"/>
                  <a:ext cx="2001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Rukopis 11">
                  <a:extLst>
                    <a:ext uri="{FF2B5EF4-FFF2-40B4-BE49-F238E27FC236}">
                      <a16:creationId xmlns:a16="http://schemas.microsoft.com/office/drawing/2014/main" id="{CDEBF3E0-8C01-7E0E-B257-FCDD9BD048A8}"/>
                    </a:ext>
                  </a:extLst>
                </p14:cNvPr>
                <p14:cNvContentPartPr/>
                <p14:nvPr/>
              </p14:nvContentPartPr>
              <p14:xfrm>
                <a:off x="2033829" y="1966869"/>
                <a:ext cx="73080" cy="374400"/>
              </p14:xfrm>
            </p:contentPart>
          </mc:Choice>
          <mc:Fallback>
            <p:pic>
              <p:nvPicPr>
                <p:cNvPr id="12" name="Rukopis 11">
                  <a:extLst>
                    <a:ext uri="{FF2B5EF4-FFF2-40B4-BE49-F238E27FC236}">
                      <a16:creationId xmlns:a16="http://schemas.microsoft.com/office/drawing/2014/main" id="{CDEBF3E0-8C01-7E0E-B257-FCDD9BD048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24829" y="1957869"/>
                  <a:ext cx="907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Rukopis 12">
                  <a:extLst>
                    <a:ext uri="{FF2B5EF4-FFF2-40B4-BE49-F238E27FC236}">
                      <a16:creationId xmlns:a16="http://schemas.microsoft.com/office/drawing/2014/main" id="{A0F0B393-A52F-E46C-BC2E-670FF45BBD8F}"/>
                    </a:ext>
                  </a:extLst>
                </p14:cNvPr>
                <p14:cNvContentPartPr/>
                <p14:nvPr/>
              </p14:nvContentPartPr>
              <p14:xfrm>
                <a:off x="2245509" y="2150469"/>
                <a:ext cx="195120" cy="3240"/>
              </p14:xfrm>
            </p:contentPart>
          </mc:Choice>
          <mc:Fallback>
            <p:pic>
              <p:nvPicPr>
                <p:cNvPr id="13" name="Rukopis 12">
                  <a:extLst>
                    <a:ext uri="{FF2B5EF4-FFF2-40B4-BE49-F238E27FC236}">
                      <a16:creationId xmlns:a16="http://schemas.microsoft.com/office/drawing/2014/main" id="{A0F0B393-A52F-E46C-BC2E-670FF45BBD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36509" y="2141829"/>
                  <a:ext cx="2127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Rukopis 13">
                  <a:extLst>
                    <a:ext uri="{FF2B5EF4-FFF2-40B4-BE49-F238E27FC236}">
                      <a16:creationId xmlns:a16="http://schemas.microsoft.com/office/drawing/2014/main" id="{26F56826-C298-B1F3-C390-CA2A6BF1CE5D}"/>
                    </a:ext>
                  </a:extLst>
                </p14:cNvPr>
                <p14:cNvContentPartPr/>
                <p14:nvPr/>
              </p14:nvContentPartPr>
              <p14:xfrm>
                <a:off x="2300949" y="2191149"/>
                <a:ext cx="197280" cy="25560"/>
              </p14:xfrm>
            </p:contentPart>
          </mc:Choice>
          <mc:Fallback>
            <p:pic>
              <p:nvPicPr>
                <p:cNvPr id="14" name="Rukopis 13">
                  <a:extLst>
                    <a:ext uri="{FF2B5EF4-FFF2-40B4-BE49-F238E27FC236}">
                      <a16:creationId xmlns:a16="http://schemas.microsoft.com/office/drawing/2014/main" id="{26F56826-C298-B1F3-C390-CA2A6BF1CE5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92309" y="2182149"/>
                  <a:ext cx="214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Rukopis 14">
                  <a:extLst>
                    <a:ext uri="{FF2B5EF4-FFF2-40B4-BE49-F238E27FC236}">
                      <a16:creationId xmlns:a16="http://schemas.microsoft.com/office/drawing/2014/main" id="{14FA5829-CFCC-F146-0653-FCC02F5766CA}"/>
                    </a:ext>
                  </a:extLst>
                </p14:cNvPr>
                <p14:cNvContentPartPr/>
                <p14:nvPr/>
              </p14:nvContentPartPr>
              <p14:xfrm>
                <a:off x="2429469" y="2028429"/>
                <a:ext cx="222480" cy="343800"/>
              </p14:xfrm>
            </p:contentPart>
          </mc:Choice>
          <mc:Fallback>
            <p:pic>
              <p:nvPicPr>
                <p:cNvPr id="15" name="Rukopis 14">
                  <a:extLst>
                    <a:ext uri="{FF2B5EF4-FFF2-40B4-BE49-F238E27FC236}">
                      <a16:creationId xmlns:a16="http://schemas.microsoft.com/office/drawing/2014/main" id="{14FA5829-CFCC-F146-0653-FCC02F5766C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20469" y="2019429"/>
                  <a:ext cx="240120" cy="36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Rukopis 16">
                <a:extLst>
                  <a:ext uri="{FF2B5EF4-FFF2-40B4-BE49-F238E27FC236}">
                    <a16:creationId xmlns:a16="http://schemas.microsoft.com/office/drawing/2014/main" id="{090A022C-2BAA-F533-3E46-F3B03F92D448}"/>
                  </a:ext>
                </a:extLst>
              </p14:cNvPr>
              <p14:cNvContentPartPr/>
              <p14:nvPr/>
            </p14:nvContentPartPr>
            <p14:xfrm>
              <a:off x="2775789" y="1972269"/>
              <a:ext cx="344520" cy="465120"/>
            </p14:xfrm>
          </p:contentPart>
        </mc:Choice>
        <mc:Fallback>
          <p:pic>
            <p:nvPicPr>
              <p:cNvPr id="17" name="Rukopis 16">
                <a:extLst>
                  <a:ext uri="{FF2B5EF4-FFF2-40B4-BE49-F238E27FC236}">
                    <a16:creationId xmlns:a16="http://schemas.microsoft.com/office/drawing/2014/main" id="{090A022C-2BAA-F533-3E46-F3B03F92D44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66789" y="1963629"/>
                <a:ext cx="362160" cy="48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Skupina 21">
            <a:extLst>
              <a:ext uri="{FF2B5EF4-FFF2-40B4-BE49-F238E27FC236}">
                <a16:creationId xmlns:a16="http://schemas.microsoft.com/office/drawing/2014/main" id="{70AC4A88-7E42-0FC2-8870-DDF8C388A1D9}"/>
              </a:ext>
            </a:extLst>
          </p:cNvPr>
          <p:cNvGrpSpPr/>
          <p:nvPr/>
        </p:nvGrpSpPr>
        <p:grpSpPr>
          <a:xfrm>
            <a:off x="3344949" y="1890549"/>
            <a:ext cx="354240" cy="399960"/>
            <a:chOff x="3344949" y="1890549"/>
            <a:chExt cx="35424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Rukopis 17">
                  <a:extLst>
                    <a:ext uri="{FF2B5EF4-FFF2-40B4-BE49-F238E27FC236}">
                      <a16:creationId xmlns:a16="http://schemas.microsoft.com/office/drawing/2014/main" id="{407F056C-29BA-A0AD-FCCA-79E8D8F8681F}"/>
                    </a:ext>
                  </a:extLst>
                </p14:cNvPr>
                <p14:cNvContentPartPr/>
                <p14:nvPr/>
              </p14:nvContentPartPr>
              <p14:xfrm>
                <a:off x="3433509" y="2034189"/>
                <a:ext cx="177840" cy="14760"/>
              </p14:xfrm>
            </p:contentPart>
          </mc:Choice>
          <mc:Fallback>
            <p:pic>
              <p:nvPicPr>
                <p:cNvPr id="18" name="Rukopis 17">
                  <a:extLst>
                    <a:ext uri="{FF2B5EF4-FFF2-40B4-BE49-F238E27FC236}">
                      <a16:creationId xmlns:a16="http://schemas.microsoft.com/office/drawing/2014/main" id="{407F056C-29BA-A0AD-FCCA-79E8D8F868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24869" y="2025549"/>
                  <a:ext cx="195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Rukopis 18">
                  <a:extLst>
                    <a:ext uri="{FF2B5EF4-FFF2-40B4-BE49-F238E27FC236}">
                      <a16:creationId xmlns:a16="http://schemas.microsoft.com/office/drawing/2014/main" id="{1CF1C52E-1D39-D417-60C9-263CC058227C}"/>
                    </a:ext>
                  </a:extLst>
                </p14:cNvPr>
                <p14:cNvContentPartPr/>
                <p14:nvPr/>
              </p14:nvContentPartPr>
              <p14:xfrm>
                <a:off x="3445389" y="2128509"/>
                <a:ext cx="156600" cy="16560"/>
              </p14:xfrm>
            </p:contentPart>
          </mc:Choice>
          <mc:Fallback>
            <p:pic>
              <p:nvPicPr>
                <p:cNvPr id="19" name="Rukopis 18">
                  <a:extLst>
                    <a:ext uri="{FF2B5EF4-FFF2-40B4-BE49-F238E27FC236}">
                      <a16:creationId xmlns:a16="http://schemas.microsoft.com/office/drawing/2014/main" id="{1CF1C52E-1D39-D417-60C9-263CC05822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36389" y="2119509"/>
                  <a:ext cx="174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Rukopis 19">
                  <a:extLst>
                    <a:ext uri="{FF2B5EF4-FFF2-40B4-BE49-F238E27FC236}">
                      <a16:creationId xmlns:a16="http://schemas.microsoft.com/office/drawing/2014/main" id="{6DD486F9-223C-83FD-1300-E1A3B265F356}"/>
                    </a:ext>
                  </a:extLst>
                </p14:cNvPr>
                <p14:cNvContentPartPr/>
                <p14:nvPr/>
              </p14:nvContentPartPr>
              <p14:xfrm>
                <a:off x="3650589" y="1942029"/>
                <a:ext cx="48600" cy="293760"/>
              </p14:xfrm>
            </p:contentPart>
          </mc:Choice>
          <mc:Fallback>
            <p:pic>
              <p:nvPicPr>
                <p:cNvPr id="20" name="Rukopis 19">
                  <a:extLst>
                    <a:ext uri="{FF2B5EF4-FFF2-40B4-BE49-F238E27FC236}">
                      <a16:creationId xmlns:a16="http://schemas.microsoft.com/office/drawing/2014/main" id="{6DD486F9-223C-83FD-1300-E1A3B265F3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41949" y="1933029"/>
                  <a:ext cx="662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Rukopis 20">
                  <a:extLst>
                    <a:ext uri="{FF2B5EF4-FFF2-40B4-BE49-F238E27FC236}">
                      <a16:creationId xmlns:a16="http://schemas.microsoft.com/office/drawing/2014/main" id="{EAE9EBA2-58EB-AAAE-DDF2-194C2C315212}"/>
                    </a:ext>
                  </a:extLst>
                </p14:cNvPr>
                <p14:cNvContentPartPr/>
                <p14:nvPr/>
              </p14:nvContentPartPr>
              <p14:xfrm>
                <a:off x="3344949" y="1890549"/>
                <a:ext cx="100800" cy="399960"/>
              </p14:xfrm>
            </p:contentPart>
          </mc:Choice>
          <mc:Fallback>
            <p:pic>
              <p:nvPicPr>
                <p:cNvPr id="21" name="Rukopis 20">
                  <a:extLst>
                    <a:ext uri="{FF2B5EF4-FFF2-40B4-BE49-F238E27FC236}">
                      <a16:creationId xmlns:a16="http://schemas.microsoft.com/office/drawing/2014/main" id="{EAE9EBA2-58EB-AAAE-DDF2-194C2C31521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35949" y="1881909"/>
                  <a:ext cx="118440" cy="41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3" name="Rukopis 22">
                <a:extLst>
                  <a:ext uri="{FF2B5EF4-FFF2-40B4-BE49-F238E27FC236}">
                    <a16:creationId xmlns:a16="http://schemas.microsoft.com/office/drawing/2014/main" id="{45B271E8-C634-7262-B03F-3E7FDABD35E7}"/>
                  </a:ext>
                </a:extLst>
              </p14:cNvPr>
              <p14:cNvContentPartPr/>
              <p14:nvPr/>
            </p14:nvContentPartPr>
            <p14:xfrm>
              <a:off x="3928509" y="2045709"/>
              <a:ext cx="21600" cy="18720"/>
            </p14:xfrm>
          </p:contentPart>
        </mc:Choice>
        <mc:Fallback>
          <p:pic>
            <p:nvPicPr>
              <p:cNvPr id="23" name="Rukopis 22">
                <a:extLst>
                  <a:ext uri="{FF2B5EF4-FFF2-40B4-BE49-F238E27FC236}">
                    <a16:creationId xmlns:a16="http://schemas.microsoft.com/office/drawing/2014/main" id="{45B271E8-C634-7262-B03F-3E7FDABD35E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919869" y="2036709"/>
                <a:ext cx="3924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Skupina 41">
            <a:extLst>
              <a:ext uri="{FF2B5EF4-FFF2-40B4-BE49-F238E27FC236}">
                <a16:creationId xmlns:a16="http://schemas.microsoft.com/office/drawing/2014/main" id="{2B81FDBA-0158-0220-797D-E31B7EC84CBB}"/>
              </a:ext>
            </a:extLst>
          </p:cNvPr>
          <p:cNvGrpSpPr/>
          <p:nvPr/>
        </p:nvGrpSpPr>
        <p:grpSpPr>
          <a:xfrm>
            <a:off x="3227229" y="2750229"/>
            <a:ext cx="372960" cy="429840"/>
            <a:chOff x="3227229" y="2750229"/>
            <a:chExt cx="37296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Rukopis 37">
                  <a:extLst>
                    <a:ext uri="{FF2B5EF4-FFF2-40B4-BE49-F238E27FC236}">
                      <a16:creationId xmlns:a16="http://schemas.microsoft.com/office/drawing/2014/main" id="{78E751E6-5136-EC86-984F-15B7C8175DAF}"/>
                    </a:ext>
                  </a:extLst>
                </p14:cNvPr>
                <p14:cNvContentPartPr/>
                <p14:nvPr/>
              </p14:nvContentPartPr>
              <p14:xfrm>
                <a:off x="3287709" y="2860749"/>
                <a:ext cx="249840" cy="21600"/>
              </p14:xfrm>
            </p:contentPart>
          </mc:Choice>
          <mc:Fallback>
            <p:pic>
              <p:nvPicPr>
                <p:cNvPr id="38" name="Rukopis 37">
                  <a:extLst>
                    <a:ext uri="{FF2B5EF4-FFF2-40B4-BE49-F238E27FC236}">
                      <a16:creationId xmlns:a16="http://schemas.microsoft.com/office/drawing/2014/main" id="{78E751E6-5136-EC86-984F-15B7C8175D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78709" y="2852109"/>
                  <a:ext cx="267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Rukopis 38">
                  <a:extLst>
                    <a:ext uri="{FF2B5EF4-FFF2-40B4-BE49-F238E27FC236}">
                      <a16:creationId xmlns:a16="http://schemas.microsoft.com/office/drawing/2014/main" id="{F2A4AD2F-CA29-2F2C-0AB0-A3E24BA04E22}"/>
                    </a:ext>
                  </a:extLst>
                </p14:cNvPr>
                <p14:cNvContentPartPr/>
                <p14:nvPr/>
              </p14:nvContentPartPr>
              <p14:xfrm>
                <a:off x="3321189" y="2994669"/>
                <a:ext cx="222840" cy="13680"/>
              </p14:xfrm>
            </p:contentPart>
          </mc:Choice>
          <mc:Fallback>
            <p:pic>
              <p:nvPicPr>
                <p:cNvPr id="39" name="Rukopis 38">
                  <a:extLst>
                    <a:ext uri="{FF2B5EF4-FFF2-40B4-BE49-F238E27FC236}">
                      <a16:creationId xmlns:a16="http://schemas.microsoft.com/office/drawing/2014/main" id="{F2A4AD2F-CA29-2F2C-0AB0-A3E24BA04E2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2549" y="2986029"/>
                  <a:ext cx="240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Rukopis 39">
                  <a:extLst>
                    <a:ext uri="{FF2B5EF4-FFF2-40B4-BE49-F238E27FC236}">
                      <a16:creationId xmlns:a16="http://schemas.microsoft.com/office/drawing/2014/main" id="{AD510C1E-894E-48CC-3D31-63C0D23A998E}"/>
                    </a:ext>
                  </a:extLst>
                </p14:cNvPr>
                <p14:cNvContentPartPr/>
                <p14:nvPr/>
              </p14:nvContentPartPr>
              <p14:xfrm>
                <a:off x="3526749" y="2750229"/>
                <a:ext cx="73440" cy="355680"/>
              </p14:xfrm>
            </p:contentPart>
          </mc:Choice>
          <mc:Fallback>
            <p:pic>
              <p:nvPicPr>
                <p:cNvPr id="40" name="Rukopis 39">
                  <a:extLst>
                    <a:ext uri="{FF2B5EF4-FFF2-40B4-BE49-F238E27FC236}">
                      <a16:creationId xmlns:a16="http://schemas.microsoft.com/office/drawing/2014/main" id="{AD510C1E-894E-48CC-3D31-63C0D23A99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17749" y="2741229"/>
                  <a:ext cx="910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Rukopis 40">
                  <a:extLst>
                    <a:ext uri="{FF2B5EF4-FFF2-40B4-BE49-F238E27FC236}">
                      <a16:creationId xmlns:a16="http://schemas.microsoft.com/office/drawing/2014/main" id="{A37FA784-4F89-7FC5-B674-491A04181196}"/>
                    </a:ext>
                  </a:extLst>
                </p14:cNvPr>
                <p14:cNvContentPartPr/>
                <p14:nvPr/>
              </p14:nvContentPartPr>
              <p14:xfrm>
                <a:off x="3227229" y="2753829"/>
                <a:ext cx="73080" cy="426240"/>
              </p14:xfrm>
            </p:contentPart>
          </mc:Choice>
          <mc:Fallback>
            <p:pic>
              <p:nvPicPr>
                <p:cNvPr id="41" name="Rukopis 40">
                  <a:extLst>
                    <a:ext uri="{FF2B5EF4-FFF2-40B4-BE49-F238E27FC236}">
                      <a16:creationId xmlns:a16="http://schemas.microsoft.com/office/drawing/2014/main" id="{A37FA784-4F89-7FC5-B674-491A0418119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18229" y="2744829"/>
                  <a:ext cx="90720" cy="44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Skupina 100">
            <a:extLst>
              <a:ext uri="{FF2B5EF4-FFF2-40B4-BE49-F238E27FC236}">
                <a16:creationId xmlns:a16="http://schemas.microsoft.com/office/drawing/2014/main" id="{BA79659A-B699-B141-8418-67BAEB6AEB7D}"/>
              </a:ext>
            </a:extLst>
          </p:cNvPr>
          <p:cNvGrpSpPr/>
          <p:nvPr/>
        </p:nvGrpSpPr>
        <p:grpSpPr>
          <a:xfrm>
            <a:off x="3992949" y="1755189"/>
            <a:ext cx="2678400" cy="677520"/>
            <a:chOff x="3992949" y="1755189"/>
            <a:chExt cx="2678400" cy="67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91" name="Rukopis 90">
                  <a:extLst>
                    <a:ext uri="{FF2B5EF4-FFF2-40B4-BE49-F238E27FC236}">
                      <a16:creationId xmlns:a16="http://schemas.microsoft.com/office/drawing/2014/main" id="{0CD5D04C-377F-F301-D376-30EFC63CC4D3}"/>
                    </a:ext>
                  </a:extLst>
                </p14:cNvPr>
                <p14:cNvContentPartPr/>
                <p14:nvPr/>
              </p14:nvContentPartPr>
              <p14:xfrm>
                <a:off x="3992949" y="1857069"/>
                <a:ext cx="109440" cy="475920"/>
              </p14:xfrm>
            </p:contentPart>
          </mc:Choice>
          <mc:Fallback>
            <p:pic>
              <p:nvPicPr>
                <p:cNvPr id="91" name="Rukopis 90">
                  <a:extLst>
                    <a:ext uri="{FF2B5EF4-FFF2-40B4-BE49-F238E27FC236}">
                      <a16:creationId xmlns:a16="http://schemas.microsoft.com/office/drawing/2014/main" id="{0CD5D04C-377F-F301-D376-30EFC63CC4D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83949" y="1848069"/>
                  <a:ext cx="12708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92" name="Rukopis 91">
                  <a:extLst>
                    <a:ext uri="{FF2B5EF4-FFF2-40B4-BE49-F238E27FC236}">
                      <a16:creationId xmlns:a16="http://schemas.microsoft.com/office/drawing/2014/main" id="{92684FA4-0E34-04E3-074C-467E1A0AE0A3}"/>
                    </a:ext>
                  </a:extLst>
                </p14:cNvPr>
                <p14:cNvContentPartPr/>
                <p14:nvPr/>
              </p14:nvContentPartPr>
              <p14:xfrm>
                <a:off x="4148829" y="1996749"/>
                <a:ext cx="172080" cy="190800"/>
              </p14:xfrm>
            </p:contentPart>
          </mc:Choice>
          <mc:Fallback>
            <p:pic>
              <p:nvPicPr>
                <p:cNvPr id="92" name="Rukopis 91">
                  <a:extLst>
                    <a:ext uri="{FF2B5EF4-FFF2-40B4-BE49-F238E27FC236}">
                      <a16:creationId xmlns:a16="http://schemas.microsoft.com/office/drawing/2014/main" id="{92684FA4-0E34-04E3-074C-467E1A0AE0A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40189" y="1987749"/>
                  <a:ext cx="189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3" name="Rukopis 92">
                  <a:extLst>
                    <a:ext uri="{FF2B5EF4-FFF2-40B4-BE49-F238E27FC236}">
                      <a16:creationId xmlns:a16="http://schemas.microsoft.com/office/drawing/2014/main" id="{95B60429-F0B9-BC17-2D41-45BD1A23DD71}"/>
                    </a:ext>
                  </a:extLst>
                </p14:cNvPr>
                <p14:cNvContentPartPr/>
                <p14:nvPr/>
              </p14:nvContentPartPr>
              <p14:xfrm>
                <a:off x="4356549" y="1894869"/>
                <a:ext cx="327600" cy="495000"/>
              </p14:xfrm>
            </p:contentPart>
          </mc:Choice>
          <mc:Fallback>
            <p:pic>
              <p:nvPicPr>
                <p:cNvPr id="93" name="Rukopis 92">
                  <a:extLst>
                    <a:ext uri="{FF2B5EF4-FFF2-40B4-BE49-F238E27FC236}">
                      <a16:creationId xmlns:a16="http://schemas.microsoft.com/office/drawing/2014/main" id="{95B60429-F0B9-BC17-2D41-45BD1A23DD7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47549" y="1886229"/>
                  <a:ext cx="34524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4" name="Rukopis 93">
                  <a:extLst>
                    <a:ext uri="{FF2B5EF4-FFF2-40B4-BE49-F238E27FC236}">
                      <a16:creationId xmlns:a16="http://schemas.microsoft.com/office/drawing/2014/main" id="{780EEFB4-8F1C-2334-72C6-32BBBC804680}"/>
                    </a:ext>
                  </a:extLst>
                </p14:cNvPr>
                <p14:cNvContentPartPr/>
                <p14:nvPr/>
              </p14:nvContentPartPr>
              <p14:xfrm>
                <a:off x="4831389" y="1954269"/>
                <a:ext cx="191520" cy="294480"/>
              </p14:xfrm>
            </p:contentPart>
          </mc:Choice>
          <mc:Fallback>
            <p:pic>
              <p:nvPicPr>
                <p:cNvPr id="94" name="Rukopis 93">
                  <a:extLst>
                    <a:ext uri="{FF2B5EF4-FFF2-40B4-BE49-F238E27FC236}">
                      <a16:creationId xmlns:a16="http://schemas.microsoft.com/office/drawing/2014/main" id="{780EEFB4-8F1C-2334-72C6-32BBBC8046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22389" y="1945629"/>
                  <a:ext cx="2091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5" name="Rukopis 94">
                  <a:extLst>
                    <a:ext uri="{FF2B5EF4-FFF2-40B4-BE49-F238E27FC236}">
                      <a16:creationId xmlns:a16="http://schemas.microsoft.com/office/drawing/2014/main" id="{DB4E6736-FE5F-D14F-9827-97AF93EA3DF8}"/>
                    </a:ext>
                  </a:extLst>
                </p14:cNvPr>
                <p14:cNvContentPartPr/>
                <p14:nvPr/>
              </p14:nvContentPartPr>
              <p14:xfrm>
                <a:off x="5117589" y="1944189"/>
                <a:ext cx="212760" cy="488520"/>
              </p14:xfrm>
            </p:contentPart>
          </mc:Choice>
          <mc:Fallback>
            <p:pic>
              <p:nvPicPr>
                <p:cNvPr id="95" name="Rukopis 94">
                  <a:extLst>
                    <a:ext uri="{FF2B5EF4-FFF2-40B4-BE49-F238E27FC236}">
                      <a16:creationId xmlns:a16="http://schemas.microsoft.com/office/drawing/2014/main" id="{DB4E6736-FE5F-D14F-9827-97AF93EA3D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08949" y="1935189"/>
                  <a:ext cx="23040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6" name="Rukopis 95">
                  <a:extLst>
                    <a:ext uri="{FF2B5EF4-FFF2-40B4-BE49-F238E27FC236}">
                      <a16:creationId xmlns:a16="http://schemas.microsoft.com/office/drawing/2014/main" id="{C439F8C8-8A68-D9FF-1360-C1B4242DAF0E}"/>
                    </a:ext>
                  </a:extLst>
                </p14:cNvPr>
                <p14:cNvContentPartPr/>
                <p14:nvPr/>
              </p14:nvContentPartPr>
              <p14:xfrm>
                <a:off x="5460669" y="1755189"/>
                <a:ext cx="145440" cy="550080"/>
              </p14:xfrm>
            </p:contentPart>
          </mc:Choice>
          <mc:Fallback>
            <p:pic>
              <p:nvPicPr>
                <p:cNvPr id="96" name="Rukopis 95">
                  <a:extLst>
                    <a:ext uri="{FF2B5EF4-FFF2-40B4-BE49-F238E27FC236}">
                      <a16:creationId xmlns:a16="http://schemas.microsoft.com/office/drawing/2014/main" id="{C439F8C8-8A68-D9FF-1360-C1B4242DAF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52029" y="1746189"/>
                  <a:ext cx="16308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7" name="Rukopis 96">
                  <a:extLst>
                    <a:ext uri="{FF2B5EF4-FFF2-40B4-BE49-F238E27FC236}">
                      <a16:creationId xmlns:a16="http://schemas.microsoft.com/office/drawing/2014/main" id="{A7CCB642-BB50-BD05-38CB-488C8294A112}"/>
                    </a:ext>
                  </a:extLst>
                </p14:cNvPr>
                <p14:cNvContentPartPr/>
                <p14:nvPr/>
              </p14:nvContentPartPr>
              <p14:xfrm>
                <a:off x="5795829" y="2052549"/>
                <a:ext cx="137160" cy="13680"/>
              </p14:xfrm>
            </p:contentPart>
          </mc:Choice>
          <mc:Fallback>
            <p:pic>
              <p:nvPicPr>
                <p:cNvPr id="97" name="Rukopis 96">
                  <a:extLst>
                    <a:ext uri="{FF2B5EF4-FFF2-40B4-BE49-F238E27FC236}">
                      <a16:creationId xmlns:a16="http://schemas.microsoft.com/office/drawing/2014/main" id="{A7CCB642-BB50-BD05-38CB-488C8294A11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87189" y="2043549"/>
                  <a:ext cx="154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8" name="Rukopis 97">
                  <a:extLst>
                    <a:ext uri="{FF2B5EF4-FFF2-40B4-BE49-F238E27FC236}">
                      <a16:creationId xmlns:a16="http://schemas.microsoft.com/office/drawing/2014/main" id="{F5BB6DF3-20B2-C1E6-EC06-68828C84FFBA}"/>
                    </a:ext>
                  </a:extLst>
                </p14:cNvPr>
                <p14:cNvContentPartPr/>
                <p14:nvPr/>
              </p14:nvContentPartPr>
              <p14:xfrm>
                <a:off x="5770269" y="2111229"/>
                <a:ext cx="173520" cy="34920"/>
              </p14:xfrm>
            </p:contentPart>
          </mc:Choice>
          <mc:Fallback>
            <p:pic>
              <p:nvPicPr>
                <p:cNvPr id="98" name="Rukopis 97">
                  <a:extLst>
                    <a:ext uri="{FF2B5EF4-FFF2-40B4-BE49-F238E27FC236}">
                      <a16:creationId xmlns:a16="http://schemas.microsoft.com/office/drawing/2014/main" id="{F5BB6DF3-20B2-C1E6-EC06-68828C84FF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61269" y="2102229"/>
                  <a:ext cx="191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9" name="Rukopis 98">
                  <a:extLst>
                    <a:ext uri="{FF2B5EF4-FFF2-40B4-BE49-F238E27FC236}">
                      <a16:creationId xmlns:a16="http://schemas.microsoft.com/office/drawing/2014/main" id="{C1084B86-4242-D758-0DDE-81A7988BD479}"/>
                    </a:ext>
                  </a:extLst>
                </p14:cNvPr>
                <p14:cNvContentPartPr/>
                <p14:nvPr/>
              </p14:nvContentPartPr>
              <p14:xfrm>
                <a:off x="5943429" y="1932309"/>
                <a:ext cx="221400" cy="330120"/>
              </p14:xfrm>
            </p:contentPart>
          </mc:Choice>
          <mc:Fallback>
            <p:pic>
              <p:nvPicPr>
                <p:cNvPr id="99" name="Rukopis 98">
                  <a:extLst>
                    <a:ext uri="{FF2B5EF4-FFF2-40B4-BE49-F238E27FC236}">
                      <a16:creationId xmlns:a16="http://schemas.microsoft.com/office/drawing/2014/main" id="{C1084B86-4242-D758-0DDE-81A7988BD4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34789" y="1923309"/>
                  <a:ext cx="2390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0" name="Rukopis 99">
                  <a:extLst>
                    <a:ext uri="{FF2B5EF4-FFF2-40B4-BE49-F238E27FC236}">
                      <a16:creationId xmlns:a16="http://schemas.microsoft.com/office/drawing/2014/main" id="{A700A109-51D5-4BF7-2880-B795B8F91DE0}"/>
                    </a:ext>
                  </a:extLst>
                </p14:cNvPr>
                <p14:cNvContentPartPr/>
                <p14:nvPr/>
              </p14:nvContentPartPr>
              <p14:xfrm>
                <a:off x="6362469" y="1909989"/>
                <a:ext cx="308880" cy="466920"/>
              </p14:xfrm>
            </p:contentPart>
          </mc:Choice>
          <mc:Fallback>
            <p:pic>
              <p:nvPicPr>
                <p:cNvPr id="100" name="Rukopis 99">
                  <a:extLst>
                    <a:ext uri="{FF2B5EF4-FFF2-40B4-BE49-F238E27FC236}">
                      <a16:creationId xmlns:a16="http://schemas.microsoft.com/office/drawing/2014/main" id="{A700A109-51D5-4BF7-2880-B795B8F91DE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53469" y="1900989"/>
                  <a:ext cx="326520" cy="48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02" name="Rukopis 101">
                <a:extLst>
                  <a:ext uri="{FF2B5EF4-FFF2-40B4-BE49-F238E27FC236}">
                    <a16:creationId xmlns:a16="http://schemas.microsoft.com/office/drawing/2014/main" id="{F1DAB6FA-8E85-CB94-439C-70191E7E5A00}"/>
                  </a:ext>
                </a:extLst>
              </p14:cNvPr>
              <p14:cNvContentPartPr/>
              <p14:nvPr/>
            </p14:nvContentPartPr>
            <p14:xfrm>
              <a:off x="3800709" y="2841669"/>
              <a:ext cx="239400" cy="212760"/>
            </p14:xfrm>
          </p:contentPart>
        </mc:Choice>
        <mc:Fallback>
          <p:pic>
            <p:nvPicPr>
              <p:cNvPr id="102" name="Rukopis 101">
                <a:extLst>
                  <a:ext uri="{FF2B5EF4-FFF2-40B4-BE49-F238E27FC236}">
                    <a16:creationId xmlns:a16="http://schemas.microsoft.com/office/drawing/2014/main" id="{F1DAB6FA-8E85-CB94-439C-70191E7E5A0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791709" y="2832669"/>
                <a:ext cx="25704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Skupina 109">
            <a:extLst>
              <a:ext uri="{FF2B5EF4-FFF2-40B4-BE49-F238E27FC236}">
                <a16:creationId xmlns:a16="http://schemas.microsoft.com/office/drawing/2014/main" id="{4EA7D3B0-88BC-ABA8-E08B-4F05C186909C}"/>
              </a:ext>
            </a:extLst>
          </p:cNvPr>
          <p:cNvGrpSpPr/>
          <p:nvPr/>
        </p:nvGrpSpPr>
        <p:grpSpPr>
          <a:xfrm>
            <a:off x="4251429" y="2602989"/>
            <a:ext cx="1227240" cy="624600"/>
            <a:chOff x="4251429" y="2602989"/>
            <a:chExt cx="1227240" cy="62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03" name="Rukopis 102">
                  <a:extLst>
                    <a:ext uri="{FF2B5EF4-FFF2-40B4-BE49-F238E27FC236}">
                      <a16:creationId xmlns:a16="http://schemas.microsoft.com/office/drawing/2014/main" id="{2E7FABD1-CD0A-0A56-2665-492E291CC36D}"/>
                    </a:ext>
                  </a:extLst>
                </p14:cNvPr>
                <p14:cNvContentPartPr/>
                <p14:nvPr/>
              </p14:nvContentPartPr>
              <p14:xfrm>
                <a:off x="4251429" y="2602989"/>
                <a:ext cx="124560" cy="520920"/>
              </p14:xfrm>
            </p:contentPart>
          </mc:Choice>
          <mc:Fallback>
            <p:pic>
              <p:nvPicPr>
                <p:cNvPr id="103" name="Rukopis 102">
                  <a:extLst>
                    <a:ext uri="{FF2B5EF4-FFF2-40B4-BE49-F238E27FC236}">
                      <a16:creationId xmlns:a16="http://schemas.microsoft.com/office/drawing/2014/main" id="{2E7FABD1-CD0A-0A56-2665-492E291CC36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42789" y="2593989"/>
                  <a:ext cx="14220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04" name="Rukopis 103">
                  <a:extLst>
                    <a:ext uri="{FF2B5EF4-FFF2-40B4-BE49-F238E27FC236}">
                      <a16:creationId xmlns:a16="http://schemas.microsoft.com/office/drawing/2014/main" id="{2EC222E1-E62F-0A8D-CF77-FFDFB53F7741}"/>
                    </a:ext>
                  </a:extLst>
                </p14:cNvPr>
                <p14:cNvContentPartPr/>
                <p14:nvPr/>
              </p14:nvContentPartPr>
              <p14:xfrm>
                <a:off x="4403349" y="2768589"/>
                <a:ext cx="143640" cy="240120"/>
              </p14:xfrm>
            </p:contentPart>
          </mc:Choice>
          <mc:Fallback>
            <p:pic>
              <p:nvPicPr>
                <p:cNvPr id="104" name="Rukopis 103">
                  <a:extLst>
                    <a:ext uri="{FF2B5EF4-FFF2-40B4-BE49-F238E27FC236}">
                      <a16:creationId xmlns:a16="http://schemas.microsoft.com/office/drawing/2014/main" id="{2EC222E1-E62F-0A8D-CF77-FFDFB53F774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94709" y="2759589"/>
                  <a:ext cx="161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5" name="Rukopis 104">
                  <a:extLst>
                    <a:ext uri="{FF2B5EF4-FFF2-40B4-BE49-F238E27FC236}">
                      <a16:creationId xmlns:a16="http://schemas.microsoft.com/office/drawing/2014/main" id="{ED7FD4D6-2439-761A-CF22-C794A44899DC}"/>
                    </a:ext>
                  </a:extLst>
                </p14:cNvPr>
                <p14:cNvContentPartPr/>
                <p14:nvPr/>
              </p14:nvContentPartPr>
              <p14:xfrm>
                <a:off x="4582629" y="2793429"/>
                <a:ext cx="355680" cy="434160"/>
              </p14:xfrm>
            </p:contentPart>
          </mc:Choice>
          <mc:Fallback>
            <p:pic>
              <p:nvPicPr>
                <p:cNvPr id="105" name="Rukopis 104">
                  <a:extLst>
                    <a:ext uri="{FF2B5EF4-FFF2-40B4-BE49-F238E27FC236}">
                      <a16:creationId xmlns:a16="http://schemas.microsoft.com/office/drawing/2014/main" id="{ED7FD4D6-2439-761A-CF22-C794A44899D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73989" y="2784789"/>
                  <a:ext cx="37332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6" name="Rukopis 105">
                  <a:extLst>
                    <a:ext uri="{FF2B5EF4-FFF2-40B4-BE49-F238E27FC236}">
                      <a16:creationId xmlns:a16="http://schemas.microsoft.com/office/drawing/2014/main" id="{5360B4CC-0001-6BB3-556F-9DB98951B160}"/>
                    </a:ext>
                  </a:extLst>
                </p14:cNvPr>
                <p14:cNvContentPartPr/>
                <p14:nvPr/>
              </p14:nvContentPartPr>
              <p14:xfrm>
                <a:off x="5083749" y="2809989"/>
                <a:ext cx="127800" cy="237960"/>
              </p14:xfrm>
            </p:contentPart>
          </mc:Choice>
          <mc:Fallback>
            <p:pic>
              <p:nvPicPr>
                <p:cNvPr id="106" name="Rukopis 105">
                  <a:extLst>
                    <a:ext uri="{FF2B5EF4-FFF2-40B4-BE49-F238E27FC236}">
                      <a16:creationId xmlns:a16="http://schemas.microsoft.com/office/drawing/2014/main" id="{5360B4CC-0001-6BB3-556F-9DB98951B1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074749" y="2800989"/>
                  <a:ext cx="145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7" name="Rukopis 106">
                  <a:extLst>
                    <a:ext uri="{FF2B5EF4-FFF2-40B4-BE49-F238E27FC236}">
                      <a16:creationId xmlns:a16="http://schemas.microsoft.com/office/drawing/2014/main" id="{9C467700-39B2-2A5A-6936-6262899C49C0}"/>
                    </a:ext>
                  </a:extLst>
                </p14:cNvPr>
                <p14:cNvContentPartPr/>
                <p14:nvPr/>
              </p14:nvContentPartPr>
              <p14:xfrm>
                <a:off x="5269869" y="2785149"/>
                <a:ext cx="208800" cy="431640"/>
              </p14:xfrm>
            </p:contentPart>
          </mc:Choice>
          <mc:Fallback>
            <p:pic>
              <p:nvPicPr>
                <p:cNvPr id="107" name="Rukopis 106">
                  <a:extLst>
                    <a:ext uri="{FF2B5EF4-FFF2-40B4-BE49-F238E27FC236}">
                      <a16:creationId xmlns:a16="http://schemas.microsoft.com/office/drawing/2014/main" id="{9C467700-39B2-2A5A-6936-6262899C49C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260869" y="2776509"/>
                  <a:ext cx="226440" cy="44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08" name="Rukopis 107">
                <a:extLst>
                  <a:ext uri="{FF2B5EF4-FFF2-40B4-BE49-F238E27FC236}">
                    <a16:creationId xmlns:a16="http://schemas.microsoft.com/office/drawing/2014/main" id="{D4750D48-E9A1-BA46-2C71-40400D81CCE3}"/>
                  </a:ext>
                </a:extLst>
              </p14:cNvPr>
              <p14:cNvContentPartPr/>
              <p14:nvPr/>
            </p14:nvContentPartPr>
            <p14:xfrm>
              <a:off x="5695389" y="2641509"/>
              <a:ext cx="70560" cy="475920"/>
            </p14:xfrm>
          </p:contentPart>
        </mc:Choice>
        <mc:Fallback>
          <p:pic>
            <p:nvPicPr>
              <p:cNvPr id="108" name="Rukopis 107">
                <a:extLst>
                  <a:ext uri="{FF2B5EF4-FFF2-40B4-BE49-F238E27FC236}">
                    <a16:creationId xmlns:a16="http://schemas.microsoft.com/office/drawing/2014/main" id="{D4750D48-E9A1-BA46-2C71-40400D81CCE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86389" y="2632509"/>
                <a:ext cx="88200" cy="49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Skupina 111">
            <a:extLst>
              <a:ext uri="{FF2B5EF4-FFF2-40B4-BE49-F238E27FC236}">
                <a16:creationId xmlns:a16="http://schemas.microsoft.com/office/drawing/2014/main" id="{13BE90B6-37AF-0195-36D4-59AD5BA4E1BF}"/>
              </a:ext>
            </a:extLst>
          </p:cNvPr>
          <p:cNvGrpSpPr/>
          <p:nvPr/>
        </p:nvGrpSpPr>
        <p:grpSpPr>
          <a:xfrm>
            <a:off x="5984109" y="2767149"/>
            <a:ext cx="716400" cy="480240"/>
            <a:chOff x="5984109" y="2767149"/>
            <a:chExt cx="716400" cy="4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9" name="Rukopis 108">
                  <a:extLst>
                    <a:ext uri="{FF2B5EF4-FFF2-40B4-BE49-F238E27FC236}">
                      <a16:creationId xmlns:a16="http://schemas.microsoft.com/office/drawing/2014/main" id="{27A9D7C5-9C0C-6D87-D90E-F2BCDE35F745}"/>
                    </a:ext>
                  </a:extLst>
                </p14:cNvPr>
                <p14:cNvContentPartPr/>
                <p14:nvPr/>
              </p14:nvContentPartPr>
              <p14:xfrm>
                <a:off x="5984109" y="2802069"/>
                <a:ext cx="222840" cy="264960"/>
              </p14:xfrm>
            </p:contentPart>
          </mc:Choice>
          <mc:Fallback>
            <p:pic>
              <p:nvPicPr>
                <p:cNvPr id="109" name="Rukopis 108">
                  <a:extLst>
                    <a:ext uri="{FF2B5EF4-FFF2-40B4-BE49-F238E27FC236}">
                      <a16:creationId xmlns:a16="http://schemas.microsoft.com/office/drawing/2014/main" id="{27A9D7C5-9C0C-6D87-D90E-F2BCDE35F74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75469" y="2793429"/>
                  <a:ext cx="2404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1" name="Rukopis 110">
                  <a:extLst>
                    <a:ext uri="{FF2B5EF4-FFF2-40B4-BE49-F238E27FC236}">
                      <a16:creationId xmlns:a16="http://schemas.microsoft.com/office/drawing/2014/main" id="{AA8B9462-925E-1610-BA0F-BEB96574E48D}"/>
                    </a:ext>
                  </a:extLst>
                </p14:cNvPr>
                <p14:cNvContentPartPr/>
                <p14:nvPr/>
              </p14:nvContentPartPr>
              <p14:xfrm>
                <a:off x="6398829" y="2767149"/>
                <a:ext cx="301680" cy="480240"/>
              </p14:xfrm>
            </p:contentPart>
          </mc:Choice>
          <mc:Fallback>
            <p:pic>
              <p:nvPicPr>
                <p:cNvPr id="111" name="Rukopis 110">
                  <a:extLst>
                    <a:ext uri="{FF2B5EF4-FFF2-40B4-BE49-F238E27FC236}">
                      <a16:creationId xmlns:a16="http://schemas.microsoft.com/office/drawing/2014/main" id="{AA8B9462-925E-1610-BA0F-BEB96574E48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90189" y="2758149"/>
                  <a:ext cx="319320" cy="49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Skupina 120">
            <a:extLst>
              <a:ext uri="{FF2B5EF4-FFF2-40B4-BE49-F238E27FC236}">
                <a16:creationId xmlns:a16="http://schemas.microsoft.com/office/drawing/2014/main" id="{01DF8E02-36C1-B948-C139-604E4217F708}"/>
              </a:ext>
            </a:extLst>
          </p:cNvPr>
          <p:cNvGrpSpPr/>
          <p:nvPr/>
        </p:nvGrpSpPr>
        <p:grpSpPr>
          <a:xfrm>
            <a:off x="3088269" y="3525309"/>
            <a:ext cx="2303640" cy="630360"/>
            <a:chOff x="3088269" y="3525309"/>
            <a:chExt cx="2303640" cy="63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3" name="Rukopis 112">
                  <a:extLst>
                    <a:ext uri="{FF2B5EF4-FFF2-40B4-BE49-F238E27FC236}">
                      <a16:creationId xmlns:a16="http://schemas.microsoft.com/office/drawing/2014/main" id="{9CF5F4D6-D13C-1310-E232-B7A833BDDBF7}"/>
                    </a:ext>
                  </a:extLst>
                </p14:cNvPr>
                <p14:cNvContentPartPr/>
                <p14:nvPr/>
              </p14:nvContentPartPr>
              <p14:xfrm>
                <a:off x="3798189" y="3628269"/>
                <a:ext cx="415440" cy="527400"/>
              </p14:xfrm>
            </p:contentPart>
          </mc:Choice>
          <mc:Fallback>
            <p:pic>
              <p:nvPicPr>
                <p:cNvPr id="113" name="Rukopis 112">
                  <a:extLst>
                    <a:ext uri="{FF2B5EF4-FFF2-40B4-BE49-F238E27FC236}">
                      <a16:creationId xmlns:a16="http://schemas.microsoft.com/office/drawing/2014/main" id="{9CF5F4D6-D13C-1310-E232-B7A833BDDBF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89549" y="3619629"/>
                  <a:ext cx="43308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4" name="Rukopis 113">
                  <a:extLst>
                    <a:ext uri="{FF2B5EF4-FFF2-40B4-BE49-F238E27FC236}">
                      <a16:creationId xmlns:a16="http://schemas.microsoft.com/office/drawing/2014/main" id="{89251F50-3ED9-7CE1-879C-2D4788279330}"/>
                    </a:ext>
                  </a:extLst>
                </p14:cNvPr>
                <p14:cNvContentPartPr/>
                <p14:nvPr/>
              </p14:nvContentPartPr>
              <p14:xfrm>
                <a:off x="4388589" y="3594429"/>
                <a:ext cx="177840" cy="252720"/>
              </p14:xfrm>
            </p:contentPart>
          </mc:Choice>
          <mc:Fallback>
            <p:pic>
              <p:nvPicPr>
                <p:cNvPr id="114" name="Rukopis 113">
                  <a:extLst>
                    <a:ext uri="{FF2B5EF4-FFF2-40B4-BE49-F238E27FC236}">
                      <a16:creationId xmlns:a16="http://schemas.microsoft.com/office/drawing/2014/main" id="{89251F50-3ED9-7CE1-879C-2D478827933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79589" y="3585429"/>
                  <a:ext cx="1954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5" name="Rukopis 114">
                  <a:extLst>
                    <a:ext uri="{FF2B5EF4-FFF2-40B4-BE49-F238E27FC236}">
                      <a16:creationId xmlns:a16="http://schemas.microsoft.com/office/drawing/2014/main" id="{FFEDF738-A4A8-0B4D-FC90-3519E98E5D2E}"/>
                    </a:ext>
                  </a:extLst>
                </p14:cNvPr>
                <p14:cNvContentPartPr/>
                <p14:nvPr/>
              </p14:nvContentPartPr>
              <p14:xfrm>
                <a:off x="4745709" y="3631149"/>
                <a:ext cx="231840" cy="258480"/>
              </p14:xfrm>
            </p:contentPart>
          </mc:Choice>
          <mc:Fallback>
            <p:pic>
              <p:nvPicPr>
                <p:cNvPr id="115" name="Rukopis 114">
                  <a:extLst>
                    <a:ext uri="{FF2B5EF4-FFF2-40B4-BE49-F238E27FC236}">
                      <a16:creationId xmlns:a16="http://schemas.microsoft.com/office/drawing/2014/main" id="{FFEDF738-A4A8-0B4D-FC90-3519E98E5D2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37069" y="3622149"/>
                  <a:ext cx="2494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6" name="Rukopis 115">
                  <a:extLst>
                    <a:ext uri="{FF2B5EF4-FFF2-40B4-BE49-F238E27FC236}">
                      <a16:creationId xmlns:a16="http://schemas.microsoft.com/office/drawing/2014/main" id="{D534FB01-2FE1-D161-F1D3-A56135756B66}"/>
                    </a:ext>
                  </a:extLst>
                </p14:cNvPr>
                <p14:cNvContentPartPr/>
                <p14:nvPr/>
              </p14:nvContentPartPr>
              <p14:xfrm>
                <a:off x="5246109" y="3661749"/>
                <a:ext cx="2520" cy="12960"/>
              </p14:xfrm>
            </p:contentPart>
          </mc:Choice>
          <mc:Fallback>
            <p:pic>
              <p:nvPicPr>
                <p:cNvPr id="116" name="Rukopis 115">
                  <a:extLst>
                    <a:ext uri="{FF2B5EF4-FFF2-40B4-BE49-F238E27FC236}">
                      <a16:creationId xmlns:a16="http://schemas.microsoft.com/office/drawing/2014/main" id="{D534FB01-2FE1-D161-F1D3-A56135756B6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37469" y="3652749"/>
                  <a:ext cx="20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8" name="Rukopis 117">
                  <a:extLst>
                    <a:ext uri="{FF2B5EF4-FFF2-40B4-BE49-F238E27FC236}">
                      <a16:creationId xmlns:a16="http://schemas.microsoft.com/office/drawing/2014/main" id="{9BAE2991-0C08-44EE-5A98-B0C6E4C5EEA8}"/>
                    </a:ext>
                  </a:extLst>
                </p14:cNvPr>
                <p14:cNvContentPartPr/>
                <p14:nvPr/>
              </p14:nvContentPartPr>
              <p14:xfrm>
                <a:off x="5132709" y="3591189"/>
                <a:ext cx="259200" cy="445680"/>
              </p14:xfrm>
            </p:contentPart>
          </mc:Choice>
          <mc:Fallback>
            <p:pic>
              <p:nvPicPr>
                <p:cNvPr id="118" name="Rukopis 117">
                  <a:extLst>
                    <a:ext uri="{FF2B5EF4-FFF2-40B4-BE49-F238E27FC236}">
                      <a16:creationId xmlns:a16="http://schemas.microsoft.com/office/drawing/2014/main" id="{9BAE2991-0C08-44EE-5A98-B0C6E4C5EE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24069" y="3582549"/>
                  <a:ext cx="27684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Rukopis 55">
                  <a:extLst>
                    <a:ext uri="{FF2B5EF4-FFF2-40B4-BE49-F238E27FC236}">
                      <a16:creationId xmlns:a16="http://schemas.microsoft.com/office/drawing/2014/main" id="{B2A5230D-8545-6131-A26A-1FD858383AAD}"/>
                    </a:ext>
                  </a:extLst>
                </p14:cNvPr>
                <p14:cNvContentPartPr/>
                <p14:nvPr/>
              </p14:nvContentPartPr>
              <p14:xfrm>
                <a:off x="3193389" y="3709629"/>
                <a:ext cx="252000" cy="31320"/>
              </p14:xfrm>
            </p:contentPart>
          </mc:Choice>
          <mc:Fallback>
            <p:pic>
              <p:nvPicPr>
                <p:cNvPr id="56" name="Rukopis 55">
                  <a:extLst>
                    <a:ext uri="{FF2B5EF4-FFF2-40B4-BE49-F238E27FC236}">
                      <a16:creationId xmlns:a16="http://schemas.microsoft.com/office/drawing/2014/main" id="{B2A5230D-8545-6131-A26A-1FD858383A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84749" y="3700989"/>
                  <a:ext cx="269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Rukopis 56">
                  <a:extLst>
                    <a:ext uri="{FF2B5EF4-FFF2-40B4-BE49-F238E27FC236}">
                      <a16:creationId xmlns:a16="http://schemas.microsoft.com/office/drawing/2014/main" id="{3BE4BCFD-E30E-5F4C-0A07-57791D5C38BF}"/>
                    </a:ext>
                  </a:extLst>
                </p14:cNvPr>
                <p14:cNvContentPartPr/>
                <p14:nvPr/>
              </p14:nvContentPartPr>
              <p14:xfrm>
                <a:off x="3214269" y="3813309"/>
                <a:ext cx="259200" cy="34920"/>
              </p14:xfrm>
            </p:contentPart>
          </mc:Choice>
          <mc:Fallback>
            <p:pic>
              <p:nvPicPr>
                <p:cNvPr id="57" name="Rukopis 56">
                  <a:extLst>
                    <a:ext uri="{FF2B5EF4-FFF2-40B4-BE49-F238E27FC236}">
                      <a16:creationId xmlns:a16="http://schemas.microsoft.com/office/drawing/2014/main" id="{3BE4BCFD-E30E-5F4C-0A07-57791D5C38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05629" y="3804669"/>
                  <a:ext cx="276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Rukopis 57">
                  <a:extLst>
                    <a:ext uri="{FF2B5EF4-FFF2-40B4-BE49-F238E27FC236}">
                      <a16:creationId xmlns:a16="http://schemas.microsoft.com/office/drawing/2014/main" id="{22D58853-764B-CFEE-9584-95A30FEB6E46}"/>
                    </a:ext>
                  </a:extLst>
                </p14:cNvPr>
                <p14:cNvContentPartPr/>
                <p14:nvPr/>
              </p14:nvContentPartPr>
              <p14:xfrm>
                <a:off x="3500829" y="3563469"/>
                <a:ext cx="45360" cy="366120"/>
              </p14:xfrm>
            </p:contentPart>
          </mc:Choice>
          <mc:Fallback>
            <p:pic>
              <p:nvPicPr>
                <p:cNvPr id="58" name="Rukopis 57">
                  <a:extLst>
                    <a:ext uri="{FF2B5EF4-FFF2-40B4-BE49-F238E27FC236}">
                      <a16:creationId xmlns:a16="http://schemas.microsoft.com/office/drawing/2014/main" id="{22D58853-764B-CFEE-9584-95A30FEB6E4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92189" y="3554829"/>
                  <a:ext cx="630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Rukopis 59">
                  <a:extLst>
                    <a:ext uri="{FF2B5EF4-FFF2-40B4-BE49-F238E27FC236}">
                      <a16:creationId xmlns:a16="http://schemas.microsoft.com/office/drawing/2014/main" id="{D5D8A12E-674F-DFBA-25A6-D4C3C9349B16}"/>
                    </a:ext>
                  </a:extLst>
                </p14:cNvPr>
                <p14:cNvContentPartPr/>
                <p14:nvPr/>
              </p14:nvContentPartPr>
              <p14:xfrm>
                <a:off x="3088269" y="3555549"/>
                <a:ext cx="64440" cy="462600"/>
              </p14:xfrm>
            </p:contentPart>
          </mc:Choice>
          <mc:Fallback>
            <p:pic>
              <p:nvPicPr>
                <p:cNvPr id="60" name="Rukopis 59">
                  <a:extLst>
                    <a:ext uri="{FF2B5EF4-FFF2-40B4-BE49-F238E27FC236}">
                      <a16:creationId xmlns:a16="http://schemas.microsoft.com/office/drawing/2014/main" id="{D5D8A12E-674F-DFBA-25A6-D4C3C9349B1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79269" y="3546549"/>
                  <a:ext cx="8208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9" name="Rukopis 118">
                  <a:extLst>
                    <a:ext uri="{FF2B5EF4-FFF2-40B4-BE49-F238E27FC236}">
                      <a16:creationId xmlns:a16="http://schemas.microsoft.com/office/drawing/2014/main" id="{FED6525E-E113-D935-C6D2-1829FD338009}"/>
                    </a:ext>
                  </a:extLst>
                </p14:cNvPr>
                <p14:cNvContentPartPr/>
                <p14:nvPr/>
              </p14:nvContentPartPr>
              <p14:xfrm>
                <a:off x="3666069" y="3525309"/>
                <a:ext cx="231120" cy="555120"/>
              </p14:xfrm>
            </p:contentPart>
          </mc:Choice>
          <mc:Fallback>
            <p:pic>
              <p:nvPicPr>
                <p:cNvPr id="119" name="Rukopis 118">
                  <a:extLst>
                    <a:ext uri="{FF2B5EF4-FFF2-40B4-BE49-F238E27FC236}">
                      <a16:creationId xmlns:a16="http://schemas.microsoft.com/office/drawing/2014/main" id="{FED6525E-E113-D935-C6D2-1829FD33800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57069" y="3516669"/>
                  <a:ext cx="248760" cy="57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Skupina 124">
            <a:extLst>
              <a:ext uri="{FF2B5EF4-FFF2-40B4-BE49-F238E27FC236}">
                <a16:creationId xmlns:a16="http://schemas.microsoft.com/office/drawing/2014/main" id="{3EE68517-D973-92D2-7F92-094CBBB8CF74}"/>
              </a:ext>
            </a:extLst>
          </p:cNvPr>
          <p:cNvGrpSpPr/>
          <p:nvPr/>
        </p:nvGrpSpPr>
        <p:grpSpPr>
          <a:xfrm>
            <a:off x="5616189" y="3473829"/>
            <a:ext cx="947880" cy="588240"/>
            <a:chOff x="5616189" y="3473829"/>
            <a:chExt cx="94788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22" name="Rukopis 121">
                  <a:extLst>
                    <a:ext uri="{FF2B5EF4-FFF2-40B4-BE49-F238E27FC236}">
                      <a16:creationId xmlns:a16="http://schemas.microsoft.com/office/drawing/2014/main" id="{73BD1D29-803C-D93D-5746-186382C4C96C}"/>
                    </a:ext>
                  </a:extLst>
                </p14:cNvPr>
                <p14:cNvContentPartPr/>
                <p14:nvPr/>
              </p14:nvContentPartPr>
              <p14:xfrm>
                <a:off x="5616189" y="3473829"/>
                <a:ext cx="79560" cy="521280"/>
              </p14:xfrm>
            </p:contentPart>
          </mc:Choice>
          <mc:Fallback>
            <p:pic>
              <p:nvPicPr>
                <p:cNvPr id="122" name="Rukopis 121">
                  <a:extLst>
                    <a:ext uri="{FF2B5EF4-FFF2-40B4-BE49-F238E27FC236}">
                      <a16:creationId xmlns:a16="http://schemas.microsoft.com/office/drawing/2014/main" id="{73BD1D29-803C-D93D-5746-186382C4C9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07549" y="3465189"/>
                  <a:ext cx="972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3" name="Rukopis 122">
                  <a:extLst>
                    <a:ext uri="{FF2B5EF4-FFF2-40B4-BE49-F238E27FC236}">
                      <a16:creationId xmlns:a16="http://schemas.microsoft.com/office/drawing/2014/main" id="{1979E156-E100-C3EC-BAD1-A670C559C682}"/>
                    </a:ext>
                  </a:extLst>
                </p14:cNvPr>
                <p14:cNvContentPartPr/>
                <p14:nvPr/>
              </p14:nvContentPartPr>
              <p14:xfrm>
                <a:off x="5911389" y="3617469"/>
                <a:ext cx="213840" cy="305280"/>
              </p14:xfrm>
            </p:contentPart>
          </mc:Choice>
          <mc:Fallback>
            <p:pic>
              <p:nvPicPr>
                <p:cNvPr id="123" name="Rukopis 122">
                  <a:extLst>
                    <a:ext uri="{FF2B5EF4-FFF2-40B4-BE49-F238E27FC236}">
                      <a16:creationId xmlns:a16="http://schemas.microsoft.com/office/drawing/2014/main" id="{1979E156-E100-C3EC-BAD1-A670C559C68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02749" y="3608829"/>
                  <a:ext cx="2314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4" name="Rukopis 123">
                  <a:extLst>
                    <a:ext uri="{FF2B5EF4-FFF2-40B4-BE49-F238E27FC236}">
                      <a16:creationId xmlns:a16="http://schemas.microsoft.com/office/drawing/2014/main" id="{E6EB268E-7F14-E7A4-59F4-EABAFF162DC7}"/>
                    </a:ext>
                  </a:extLst>
                </p14:cNvPr>
                <p14:cNvContentPartPr/>
                <p14:nvPr/>
              </p14:nvContentPartPr>
              <p14:xfrm>
                <a:off x="6244749" y="3598749"/>
                <a:ext cx="319320" cy="463320"/>
              </p14:xfrm>
            </p:contentPart>
          </mc:Choice>
          <mc:Fallback>
            <p:pic>
              <p:nvPicPr>
                <p:cNvPr id="124" name="Rukopis 123">
                  <a:extLst>
                    <a:ext uri="{FF2B5EF4-FFF2-40B4-BE49-F238E27FC236}">
                      <a16:creationId xmlns:a16="http://schemas.microsoft.com/office/drawing/2014/main" id="{E6EB268E-7F14-E7A4-59F4-EABAFF162DC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36109" y="3589749"/>
                  <a:ext cx="336960" cy="48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Skupina 129">
            <a:extLst>
              <a:ext uri="{FF2B5EF4-FFF2-40B4-BE49-F238E27FC236}">
                <a16:creationId xmlns:a16="http://schemas.microsoft.com/office/drawing/2014/main" id="{BE7AE1DF-C2ED-39CB-FB9C-36BF6FF88E31}"/>
              </a:ext>
            </a:extLst>
          </p:cNvPr>
          <p:cNvGrpSpPr/>
          <p:nvPr/>
        </p:nvGrpSpPr>
        <p:grpSpPr>
          <a:xfrm>
            <a:off x="3171429" y="4337469"/>
            <a:ext cx="278640" cy="440280"/>
            <a:chOff x="3171429" y="4337469"/>
            <a:chExt cx="27864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26" name="Rukopis 125">
                  <a:extLst>
                    <a:ext uri="{FF2B5EF4-FFF2-40B4-BE49-F238E27FC236}">
                      <a16:creationId xmlns:a16="http://schemas.microsoft.com/office/drawing/2014/main" id="{A81A4643-4C03-D512-8514-F15A4A2A044D}"/>
                    </a:ext>
                  </a:extLst>
                </p14:cNvPr>
                <p14:cNvContentPartPr/>
                <p14:nvPr/>
              </p14:nvContentPartPr>
              <p14:xfrm>
                <a:off x="3181869" y="4424949"/>
                <a:ext cx="7560" cy="330480"/>
              </p14:xfrm>
            </p:contentPart>
          </mc:Choice>
          <mc:Fallback>
            <p:pic>
              <p:nvPicPr>
                <p:cNvPr id="126" name="Rukopis 125">
                  <a:extLst>
                    <a:ext uri="{FF2B5EF4-FFF2-40B4-BE49-F238E27FC236}">
                      <a16:creationId xmlns:a16="http://schemas.microsoft.com/office/drawing/2014/main" id="{A81A4643-4C03-D512-8514-F15A4A2A044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72869" y="4415949"/>
                  <a:ext cx="252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7" name="Rukopis 126">
                  <a:extLst>
                    <a:ext uri="{FF2B5EF4-FFF2-40B4-BE49-F238E27FC236}">
                      <a16:creationId xmlns:a16="http://schemas.microsoft.com/office/drawing/2014/main" id="{825F1818-F41D-30CA-D63C-AE6644E2A9D0}"/>
                    </a:ext>
                  </a:extLst>
                </p14:cNvPr>
                <p14:cNvContentPartPr/>
                <p14:nvPr/>
              </p14:nvContentPartPr>
              <p14:xfrm>
                <a:off x="3171429" y="4519269"/>
                <a:ext cx="231480" cy="16560"/>
              </p14:xfrm>
            </p:contentPart>
          </mc:Choice>
          <mc:Fallback>
            <p:pic>
              <p:nvPicPr>
                <p:cNvPr id="127" name="Rukopis 126">
                  <a:extLst>
                    <a:ext uri="{FF2B5EF4-FFF2-40B4-BE49-F238E27FC236}">
                      <a16:creationId xmlns:a16="http://schemas.microsoft.com/office/drawing/2014/main" id="{825F1818-F41D-30CA-D63C-AE6644E2A9D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62789" y="4510629"/>
                  <a:ext cx="249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8" name="Rukopis 127">
                  <a:extLst>
                    <a:ext uri="{FF2B5EF4-FFF2-40B4-BE49-F238E27FC236}">
                      <a16:creationId xmlns:a16="http://schemas.microsoft.com/office/drawing/2014/main" id="{47CE8A00-02A6-2EAB-8B89-7FDB4AA98CB7}"/>
                    </a:ext>
                  </a:extLst>
                </p14:cNvPr>
                <p14:cNvContentPartPr/>
                <p14:nvPr/>
              </p14:nvContentPartPr>
              <p14:xfrm>
                <a:off x="3193029" y="4603869"/>
                <a:ext cx="205560" cy="24480"/>
              </p14:xfrm>
            </p:contentPart>
          </mc:Choice>
          <mc:Fallback>
            <p:pic>
              <p:nvPicPr>
                <p:cNvPr id="128" name="Rukopis 127">
                  <a:extLst>
                    <a:ext uri="{FF2B5EF4-FFF2-40B4-BE49-F238E27FC236}">
                      <a16:creationId xmlns:a16="http://schemas.microsoft.com/office/drawing/2014/main" id="{47CE8A00-02A6-2EAB-8B89-7FDB4AA98CB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84029" y="4595229"/>
                  <a:ext cx="223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9" name="Rukopis 128">
                  <a:extLst>
                    <a:ext uri="{FF2B5EF4-FFF2-40B4-BE49-F238E27FC236}">
                      <a16:creationId xmlns:a16="http://schemas.microsoft.com/office/drawing/2014/main" id="{8E1EB0BA-D8CA-8A50-88F1-4982F76FB676}"/>
                    </a:ext>
                  </a:extLst>
                </p14:cNvPr>
                <p14:cNvContentPartPr/>
                <p14:nvPr/>
              </p14:nvContentPartPr>
              <p14:xfrm>
                <a:off x="3441069" y="4337469"/>
                <a:ext cx="9000" cy="440280"/>
              </p14:xfrm>
            </p:contentPart>
          </mc:Choice>
          <mc:Fallback>
            <p:pic>
              <p:nvPicPr>
                <p:cNvPr id="129" name="Rukopis 128">
                  <a:extLst>
                    <a:ext uri="{FF2B5EF4-FFF2-40B4-BE49-F238E27FC236}">
                      <a16:creationId xmlns:a16="http://schemas.microsoft.com/office/drawing/2014/main" id="{8E1EB0BA-D8CA-8A50-88F1-4982F76FB6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32069" y="4328469"/>
                  <a:ext cx="26640" cy="45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Skupina 136">
            <a:extLst>
              <a:ext uri="{FF2B5EF4-FFF2-40B4-BE49-F238E27FC236}">
                <a16:creationId xmlns:a16="http://schemas.microsoft.com/office/drawing/2014/main" id="{C8F4EDD8-2A03-4B41-0A92-5390FC7885BB}"/>
              </a:ext>
            </a:extLst>
          </p:cNvPr>
          <p:cNvGrpSpPr/>
          <p:nvPr/>
        </p:nvGrpSpPr>
        <p:grpSpPr>
          <a:xfrm>
            <a:off x="3720789" y="4405509"/>
            <a:ext cx="1397880" cy="554400"/>
            <a:chOff x="3720789" y="4405509"/>
            <a:chExt cx="1397880" cy="55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1" name="Rukopis 130">
                  <a:extLst>
                    <a:ext uri="{FF2B5EF4-FFF2-40B4-BE49-F238E27FC236}">
                      <a16:creationId xmlns:a16="http://schemas.microsoft.com/office/drawing/2014/main" id="{8CA2892D-D4CF-B3C8-11E5-40CDBA8994A8}"/>
                    </a:ext>
                  </a:extLst>
                </p14:cNvPr>
                <p14:cNvContentPartPr/>
                <p14:nvPr/>
              </p14:nvContentPartPr>
              <p14:xfrm>
                <a:off x="3720789" y="4405509"/>
                <a:ext cx="154800" cy="423000"/>
              </p14:xfrm>
            </p:contentPart>
          </mc:Choice>
          <mc:Fallback>
            <p:pic>
              <p:nvPicPr>
                <p:cNvPr id="131" name="Rukopis 130">
                  <a:extLst>
                    <a:ext uri="{FF2B5EF4-FFF2-40B4-BE49-F238E27FC236}">
                      <a16:creationId xmlns:a16="http://schemas.microsoft.com/office/drawing/2014/main" id="{8CA2892D-D4CF-B3C8-11E5-40CDBA8994A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12149" y="4396869"/>
                  <a:ext cx="1724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2" name="Rukopis 131">
                  <a:extLst>
                    <a:ext uri="{FF2B5EF4-FFF2-40B4-BE49-F238E27FC236}">
                      <a16:creationId xmlns:a16="http://schemas.microsoft.com/office/drawing/2014/main" id="{35501051-6094-612D-76E3-87FF5C6419DB}"/>
                    </a:ext>
                  </a:extLst>
                </p14:cNvPr>
                <p14:cNvContentPartPr/>
                <p14:nvPr/>
              </p14:nvContentPartPr>
              <p14:xfrm>
                <a:off x="3945789" y="4501989"/>
                <a:ext cx="295560" cy="457920"/>
              </p14:xfrm>
            </p:contentPart>
          </mc:Choice>
          <mc:Fallback>
            <p:pic>
              <p:nvPicPr>
                <p:cNvPr id="132" name="Rukopis 131">
                  <a:extLst>
                    <a:ext uri="{FF2B5EF4-FFF2-40B4-BE49-F238E27FC236}">
                      <a16:creationId xmlns:a16="http://schemas.microsoft.com/office/drawing/2014/main" id="{35501051-6094-612D-76E3-87FF5C6419D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37149" y="4493349"/>
                  <a:ext cx="3132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4" name="Rukopis 133">
                  <a:extLst>
                    <a:ext uri="{FF2B5EF4-FFF2-40B4-BE49-F238E27FC236}">
                      <a16:creationId xmlns:a16="http://schemas.microsoft.com/office/drawing/2014/main" id="{663B804E-D2F3-D811-00AB-77BE87738FDA}"/>
                    </a:ext>
                  </a:extLst>
                </p14:cNvPr>
                <p14:cNvContentPartPr/>
                <p14:nvPr/>
              </p14:nvContentPartPr>
              <p14:xfrm>
                <a:off x="4454829" y="4471029"/>
                <a:ext cx="107280" cy="245160"/>
              </p14:xfrm>
            </p:contentPart>
          </mc:Choice>
          <mc:Fallback>
            <p:pic>
              <p:nvPicPr>
                <p:cNvPr id="134" name="Rukopis 133">
                  <a:extLst>
                    <a:ext uri="{FF2B5EF4-FFF2-40B4-BE49-F238E27FC236}">
                      <a16:creationId xmlns:a16="http://schemas.microsoft.com/office/drawing/2014/main" id="{663B804E-D2F3-D811-00AB-77BE87738FD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46189" y="4462029"/>
                  <a:ext cx="1249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5" name="Rukopis 134">
                  <a:extLst>
                    <a:ext uri="{FF2B5EF4-FFF2-40B4-BE49-F238E27FC236}">
                      <a16:creationId xmlns:a16="http://schemas.microsoft.com/office/drawing/2014/main" id="{F07B9420-F74E-06B6-C1D5-25BAB1723003}"/>
                    </a:ext>
                  </a:extLst>
                </p14:cNvPr>
                <p14:cNvContentPartPr/>
                <p14:nvPr/>
              </p14:nvContentPartPr>
              <p14:xfrm>
                <a:off x="4686669" y="4472109"/>
                <a:ext cx="219960" cy="431640"/>
              </p14:xfrm>
            </p:contentPart>
          </mc:Choice>
          <mc:Fallback>
            <p:pic>
              <p:nvPicPr>
                <p:cNvPr id="135" name="Rukopis 134">
                  <a:extLst>
                    <a:ext uri="{FF2B5EF4-FFF2-40B4-BE49-F238E27FC236}">
                      <a16:creationId xmlns:a16="http://schemas.microsoft.com/office/drawing/2014/main" id="{F07B9420-F74E-06B6-C1D5-25BAB172300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77669" y="4463109"/>
                  <a:ext cx="23760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6" name="Rukopis 135">
                  <a:extLst>
                    <a:ext uri="{FF2B5EF4-FFF2-40B4-BE49-F238E27FC236}">
                      <a16:creationId xmlns:a16="http://schemas.microsoft.com/office/drawing/2014/main" id="{4E98D3B1-43E1-731C-C8AB-B29A59F365E8}"/>
                    </a:ext>
                  </a:extLst>
                </p14:cNvPr>
                <p14:cNvContentPartPr/>
                <p14:nvPr/>
              </p14:nvContentPartPr>
              <p14:xfrm>
                <a:off x="5040909" y="4437549"/>
                <a:ext cx="77760" cy="389160"/>
              </p14:xfrm>
            </p:contentPart>
          </mc:Choice>
          <mc:Fallback>
            <p:pic>
              <p:nvPicPr>
                <p:cNvPr id="136" name="Rukopis 135">
                  <a:extLst>
                    <a:ext uri="{FF2B5EF4-FFF2-40B4-BE49-F238E27FC236}">
                      <a16:creationId xmlns:a16="http://schemas.microsoft.com/office/drawing/2014/main" id="{4E98D3B1-43E1-731C-C8AB-B29A59F365E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31909" y="4428549"/>
                  <a:ext cx="95400" cy="40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38" name="Rukopis 137">
                <a:extLst>
                  <a:ext uri="{FF2B5EF4-FFF2-40B4-BE49-F238E27FC236}">
                    <a16:creationId xmlns:a16="http://schemas.microsoft.com/office/drawing/2014/main" id="{7748490C-6AFD-C2CF-A5A8-6BA06D006BC4}"/>
                  </a:ext>
                </a:extLst>
              </p14:cNvPr>
              <p14:cNvContentPartPr/>
              <p14:nvPr/>
            </p14:nvContentPartPr>
            <p14:xfrm>
              <a:off x="5293269" y="4478229"/>
              <a:ext cx="228960" cy="232920"/>
            </p14:xfrm>
          </p:contentPart>
        </mc:Choice>
        <mc:Fallback>
          <p:pic>
            <p:nvPicPr>
              <p:cNvPr id="138" name="Rukopis 137">
                <a:extLst>
                  <a:ext uri="{FF2B5EF4-FFF2-40B4-BE49-F238E27FC236}">
                    <a16:creationId xmlns:a16="http://schemas.microsoft.com/office/drawing/2014/main" id="{7748490C-6AFD-C2CF-A5A8-6BA06D006BC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284269" y="4469589"/>
                <a:ext cx="246600" cy="25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Skupina 141">
            <a:extLst>
              <a:ext uri="{FF2B5EF4-FFF2-40B4-BE49-F238E27FC236}">
                <a16:creationId xmlns:a16="http://schemas.microsoft.com/office/drawing/2014/main" id="{384E7921-D6D8-94A6-1753-FC5F9B6C94C3}"/>
              </a:ext>
            </a:extLst>
          </p:cNvPr>
          <p:cNvGrpSpPr/>
          <p:nvPr/>
        </p:nvGrpSpPr>
        <p:grpSpPr>
          <a:xfrm>
            <a:off x="5774589" y="4362309"/>
            <a:ext cx="509400" cy="570960"/>
            <a:chOff x="5774589" y="4362309"/>
            <a:chExt cx="509400" cy="57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9" name="Rukopis 138">
                  <a:extLst>
                    <a:ext uri="{FF2B5EF4-FFF2-40B4-BE49-F238E27FC236}">
                      <a16:creationId xmlns:a16="http://schemas.microsoft.com/office/drawing/2014/main" id="{03C9527E-B720-17FE-830A-A5E2C1801BEA}"/>
                    </a:ext>
                  </a:extLst>
                </p14:cNvPr>
                <p14:cNvContentPartPr/>
                <p14:nvPr/>
              </p14:nvContentPartPr>
              <p14:xfrm>
                <a:off x="5774589" y="4362309"/>
                <a:ext cx="118080" cy="402480"/>
              </p14:xfrm>
            </p:contentPart>
          </mc:Choice>
          <mc:Fallback>
            <p:pic>
              <p:nvPicPr>
                <p:cNvPr id="139" name="Rukopis 138">
                  <a:extLst>
                    <a:ext uri="{FF2B5EF4-FFF2-40B4-BE49-F238E27FC236}">
                      <a16:creationId xmlns:a16="http://schemas.microsoft.com/office/drawing/2014/main" id="{03C9527E-B720-17FE-830A-A5E2C1801BE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65589" y="4353669"/>
                  <a:ext cx="1357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0" name="Rukopis 139">
                  <a:extLst>
                    <a:ext uri="{FF2B5EF4-FFF2-40B4-BE49-F238E27FC236}">
                      <a16:creationId xmlns:a16="http://schemas.microsoft.com/office/drawing/2014/main" id="{F95A738C-E0A1-54D8-1BEE-FEC70300AD34}"/>
                    </a:ext>
                  </a:extLst>
                </p14:cNvPr>
                <p14:cNvContentPartPr/>
                <p14:nvPr/>
              </p14:nvContentPartPr>
              <p14:xfrm>
                <a:off x="5926509" y="4498029"/>
                <a:ext cx="127080" cy="200520"/>
              </p14:xfrm>
            </p:contentPart>
          </mc:Choice>
          <mc:Fallback>
            <p:pic>
              <p:nvPicPr>
                <p:cNvPr id="140" name="Rukopis 139">
                  <a:extLst>
                    <a:ext uri="{FF2B5EF4-FFF2-40B4-BE49-F238E27FC236}">
                      <a16:creationId xmlns:a16="http://schemas.microsoft.com/office/drawing/2014/main" id="{F95A738C-E0A1-54D8-1BEE-FEC70300AD3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17509" y="4489029"/>
                  <a:ext cx="1447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1" name="Rukopis 140">
                  <a:extLst>
                    <a:ext uri="{FF2B5EF4-FFF2-40B4-BE49-F238E27FC236}">
                      <a16:creationId xmlns:a16="http://schemas.microsoft.com/office/drawing/2014/main" id="{7BEA6533-77AB-D472-6179-65A5D51289BA}"/>
                    </a:ext>
                  </a:extLst>
                </p14:cNvPr>
                <p14:cNvContentPartPr/>
                <p14:nvPr/>
              </p14:nvContentPartPr>
              <p14:xfrm>
                <a:off x="6088509" y="4474629"/>
                <a:ext cx="195480" cy="458640"/>
              </p14:xfrm>
            </p:contentPart>
          </mc:Choice>
          <mc:Fallback>
            <p:pic>
              <p:nvPicPr>
                <p:cNvPr id="141" name="Rukopis 140">
                  <a:extLst>
                    <a:ext uri="{FF2B5EF4-FFF2-40B4-BE49-F238E27FC236}">
                      <a16:creationId xmlns:a16="http://schemas.microsoft.com/office/drawing/2014/main" id="{7BEA6533-77AB-D472-6179-65A5D51289B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79509" y="4465989"/>
                  <a:ext cx="213120" cy="47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Skupina 146">
            <a:extLst>
              <a:ext uri="{FF2B5EF4-FFF2-40B4-BE49-F238E27FC236}">
                <a16:creationId xmlns:a16="http://schemas.microsoft.com/office/drawing/2014/main" id="{A2FB2D94-4B2D-B806-2354-AD5CCC7357F3}"/>
              </a:ext>
            </a:extLst>
          </p:cNvPr>
          <p:cNvGrpSpPr/>
          <p:nvPr/>
        </p:nvGrpSpPr>
        <p:grpSpPr>
          <a:xfrm>
            <a:off x="6503949" y="4293189"/>
            <a:ext cx="635400" cy="569520"/>
            <a:chOff x="6503949" y="4293189"/>
            <a:chExt cx="635400" cy="56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3" name="Rukopis 142">
                  <a:extLst>
                    <a:ext uri="{FF2B5EF4-FFF2-40B4-BE49-F238E27FC236}">
                      <a16:creationId xmlns:a16="http://schemas.microsoft.com/office/drawing/2014/main" id="{2C1AA4EE-B0AD-E4AD-3986-D3230B07D077}"/>
                    </a:ext>
                  </a:extLst>
                </p14:cNvPr>
                <p14:cNvContentPartPr/>
                <p14:nvPr/>
              </p14:nvContentPartPr>
              <p14:xfrm>
                <a:off x="6503949" y="4456989"/>
                <a:ext cx="147960" cy="236880"/>
              </p14:xfrm>
            </p:contentPart>
          </mc:Choice>
          <mc:Fallback>
            <p:pic>
              <p:nvPicPr>
                <p:cNvPr id="143" name="Rukopis 142">
                  <a:extLst>
                    <a:ext uri="{FF2B5EF4-FFF2-40B4-BE49-F238E27FC236}">
                      <a16:creationId xmlns:a16="http://schemas.microsoft.com/office/drawing/2014/main" id="{2C1AA4EE-B0AD-E4AD-3986-D3230B07D07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94949" y="4447989"/>
                  <a:ext cx="1656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4" name="Rukopis 143">
                  <a:extLst>
                    <a:ext uri="{FF2B5EF4-FFF2-40B4-BE49-F238E27FC236}">
                      <a16:creationId xmlns:a16="http://schemas.microsoft.com/office/drawing/2014/main" id="{1A286E76-E938-6D85-B186-3E578E13581A}"/>
                    </a:ext>
                  </a:extLst>
                </p14:cNvPr>
                <p14:cNvContentPartPr/>
                <p14:nvPr/>
              </p14:nvContentPartPr>
              <p14:xfrm>
                <a:off x="6742989" y="4473549"/>
                <a:ext cx="173880" cy="389160"/>
              </p14:xfrm>
            </p:contentPart>
          </mc:Choice>
          <mc:Fallback>
            <p:pic>
              <p:nvPicPr>
                <p:cNvPr id="144" name="Rukopis 143">
                  <a:extLst>
                    <a:ext uri="{FF2B5EF4-FFF2-40B4-BE49-F238E27FC236}">
                      <a16:creationId xmlns:a16="http://schemas.microsoft.com/office/drawing/2014/main" id="{1A286E76-E938-6D85-B186-3E578E13581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34349" y="4464909"/>
                  <a:ext cx="1915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6" name="Rukopis 145">
                  <a:extLst>
                    <a:ext uri="{FF2B5EF4-FFF2-40B4-BE49-F238E27FC236}">
                      <a16:creationId xmlns:a16="http://schemas.microsoft.com/office/drawing/2014/main" id="{B011664C-7F00-2594-BBA9-6E846982EBFA}"/>
                    </a:ext>
                  </a:extLst>
                </p14:cNvPr>
                <p14:cNvContentPartPr/>
                <p14:nvPr/>
              </p14:nvContentPartPr>
              <p14:xfrm>
                <a:off x="7032069" y="4293189"/>
                <a:ext cx="107280" cy="565560"/>
              </p14:xfrm>
            </p:contentPart>
          </mc:Choice>
          <mc:Fallback>
            <p:pic>
              <p:nvPicPr>
                <p:cNvPr id="146" name="Rukopis 145">
                  <a:extLst>
                    <a:ext uri="{FF2B5EF4-FFF2-40B4-BE49-F238E27FC236}">
                      <a16:creationId xmlns:a16="http://schemas.microsoft.com/office/drawing/2014/main" id="{B011664C-7F00-2594-BBA9-6E846982EBF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23429" y="4284189"/>
                  <a:ext cx="124920" cy="58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Skupina 151">
            <a:extLst>
              <a:ext uri="{FF2B5EF4-FFF2-40B4-BE49-F238E27FC236}">
                <a16:creationId xmlns:a16="http://schemas.microsoft.com/office/drawing/2014/main" id="{C13AC1D8-8BC3-2FBB-8B32-7D3A7BFE0177}"/>
              </a:ext>
            </a:extLst>
          </p:cNvPr>
          <p:cNvGrpSpPr/>
          <p:nvPr/>
        </p:nvGrpSpPr>
        <p:grpSpPr>
          <a:xfrm>
            <a:off x="3122469" y="5395149"/>
            <a:ext cx="372960" cy="504000"/>
            <a:chOff x="3122469" y="5395149"/>
            <a:chExt cx="37296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8" name="Rukopis 147">
                  <a:extLst>
                    <a:ext uri="{FF2B5EF4-FFF2-40B4-BE49-F238E27FC236}">
                      <a16:creationId xmlns:a16="http://schemas.microsoft.com/office/drawing/2014/main" id="{11BA1B9C-DE35-7897-07DC-829086643D3C}"/>
                    </a:ext>
                  </a:extLst>
                </p14:cNvPr>
                <p14:cNvContentPartPr/>
                <p14:nvPr/>
              </p14:nvContentPartPr>
              <p14:xfrm>
                <a:off x="3122469" y="5432589"/>
                <a:ext cx="98640" cy="392400"/>
              </p14:xfrm>
            </p:contentPart>
          </mc:Choice>
          <mc:Fallback>
            <p:pic>
              <p:nvPicPr>
                <p:cNvPr id="148" name="Rukopis 147">
                  <a:extLst>
                    <a:ext uri="{FF2B5EF4-FFF2-40B4-BE49-F238E27FC236}">
                      <a16:creationId xmlns:a16="http://schemas.microsoft.com/office/drawing/2014/main" id="{11BA1B9C-DE35-7897-07DC-829086643D3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113469" y="5423949"/>
                  <a:ext cx="1162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49" name="Rukopis 148">
                  <a:extLst>
                    <a:ext uri="{FF2B5EF4-FFF2-40B4-BE49-F238E27FC236}">
                      <a16:creationId xmlns:a16="http://schemas.microsoft.com/office/drawing/2014/main" id="{44891BCD-415E-99B1-C374-D8A2C5CCF53D}"/>
                    </a:ext>
                  </a:extLst>
                </p14:cNvPr>
                <p14:cNvContentPartPr/>
                <p14:nvPr/>
              </p14:nvContentPartPr>
              <p14:xfrm>
                <a:off x="3152349" y="5536629"/>
                <a:ext cx="284760" cy="47520"/>
              </p14:xfrm>
            </p:contentPart>
          </mc:Choice>
          <mc:Fallback>
            <p:pic>
              <p:nvPicPr>
                <p:cNvPr id="149" name="Rukopis 148">
                  <a:extLst>
                    <a:ext uri="{FF2B5EF4-FFF2-40B4-BE49-F238E27FC236}">
                      <a16:creationId xmlns:a16="http://schemas.microsoft.com/office/drawing/2014/main" id="{44891BCD-415E-99B1-C374-D8A2C5CCF53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43349" y="5527629"/>
                  <a:ext cx="302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0" name="Rukopis 149">
                  <a:extLst>
                    <a:ext uri="{FF2B5EF4-FFF2-40B4-BE49-F238E27FC236}">
                      <a16:creationId xmlns:a16="http://schemas.microsoft.com/office/drawing/2014/main" id="{A02ECA87-6C68-664D-7A7A-BF76C715D632}"/>
                    </a:ext>
                  </a:extLst>
                </p14:cNvPr>
                <p14:cNvContentPartPr/>
                <p14:nvPr/>
              </p14:nvContentPartPr>
              <p14:xfrm>
                <a:off x="3156669" y="5636709"/>
                <a:ext cx="270000" cy="36000"/>
              </p14:xfrm>
            </p:contentPart>
          </mc:Choice>
          <mc:Fallback>
            <p:pic>
              <p:nvPicPr>
                <p:cNvPr id="150" name="Rukopis 149">
                  <a:extLst>
                    <a:ext uri="{FF2B5EF4-FFF2-40B4-BE49-F238E27FC236}">
                      <a16:creationId xmlns:a16="http://schemas.microsoft.com/office/drawing/2014/main" id="{A02ECA87-6C68-664D-7A7A-BF76C715D63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47669" y="5627709"/>
                  <a:ext cx="287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51" name="Rukopis 150">
                  <a:extLst>
                    <a:ext uri="{FF2B5EF4-FFF2-40B4-BE49-F238E27FC236}">
                      <a16:creationId xmlns:a16="http://schemas.microsoft.com/office/drawing/2014/main" id="{E9343F6B-8915-B8AB-CD83-B7902051463D}"/>
                    </a:ext>
                  </a:extLst>
                </p14:cNvPr>
                <p14:cNvContentPartPr/>
                <p14:nvPr/>
              </p14:nvContentPartPr>
              <p14:xfrm>
                <a:off x="3464469" y="5395149"/>
                <a:ext cx="30960" cy="504000"/>
              </p14:xfrm>
            </p:contentPart>
          </mc:Choice>
          <mc:Fallback>
            <p:pic>
              <p:nvPicPr>
                <p:cNvPr id="151" name="Rukopis 150">
                  <a:extLst>
                    <a:ext uri="{FF2B5EF4-FFF2-40B4-BE49-F238E27FC236}">
                      <a16:creationId xmlns:a16="http://schemas.microsoft.com/office/drawing/2014/main" id="{E9343F6B-8915-B8AB-CD83-B7902051463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455829" y="5386149"/>
                  <a:ext cx="48600" cy="52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Skupina 159">
            <a:extLst>
              <a:ext uri="{FF2B5EF4-FFF2-40B4-BE49-F238E27FC236}">
                <a16:creationId xmlns:a16="http://schemas.microsoft.com/office/drawing/2014/main" id="{34E53E6D-C3C5-0BE5-3EBB-1A2113DAB0FF}"/>
              </a:ext>
            </a:extLst>
          </p:cNvPr>
          <p:cNvGrpSpPr/>
          <p:nvPr/>
        </p:nvGrpSpPr>
        <p:grpSpPr>
          <a:xfrm>
            <a:off x="3958749" y="5355549"/>
            <a:ext cx="1460880" cy="649800"/>
            <a:chOff x="3958749" y="5355549"/>
            <a:chExt cx="1460880" cy="64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3" name="Rukopis 152">
                  <a:extLst>
                    <a:ext uri="{FF2B5EF4-FFF2-40B4-BE49-F238E27FC236}">
                      <a16:creationId xmlns:a16="http://schemas.microsoft.com/office/drawing/2014/main" id="{4EA4A07F-B098-F2CE-7A05-D4D44563DE17}"/>
                    </a:ext>
                  </a:extLst>
                </p14:cNvPr>
                <p14:cNvContentPartPr/>
                <p14:nvPr/>
              </p14:nvContentPartPr>
              <p14:xfrm>
                <a:off x="3958749" y="5711589"/>
                <a:ext cx="4680" cy="1440"/>
              </p14:xfrm>
            </p:contentPart>
          </mc:Choice>
          <mc:Fallback>
            <p:pic>
              <p:nvPicPr>
                <p:cNvPr id="153" name="Rukopis 152">
                  <a:extLst>
                    <a:ext uri="{FF2B5EF4-FFF2-40B4-BE49-F238E27FC236}">
                      <a16:creationId xmlns:a16="http://schemas.microsoft.com/office/drawing/2014/main" id="{4EA4A07F-B098-F2CE-7A05-D4D44563DE1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49749" y="5702949"/>
                  <a:ext cx="22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54" name="Rukopis 153">
                  <a:extLst>
                    <a:ext uri="{FF2B5EF4-FFF2-40B4-BE49-F238E27FC236}">
                      <a16:creationId xmlns:a16="http://schemas.microsoft.com/office/drawing/2014/main" id="{AAB0DC1F-3085-65E6-C759-4E8B0354B440}"/>
                    </a:ext>
                  </a:extLst>
                </p14:cNvPr>
                <p14:cNvContentPartPr/>
                <p14:nvPr/>
              </p14:nvContentPartPr>
              <p14:xfrm>
                <a:off x="3967029" y="5398029"/>
                <a:ext cx="120600" cy="486720"/>
              </p14:xfrm>
            </p:contentPart>
          </mc:Choice>
          <mc:Fallback>
            <p:pic>
              <p:nvPicPr>
                <p:cNvPr id="154" name="Rukopis 153">
                  <a:extLst>
                    <a:ext uri="{FF2B5EF4-FFF2-40B4-BE49-F238E27FC236}">
                      <a16:creationId xmlns:a16="http://schemas.microsoft.com/office/drawing/2014/main" id="{AAB0DC1F-3085-65E6-C759-4E8B0354B44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958029" y="5389029"/>
                  <a:ext cx="13824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55" name="Rukopis 154">
                  <a:extLst>
                    <a:ext uri="{FF2B5EF4-FFF2-40B4-BE49-F238E27FC236}">
                      <a16:creationId xmlns:a16="http://schemas.microsoft.com/office/drawing/2014/main" id="{CB208B32-6A37-C62B-C0A5-A7192FA5E6A6}"/>
                    </a:ext>
                  </a:extLst>
                </p14:cNvPr>
                <p14:cNvContentPartPr/>
                <p14:nvPr/>
              </p14:nvContentPartPr>
              <p14:xfrm>
                <a:off x="4060989" y="5509629"/>
                <a:ext cx="312840" cy="495720"/>
              </p14:xfrm>
            </p:contentPart>
          </mc:Choice>
          <mc:Fallback>
            <p:pic>
              <p:nvPicPr>
                <p:cNvPr id="155" name="Rukopis 154">
                  <a:extLst>
                    <a:ext uri="{FF2B5EF4-FFF2-40B4-BE49-F238E27FC236}">
                      <a16:creationId xmlns:a16="http://schemas.microsoft.com/office/drawing/2014/main" id="{CB208B32-6A37-C62B-C0A5-A7192FA5E6A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052349" y="5500629"/>
                  <a:ext cx="33048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56" name="Rukopis 155">
                  <a:extLst>
                    <a:ext uri="{FF2B5EF4-FFF2-40B4-BE49-F238E27FC236}">
                      <a16:creationId xmlns:a16="http://schemas.microsoft.com/office/drawing/2014/main" id="{4A04DDEB-F24D-A102-2AD5-DBADB52474FB}"/>
                    </a:ext>
                  </a:extLst>
                </p14:cNvPr>
                <p14:cNvContentPartPr/>
                <p14:nvPr/>
              </p14:nvContentPartPr>
              <p14:xfrm>
                <a:off x="4563909" y="5525109"/>
                <a:ext cx="165240" cy="252000"/>
              </p14:xfrm>
            </p:contentPart>
          </mc:Choice>
          <mc:Fallback>
            <p:pic>
              <p:nvPicPr>
                <p:cNvPr id="156" name="Rukopis 155">
                  <a:extLst>
                    <a:ext uri="{FF2B5EF4-FFF2-40B4-BE49-F238E27FC236}">
                      <a16:creationId xmlns:a16="http://schemas.microsoft.com/office/drawing/2014/main" id="{4A04DDEB-F24D-A102-2AD5-DBADB52474F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54909" y="5516109"/>
                  <a:ext cx="182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57" name="Rukopis 156">
                  <a:extLst>
                    <a:ext uri="{FF2B5EF4-FFF2-40B4-BE49-F238E27FC236}">
                      <a16:creationId xmlns:a16="http://schemas.microsoft.com/office/drawing/2014/main" id="{B5FC2F40-128F-194B-359F-8E3FEE0A40CF}"/>
                    </a:ext>
                  </a:extLst>
                </p14:cNvPr>
                <p14:cNvContentPartPr/>
                <p14:nvPr/>
              </p14:nvContentPartPr>
              <p14:xfrm>
                <a:off x="4888269" y="5476869"/>
                <a:ext cx="251280" cy="489960"/>
              </p14:xfrm>
            </p:contentPart>
          </mc:Choice>
          <mc:Fallback>
            <p:pic>
              <p:nvPicPr>
                <p:cNvPr id="157" name="Rukopis 156">
                  <a:extLst>
                    <a:ext uri="{FF2B5EF4-FFF2-40B4-BE49-F238E27FC236}">
                      <a16:creationId xmlns:a16="http://schemas.microsoft.com/office/drawing/2014/main" id="{B5FC2F40-128F-194B-359F-8E3FEE0A40C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79629" y="5467869"/>
                  <a:ext cx="26892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59" name="Rukopis 158">
                  <a:extLst>
                    <a:ext uri="{FF2B5EF4-FFF2-40B4-BE49-F238E27FC236}">
                      <a16:creationId xmlns:a16="http://schemas.microsoft.com/office/drawing/2014/main" id="{EE214745-BA29-3C4D-070B-D841AF081C61}"/>
                    </a:ext>
                  </a:extLst>
                </p14:cNvPr>
                <p14:cNvContentPartPr/>
                <p14:nvPr/>
              </p14:nvContentPartPr>
              <p14:xfrm>
                <a:off x="5327469" y="5355549"/>
                <a:ext cx="92160" cy="525960"/>
              </p14:xfrm>
            </p:contentPart>
          </mc:Choice>
          <mc:Fallback>
            <p:pic>
              <p:nvPicPr>
                <p:cNvPr id="159" name="Rukopis 158">
                  <a:extLst>
                    <a:ext uri="{FF2B5EF4-FFF2-40B4-BE49-F238E27FC236}">
                      <a16:creationId xmlns:a16="http://schemas.microsoft.com/office/drawing/2014/main" id="{EE214745-BA29-3C4D-070B-D841AF081C6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18829" y="5346909"/>
                  <a:ext cx="109800" cy="54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61" name="Rukopis 160">
                <a:extLst>
                  <a:ext uri="{FF2B5EF4-FFF2-40B4-BE49-F238E27FC236}">
                    <a16:creationId xmlns:a16="http://schemas.microsoft.com/office/drawing/2014/main" id="{A799BC6F-12C5-7D7A-2940-131CC13EA541}"/>
                  </a:ext>
                </a:extLst>
              </p14:cNvPr>
              <p14:cNvContentPartPr/>
              <p14:nvPr/>
            </p14:nvContentPartPr>
            <p14:xfrm>
              <a:off x="5566869" y="5548149"/>
              <a:ext cx="164880" cy="217080"/>
            </p14:xfrm>
          </p:contentPart>
        </mc:Choice>
        <mc:Fallback>
          <p:pic>
            <p:nvPicPr>
              <p:cNvPr id="161" name="Rukopis 160">
                <a:extLst>
                  <a:ext uri="{FF2B5EF4-FFF2-40B4-BE49-F238E27FC236}">
                    <a16:creationId xmlns:a16="http://schemas.microsoft.com/office/drawing/2014/main" id="{A799BC6F-12C5-7D7A-2940-131CC13EA54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558229" y="5539149"/>
                <a:ext cx="182520" cy="23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Skupina 163">
            <a:extLst>
              <a:ext uri="{FF2B5EF4-FFF2-40B4-BE49-F238E27FC236}">
                <a16:creationId xmlns:a16="http://schemas.microsoft.com/office/drawing/2014/main" id="{19EED3DF-B8F6-4D86-ACEF-CEA8F167DC76}"/>
              </a:ext>
            </a:extLst>
          </p:cNvPr>
          <p:cNvGrpSpPr/>
          <p:nvPr/>
        </p:nvGrpSpPr>
        <p:grpSpPr>
          <a:xfrm>
            <a:off x="6050349" y="5385429"/>
            <a:ext cx="374760" cy="369720"/>
            <a:chOff x="6050349" y="5385429"/>
            <a:chExt cx="37476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62" name="Rukopis 161">
                  <a:extLst>
                    <a:ext uri="{FF2B5EF4-FFF2-40B4-BE49-F238E27FC236}">
                      <a16:creationId xmlns:a16="http://schemas.microsoft.com/office/drawing/2014/main" id="{EDB09A5B-C91E-C95D-CFBA-382C8C112035}"/>
                    </a:ext>
                  </a:extLst>
                </p14:cNvPr>
                <p14:cNvContentPartPr/>
                <p14:nvPr/>
              </p14:nvContentPartPr>
              <p14:xfrm>
                <a:off x="6125229" y="5385429"/>
                <a:ext cx="113760" cy="369720"/>
              </p14:xfrm>
            </p:contentPart>
          </mc:Choice>
          <mc:Fallback>
            <p:pic>
              <p:nvPicPr>
                <p:cNvPr id="162" name="Rukopis 161">
                  <a:extLst>
                    <a:ext uri="{FF2B5EF4-FFF2-40B4-BE49-F238E27FC236}">
                      <a16:creationId xmlns:a16="http://schemas.microsoft.com/office/drawing/2014/main" id="{EDB09A5B-C91E-C95D-CFBA-382C8C11203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16589" y="5376429"/>
                  <a:ext cx="1314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63" name="Rukopis 162">
                  <a:extLst>
                    <a:ext uri="{FF2B5EF4-FFF2-40B4-BE49-F238E27FC236}">
                      <a16:creationId xmlns:a16="http://schemas.microsoft.com/office/drawing/2014/main" id="{12930507-1957-CEFD-C328-C820F1731520}"/>
                    </a:ext>
                  </a:extLst>
                </p14:cNvPr>
                <p14:cNvContentPartPr/>
                <p14:nvPr/>
              </p14:nvContentPartPr>
              <p14:xfrm>
                <a:off x="6050349" y="5387229"/>
                <a:ext cx="374760" cy="24480"/>
              </p14:xfrm>
            </p:contentPart>
          </mc:Choice>
          <mc:Fallback>
            <p:pic>
              <p:nvPicPr>
                <p:cNvPr id="163" name="Rukopis 162">
                  <a:extLst>
                    <a:ext uri="{FF2B5EF4-FFF2-40B4-BE49-F238E27FC236}">
                      <a16:creationId xmlns:a16="http://schemas.microsoft.com/office/drawing/2014/main" id="{12930507-1957-CEFD-C328-C820F173152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41709" y="5378589"/>
                  <a:ext cx="39240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Skupina 168">
            <a:extLst>
              <a:ext uri="{FF2B5EF4-FFF2-40B4-BE49-F238E27FC236}">
                <a16:creationId xmlns:a16="http://schemas.microsoft.com/office/drawing/2014/main" id="{F0295F71-919E-AD7D-B970-0F8B13FF1857}"/>
              </a:ext>
            </a:extLst>
          </p:cNvPr>
          <p:cNvGrpSpPr/>
          <p:nvPr/>
        </p:nvGrpSpPr>
        <p:grpSpPr>
          <a:xfrm>
            <a:off x="3197349" y="6186069"/>
            <a:ext cx="355680" cy="442080"/>
            <a:chOff x="3197349" y="6186069"/>
            <a:chExt cx="35568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65" name="Rukopis 164">
                  <a:extLst>
                    <a:ext uri="{FF2B5EF4-FFF2-40B4-BE49-F238E27FC236}">
                      <a16:creationId xmlns:a16="http://schemas.microsoft.com/office/drawing/2014/main" id="{702F0408-D5D7-81E1-754C-06D6972E4684}"/>
                    </a:ext>
                  </a:extLst>
                </p14:cNvPr>
                <p14:cNvContentPartPr/>
                <p14:nvPr/>
              </p14:nvContentPartPr>
              <p14:xfrm>
                <a:off x="3216429" y="6237189"/>
                <a:ext cx="38880" cy="339480"/>
              </p14:xfrm>
            </p:contentPart>
          </mc:Choice>
          <mc:Fallback>
            <p:pic>
              <p:nvPicPr>
                <p:cNvPr id="165" name="Rukopis 164">
                  <a:extLst>
                    <a:ext uri="{FF2B5EF4-FFF2-40B4-BE49-F238E27FC236}">
                      <a16:creationId xmlns:a16="http://schemas.microsoft.com/office/drawing/2014/main" id="{702F0408-D5D7-81E1-754C-06D6972E468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07789" y="6228549"/>
                  <a:ext cx="565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66" name="Rukopis 165">
                  <a:extLst>
                    <a:ext uri="{FF2B5EF4-FFF2-40B4-BE49-F238E27FC236}">
                      <a16:creationId xmlns:a16="http://schemas.microsoft.com/office/drawing/2014/main" id="{46E7E0ED-0354-2F7E-D3A1-F8600F4AD433}"/>
                    </a:ext>
                  </a:extLst>
                </p14:cNvPr>
                <p14:cNvContentPartPr/>
                <p14:nvPr/>
              </p14:nvContentPartPr>
              <p14:xfrm>
                <a:off x="3197349" y="6347709"/>
                <a:ext cx="270000" cy="44640"/>
              </p14:xfrm>
            </p:contentPart>
          </mc:Choice>
          <mc:Fallback>
            <p:pic>
              <p:nvPicPr>
                <p:cNvPr id="166" name="Rukopis 165">
                  <a:extLst>
                    <a:ext uri="{FF2B5EF4-FFF2-40B4-BE49-F238E27FC236}">
                      <a16:creationId xmlns:a16="http://schemas.microsoft.com/office/drawing/2014/main" id="{46E7E0ED-0354-2F7E-D3A1-F8600F4AD43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88349" y="6339069"/>
                  <a:ext cx="287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67" name="Rukopis 166">
                  <a:extLst>
                    <a:ext uri="{FF2B5EF4-FFF2-40B4-BE49-F238E27FC236}">
                      <a16:creationId xmlns:a16="http://schemas.microsoft.com/office/drawing/2014/main" id="{30D249BB-FE91-B164-59C8-C963BE5CB4CF}"/>
                    </a:ext>
                  </a:extLst>
                </p14:cNvPr>
                <p14:cNvContentPartPr/>
                <p14:nvPr/>
              </p14:nvContentPartPr>
              <p14:xfrm>
                <a:off x="3255309" y="6410349"/>
                <a:ext cx="235080" cy="24480"/>
              </p14:xfrm>
            </p:contentPart>
          </mc:Choice>
          <mc:Fallback>
            <p:pic>
              <p:nvPicPr>
                <p:cNvPr id="167" name="Rukopis 166">
                  <a:extLst>
                    <a:ext uri="{FF2B5EF4-FFF2-40B4-BE49-F238E27FC236}">
                      <a16:creationId xmlns:a16="http://schemas.microsoft.com/office/drawing/2014/main" id="{30D249BB-FE91-B164-59C8-C963BE5CB4C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46669" y="6401709"/>
                  <a:ext cx="252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68" name="Rukopis 167">
                  <a:extLst>
                    <a:ext uri="{FF2B5EF4-FFF2-40B4-BE49-F238E27FC236}">
                      <a16:creationId xmlns:a16="http://schemas.microsoft.com/office/drawing/2014/main" id="{DE7604D0-A7AB-0D81-AEE5-1F5F69B3789F}"/>
                    </a:ext>
                  </a:extLst>
                </p14:cNvPr>
                <p14:cNvContentPartPr/>
                <p14:nvPr/>
              </p14:nvContentPartPr>
              <p14:xfrm>
                <a:off x="3537189" y="6186069"/>
                <a:ext cx="15840" cy="442080"/>
              </p14:xfrm>
            </p:contentPart>
          </mc:Choice>
          <mc:Fallback>
            <p:pic>
              <p:nvPicPr>
                <p:cNvPr id="168" name="Rukopis 167">
                  <a:extLst>
                    <a:ext uri="{FF2B5EF4-FFF2-40B4-BE49-F238E27FC236}">
                      <a16:creationId xmlns:a16="http://schemas.microsoft.com/office/drawing/2014/main" id="{DE7604D0-A7AB-0D81-AEE5-1F5F69B378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528549" y="6177429"/>
                  <a:ext cx="33480" cy="45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70" name="Rukopis 169">
                <a:extLst>
                  <a:ext uri="{FF2B5EF4-FFF2-40B4-BE49-F238E27FC236}">
                    <a16:creationId xmlns:a16="http://schemas.microsoft.com/office/drawing/2014/main" id="{1EA58693-67BE-9889-045F-57E5DF952BB4}"/>
                  </a:ext>
                </a:extLst>
              </p14:cNvPr>
              <p14:cNvContentPartPr/>
              <p14:nvPr/>
            </p14:nvContentPartPr>
            <p14:xfrm>
              <a:off x="4112469" y="6324309"/>
              <a:ext cx="398160" cy="501480"/>
            </p14:xfrm>
          </p:contentPart>
        </mc:Choice>
        <mc:Fallback>
          <p:pic>
            <p:nvPicPr>
              <p:cNvPr id="170" name="Rukopis 169">
                <a:extLst>
                  <a:ext uri="{FF2B5EF4-FFF2-40B4-BE49-F238E27FC236}">
                    <a16:creationId xmlns:a16="http://schemas.microsoft.com/office/drawing/2014/main" id="{1EA58693-67BE-9889-045F-57E5DF952BB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103829" y="6315309"/>
                <a:ext cx="415800" cy="51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Skupina 172">
            <a:extLst>
              <a:ext uri="{FF2B5EF4-FFF2-40B4-BE49-F238E27FC236}">
                <a16:creationId xmlns:a16="http://schemas.microsoft.com/office/drawing/2014/main" id="{0707DB98-D0C5-C671-B631-01C8838BE9AC}"/>
              </a:ext>
            </a:extLst>
          </p:cNvPr>
          <p:cNvGrpSpPr/>
          <p:nvPr/>
        </p:nvGrpSpPr>
        <p:grpSpPr>
          <a:xfrm>
            <a:off x="4801509" y="6258789"/>
            <a:ext cx="582120" cy="504360"/>
            <a:chOff x="4801509" y="6258789"/>
            <a:chExt cx="582120" cy="50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71" name="Rukopis 170">
                  <a:extLst>
                    <a:ext uri="{FF2B5EF4-FFF2-40B4-BE49-F238E27FC236}">
                      <a16:creationId xmlns:a16="http://schemas.microsoft.com/office/drawing/2014/main" id="{F55C6455-E294-A233-AC1C-6E8E8C9F22C5}"/>
                    </a:ext>
                  </a:extLst>
                </p14:cNvPr>
                <p14:cNvContentPartPr/>
                <p14:nvPr/>
              </p14:nvContentPartPr>
              <p14:xfrm>
                <a:off x="4801509" y="6323589"/>
                <a:ext cx="164880" cy="234360"/>
              </p14:xfrm>
            </p:contentPart>
          </mc:Choice>
          <mc:Fallback>
            <p:pic>
              <p:nvPicPr>
                <p:cNvPr id="171" name="Rukopis 170">
                  <a:extLst>
                    <a:ext uri="{FF2B5EF4-FFF2-40B4-BE49-F238E27FC236}">
                      <a16:creationId xmlns:a16="http://schemas.microsoft.com/office/drawing/2014/main" id="{F55C6455-E294-A233-AC1C-6E8E8C9F22C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92509" y="6314589"/>
                  <a:ext cx="1825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72" name="Rukopis 171">
                  <a:extLst>
                    <a:ext uri="{FF2B5EF4-FFF2-40B4-BE49-F238E27FC236}">
                      <a16:creationId xmlns:a16="http://schemas.microsoft.com/office/drawing/2014/main" id="{CAE9477C-DBF3-D51B-8EA8-317F4122EA38}"/>
                    </a:ext>
                  </a:extLst>
                </p14:cNvPr>
                <p14:cNvContentPartPr/>
                <p14:nvPr/>
              </p14:nvContentPartPr>
              <p14:xfrm>
                <a:off x="5100309" y="6258789"/>
                <a:ext cx="283320" cy="504360"/>
              </p14:xfrm>
            </p:contentPart>
          </mc:Choice>
          <mc:Fallback>
            <p:pic>
              <p:nvPicPr>
                <p:cNvPr id="172" name="Rukopis 171">
                  <a:extLst>
                    <a:ext uri="{FF2B5EF4-FFF2-40B4-BE49-F238E27FC236}">
                      <a16:creationId xmlns:a16="http://schemas.microsoft.com/office/drawing/2014/main" id="{CAE9477C-DBF3-D51B-8EA8-317F4122EA3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091309" y="6249789"/>
                  <a:ext cx="300960" cy="52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Skupina 202">
            <a:extLst>
              <a:ext uri="{FF2B5EF4-FFF2-40B4-BE49-F238E27FC236}">
                <a16:creationId xmlns:a16="http://schemas.microsoft.com/office/drawing/2014/main" id="{61DCCFDC-8FD1-05BA-1C02-2AECB8C6F3F9}"/>
              </a:ext>
            </a:extLst>
          </p:cNvPr>
          <p:cNvGrpSpPr/>
          <p:nvPr/>
        </p:nvGrpSpPr>
        <p:grpSpPr>
          <a:xfrm>
            <a:off x="6832629" y="1578789"/>
            <a:ext cx="1979280" cy="1664640"/>
            <a:chOff x="6832629" y="1578789"/>
            <a:chExt cx="1979280" cy="166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75" name="Rukopis 174">
                  <a:extLst>
                    <a:ext uri="{FF2B5EF4-FFF2-40B4-BE49-F238E27FC236}">
                      <a16:creationId xmlns:a16="http://schemas.microsoft.com/office/drawing/2014/main" id="{FCF8EB88-B96E-C1A3-2493-348FC86A4036}"/>
                    </a:ext>
                  </a:extLst>
                </p14:cNvPr>
                <p14:cNvContentPartPr/>
                <p14:nvPr/>
              </p14:nvContentPartPr>
              <p14:xfrm>
                <a:off x="6832629" y="1826469"/>
                <a:ext cx="131760" cy="1416960"/>
              </p14:xfrm>
            </p:contentPart>
          </mc:Choice>
          <mc:Fallback>
            <p:pic>
              <p:nvPicPr>
                <p:cNvPr id="175" name="Rukopis 174">
                  <a:extLst>
                    <a:ext uri="{FF2B5EF4-FFF2-40B4-BE49-F238E27FC236}">
                      <a16:creationId xmlns:a16="http://schemas.microsoft.com/office/drawing/2014/main" id="{FCF8EB88-B96E-C1A3-2493-348FC86A403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823629" y="1817829"/>
                  <a:ext cx="149400" cy="14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6" name="Rukopis 175">
                  <a:extLst>
                    <a:ext uri="{FF2B5EF4-FFF2-40B4-BE49-F238E27FC236}">
                      <a16:creationId xmlns:a16="http://schemas.microsoft.com/office/drawing/2014/main" id="{25B1C372-B610-8951-C497-8D634C2CB8F8}"/>
                    </a:ext>
                  </a:extLst>
                </p14:cNvPr>
                <p14:cNvContentPartPr/>
                <p14:nvPr/>
              </p14:nvContentPartPr>
              <p14:xfrm>
                <a:off x="7143309" y="1805589"/>
                <a:ext cx="457920" cy="261000"/>
              </p14:xfrm>
            </p:contentPart>
          </mc:Choice>
          <mc:Fallback>
            <p:pic>
              <p:nvPicPr>
                <p:cNvPr id="176" name="Rukopis 175">
                  <a:extLst>
                    <a:ext uri="{FF2B5EF4-FFF2-40B4-BE49-F238E27FC236}">
                      <a16:creationId xmlns:a16="http://schemas.microsoft.com/office/drawing/2014/main" id="{25B1C372-B610-8951-C497-8D634C2CB8F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34309" y="1796589"/>
                  <a:ext cx="4755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7" name="Rukopis 176">
                  <a:extLst>
                    <a:ext uri="{FF2B5EF4-FFF2-40B4-BE49-F238E27FC236}">
                      <a16:creationId xmlns:a16="http://schemas.microsoft.com/office/drawing/2014/main" id="{E70B05D2-6FD7-6EA3-6D2E-1A563A5652B2}"/>
                    </a:ext>
                  </a:extLst>
                </p14:cNvPr>
                <p14:cNvContentPartPr/>
                <p14:nvPr/>
              </p14:nvContentPartPr>
              <p14:xfrm>
                <a:off x="7622469" y="1578789"/>
                <a:ext cx="34560" cy="181440"/>
              </p14:xfrm>
            </p:contentPart>
          </mc:Choice>
          <mc:Fallback>
            <p:pic>
              <p:nvPicPr>
                <p:cNvPr id="177" name="Rukopis 176">
                  <a:extLst>
                    <a:ext uri="{FF2B5EF4-FFF2-40B4-BE49-F238E27FC236}">
                      <a16:creationId xmlns:a16="http://schemas.microsoft.com/office/drawing/2014/main" id="{E70B05D2-6FD7-6EA3-6D2E-1A563A5652B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613829" y="1570149"/>
                  <a:ext cx="52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8" name="Rukopis 177">
                  <a:extLst>
                    <a:ext uri="{FF2B5EF4-FFF2-40B4-BE49-F238E27FC236}">
                      <a16:creationId xmlns:a16="http://schemas.microsoft.com/office/drawing/2014/main" id="{6E665517-4F6B-F45F-7237-3C2C922CFBCB}"/>
                    </a:ext>
                  </a:extLst>
                </p14:cNvPr>
                <p14:cNvContentPartPr/>
                <p14:nvPr/>
              </p14:nvContentPartPr>
              <p14:xfrm>
                <a:off x="7690509" y="1629909"/>
                <a:ext cx="96480" cy="338040"/>
              </p14:xfrm>
            </p:contentPart>
          </mc:Choice>
          <mc:Fallback>
            <p:pic>
              <p:nvPicPr>
                <p:cNvPr id="178" name="Rukopis 177">
                  <a:extLst>
                    <a:ext uri="{FF2B5EF4-FFF2-40B4-BE49-F238E27FC236}">
                      <a16:creationId xmlns:a16="http://schemas.microsoft.com/office/drawing/2014/main" id="{6E665517-4F6B-F45F-7237-3C2C922CFBC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681509" y="1621269"/>
                  <a:ext cx="1141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79" name="Rukopis 178">
                  <a:extLst>
                    <a:ext uri="{FF2B5EF4-FFF2-40B4-BE49-F238E27FC236}">
                      <a16:creationId xmlns:a16="http://schemas.microsoft.com/office/drawing/2014/main" id="{9E5296E7-D7E5-1602-7742-7B33BDBF5BD3}"/>
                    </a:ext>
                  </a:extLst>
                </p14:cNvPr>
                <p14:cNvContentPartPr/>
                <p14:nvPr/>
              </p14:nvContentPartPr>
              <p14:xfrm>
                <a:off x="7850349" y="1828989"/>
                <a:ext cx="163800" cy="147960"/>
              </p14:xfrm>
            </p:contentPart>
          </mc:Choice>
          <mc:Fallback>
            <p:pic>
              <p:nvPicPr>
                <p:cNvPr id="179" name="Rukopis 178">
                  <a:extLst>
                    <a:ext uri="{FF2B5EF4-FFF2-40B4-BE49-F238E27FC236}">
                      <a16:creationId xmlns:a16="http://schemas.microsoft.com/office/drawing/2014/main" id="{9E5296E7-D7E5-1602-7742-7B33BDBF5BD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41349" y="1820349"/>
                  <a:ext cx="1814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80" name="Rukopis 179">
                  <a:extLst>
                    <a:ext uri="{FF2B5EF4-FFF2-40B4-BE49-F238E27FC236}">
                      <a16:creationId xmlns:a16="http://schemas.microsoft.com/office/drawing/2014/main" id="{9E30ECA5-1E16-D1E2-F642-D4A56AA21C84}"/>
                    </a:ext>
                  </a:extLst>
                </p14:cNvPr>
                <p14:cNvContentPartPr/>
                <p14:nvPr/>
              </p14:nvContentPartPr>
              <p14:xfrm>
                <a:off x="8001189" y="1861749"/>
                <a:ext cx="177840" cy="131760"/>
              </p14:xfrm>
            </p:contentPart>
          </mc:Choice>
          <mc:Fallback>
            <p:pic>
              <p:nvPicPr>
                <p:cNvPr id="180" name="Rukopis 179">
                  <a:extLst>
                    <a:ext uri="{FF2B5EF4-FFF2-40B4-BE49-F238E27FC236}">
                      <a16:creationId xmlns:a16="http://schemas.microsoft.com/office/drawing/2014/main" id="{9E30ECA5-1E16-D1E2-F642-D4A56AA21C8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92189" y="1852749"/>
                  <a:ext cx="195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81" name="Rukopis 180">
                  <a:extLst>
                    <a:ext uri="{FF2B5EF4-FFF2-40B4-BE49-F238E27FC236}">
                      <a16:creationId xmlns:a16="http://schemas.microsoft.com/office/drawing/2014/main" id="{96353E6A-DAD7-DF7C-51D4-DD1C1148FABC}"/>
                    </a:ext>
                  </a:extLst>
                </p14:cNvPr>
                <p14:cNvContentPartPr/>
                <p14:nvPr/>
              </p14:nvContentPartPr>
              <p14:xfrm>
                <a:off x="8202069" y="1696509"/>
                <a:ext cx="439200" cy="307800"/>
              </p14:xfrm>
            </p:contentPart>
          </mc:Choice>
          <mc:Fallback>
            <p:pic>
              <p:nvPicPr>
                <p:cNvPr id="181" name="Rukopis 180">
                  <a:extLst>
                    <a:ext uri="{FF2B5EF4-FFF2-40B4-BE49-F238E27FC236}">
                      <a16:creationId xmlns:a16="http://schemas.microsoft.com/office/drawing/2014/main" id="{96353E6A-DAD7-DF7C-51D4-DD1C1148FAB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93069" y="1687869"/>
                  <a:ext cx="4568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83" name="Rukopis 182">
                  <a:extLst>
                    <a:ext uri="{FF2B5EF4-FFF2-40B4-BE49-F238E27FC236}">
                      <a16:creationId xmlns:a16="http://schemas.microsoft.com/office/drawing/2014/main" id="{0B053F4E-7B7B-ABCB-377C-077EA03CEA89}"/>
                    </a:ext>
                  </a:extLst>
                </p14:cNvPr>
                <p14:cNvContentPartPr/>
                <p14:nvPr/>
              </p14:nvContentPartPr>
              <p14:xfrm>
                <a:off x="7211709" y="2291229"/>
                <a:ext cx="66600" cy="192960"/>
              </p14:xfrm>
            </p:contentPart>
          </mc:Choice>
          <mc:Fallback>
            <p:pic>
              <p:nvPicPr>
                <p:cNvPr id="183" name="Rukopis 182">
                  <a:extLst>
                    <a:ext uri="{FF2B5EF4-FFF2-40B4-BE49-F238E27FC236}">
                      <a16:creationId xmlns:a16="http://schemas.microsoft.com/office/drawing/2014/main" id="{0B053F4E-7B7B-ABCB-377C-077EA03CEA8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203069" y="2282229"/>
                  <a:ext cx="842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84" name="Rukopis 183">
                  <a:extLst>
                    <a:ext uri="{FF2B5EF4-FFF2-40B4-BE49-F238E27FC236}">
                      <a16:creationId xmlns:a16="http://schemas.microsoft.com/office/drawing/2014/main" id="{EA0AB652-4B38-9DC5-1944-92DDFB029DAF}"/>
                    </a:ext>
                  </a:extLst>
                </p14:cNvPr>
                <p14:cNvContentPartPr/>
                <p14:nvPr/>
              </p14:nvContentPartPr>
              <p14:xfrm>
                <a:off x="7297389" y="2151549"/>
                <a:ext cx="360" cy="34920"/>
              </p14:xfrm>
            </p:contentPart>
          </mc:Choice>
          <mc:Fallback>
            <p:pic>
              <p:nvPicPr>
                <p:cNvPr id="184" name="Rukopis 183">
                  <a:extLst>
                    <a:ext uri="{FF2B5EF4-FFF2-40B4-BE49-F238E27FC236}">
                      <a16:creationId xmlns:a16="http://schemas.microsoft.com/office/drawing/2014/main" id="{EA0AB652-4B38-9DC5-1944-92DDFB029DA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88389" y="2142909"/>
                  <a:ext cx="18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85" name="Rukopis 184">
                  <a:extLst>
                    <a:ext uri="{FF2B5EF4-FFF2-40B4-BE49-F238E27FC236}">
                      <a16:creationId xmlns:a16="http://schemas.microsoft.com/office/drawing/2014/main" id="{6DA7E6D5-1A61-7A4A-B732-E9B6E3930E76}"/>
                    </a:ext>
                  </a:extLst>
                </p14:cNvPr>
                <p14:cNvContentPartPr/>
                <p14:nvPr/>
              </p14:nvContentPartPr>
              <p14:xfrm>
                <a:off x="7325469" y="2290149"/>
                <a:ext cx="261720" cy="177120"/>
              </p14:xfrm>
            </p:contentPart>
          </mc:Choice>
          <mc:Fallback>
            <p:pic>
              <p:nvPicPr>
                <p:cNvPr id="185" name="Rukopis 184">
                  <a:extLst>
                    <a:ext uri="{FF2B5EF4-FFF2-40B4-BE49-F238E27FC236}">
                      <a16:creationId xmlns:a16="http://schemas.microsoft.com/office/drawing/2014/main" id="{6DA7E6D5-1A61-7A4A-B732-E9B6E3930E7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316829" y="2281509"/>
                  <a:ext cx="279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86" name="Rukopis 185">
                  <a:extLst>
                    <a:ext uri="{FF2B5EF4-FFF2-40B4-BE49-F238E27FC236}">
                      <a16:creationId xmlns:a16="http://schemas.microsoft.com/office/drawing/2014/main" id="{CFE79A98-DA58-C0F5-152D-AC8BD414F764}"/>
                    </a:ext>
                  </a:extLst>
                </p14:cNvPr>
                <p14:cNvContentPartPr/>
                <p14:nvPr/>
              </p14:nvContentPartPr>
              <p14:xfrm>
                <a:off x="7588269" y="2295909"/>
                <a:ext cx="184320" cy="347760"/>
              </p14:xfrm>
            </p:contentPart>
          </mc:Choice>
          <mc:Fallback>
            <p:pic>
              <p:nvPicPr>
                <p:cNvPr id="186" name="Rukopis 185">
                  <a:extLst>
                    <a:ext uri="{FF2B5EF4-FFF2-40B4-BE49-F238E27FC236}">
                      <a16:creationId xmlns:a16="http://schemas.microsoft.com/office/drawing/2014/main" id="{CFE79A98-DA58-C0F5-152D-AC8BD414F76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579269" y="2287269"/>
                  <a:ext cx="2019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88" name="Rukopis 187">
                  <a:extLst>
                    <a:ext uri="{FF2B5EF4-FFF2-40B4-BE49-F238E27FC236}">
                      <a16:creationId xmlns:a16="http://schemas.microsoft.com/office/drawing/2014/main" id="{CC915844-0063-28A1-5113-537FBFD5A79E}"/>
                    </a:ext>
                  </a:extLst>
                </p14:cNvPr>
                <p14:cNvContentPartPr/>
                <p14:nvPr/>
              </p14:nvContentPartPr>
              <p14:xfrm>
                <a:off x="7742349" y="2208429"/>
                <a:ext cx="186480" cy="246600"/>
              </p14:xfrm>
            </p:contentPart>
          </mc:Choice>
          <mc:Fallback>
            <p:pic>
              <p:nvPicPr>
                <p:cNvPr id="188" name="Rukopis 187">
                  <a:extLst>
                    <a:ext uri="{FF2B5EF4-FFF2-40B4-BE49-F238E27FC236}">
                      <a16:creationId xmlns:a16="http://schemas.microsoft.com/office/drawing/2014/main" id="{CC915844-0063-28A1-5113-537FBFD5A79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733349" y="2199789"/>
                  <a:ext cx="2041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89" name="Rukopis 188">
                  <a:extLst>
                    <a:ext uri="{FF2B5EF4-FFF2-40B4-BE49-F238E27FC236}">
                      <a16:creationId xmlns:a16="http://schemas.microsoft.com/office/drawing/2014/main" id="{43AF219A-CF5E-BADA-4FBA-8C9F0D26EFC8}"/>
                    </a:ext>
                  </a:extLst>
                </p14:cNvPr>
                <p14:cNvContentPartPr/>
                <p14:nvPr/>
              </p14:nvContentPartPr>
              <p14:xfrm>
                <a:off x="7979589" y="2259549"/>
                <a:ext cx="4680" cy="10800"/>
              </p14:xfrm>
            </p:contentPart>
          </mc:Choice>
          <mc:Fallback>
            <p:pic>
              <p:nvPicPr>
                <p:cNvPr id="189" name="Rukopis 188">
                  <a:extLst>
                    <a:ext uri="{FF2B5EF4-FFF2-40B4-BE49-F238E27FC236}">
                      <a16:creationId xmlns:a16="http://schemas.microsoft.com/office/drawing/2014/main" id="{43AF219A-CF5E-BADA-4FBA-8C9F0D26EFC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70949" y="2250549"/>
                  <a:ext cx="22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90" name="Rukopis 189">
                  <a:extLst>
                    <a:ext uri="{FF2B5EF4-FFF2-40B4-BE49-F238E27FC236}">
                      <a16:creationId xmlns:a16="http://schemas.microsoft.com/office/drawing/2014/main" id="{C96E5AFD-A41F-9FA8-C0E3-C1D0D931986B}"/>
                    </a:ext>
                  </a:extLst>
                </p14:cNvPr>
                <p14:cNvContentPartPr/>
                <p14:nvPr/>
              </p14:nvContentPartPr>
              <p14:xfrm>
                <a:off x="8020629" y="2152629"/>
                <a:ext cx="714240" cy="276480"/>
              </p14:xfrm>
            </p:contentPart>
          </mc:Choice>
          <mc:Fallback>
            <p:pic>
              <p:nvPicPr>
                <p:cNvPr id="190" name="Rukopis 189">
                  <a:extLst>
                    <a:ext uri="{FF2B5EF4-FFF2-40B4-BE49-F238E27FC236}">
                      <a16:creationId xmlns:a16="http://schemas.microsoft.com/office/drawing/2014/main" id="{C96E5AFD-A41F-9FA8-C0E3-C1D0D931986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11989" y="2143629"/>
                  <a:ext cx="731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92" name="Rukopis 191">
                  <a:extLst>
                    <a:ext uri="{FF2B5EF4-FFF2-40B4-BE49-F238E27FC236}">
                      <a16:creationId xmlns:a16="http://schemas.microsoft.com/office/drawing/2014/main" id="{8397C794-B4F9-3F97-8540-05BF3B892A5A}"/>
                    </a:ext>
                  </a:extLst>
                </p14:cNvPr>
                <p14:cNvContentPartPr/>
                <p14:nvPr/>
              </p14:nvContentPartPr>
              <p14:xfrm>
                <a:off x="7158429" y="2725029"/>
                <a:ext cx="235440" cy="284040"/>
              </p14:xfrm>
            </p:contentPart>
          </mc:Choice>
          <mc:Fallback>
            <p:pic>
              <p:nvPicPr>
                <p:cNvPr id="192" name="Rukopis 191">
                  <a:extLst>
                    <a:ext uri="{FF2B5EF4-FFF2-40B4-BE49-F238E27FC236}">
                      <a16:creationId xmlns:a16="http://schemas.microsoft.com/office/drawing/2014/main" id="{8397C794-B4F9-3F97-8540-05BF3B892A5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149429" y="2716389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93" name="Rukopis 192">
                  <a:extLst>
                    <a:ext uri="{FF2B5EF4-FFF2-40B4-BE49-F238E27FC236}">
                      <a16:creationId xmlns:a16="http://schemas.microsoft.com/office/drawing/2014/main" id="{3420AB08-EAD1-E51C-DA23-C1F56705F55C}"/>
                    </a:ext>
                  </a:extLst>
                </p14:cNvPr>
                <p14:cNvContentPartPr/>
                <p14:nvPr/>
              </p14:nvContentPartPr>
              <p14:xfrm>
                <a:off x="7479189" y="2769309"/>
                <a:ext cx="49680" cy="187200"/>
              </p14:xfrm>
            </p:contentPart>
          </mc:Choice>
          <mc:Fallback>
            <p:pic>
              <p:nvPicPr>
                <p:cNvPr id="193" name="Rukopis 192">
                  <a:extLst>
                    <a:ext uri="{FF2B5EF4-FFF2-40B4-BE49-F238E27FC236}">
                      <a16:creationId xmlns:a16="http://schemas.microsoft.com/office/drawing/2014/main" id="{3420AB08-EAD1-E51C-DA23-C1F56705F55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470189" y="2760669"/>
                  <a:ext cx="67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94" name="Rukopis 193">
                  <a:extLst>
                    <a:ext uri="{FF2B5EF4-FFF2-40B4-BE49-F238E27FC236}">
                      <a16:creationId xmlns:a16="http://schemas.microsoft.com/office/drawing/2014/main" id="{3CB32827-030E-2959-F51C-727E8320A6A5}"/>
                    </a:ext>
                  </a:extLst>
                </p14:cNvPr>
                <p14:cNvContentPartPr/>
                <p14:nvPr/>
              </p14:nvContentPartPr>
              <p14:xfrm>
                <a:off x="7581789" y="2685789"/>
                <a:ext cx="17640" cy="37080"/>
              </p14:xfrm>
            </p:contentPart>
          </mc:Choice>
          <mc:Fallback>
            <p:pic>
              <p:nvPicPr>
                <p:cNvPr id="194" name="Rukopis 193">
                  <a:extLst>
                    <a:ext uri="{FF2B5EF4-FFF2-40B4-BE49-F238E27FC236}">
                      <a16:creationId xmlns:a16="http://schemas.microsoft.com/office/drawing/2014/main" id="{3CB32827-030E-2959-F51C-727E8320A6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73149" y="2676789"/>
                  <a:ext cx="352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95" name="Rukopis 194">
                  <a:extLst>
                    <a:ext uri="{FF2B5EF4-FFF2-40B4-BE49-F238E27FC236}">
                      <a16:creationId xmlns:a16="http://schemas.microsoft.com/office/drawing/2014/main" id="{72C72800-F27C-8838-D199-C519FF6A1505}"/>
                    </a:ext>
                  </a:extLst>
                </p14:cNvPr>
                <p14:cNvContentPartPr/>
                <p14:nvPr/>
              </p14:nvContentPartPr>
              <p14:xfrm>
                <a:off x="7611309" y="2726109"/>
                <a:ext cx="95040" cy="200880"/>
              </p14:xfrm>
            </p:contentPart>
          </mc:Choice>
          <mc:Fallback>
            <p:pic>
              <p:nvPicPr>
                <p:cNvPr id="195" name="Rukopis 194">
                  <a:extLst>
                    <a:ext uri="{FF2B5EF4-FFF2-40B4-BE49-F238E27FC236}">
                      <a16:creationId xmlns:a16="http://schemas.microsoft.com/office/drawing/2014/main" id="{72C72800-F27C-8838-D199-C519FF6A15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602309" y="2717109"/>
                  <a:ext cx="112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96" name="Rukopis 195">
                  <a:extLst>
                    <a:ext uri="{FF2B5EF4-FFF2-40B4-BE49-F238E27FC236}">
                      <a16:creationId xmlns:a16="http://schemas.microsoft.com/office/drawing/2014/main" id="{C1F52233-9F95-FBA9-AC19-D2350177D147}"/>
                    </a:ext>
                  </a:extLst>
                </p14:cNvPr>
                <p14:cNvContentPartPr/>
                <p14:nvPr/>
              </p14:nvContentPartPr>
              <p14:xfrm>
                <a:off x="7675749" y="2750229"/>
                <a:ext cx="145800" cy="381600"/>
              </p14:xfrm>
            </p:contentPart>
          </mc:Choice>
          <mc:Fallback>
            <p:pic>
              <p:nvPicPr>
                <p:cNvPr id="196" name="Rukopis 195">
                  <a:extLst>
                    <a:ext uri="{FF2B5EF4-FFF2-40B4-BE49-F238E27FC236}">
                      <a16:creationId xmlns:a16="http://schemas.microsoft.com/office/drawing/2014/main" id="{C1F52233-9F95-FBA9-AC19-D2350177D14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67109" y="2741229"/>
                  <a:ext cx="1634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97" name="Rukopis 196">
                  <a:extLst>
                    <a:ext uri="{FF2B5EF4-FFF2-40B4-BE49-F238E27FC236}">
                      <a16:creationId xmlns:a16="http://schemas.microsoft.com/office/drawing/2014/main" id="{497C1C07-9902-7D2A-CB30-F6423F4C72BF}"/>
                    </a:ext>
                  </a:extLst>
                </p14:cNvPr>
                <p14:cNvContentPartPr/>
                <p14:nvPr/>
              </p14:nvContentPartPr>
              <p14:xfrm>
                <a:off x="7847109" y="2758869"/>
                <a:ext cx="102960" cy="165600"/>
              </p14:xfrm>
            </p:contentPart>
          </mc:Choice>
          <mc:Fallback>
            <p:pic>
              <p:nvPicPr>
                <p:cNvPr id="197" name="Rukopis 196">
                  <a:extLst>
                    <a:ext uri="{FF2B5EF4-FFF2-40B4-BE49-F238E27FC236}">
                      <a16:creationId xmlns:a16="http://schemas.microsoft.com/office/drawing/2014/main" id="{497C1C07-9902-7D2A-CB30-F6423F4C72B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38109" y="2750229"/>
                  <a:ext cx="120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98" name="Rukopis 197">
                  <a:extLst>
                    <a:ext uri="{FF2B5EF4-FFF2-40B4-BE49-F238E27FC236}">
                      <a16:creationId xmlns:a16="http://schemas.microsoft.com/office/drawing/2014/main" id="{AA901A39-7288-43ED-002B-F0466E617DDC}"/>
                    </a:ext>
                  </a:extLst>
                </p14:cNvPr>
                <p14:cNvContentPartPr/>
                <p14:nvPr/>
              </p14:nvContentPartPr>
              <p14:xfrm>
                <a:off x="7870509" y="2632869"/>
                <a:ext cx="17640" cy="50400"/>
              </p14:xfrm>
            </p:contentPart>
          </mc:Choice>
          <mc:Fallback>
            <p:pic>
              <p:nvPicPr>
                <p:cNvPr id="198" name="Rukopis 197">
                  <a:extLst>
                    <a:ext uri="{FF2B5EF4-FFF2-40B4-BE49-F238E27FC236}">
                      <a16:creationId xmlns:a16="http://schemas.microsoft.com/office/drawing/2014/main" id="{AA901A39-7288-43ED-002B-F0466E617DD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61869" y="2623869"/>
                  <a:ext cx="35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99" name="Rukopis 198">
                  <a:extLst>
                    <a:ext uri="{FF2B5EF4-FFF2-40B4-BE49-F238E27FC236}">
                      <a16:creationId xmlns:a16="http://schemas.microsoft.com/office/drawing/2014/main" id="{21DA9EE9-A3E6-86A9-BB1C-6DC2F7D3C154}"/>
                    </a:ext>
                  </a:extLst>
                </p14:cNvPr>
                <p14:cNvContentPartPr/>
                <p14:nvPr/>
              </p14:nvContentPartPr>
              <p14:xfrm>
                <a:off x="8063469" y="2765709"/>
                <a:ext cx="136800" cy="169200"/>
              </p14:xfrm>
            </p:contentPart>
          </mc:Choice>
          <mc:Fallback>
            <p:pic>
              <p:nvPicPr>
                <p:cNvPr id="199" name="Rukopis 198">
                  <a:extLst>
                    <a:ext uri="{FF2B5EF4-FFF2-40B4-BE49-F238E27FC236}">
                      <a16:creationId xmlns:a16="http://schemas.microsoft.com/office/drawing/2014/main" id="{21DA9EE9-A3E6-86A9-BB1C-6DC2F7D3C15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54829" y="2756709"/>
                  <a:ext cx="154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0" name="Rukopis 199">
                  <a:extLst>
                    <a:ext uri="{FF2B5EF4-FFF2-40B4-BE49-F238E27FC236}">
                      <a16:creationId xmlns:a16="http://schemas.microsoft.com/office/drawing/2014/main" id="{6E4A846F-4EED-95EB-5016-D7D7601C12A8}"/>
                    </a:ext>
                  </a:extLst>
                </p14:cNvPr>
                <p14:cNvContentPartPr/>
                <p14:nvPr/>
              </p14:nvContentPartPr>
              <p14:xfrm>
                <a:off x="8302509" y="2585709"/>
                <a:ext cx="216360" cy="343080"/>
              </p14:xfrm>
            </p:contentPart>
          </mc:Choice>
          <mc:Fallback>
            <p:pic>
              <p:nvPicPr>
                <p:cNvPr id="200" name="Rukopis 199">
                  <a:extLst>
                    <a:ext uri="{FF2B5EF4-FFF2-40B4-BE49-F238E27FC236}">
                      <a16:creationId xmlns:a16="http://schemas.microsoft.com/office/drawing/2014/main" id="{6E4A846F-4EED-95EB-5016-D7D7601C12A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293869" y="2576709"/>
                  <a:ext cx="2340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01" name="Rukopis 200">
                  <a:extLst>
                    <a:ext uri="{FF2B5EF4-FFF2-40B4-BE49-F238E27FC236}">
                      <a16:creationId xmlns:a16="http://schemas.microsoft.com/office/drawing/2014/main" id="{59CF06F6-AEFA-E82B-11DA-18255FBA82CB}"/>
                    </a:ext>
                  </a:extLst>
                </p14:cNvPr>
                <p14:cNvContentPartPr/>
                <p14:nvPr/>
              </p14:nvContentPartPr>
              <p14:xfrm>
                <a:off x="8476749" y="2799189"/>
                <a:ext cx="226440" cy="152280"/>
              </p14:xfrm>
            </p:contentPart>
          </mc:Choice>
          <mc:Fallback>
            <p:pic>
              <p:nvPicPr>
                <p:cNvPr id="201" name="Rukopis 200">
                  <a:extLst>
                    <a:ext uri="{FF2B5EF4-FFF2-40B4-BE49-F238E27FC236}">
                      <a16:creationId xmlns:a16="http://schemas.microsoft.com/office/drawing/2014/main" id="{59CF06F6-AEFA-E82B-11DA-18255FBA82C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67749" y="2790549"/>
                  <a:ext cx="244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2" name="Rukopis 201">
                  <a:extLst>
                    <a:ext uri="{FF2B5EF4-FFF2-40B4-BE49-F238E27FC236}">
                      <a16:creationId xmlns:a16="http://schemas.microsoft.com/office/drawing/2014/main" id="{400FA461-84D2-6360-98A0-4F7C04832259}"/>
                    </a:ext>
                  </a:extLst>
                </p14:cNvPr>
                <p14:cNvContentPartPr/>
                <p14:nvPr/>
              </p14:nvContentPartPr>
              <p14:xfrm>
                <a:off x="8717589" y="2485629"/>
                <a:ext cx="94320" cy="228600"/>
              </p14:xfrm>
            </p:contentPart>
          </mc:Choice>
          <mc:Fallback>
            <p:pic>
              <p:nvPicPr>
                <p:cNvPr id="202" name="Rukopis 201">
                  <a:extLst>
                    <a:ext uri="{FF2B5EF4-FFF2-40B4-BE49-F238E27FC236}">
                      <a16:creationId xmlns:a16="http://schemas.microsoft.com/office/drawing/2014/main" id="{400FA461-84D2-6360-98A0-4F7C0483225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708589" y="2476629"/>
                  <a:ext cx="11196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Skupina 212">
            <a:extLst>
              <a:ext uri="{FF2B5EF4-FFF2-40B4-BE49-F238E27FC236}">
                <a16:creationId xmlns:a16="http://schemas.microsoft.com/office/drawing/2014/main" id="{4B2A2192-3F2F-B4C2-6A02-C1CA36E9D566}"/>
              </a:ext>
            </a:extLst>
          </p:cNvPr>
          <p:cNvGrpSpPr/>
          <p:nvPr/>
        </p:nvGrpSpPr>
        <p:grpSpPr>
          <a:xfrm>
            <a:off x="6856749" y="3706749"/>
            <a:ext cx="305280" cy="235080"/>
            <a:chOff x="6856749" y="3706749"/>
            <a:chExt cx="30528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4" name="Rukopis 203">
                  <a:extLst>
                    <a:ext uri="{FF2B5EF4-FFF2-40B4-BE49-F238E27FC236}">
                      <a16:creationId xmlns:a16="http://schemas.microsoft.com/office/drawing/2014/main" id="{4FD80B36-8510-3D2E-DF4D-EFD0D9EC0718}"/>
                    </a:ext>
                  </a:extLst>
                </p14:cNvPr>
                <p14:cNvContentPartPr/>
                <p14:nvPr/>
              </p14:nvContentPartPr>
              <p14:xfrm>
                <a:off x="6856749" y="3791709"/>
                <a:ext cx="212040" cy="10800"/>
              </p14:xfrm>
            </p:contentPart>
          </mc:Choice>
          <mc:Fallback>
            <p:pic>
              <p:nvPicPr>
                <p:cNvPr id="204" name="Rukopis 203">
                  <a:extLst>
                    <a:ext uri="{FF2B5EF4-FFF2-40B4-BE49-F238E27FC236}">
                      <a16:creationId xmlns:a16="http://schemas.microsoft.com/office/drawing/2014/main" id="{4FD80B36-8510-3D2E-DF4D-EFD0D9EC071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48109" y="3782709"/>
                  <a:ext cx="229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05" name="Rukopis 204">
                  <a:extLst>
                    <a:ext uri="{FF2B5EF4-FFF2-40B4-BE49-F238E27FC236}">
                      <a16:creationId xmlns:a16="http://schemas.microsoft.com/office/drawing/2014/main" id="{57798D47-7F52-CF96-E2C2-1F72AB3342AB}"/>
                    </a:ext>
                  </a:extLst>
                </p14:cNvPr>
                <p14:cNvContentPartPr/>
                <p14:nvPr/>
              </p14:nvContentPartPr>
              <p14:xfrm>
                <a:off x="7036389" y="3706749"/>
                <a:ext cx="125640" cy="235080"/>
              </p14:xfrm>
            </p:contentPart>
          </mc:Choice>
          <mc:Fallback>
            <p:pic>
              <p:nvPicPr>
                <p:cNvPr id="205" name="Rukopis 204">
                  <a:extLst>
                    <a:ext uri="{FF2B5EF4-FFF2-40B4-BE49-F238E27FC236}">
                      <a16:creationId xmlns:a16="http://schemas.microsoft.com/office/drawing/2014/main" id="{57798D47-7F52-CF96-E2C2-1F72AB3342A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027749" y="3698109"/>
                  <a:ext cx="1432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Skupina 211">
            <a:extLst>
              <a:ext uri="{FF2B5EF4-FFF2-40B4-BE49-F238E27FC236}">
                <a16:creationId xmlns:a16="http://schemas.microsoft.com/office/drawing/2014/main" id="{00FAF684-6B69-32DA-7279-FA5813008CA8}"/>
              </a:ext>
            </a:extLst>
          </p:cNvPr>
          <p:cNvGrpSpPr/>
          <p:nvPr/>
        </p:nvGrpSpPr>
        <p:grpSpPr>
          <a:xfrm>
            <a:off x="7380909" y="3527829"/>
            <a:ext cx="1679400" cy="482400"/>
            <a:chOff x="7380909" y="3527829"/>
            <a:chExt cx="1679400" cy="48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06" name="Rukopis 205">
                  <a:extLst>
                    <a:ext uri="{FF2B5EF4-FFF2-40B4-BE49-F238E27FC236}">
                      <a16:creationId xmlns:a16="http://schemas.microsoft.com/office/drawing/2014/main" id="{797D3395-6F5A-7F83-3693-F69785106192}"/>
                    </a:ext>
                  </a:extLst>
                </p14:cNvPr>
                <p14:cNvContentPartPr/>
                <p14:nvPr/>
              </p14:nvContentPartPr>
              <p14:xfrm>
                <a:off x="7380909" y="3588309"/>
                <a:ext cx="374760" cy="305280"/>
              </p14:xfrm>
            </p:contentPart>
          </mc:Choice>
          <mc:Fallback>
            <p:pic>
              <p:nvPicPr>
                <p:cNvPr id="206" name="Rukopis 205">
                  <a:extLst>
                    <a:ext uri="{FF2B5EF4-FFF2-40B4-BE49-F238E27FC236}">
                      <a16:creationId xmlns:a16="http://schemas.microsoft.com/office/drawing/2014/main" id="{797D3395-6F5A-7F83-3693-F6978510619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371909" y="3579669"/>
                  <a:ext cx="3924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07" name="Rukopis 206">
                  <a:extLst>
                    <a:ext uri="{FF2B5EF4-FFF2-40B4-BE49-F238E27FC236}">
                      <a16:creationId xmlns:a16="http://schemas.microsoft.com/office/drawing/2014/main" id="{5FDC7F53-898B-2F67-36EA-7DC78E0B036B}"/>
                    </a:ext>
                  </a:extLst>
                </p14:cNvPr>
                <p14:cNvContentPartPr/>
                <p14:nvPr/>
              </p14:nvContentPartPr>
              <p14:xfrm>
                <a:off x="7926669" y="3527829"/>
                <a:ext cx="262800" cy="304560"/>
              </p14:xfrm>
            </p:contentPart>
          </mc:Choice>
          <mc:Fallback>
            <p:pic>
              <p:nvPicPr>
                <p:cNvPr id="207" name="Rukopis 206">
                  <a:extLst>
                    <a:ext uri="{FF2B5EF4-FFF2-40B4-BE49-F238E27FC236}">
                      <a16:creationId xmlns:a16="http://schemas.microsoft.com/office/drawing/2014/main" id="{5FDC7F53-898B-2F67-36EA-7DC78E0B036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917669" y="3519189"/>
                  <a:ext cx="2804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8" name="Rukopis 207">
                  <a:extLst>
                    <a:ext uri="{FF2B5EF4-FFF2-40B4-BE49-F238E27FC236}">
                      <a16:creationId xmlns:a16="http://schemas.microsoft.com/office/drawing/2014/main" id="{CD42D43C-1842-80F7-283E-6D566DCB27C9}"/>
                    </a:ext>
                  </a:extLst>
                </p14:cNvPr>
                <p14:cNvContentPartPr/>
                <p14:nvPr/>
              </p14:nvContentPartPr>
              <p14:xfrm>
                <a:off x="8186949" y="3627549"/>
                <a:ext cx="135360" cy="201240"/>
              </p14:xfrm>
            </p:contentPart>
          </mc:Choice>
          <mc:Fallback>
            <p:pic>
              <p:nvPicPr>
                <p:cNvPr id="208" name="Rukopis 207">
                  <a:extLst>
                    <a:ext uri="{FF2B5EF4-FFF2-40B4-BE49-F238E27FC236}">
                      <a16:creationId xmlns:a16="http://schemas.microsoft.com/office/drawing/2014/main" id="{CD42D43C-1842-80F7-283E-6D566DCB27C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178309" y="3618549"/>
                  <a:ext cx="153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09" name="Rukopis 208">
                  <a:extLst>
                    <a:ext uri="{FF2B5EF4-FFF2-40B4-BE49-F238E27FC236}">
                      <a16:creationId xmlns:a16="http://schemas.microsoft.com/office/drawing/2014/main" id="{5C059F83-2CD3-9C31-B77E-7C69F9D79D63}"/>
                    </a:ext>
                  </a:extLst>
                </p14:cNvPr>
                <p14:cNvContentPartPr/>
                <p14:nvPr/>
              </p14:nvContentPartPr>
              <p14:xfrm>
                <a:off x="8364069" y="3626109"/>
                <a:ext cx="193320" cy="178560"/>
              </p14:xfrm>
            </p:contentPart>
          </mc:Choice>
          <mc:Fallback>
            <p:pic>
              <p:nvPicPr>
                <p:cNvPr id="209" name="Rukopis 208">
                  <a:extLst>
                    <a:ext uri="{FF2B5EF4-FFF2-40B4-BE49-F238E27FC236}">
                      <a16:creationId xmlns:a16="http://schemas.microsoft.com/office/drawing/2014/main" id="{5C059F83-2CD3-9C31-B77E-7C69F9D79D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355429" y="3617109"/>
                  <a:ext cx="210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10" name="Rukopis 209">
                  <a:extLst>
                    <a:ext uri="{FF2B5EF4-FFF2-40B4-BE49-F238E27FC236}">
                      <a16:creationId xmlns:a16="http://schemas.microsoft.com/office/drawing/2014/main" id="{B3AF80C9-F51C-C6B0-E67F-AF2AA830DAF8}"/>
                    </a:ext>
                  </a:extLst>
                </p14:cNvPr>
                <p14:cNvContentPartPr/>
                <p14:nvPr/>
              </p14:nvContentPartPr>
              <p14:xfrm>
                <a:off x="8538309" y="3622149"/>
                <a:ext cx="162360" cy="388080"/>
              </p14:xfrm>
            </p:contentPart>
          </mc:Choice>
          <mc:Fallback>
            <p:pic>
              <p:nvPicPr>
                <p:cNvPr id="210" name="Rukopis 209">
                  <a:extLst>
                    <a:ext uri="{FF2B5EF4-FFF2-40B4-BE49-F238E27FC236}">
                      <a16:creationId xmlns:a16="http://schemas.microsoft.com/office/drawing/2014/main" id="{B3AF80C9-F51C-C6B0-E67F-AF2AA830DAF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529669" y="3613509"/>
                  <a:ext cx="1800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11" name="Rukopis 210">
                  <a:extLst>
                    <a:ext uri="{FF2B5EF4-FFF2-40B4-BE49-F238E27FC236}">
                      <a16:creationId xmlns:a16="http://schemas.microsoft.com/office/drawing/2014/main" id="{C74E018A-38A5-6CC4-3F3F-FAC37DB5E749}"/>
                    </a:ext>
                  </a:extLst>
                </p14:cNvPr>
                <p14:cNvContentPartPr/>
                <p14:nvPr/>
              </p14:nvContentPartPr>
              <p14:xfrm>
                <a:off x="8721909" y="3627189"/>
                <a:ext cx="338400" cy="208080"/>
              </p14:xfrm>
            </p:contentPart>
          </mc:Choice>
          <mc:Fallback>
            <p:pic>
              <p:nvPicPr>
                <p:cNvPr id="211" name="Rukopis 210">
                  <a:extLst>
                    <a:ext uri="{FF2B5EF4-FFF2-40B4-BE49-F238E27FC236}">
                      <a16:creationId xmlns:a16="http://schemas.microsoft.com/office/drawing/2014/main" id="{C74E018A-38A5-6CC4-3F3F-FAC37DB5E74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712909" y="3618189"/>
                  <a:ext cx="35604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Skupina 231">
            <a:extLst>
              <a:ext uri="{FF2B5EF4-FFF2-40B4-BE49-F238E27FC236}">
                <a16:creationId xmlns:a16="http://schemas.microsoft.com/office/drawing/2014/main" id="{8F1D6A4C-2829-8627-7438-44257CC85B2D}"/>
              </a:ext>
            </a:extLst>
          </p:cNvPr>
          <p:cNvGrpSpPr/>
          <p:nvPr/>
        </p:nvGrpSpPr>
        <p:grpSpPr>
          <a:xfrm>
            <a:off x="7258869" y="4181229"/>
            <a:ext cx="1822680" cy="800280"/>
            <a:chOff x="7258869" y="4181229"/>
            <a:chExt cx="1822680" cy="80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14" name="Rukopis 213">
                  <a:extLst>
                    <a:ext uri="{FF2B5EF4-FFF2-40B4-BE49-F238E27FC236}">
                      <a16:creationId xmlns:a16="http://schemas.microsoft.com/office/drawing/2014/main" id="{8947BDC5-FDA3-8861-1BBA-642C65D064D5}"/>
                    </a:ext>
                  </a:extLst>
                </p14:cNvPr>
                <p14:cNvContentPartPr/>
                <p14:nvPr/>
              </p14:nvContentPartPr>
              <p14:xfrm>
                <a:off x="7258869" y="4579749"/>
                <a:ext cx="154440" cy="24480"/>
              </p14:xfrm>
            </p:contentPart>
          </mc:Choice>
          <mc:Fallback>
            <p:pic>
              <p:nvPicPr>
                <p:cNvPr id="214" name="Rukopis 213">
                  <a:extLst>
                    <a:ext uri="{FF2B5EF4-FFF2-40B4-BE49-F238E27FC236}">
                      <a16:creationId xmlns:a16="http://schemas.microsoft.com/office/drawing/2014/main" id="{8947BDC5-FDA3-8861-1BBA-642C65D064D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249869" y="4571109"/>
                  <a:ext cx="172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15" name="Rukopis 214">
                  <a:extLst>
                    <a:ext uri="{FF2B5EF4-FFF2-40B4-BE49-F238E27FC236}">
                      <a16:creationId xmlns:a16="http://schemas.microsoft.com/office/drawing/2014/main" id="{9CC09FB1-EEF1-B197-A6B0-769B5C7589B6}"/>
                    </a:ext>
                  </a:extLst>
                </p14:cNvPr>
                <p14:cNvContentPartPr/>
                <p14:nvPr/>
              </p14:nvContentPartPr>
              <p14:xfrm>
                <a:off x="7544709" y="4307229"/>
                <a:ext cx="236160" cy="354960"/>
              </p14:xfrm>
            </p:contentPart>
          </mc:Choice>
          <mc:Fallback>
            <p:pic>
              <p:nvPicPr>
                <p:cNvPr id="215" name="Rukopis 214">
                  <a:extLst>
                    <a:ext uri="{FF2B5EF4-FFF2-40B4-BE49-F238E27FC236}">
                      <a16:creationId xmlns:a16="http://schemas.microsoft.com/office/drawing/2014/main" id="{9CC09FB1-EEF1-B197-A6B0-769B5C7589B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35709" y="4298589"/>
                  <a:ext cx="2538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16" name="Rukopis 215">
                  <a:extLst>
                    <a:ext uri="{FF2B5EF4-FFF2-40B4-BE49-F238E27FC236}">
                      <a16:creationId xmlns:a16="http://schemas.microsoft.com/office/drawing/2014/main" id="{D1386F3B-7631-49DF-20E2-CB76CB17D59E}"/>
                    </a:ext>
                  </a:extLst>
                </p14:cNvPr>
                <p14:cNvContentPartPr/>
                <p14:nvPr/>
              </p14:nvContentPartPr>
              <p14:xfrm>
                <a:off x="7827669" y="4441149"/>
                <a:ext cx="51840" cy="191880"/>
              </p14:xfrm>
            </p:contentPart>
          </mc:Choice>
          <mc:Fallback>
            <p:pic>
              <p:nvPicPr>
                <p:cNvPr id="216" name="Rukopis 215">
                  <a:extLst>
                    <a:ext uri="{FF2B5EF4-FFF2-40B4-BE49-F238E27FC236}">
                      <a16:creationId xmlns:a16="http://schemas.microsoft.com/office/drawing/2014/main" id="{D1386F3B-7631-49DF-20E2-CB76CB17D59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819029" y="4432509"/>
                  <a:ext cx="69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17" name="Rukopis 216">
                  <a:extLst>
                    <a:ext uri="{FF2B5EF4-FFF2-40B4-BE49-F238E27FC236}">
                      <a16:creationId xmlns:a16="http://schemas.microsoft.com/office/drawing/2014/main" id="{ABE47353-3A89-A326-E21D-21F24C8FCC6C}"/>
                    </a:ext>
                  </a:extLst>
                </p14:cNvPr>
                <p14:cNvContentPartPr/>
                <p14:nvPr/>
              </p14:nvContentPartPr>
              <p14:xfrm>
                <a:off x="7872669" y="4323789"/>
                <a:ext cx="30240" cy="91800"/>
              </p14:xfrm>
            </p:contentPart>
          </mc:Choice>
          <mc:Fallback>
            <p:pic>
              <p:nvPicPr>
                <p:cNvPr id="217" name="Rukopis 216">
                  <a:extLst>
                    <a:ext uri="{FF2B5EF4-FFF2-40B4-BE49-F238E27FC236}">
                      <a16:creationId xmlns:a16="http://schemas.microsoft.com/office/drawing/2014/main" id="{ABE47353-3A89-A326-E21D-21F24C8FCC6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864029" y="4315149"/>
                  <a:ext cx="47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18" name="Rukopis 217">
                  <a:extLst>
                    <a:ext uri="{FF2B5EF4-FFF2-40B4-BE49-F238E27FC236}">
                      <a16:creationId xmlns:a16="http://schemas.microsoft.com/office/drawing/2014/main" id="{5A0673C4-E331-173C-47D0-6A5C8571FD18}"/>
                    </a:ext>
                  </a:extLst>
                </p14:cNvPr>
                <p14:cNvContentPartPr/>
                <p14:nvPr/>
              </p14:nvContentPartPr>
              <p14:xfrm>
                <a:off x="7940349" y="4404429"/>
                <a:ext cx="90720" cy="204840"/>
              </p14:xfrm>
            </p:contentPart>
          </mc:Choice>
          <mc:Fallback>
            <p:pic>
              <p:nvPicPr>
                <p:cNvPr id="218" name="Rukopis 217">
                  <a:extLst>
                    <a:ext uri="{FF2B5EF4-FFF2-40B4-BE49-F238E27FC236}">
                      <a16:creationId xmlns:a16="http://schemas.microsoft.com/office/drawing/2014/main" id="{5A0673C4-E331-173C-47D0-6A5C8571FD1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31709" y="4395429"/>
                  <a:ext cx="108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19" name="Rukopis 218">
                  <a:extLst>
                    <a:ext uri="{FF2B5EF4-FFF2-40B4-BE49-F238E27FC236}">
                      <a16:creationId xmlns:a16="http://schemas.microsoft.com/office/drawing/2014/main" id="{9A931CB5-F4C1-D242-F8EF-2ECBD06D846A}"/>
                    </a:ext>
                  </a:extLst>
                </p14:cNvPr>
                <p14:cNvContentPartPr/>
                <p14:nvPr/>
              </p14:nvContentPartPr>
              <p14:xfrm>
                <a:off x="8108109" y="4206429"/>
                <a:ext cx="130680" cy="392040"/>
              </p14:xfrm>
            </p:contentPart>
          </mc:Choice>
          <mc:Fallback>
            <p:pic>
              <p:nvPicPr>
                <p:cNvPr id="219" name="Rukopis 218">
                  <a:extLst>
                    <a:ext uri="{FF2B5EF4-FFF2-40B4-BE49-F238E27FC236}">
                      <a16:creationId xmlns:a16="http://schemas.microsoft.com/office/drawing/2014/main" id="{9A931CB5-F4C1-D242-F8EF-2ECBD06D846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099109" y="4197429"/>
                  <a:ext cx="1483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20" name="Rukopis 219">
                  <a:extLst>
                    <a:ext uri="{FF2B5EF4-FFF2-40B4-BE49-F238E27FC236}">
                      <a16:creationId xmlns:a16="http://schemas.microsoft.com/office/drawing/2014/main" id="{9075A701-5780-4010-593C-C4801A2E24C9}"/>
                    </a:ext>
                  </a:extLst>
                </p14:cNvPr>
                <p14:cNvContentPartPr/>
                <p14:nvPr/>
              </p14:nvContentPartPr>
              <p14:xfrm>
                <a:off x="8086149" y="4378869"/>
                <a:ext cx="201960" cy="90000"/>
              </p14:xfrm>
            </p:contentPart>
          </mc:Choice>
          <mc:Fallback>
            <p:pic>
              <p:nvPicPr>
                <p:cNvPr id="220" name="Rukopis 219">
                  <a:extLst>
                    <a:ext uri="{FF2B5EF4-FFF2-40B4-BE49-F238E27FC236}">
                      <a16:creationId xmlns:a16="http://schemas.microsoft.com/office/drawing/2014/main" id="{9075A701-5780-4010-593C-C4801A2E24C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77509" y="4369869"/>
                  <a:ext cx="2196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21" name="Rukopis 220">
                  <a:extLst>
                    <a:ext uri="{FF2B5EF4-FFF2-40B4-BE49-F238E27FC236}">
                      <a16:creationId xmlns:a16="http://schemas.microsoft.com/office/drawing/2014/main" id="{FFE9321B-CEDE-8DC9-A901-EF5A1ED0C6E8}"/>
                    </a:ext>
                  </a:extLst>
                </p14:cNvPr>
                <p14:cNvContentPartPr/>
                <p14:nvPr/>
              </p14:nvContentPartPr>
              <p14:xfrm>
                <a:off x="8292429" y="4356549"/>
                <a:ext cx="186480" cy="204840"/>
              </p14:xfrm>
            </p:contentPart>
          </mc:Choice>
          <mc:Fallback>
            <p:pic>
              <p:nvPicPr>
                <p:cNvPr id="221" name="Rukopis 220">
                  <a:extLst>
                    <a:ext uri="{FF2B5EF4-FFF2-40B4-BE49-F238E27FC236}">
                      <a16:creationId xmlns:a16="http://schemas.microsoft.com/office/drawing/2014/main" id="{FFE9321B-CEDE-8DC9-A901-EF5A1ED0C6E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83429" y="4347909"/>
                  <a:ext cx="204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22" name="Rukopis 221">
                  <a:extLst>
                    <a:ext uri="{FF2B5EF4-FFF2-40B4-BE49-F238E27FC236}">
                      <a16:creationId xmlns:a16="http://schemas.microsoft.com/office/drawing/2014/main" id="{BAFBB902-AC7E-B8C8-CDAC-E051D9DCCE73}"/>
                    </a:ext>
                  </a:extLst>
                </p14:cNvPr>
                <p14:cNvContentPartPr/>
                <p14:nvPr/>
              </p14:nvContentPartPr>
              <p14:xfrm>
                <a:off x="8488629" y="4294989"/>
                <a:ext cx="21600" cy="27360"/>
              </p14:xfrm>
            </p:contentPart>
          </mc:Choice>
          <mc:Fallback>
            <p:pic>
              <p:nvPicPr>
                <p:cNvPr id="222" name="Rukopis 221">
                  <a:extLst>
                    <a:ext uri="{FF2B5EF4-FFF2-40B4-BE49-F238E27FC236}">
                      <a16:creationId xmlns:a16="http://schemas.microsoft.com/office/drawing/2014/main" id="{BAFBB902-AC7E-B8C8-CDAC-E051D9DCCE7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479989" y="4285989"/>
                  <a:ext cx="39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23" name="Rukopis 222">
                  <a:extLst>
                    <a:ext uri="{FF2B5EF4-FFF2-40B4-BE49-F238E27FC236}">
                      <a16:creationId xmlns:a16="http://schemas.microsoft.com/office/drawing/2014/main" id="{0D4B8CAD-8582-A2BC-1BE8-B9FF183726A6}"/>
                    </a:ext>
                  </a:extLst>
                </p14:cNvPr>
                <p14:cNvContentPartPr/>
                <p14:nvPr/>
              </p14:nvContentPartPr>
              <p14:xfrm>
                <a:off x="8559909" y="4202469"/>
                <a:ext cx="132480" cy="328680"/>
              </p14:xfrm>
            </p:contentPart>
          </mc:Choice>
          <mc:Fallback>
            <p:pic>
              <p:nvPicPr>
                <p:cNvPr id="223" name="Rukopis 222">
                  <a:extLst>
                    <a:ext uri="{FF2B5EF4-FFF2-40B4-BE49-F238E27FC236}">
                      <a16:creationId xmlns:a16="http://schemas.microsoft.com/office/drawing/2014/main" id="{0D4B8CAD-8582-A2BC-1BE8-B9FF183726A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551269" y="4193829"/>
                  <a:ext cx="1501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24" name="Rukopis 223">
                  <a:extLst>
                    <a:ext uri="{FF2B5EF4-FFF2-40B4-BE49-F238E27FC236}">
                      <a16:creationId xmlns:a16="http://schemas.microsoft.com/office/drawing/2014/main" id="{A85F4D62-456B-E5EF-DF7D-0336563431E9}"/>
                    </a:ext>
                  </a:extLst>
                </p14:cNvPr>
                <p14:cNvContentPartPr/>
                <p14:nvPr/>
              </p14:nvContentPartPr>
              <p14:xfrm>
                <a:off x="8704629" y="4369869"/>
                <a:ext cx="177840" cy="138960"/>
              </p14:xfrm>
            </p:contentPart>
          </mc:Choice>
          <mc:Fallback>
            <p:pic>
              <p:nvPicPr>
                <p:cNvPr id="224" name="Rukopis 223">
                  <a:extLst>
                    <a:ext uri="{FF2B5EF4-FFF2-40B4-BE49-F238E27FC236}">
                      <a16:creationId xmlns:a16="http://schemas.microsoft.com/office/drawing/2014/main" id="{A85F4D62-456B-E5EF-DF7D-0336563431E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695989" y="4361229"/>
                  <a:ext cx="1954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25" name="Rukopis 224">
                  <a:extLst>
                    <a:ext uri="{FF2B5EF4-FFF2-40B4-BE49-F238E27FC236}">
                      <a16:creationId xmlns:a16="http://schemas.microsoft.com/office/drawing/2014/main" id="{F4C87BF9-BD52-7A5D-C25C-B6EF87DE9284}"/>
                    </a:ext>
                  </a:extLst>
                </p14:cNvPr>
                <p14:cNvContentPartPr/>
                <p14:nvPr/>
              </p14:nvContentPartPr>
              <p14:xfrm>
                <a:off x="8937909" y="4181229"/>
                <a:ext cx="92160" cy="329400"/>
              </p14:xfrm>
            </p:contentPart>
          </mc:Choice>
          <mc:Fallback>
            <p:pic>
              <p:nvPicPr>
                <p:cNvPr id="225" name="Rukopis 224">
                  <a:extLst>
                    <a:ext uri="{FF2B5EF4-FFF2-40B4-BE49-F238E27FC236}">
                      <a16:creationId xmlns:a16="http://schemas.microsoft.com/office/drawing/2014/main" id="{F4C87BF9-BD52-7A5D-C25C-B6EF87DE928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928909" y="4172589"/>
                  <a:ext cx="109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26" name="Rukopis 225">
                  <a:extLst>
                    <a:ext uri="{FF2B5EF4-FFF2-40B4-BE49-F238E27FC236}">
                      <a16:creationId xmlns:a16="http://schemas.microsoft.com/office/drawing/2014/main" id="{B8EF0EA1-E93E-E203-D7F8-E22925564AB6}"/>
                    </a:ext>
                  </a:extLst>
                </p14:cNvPr>
                <p14:cNvContentPartPr/>
                <p14:nvPr/>
              </p14:nvContentPartPr>
              <p14:xfrm>
                <a:off x="8897229" y="4406589"/>
                <a:ext cx="126720" cy="7200"/>
              </p14:xfrm>
            </p:contentPart>
          </mc:Choice>
          <mc:Fallback>
            <p:pic>
              <p:nvPicPr>
                <p:cNvPr id="226" name="Rukopis 225">
                  <a:extLst>
                    <a:ext uri="{FF2B5EF4-FFF2-40B4-BE49-F238E27FC236}">
                      <a16:creationId xmlns:a16="http://schemas.microsoft.com/office/drawing/2014/main" id="{B8EF0EA1-E93E-E203-D7F8-E22925564AB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888229" y="4397949"/>
                  <a:ext cx="144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27" name="Rukopis 226">
                  <a:extLst>
                    <a:ext uri="{FF2B5EF4-FFF2-40B4-BE49-F238E27FC236}">
                      <a16:creationId xmlns:a16="http://schemas.microsoft.com/office/drawing/2014/main" id="{BF8A114D-4825-E644-4CBE-9A77142D884B}"/>
                    </a:ext>
                  </a:extLst>
                </p14:cNvPr>
                <p14:cNvContentPartPr/>
                <p14:nvPr/>
              </p14:nvContentPartPr>
              <p14:xfrm>
                <a:off x="9070389" y="4432509"/>
                <a:ext cx="11160" cy="1440"/>
              </p14:xfrm>
            </p:contentPart>
          </mc:Choice>
          <mc:Fallback>
            <p:pic>
              <p:nvPicPr>
                <p:cNvPr id="227" name="Rukopis 226">
                  <a:extLst>
                    <a:ext uri="{FF2B5EF4-FFF2-40B4-BE49-F238E27FC236}">
                      <a16:creationId xmlns:a16="http://schemas.microsoft.com/office/drawing/2014/main" id="{BF8A114D-4825-E644-4CBE-9A77142D884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061749" y="4423869"/>
                  <a:ext cx="28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28" name="Rukopis 227">
                  <a:extLst>
                    <a:ext uri="{FF2B5EF4-FFF2-40B4-BE49-F238E27FC236}">
                      <a16:creationId xmlns:a16="http://schemas.microsoft.com/office/drawing/2014/main" id="{315B3384-91DD-0395-2A7C-4486FC7547F1}"/>
                    </a:ext>
                  </a:extLst>
                </p14:cNvPr>
                <p14:cNvContentPartPr/>
                <p14:nvPr/>
              </p14:nvContentPartPr>
              <p14:xfrm>
                <a:off x="7660989" y="4761189"/>
                <a:ext cx="276120" cy="216720"/>
              </p14:xfrm>
            </p:contentPart>
          </mc:Choice>
          <mc:Fallback>
            <p:pic>
              <p:nvPicPr>
                <p:cNvPr id="228" name="Rukopis 227">
                  <a:extLst>
                    <a:ext uri="{FF2B5EF4-FFF2-40B4-BE49-F238E27FC236}">
                      <a16:creationId xmlns:a16="http://schemas.microsoft.com/office/drawing/2014/main" id="{315B3384-91DD-0395-2A7C-4486FC7547F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51989" y="4752549"/>
                  <a:ext cx="293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29" name="Rukopis 228">
                  <a:extLst>
                    <a:ext uri="{FF2B5EF4-FFF2-40B4-BE49-F238E27FC236}">
                      <a16:creationId xmlns:a16="http://schemas.microsoft.com/office/drawing/2014/main" id="{16F38F7B-8A76-F1D4-AAB0-C2C0FD23BD26}"/>
                    </a:ext>
                  </a:extLst>
                </p14:cNvPr>
                <p14:cNvContentPartPr/>
                <p14:nvPr/>
              </p14:nvContentPartPr>
              <p14:xfrm>
                <a:off x="7898229" y="4802949"/>
                <a:ext cx="124560" cy="152280"/>
              </p14:xfrm>
            </p:contentPart>
          </mc:Choice>
          <mc:Fallback>
            <p:pic>
              <p:nvPicPr>
                <p:cNvPr id="229" name="Rukopis 228">
                  <a:extLst>
                    <a:ext uri="{FF2B5EF4-FFF2-40B4-BE49-F238E27FC236}">
                      <a16:creationId xmlns:a16="http://schemas.microsoft.com/office/drawing/2014/main" id="{16F38F7B-8A76-F1D4-AAB0-C2C0FD23BD2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889589" y="4794309"/>
                  <a:ext cx="142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30" name="Rukopis 229">
                  <a:extLst>
                    <a:ext uri="{FF2B5EF4-FFF2-40B4-BE49-F238E27FC236}">
                      <a16:creationId xmlns:a16="http://schemas.microsoft.com/office/drawing/2014/main" id="{5DC141FB-CCC5-203C-12E4-14C9C31F733C}"/>
                    </a:ext>
                  </a:extLst>
                </p14:cNvPr>
                <p14:cNvContentPartPr/>
                <p14:nvPr/>
              </p14:nvContentPartPr>
              <p14:xfrm>
                <a:off x="8067429" y="4732029"/>
                <a:ext cx="109440" cy="63720"/>
              </p14:xfrm>
            </p:contentPart>
          </mc:Choice>
          <mc:Fallback>
            <p:pic>
              <p:nvPicPr>
                <p:cNvPr id="230" name="Rukopis 229">
                  <a:extLst>
                    <a:ext uri="{FF2B5EF4-FFF2-40B4-BE49-F238E27FC236}">
                      <a16:creationId xmlns:a16="http://schemas.microsoft.com/office/drawing/2014/main" id="{5DC141FB-CCC5-203C-12E4-14C9C31F733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058429" y="4723029"/>
                  <a:ext cx="127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31" name="Rukopis 230">
                  <a:extLst>
                    <a:ext uri="{FF2B5EF4-FFF2-40B4-BE49-F238E27FC236}">
                      <a16:creationId xmlns:a16="http://schemas.microsoft.com/office/drawing/2014/main" id="{6F34C992-0FEC-E6D3-AB10-0B6F71B5BC4D}"/>
                    </a:ext>
                  </a:extLst>
                </p14:cNvPr>
                <p14:cNvContentPartPr/>
                <p14:nvPr/>
              </p14:nvContentPartPr>
              <p14:xfrm>
                <a:off x="8174349" y="4681989"/>
                <a:ext cx="702000" cy="299520"/>
              </p14:xfrm>
            </p:contentPart>
          </mc:Choice>
          <mc:Fallback>
            <p:pic>
              <p:nvPicPr>
                <p:cNvPr id="231" name="Rukopis 230">
                  <a:extLst>
                    <a:ext uri="{FF2B5EF4-FFF2-40B4-BE49-F238E27FC236}">
                      <a16:creationId xmlns:a16="http://schemas.microsoft.com/office/drawing/2014/main" id="{6F34C992-0FEC-E6D3-AB10-0B6F71B5BC4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165349" y="4672989"/>
                  <a:ext cx="71964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Skupina 246">
            <a:extLst>
              <a:ext uri="{FF2B5EF4-FFF2-40B4-BE49-F238E27FC236}">
                <a16:creationId xmlns:a16="http://schemas.microsoft.com/office/drawing/2014/main" id="{7F13D15B-E410-7483-E26D-8E951E2C6553}"/>
              </a:ext>
            </a:extLst>
          </p:cNvPr>
          <p:cNvGrpSpPr/>
          <p:nvPr/>
        </p:nvGrpSpPr>
        <p:grpSpPr>
          <a:xfrm>
            <a:off x="6623469" y="5389749"/>
            <a:ext cx="2413080" cy="1161720"/>
            <a:chOff x="6623469" y="5389749"/>
            <a:chExt cx="2413080" cy="11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34" name="Rukopis 233">
                  <a:extLst>
                    <a:ext uri="{FF2B5EF4-FFF2-40B4-BE49-F238E27FC236}">
                      <a16:creationId xmlns:a16="http://schemas.microsoft.com/office/drawing/2014/main" id="{F6E3569D-FFF4-788A-2B2A-9A73898FC8F2}"/>
                    </a:ext>
                  </a:extLst>
                </p14:cNvPr>
                <p14:cNvContentPartPr/>
                <p14:nvPr/>
              </p14:nvContentPartPr>
              <p14:xfrm>
                <a:off x="6754149" y="5806989"/>
                <a:ext cx="23760" cy="6120"/>
              </p14:xfrm>
            </p:contentPart>
          </mc:Choice>
          <mc:Fallback>
            <p:pic>
              <p:nvPicPr>
                <p:cNvPr id="234" name="Rukopis 233">
                  <a:extLst>
                    <a:ext uri="{FF2B5EF4-FFF2-40B4-BE49-F238E27FC236}">
                      <a16:creationId xmlns:a16="http://schemas.microsoft.com/office/drawing/2014/main" id="{F6E3569D-FFF4-788A-2B2A-9A73898FC8F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745149" y="5797989"/>
                  <a:ext cx="41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35" name="Rukopis 234">
                  <a:extLst>
                    <a:ext uri="{FF2B5EF4-FFF2-40B4-BE49-F238E27FC236}">
                      <a16:creationId xmlns:a16="http://schemas.microsoft.com/office/drawing/2014/main" id="{0EE073FE-3594-46ED-274F-57AFCF5F6172}"/>
                    </a:ext>
                  </a:extLst>
                </p14:cNvPr>
                <p14:cNvContentPartPr/>
                <p14:nvPr/>
              </p14:nvContentPartPr>
              <p14:xfrm>
                <a:off x="6623469" y="5675229"/>
                <a:ext cx="278280" cy="42840"/>
              </p14:xfrm>
            </p:contentPart>
          </mc:Choice>
          <mc:Fallback>
            <p:pic>
              <p:nvPicPr>
                <p:cNvPr id="235" name="Rukopis 234">
                  <a:extLst>
                    <a:ext uri="{FF2B5EF4-FFF2-40B4-BE49-F238E27FC236}">
                      <a16:creationId xmlns:a16="http://schemas.microsoft.com/office/drawing/2014/main" id="{0EE073FE-3594-46ED-274F-57AFCF5F617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614829" y="5666229"/>
                  <a:ext cx="295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36" name="Rukopis 235">
                  <a:extLst>
                    <a:ext uri="{FF2B5EF4-FFF2-40B4-BE49-F238E27FC236}">
                      <a16:creationId xmlns:a16="http://schemas.microsoft.com/office/drawing/2014/main" id="{1AB18F9C-A679-37E8-C051-16617FB1701A}"/>
                    </a:ext>
                  </a:extLst>
                </p14:cNvPr>
                <p14:cNvContentPartPr/>
                <p14:nvPr/>
              </p14:nvContentPartPr>
              <p14:xfrm>
                <a:off x="6821109" y="5614029"/>
                <a:ext cx="108720" cy="164160"/>
              </p14:xfrm>
            </p:contentPart>
          </mc:Choice>
          <mc:Fallback>
            <p:pic>
              <p:nvPicPr>
                <p:cNvPr id="236" name="Rukopis 235">
                  <a:extLst>
                    <a:ext uri="{FF2B5EF4-FFF2-40B4-BE49-F238E27FC236}">
                      <a16:creationId xmlns:a16="http://schemas.microsoft.com/office/drawing/2014/main" id="{1AB18F9C-A679-37E8-C051-16617FB1701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812469" y="5605389"/>
                  <a:ext cx="1263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37" name="Rukopis 236">
                  <a:extLst>
                    <a:ext uri="{FF2B5EF4-FFF2-40B4-BE49-F238E27FC236}">
                      <a16:creationId xmlns:a16="http://schemas.microsoft.com/office/drawing/2014/main" id="{FD0AE30F-5F90-8F41-6BDE-7648722B002B}"/>
                    </a:ext>
                  </a:extLst>
                </p14:cNvPr>
                <p14:cNvContentPartPr/>
                <p14:nvPr/>
              </p14:nvContentPartPr>
              <p14:xfrm>
                <a:off x="7061949" y="5389749"/>
                <a:ext cx="782280" cy="672480"/>
              </p14:xfrm>
            </p:contentPart>
          </mc:Choice>
          <mc:Fallback>
            <p:pic>
              <p:nvPicPr>
                <p:cNvPr id="237" name="Rukopis 236">
                  <a:extLst>
                    <a:ext uri="{FF2B5EF4-FFF2-40B4-BE49-F238E27FC236}">
                      <a16:creationId xmlns:a16="http://schemas.microsoft.com/office/drawing/2014/main" id="{FD0AE30F-5F90-8F41-6BDE-7648722B002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053309" y="5380749"/>
                  <a:ext cx="79992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38" name="Rukopis 237">
                  <a:extLst>
                    <a:ext uri="{FF2B5EF4-FFF2-40B4-BE49-F238E27FC236}">
                      <a16:creationId xmlns:a16="http://schemas.microsoft.com/office/drawing/2014/main" id="{289FB37F-73D6-7F9E-778C-53E1DA112DF9}"/>
                    </a:ext>
                  </a:extLst>
                </p14:cNvPr>
                <p14:cNvContentPartPr/>
                <p14:nvPr/>
              </p14:nvContentPartPr>
              <p14:xfrm>
                <a:off x="7767909" y="5553909"/>
                <a:ext cx="2520" cy="11880"/>
              </p14:xfrm>
            </p:contentPart>
          </mc:Choice>
          <mc:Fallback>
            <p:pic>
              <p:nvPicPr>
                <p:cNvPr id="238" name="Rukopis 237">
                  <a:extLst>
                    <a:ext uri="{FF2B5EF4-FFF2-40B4-BE49-F238E27FC236}">
                      <a16:creationId xmlns:a16="http://schemas.microsoft.com/office/drawing/2014/main" id="{289FB37F-73D6-7F9E-778C-53E1DA112DF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759269" y="5544909"/>
                  <a:ext cx="20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39" name="Rukopis 238">
                  <a:extLst>
                    <a:ext uri="{FF2B5EF4-FFF2-40B4-BE49-F238E27FC236}">
                      <a16:creationId xmlns:a16="http://schemas.microsoft.com/office/drawing/2014/main" id="{49DE9D91-881F-F69D-4CCD-4E7F597B572F}"/>
                    </a:ext>
                  </a:extLst>
                </p14:cNvPr>
                <p14:cNvContentPartPr/>
                <p14:nvPr/>
              </p14:nvContentPartPr>
              <p14:xfrm>
                <a:off x="7909029" y="5438349"/>
                <a:ext cx="567000" cy="420840"/>
              </p14:xfrm>
            </p:contentPart>
          </mc:Choice>
          <mc:Fallback>
            <p:pic>
              <p:nvPicPr>
                <p:cNvPr id="239" name="Rukopis 238">
                  <a:extLst>
                    <a:ext uri="{FF2B5EF4-FFF2-40B4-BE49-F238E27FC236}">
                      <a16:creationId xmlns:a16="http://schemas.microsoft.com/office/drawing/2014/main" id="{49DE9D91-881F-F69D-4CCD-4E7F597B572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00389" y="5429349"/>
                  <a:ext cx="5846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40" name="Rukopis 239">
                  <a:extLst>
                    <a:ext uri="{FF2B5EF4-FFF2-40B4-BE49-F238E27FC236}">
                      <a16:creationId xmlns:a16="http://schemas.microsoft.com/office/drawing/2014/main" id="{C02D3ED8-AC48-D750-2A4D-F417E00B1B8C}"/>
                    </a:ext>
                  </a:extLst>
                </p14:cNvPr>
                <p14:cNvContentPartPr/>
                <p14:nvPr/>
              </p14:nvContentPartPr>
              <p14:xfrm>
                <a:off x="8503389" y="5625189"/>
                <a:ext cx="300240" cy="198720"/>
              </p14:xfrm>
            </p:contentPart>
          </mc:Choice>
          <mc:Fallback>
            <p:pic>
              <p:nvPicPr>
                <p:cNvPr id="240" name="Rukopis 239">
                  <a:extLst>
                    <a:ext uri="{FF2B5EF4-FFF2-40B4-BE49-F238E27FC236}">
                      <a16:creationId xmlns:a16="http://schemas.microsoft.com/office/drawing/2014/main" id="{C02D3ED8-AC48-D750-2A4D-F417E00B1B8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494389" y="5616549"/>
                  <a:ext cx="3178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41" name="Rukopis 240">
                  <a:extLst>
                    <a:ext uri="{FF2B5EF4-FFF2-40B4-BE49-F238E27FC236}">
                      <a16:creationId xmlns:a16="http://schemas.microsoft.com/office/drawing/2014/main" id="{5764AA7F-C4DF-FAA0-8C4E-E3DBC5AA88BF}"/>
                    </a:ext>
                  </a:extLst>
                </p14:cNvPr>
                <p14:cNvContentPartPr/>
                <p14:nvPr/>
              </p14:nvContentPartPr>
              <p14:xfrm>
                <a:off x="7046829" y="6095709"/>
                <a:ext cx="149400" cy="164160"/>
              </p14:xfrm>
            </p:contentPart>
          </mc:Choice>
          <mc:Fallback>
            <p:pic>
              <p:nvPicPr>
                <p:cNvPr id="241" name="Rukopis 240">
                  <a:extLst>
                    <a:ext uri="{FF2B5EF4-FFF2-40B4-BE49-F238E27FC236}">
                      <a16:creationId xmlns:a16="http://schemas.microsoft.com/office/drawing/2014/main" id="{5764AA7F-C4DF-FAA0-8C4E-E3DBC5AA88B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037829" y="6086709"/>
                  <a:ext cx="1670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2" name="Rukopis 241">
                  <a:extLst>
                    <a:ext uri="{FF2B5EF4-FFF2-40B4-BE49-F238E27FC236}">
                      <a16:creationId xmlns:a16="http://schemas.microsoft.com/office/drawing/2014/main" id="{418CE3AF-DF4E-9636-A37B-18666CEEB914}"/>
                    </a:ext>
                  </a:extLst>
                </p14:cNvPr>
                <p14:cNvContentPartPr/>
                <p14:nvPr/>
              </p14:nvContentPartPr>
              <p14:xfrm>
                <a:off x="7350669" y="6094989"/>
                <a:ext cx="1211400" cy="324000"/>
              </p14:xfrm>
            </p:contentPart>
          </mc:Choice>
          <mc:Fallback>
            <p:pic>
              <p:nvPicPr>
                <p:cNvPr id="242" name="Rukopis 241">
                  <a:extLst>
                    <a:ext uri="{FF2B5EF4-FFF2-40B4-BE49-F238E27FC236}">
                      <a16:creationId xmlns:a16="http://schemas.microsoft.com/office/drawing/2014/main" id="{418CE3AF-DF4E-9636-A37B-18666CEEB91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342029" y="6085989"/>
                  <a:ext cx="12290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43" name="Rukopis 242">
                  <a:extLst>
                    <a:ext uri="{FF2B5EF4-FFF2-40B4-BE49-F238E27FC236}">
                      <a16:creationId xmlns:a16="http://schemas.microsoft.com/office/drawing/2014/main" id="{154AFF8C-1178-5F45-D2BD-9EC38A1210A8}"/>
                    </a:ext>
                  </a:extLst>
                </p14:cNvPr>
                <p14:cNvContentPartPr/>
                <p14:nvPr/>
              </p14:nvContentPartPr>
              <p14:xfrm>
                <a:off x="8579709" y="6214869"/>
                <a:ext cx="313920" cy="336600"/>
              </p14:xfrm>
            </p:contentPart>
          </mc:Choice>
          <mc:Fallback>
            <p:pic>
              <p:nvPicPr>
                <p:cNvPr id="243" name="Rukopis 242">
                  <a:extLst>
                    <a:ext uri="{FF2B5EF4-FFF2-40B4-BE49-F238E27FC236}">
                      <a16:creationId xmlns:a16="http://schemas.microsoft.com/office/drawing/2014/main" id="{154AFF8C-1178-5F45-D2BD-9EC38A1210A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70709" y="6206229"/>
                  <a:ext cx="3315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4" name="Rukopis 243">
                  <a:extLst>
                    <a:ext uri="{FF2B5EF4-FFF2-40B4-BE49-F238E27FC236}">
                      <a16:creationId xmlns:a16="http://schemas.microsoft.com/office/drawing/2014/main" id="{BBB8FF01-162F-5163-2019-2F6540A9DDFE}"/>
                    </a:ext>
                  </a:extLst>
                </p14:cNvPr>
                <p14:cNvContentPartPr/>
                <p14:nvPr/>
              </p14:nvContentPartPr>
              <p14:xfrm>
                <a:off x="8847909" y="6156189"/>
                <a:ext cx="23760" cy="23400"/>
              </p14:xfrm>
            </p:contentPart>
          </mc:Choice>
          <mc:Fallback>
            <p:pic>
              <p:nvPicPr>
                <p:cNvPr id="244" name="Rukopis 243">
                  <a:extLst>
                    <a:ext uri="{FF2B5EF4-FFF2-40B4-BE49-F238E27FC236}">
                      <a16:creationId xmlns:a16="http://schemas.microsoft.com/office/drawing/2014/main" id="{BBB8FF01-162F-5163-2019-2F6540A9DDF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839269" y="6147549"/>
                  <a:ext cx="41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5" name="Rukopis 244">
                  <a:extLst>
                    <a:ext uri="{FF2B5EF4-FFF2-40B4-BE49-F238E27FC236}">
                      <a16:creationId xmlns:a16="http://schemas.microsoft.com/office/drawing/2014/main" id="{AAF2F523-8F49-01F4-BE59-50F4CB52889D}"/>
                    </a:ext>
                  </a:extLst>
                </p14:cNvPr>
                <p14:cNvContentPartPr/>
                <p14:nvPr/>
              </p14:nvContentPartPr>
              <p14:xfrm>
                <a:off x="8865189" y="6022629"/>
                <a:ext cx="171360" cy="304560"/>
              </p14:xfrm>
            </p:contentPart>
          </mc:Choice>
          <mc:Fallback>
            <p:pic>
              <p:nvPicPr>
                <p:cNvPr id="245" name="Rukopis 244">
                  <a:extLst>
                    <a:ext uri="{FF2B5EF4-FFF2-40B4-BE49-F238E27FC236}">
                      <a16:creationId xmlns:a16="http://schemas.microsoft.com/office/drawing/2014/main" id="{AAF2F523-8F49-01F4-BE59-50F4CB52889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856189" y="6013629"/>
                  <a:ext cx="189000" cy="32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5610557"/>
      </p:ext>
    </p:extLst>
  </p:cSld>
  <p:clrMapOvr>
    <a:masterClrMapping/>
  </p:clrMapOvr>
</p:sld>
</file>

<file path=ppt/theme/theme1.xml><?xml version="1.0" encoding="utf-8"?>
<a:theme xmlns:a="http://schemas.openxmlformats.org/drawingml/2006/main" name="Vrstvy">
  <a:themeElements>
    <a:clrScheme name="Vrstvy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Vrstvy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rstvy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Vrstvy">
  <a:themeElements>
    <a:clrScheme name="Vrstvy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Vrstvy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rstvy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2065</TotalTime>
  <Words>229</Words>
  <Application>Microsoft Office PowerPoint</Application>
  <PresentationFormat>Předvádění na obrazovce (4:3)</PresentationFormat>
  <Paragraphs>36</Paragraphs>
  <Slides>9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Vrstvy</vt:lpstr>
      <vt:lpstr>Vrstvy</vt:lpstr>
      <vt:lpstr>Diskrétní struktury</vt:lpstr>
      <vt:lpstr>Formalizace výroků</vt:lpstr>
      <vt:lpstr>Sémantický důsledek</vt:lpstr>
      <vt:lpstr>Prezentace aplikace PowerPoint</vt:lpstr>
      <vt:lpstr>Sémantický důsledek</vt:lpstr>
      <vt:lpstr>Prezentace aplikace PowerPoint</vt:lpstr>
      <vt:lpstr>Sémantický důsledek</vt:lpstr>
      <vt:lpstr>Tautologická ekvivalence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</dc:title>
  <dc:creator>doc. Ing. Zbyněk Bureš, Ph.D.</dc:creator>
  <cp:lastModifiedBy>Lenka Kuklišová</cp:lastModifiedBy>
  <cp:revision>408</cp:revision>
  <dcterms:created xsi:type="dcterms:W3CDTF">2009-09-01T07:13:17Z</dcterms:created>
  <dcterms:modified xsi:type="dcterms:W3CDTF">2022-11-30T19:46:19Z</dcterms:modified>
</cp:coreProperties>
</file>