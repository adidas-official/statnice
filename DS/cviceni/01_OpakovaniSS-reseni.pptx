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10"/>
  </p:notesMasterIdLst>
  <p:handoutMasterIdLst>
    <p:handoutMasterId r:id="rId11"/>
  </p:handoutMasterIdLst>
  <p:sldIdLst>
    <p:sldId id="256" r:id="rId2"/>
    <p:sldId id="259" r:id="rId3"/>
    <p:sldId id="260" r:id="rId4"/>
    <p:sldId id="261" r:id="rId5"/>
    <p:sldId id="262" r:id="rId6"/>
    <p:sldId id="258" r:id="rId7"/>
    <p:sldId id="263" r:id="rId8"/>
    <p:sldId id="264" r:id="rId9"/>
  </p:sldIdLst>
  <p:sldSz cx="9144000" cy="6858000" type="screen4x3"/>
  <p:notesSz cx="6858000" cy="9144000"/>
  <p:defaultTextStyle>
    <a:defPPr>
      <a:defRPr lang="cs-CZ"/>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267F9D-5C0D-40F2-B398-C4BDDACE54AC}" v="5" dt="2022-08-25T19:19:30.286"/>
    <p1510:client id="{E17F6673-845A-2CB5-1975-1D08FC68F844}" v="19" dt="2022-08-26T05:20:59.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8" d="100"/>
          <a:sy n="118" d="100"/>
        </p:scale>
        <p:origin x="132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6" d="100"/>
          <a:sy n="56" d="100"/>
        </p:scale>
        <p:origin x="-123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g. Lenka Kuklišová Pavelková, Ph.D." userId="bce5352d-ad04-4d08-8f56-3fa1666bb289" providerId="ADAL" clId="{B5267F9D-5C0D-40F2-B398-C4BDDACE54AC}"/>
    <pc:docChg chg="undo custSel modSld">
      <pc:chgData name="Ing. Lenka Kuklišová Pavelková, Ph.D." userId="bce5352d-ad04-4d08-8f56-3fa1666bb289" providerId="ADAL" clId="{B5267F9D-5C0D-40F2-B398-C4BDDACE54AC}" dt="2022-08-25T19:22:40.215" v="182" actId="6549"/>
      <pc:docMkLst>
        <pc:docMk/>
      </pc:docMkLst>
      <pc:sldChg chg="modSp mod">
        <pc:chgData name="Ing. Lenka Kuklišová Pavelková, Ph.D." userId="bce5352d-ad04-4d08-8f56-3fa1666bb289" providerId="ADAL" clId="{B5267F9D-5C0D-40F2-B398-C4BDDACE54AC}" dt="2022-08-25T15:33:11.129" v="40" actId="20577"/>
        <pc:sldMkLst>
          <pc:docMk/>
          <pc:sldMk cId="0" sldId="259"/>
        </pc:sldMkLst>
        <pc:spChg chg="mod">
          <ac:chgData name="Ing. Lenka Kuklišová Pavelková, Ph.D." userId="bce5352d-ad04-4d08-8f56-3fa1666bb289" providerId="ADAL" clId="{B5267F9D-5C0D-40F2-B398-C4BDDACE54AC}" dt="2022-08-25T15:33:11.129" v="40" actId="20577"/>
          <ac:spMkLst>
            <pc:docMk/>
            <pc:sldMk cId="0" sldId="259"/>
            <ac:spMk id="4099" creationId="{0A235CA8-1409-3922-34DD-690545B9C7CD}"/>
          </ac:spMkLst>
        </pc:spChg>
      </pc:sldChg>
      <pc:sldChg chg="modSp mod">
        <pc:chgData name="Ing. Lenka Kuklišová Pavelková, Ph.D." userId="bce5352d-ad04-4d08-8f56-3fa1666bb289" providerId="ADAL" clId="{B5267F9D-5C0D-40F2-B398-C4BDDACE54AC}" dt="2022-08-25T15:38:20.394" v="64" actId="207"/>
        <pc:sldMkLst>
          <pc:docMk/>
          <pc:sldMk cId="663541233" sldId="262"/>
        </pc:sldMkLst>
        <pc:spChg chg="mod">
          <ac:chgData name="Ing. Lenka Kuklišová Pavelková, Ph.D." userId="bce5352d-ad04-4d08-8f56-3fa1666bb289" providerId="ADAL" clId="{B5267F9D-5C0D-40F2-B398-C4BDDACE54AC}" dt="2022-08-25T15:33:46.845" v="41" actId="207"/>
          <ac:spMkLst>
            <pc:docMk/>
            <pc:sldMk cId="663541233" sldId="262"/>
            <ac:spMk id="4" creationId="{AD30C7F0-2CC2-2D34-1C78-BD8521A98241}"/>
          </ac:spMkLst>
        </pc:spChg>
        <pc:spChg chg="mod">
          <ac:chgData name="Ing. Lenka Kuklišová Pavelková, Ph.D." userId="bce5352d-ad04-4d08-8f56-3fa1666bb289" providerId="ADAL" clId="{B5267F9D-5C0D-40F2-B398-C4BDDACE54AC}" dt="2022-08-25T15:38:20.394" v="64" actId="207"/>
          <ac:spMkLst>
            <pc:docMk/>
            <pc:sldMk cId="663541233" sldId="262"/>
            <ac:spMk id="151" creationId="{855D274D-A5FF-B94A-93E1-566C81B34A10}"/>
          </ac:spMkLst>
        </pc:spChg>
      </pc:sldChg>
      <pc:sldChg chg="addSp modSp mod">
        <pc:chgData name="Ing. Lenka Kuklišová Pavelková, Ph.D." userId="bce5352d-ad04-4d08-8f56-3fa1666bb289" providerId="ADAL" clId="{B5267F9D-5C0D-40F2-B398-C4BDDACE54AC}" dt="2022-08-25T19:22:40.215" v="182" actId="6549"/>
        <pc:sldMkLst>
          <pc:docMk/>
          <pc:sldMk cId="599280505" sldId="263"/>
        </pc:sldMkLst>
        <pc:spChg chg="mod">
          <ac:chgData name="Ing. Lenka Kuklišová Pavelková, Ph.D." userId="bce5352d-ad04-4d08-8f56-3fa1666bb289" providerId="ADAL" clId="{B5267F9D-5C0D-40F2-B398-C4BDDACE54AC}" dt="2022-08-25T18:48:59.899" v="65" actId="108"/>
          <ac:spMkLst>
            <pc:docMk/>
            <pc:sldMk cId="599280505" sldId="263"/>
            <ac:spMk id="2" creationId="{4826CBA7-50BB-7C0D-EFD6-E211FD1BEBDB}"/>
          </ac:spMkLst>
        </pc:spChg>
        <pc:spChg chg="mod">
          <ac:chgData name="Ing. Lenka Kuklišová Pavelková, Ph.D." userId="bce5352d-ad04-4d08-8f56-3fa1666bb289" providerId="ADAL" clId="{B5267F9D-5C0D-40F2-B398-C4BDDACE54AC}" dt="2022-08-25T19:22:40.215" v="182" actId="6549"/>
          <ac:spMkLst>
            <pc:docMk/>
            <pc:sldMk cId="599280505" sldId="263"/>
            <ac:spMk id="3" creationId="{E6A17BAC-97BA-8A91-6B02-ED12D4DA2CA1}"/>
          </ac:spMkLst>
        </pc:spChg>
        <pc:picChg chg="add mod">
          <ac:chgData name="Ing. Lenka Kuklišová Pavelková, Ph.D." userId="bce5352d-ad04-4d08-8f56-3fa1666bb289" providerId="ADAL" clId="{B5267F9D-5C0D-40F2-B398-C4BDDACE54AC}" dt="2022-08-25T19:22:37.051" v="181" actId="1076"/>
          <ac:picMkLst>
            <pc:docMk/>
            <pc:sldMk cId="599280505" sldId="263"/>
            <ac:picMk id="5" creationId="{916C7879-9789-0D31-77F0-74E6FECACD32}"/>
          </ac:picMkLst>
        </pc:picChg>
      </pc:sldChg>
    </pc:docChg>
  </pc:docChgLst>
  <pc:docChgLst>
    <pc:chgData name="Ing. Lenka Kuklišová Pavelková, Ph.D." userId="S::pavelk11@vspj.cz::bce5352d-ad04-4d08-8f56-3fa1666bb289" providerId="AD" clId="Web-{E17F6673-845A-2CB5-1975-1D08FC68F844}"/>
    <pc:docChg chg="modSld">
      <pc:chgData name="Ing. Lenka Kuklišová Pavelková, Ph.D." userId="S::pavelk11@vspj.cz::bce5352d-ad04-4d08-8f56-3fa1666bb289" providerId="AD" clId="Web-{E17F6673-845A-2CB5-1975-1D08FC68F844}" dt="2022-08-26T05:20:59.354" v="18" actId="20577"/>
      <pc:docMkLst>
        <pc:docMk/>
      </pc:docMkLst>
      <pc:sldChg chg="modSp">
        <pc:chgData name="Ing. Lenka Kuklišová Pavelková, Ph.D." userId="S::pavelk11@vspj.cz::bce5352d-ad04-4d08-8f56-3fa1666bb289" providerId="AD" clId="Web-{E17F6673-845A-2CB5-1975-1D08FC68F844}" dt="2022-08-26T05:20:59.354" v="18" actId="20577"/>
        <pc:sldMkLst>
          <pc:docMk/>
          <pc:sldMk cId="599280505" sldId="263"/>
        </pc:sldMkLst>
        <pc:spChg chg="mod">
          <ac:chgData name="Ing. Lenka Kuklišová Pavelková, Ph.D." userId="S::pavelk11@vspj.cz::bce5352d-ad04-4d08-8f56-3fa1666bb289" providerId="AD" clId="Web-{E17F6673-845A-2CB5-1975-1D08FC68F844}" dt="2022-08-26T05:20:59.354" v="18" actId="20577"/>
          <ac:spMkLst>
            <pc:docMk/>
            <pc:sldMk cId="599280505" sldId="263"/>
            <ac:spMk id="3" creationId="{E6A17BAC-97BA-8A91-6B02-ED12D4DA2CA1}"/>
          </ac:spMkLst>
        </pc:spChg>
      </pc:sldChg>
    </pc:docChg>
  </pc:docChgLst>
  <pc:docChgLst>
    <pc:chgData name="Ing. Lenka Kuklišová Pavelková, Ph.D." userId="bce5352d-ad04-4d08-8f56-3fa1666bb289" providerId="ADAL" clId="{28EE6686-2D9D-49D4-96DB-FAB7BB1734FD}"/>
    <pc:docChg chg="undo redo custSel addSld delSld modSld">
      <pc:chgData name="Ing. Lenka Kuklišová Pavelková, Ph.D." userId="bce5352d-ad04-4d08-8f56-3fa1666bb289" providerId="ADAL" clId="{28EE6686-2D9D-49D4-96DB-FAB7BB1734FD}" dt="2022-08-19T11:07:01.272" v="2177" actId="1076"/>
      <pc:docMkLst>
        <pc:docMk/>
      </pc:docMkLst>
      <pc:sldChg chg="addSp modSp mod">
        <pc:chgData name="Ing. Lenka Kuklišová Pavelková, Ph.D." userId="bce5352d-ad04-4d08-8f56-3fa1666bb289" providerId="ADAL" clId="{28EE6686-2D9D-49D4-96DB-FAB7BB1734FD}" dt="2022-07-27T10:50:21.303" v="1911" actId="20577"/>
        <pc:sldMkLst>
          <pc:docMk/>
          <pc:sldMk cId="0" sldId="258"/>
        </pc:sldMkLst>
        <pc:spChg chg="add mod">
          <ac:chgData name="Ing. Lenka Kuklišová Pavelková, Ph.D." userId="bce5352d-ad04-4d08-8f56-3fa1666bb289" providerId="ADAL" clId="{28EE6686-2D9D-49D4-96DB-FAB7BB1734FD}" dt="2022-07-27T10:45:27.312" v="1807" actId="20577"/>
          <ac:spMkLst>
            <pc:docMk/>
            <pc:sldMk cId="0" sldId="258"/>
            <ac:spMk id="7" creationId="{E1B84496-0479-A19E-6323-545B87E132F0}"/>
          </ac:spMkLst>
        </pc:spChg>
        <pc:spChg chg="mod">
          <ac:chgData name="Ing. Lenka Kuklišová Pavelková, Ph.D." userId="bce5352d-ad04-4d08-8f56-3fa1666bb289" providerId="ADAL" clId="{28EE6686-2D9D-49D4-96DB-FAB7BB1734FD}" dt="2022-07-27T10:50:21.303" v="1911" actId="20577"/>
          <ac:spMkLst>
            <pc:docMk/>
            <pc:sldMk cId="0" sldId="258"/>
            <ac:spMk id="4099" creationId="{D4247B10-277A-DA88-E754-276CA3CF6E63}"/>
          </ac:spMkLst>
        </pc:spChg>
        <pc:picChg chg="mod">
          <ac:chgData name="Ing. Lenka Kuklišová Pavelková, Ph.D." userId="bce5352d-ad04-4d08-8f56-3fa1666bb289" providerId="ADAL" clId="{28EE6686-2D9D-49D4-96DB-FAB7BB1734FD}" dt="2022-07-27T10:45:43.040" v="1808" actId="1076"/>
          <ac:picMkLst>
            <pc:docMk/>
            <pc:sldMk cId="0" sldId="258"/>
            <ac:picMk id="7173" creationId="{40B85190-386B-657F-3D2A-176ADF33386D}"/>
          </ac:picMkLst>
        </pc:picChg>
      </pc:sldChg>
      <pc:sldChg chg="addSp delSp modSp mod">
        <pc:chgData name="Ing. Lenka Kuklišová Pavelková, Ph.D." userId="bce5352d-ad04-4d08-8f56-3fa1666bb289" providerId="ADAL" clId="{28EE6686-2D9D-49D4-96DB-FAB7BB1734FD}" dt="2022-08-19T11:07:01.272" v="2177" actId="1076"/>
        <pc:sldMkLst>
          <pc:docMk/>
          <pc:sldMk cId="0" sldId="259"/>
        </pc:sldMkLst>
        <pc:spChg chg="mod">
          <ac:chgData name="Ing. Lenka Kuklišová Pavelková, Ph.D." userId="bce5352d-ad04-4d08-8f56-3fa1666bb289" providerId="ADAL" clId="{28EE6686-2D9D-49D4-96DB-FAB7BB1734FD}" dt="2022-08-19T11:06:57.121" v="2176" actId="20577"/>
          <ac:spMkLst>
            <pc:docMk/>
            <pc:sldMk cId="0" sldId="259"/>
            <ac:spMk id="4099" creationId="{0A235CA8-1409-3922-34DD-690545B9C7CD}"/>
          </ac:spMkLst>
        </pc:spChg>
        <pc:grpChg chg="mod">
          <ac:chgData name="Ing. Lenka Kuklišová Pavelková, Ph.D." userId="bce5352d-ad04-4d08-8f56-3fa1666bb289" providerId="ADAL" clId="{28EE6686-2D9D-49D4-96DB-FAB7BB1734FD}" dt="2022-07-26T14:20:49.496" v="95"/>
          <ac:grpSpMkLst>
            <pc:docMk/>
            <pc:sldMk cId="0" sldId="259"/>
            <ac:grpSpMk id="4" creationId="{CDAD60B0-6B6D-4DA3-E1AF-D97E36FC9FAB}"/>
          </ac:grpSpMkLst>
        </pc:grpChg>
        <pc:grpChg chg="mod">
          <ac:chgData name="Ing. Lenka Kuklišová Pavelková, Ph.D." userId="bce5352d-ad04-4d08-8f56-3fa1666bb289" providerId="ADAL" clId="{28EE6686-2D9D-49D4-96DB-FAB7BB1734FD}" dt="2022-07-26T14:21:20.875" v="101"/>
          <ac:grpSpMkLst>
            <pc:docMk/>
            <pc:sldMk cId="0" sldId="259"/>
            <ac:grpSpMk id="7" creationId="{6831FFDC-EA3A-D515-68AE-F7FD459E976A}"/>
          </ac:grpSpMkLst>
        </pc:grpChg>
        <pc:grpChg chg="del mod">
          <ac:chgData name="Ing. Lenka Kuklišová Pavelková, Ph.D." userId="bce5352d-ad04-4d08-8f56-3fa1666bb289" providerId="ADAL" clId="{28EE6686-2D9D-49D4-96DB-FAB7BB1734FD}" dt="2022-07-26T14:21:42.177" v="110"/>
          <ac:grpSpMkLst>
            <pc:docMk/>
            <pc:sldMk cId="0" sldId="259"/>
            <ac:grpSpMk id="10" creationId="{D868DC0A-7DAC-BC7F-789E-A982A8822782}"/>
          </ac:grpSpMkLst>
        </pc:grpChg>
        <pc:grpChg chg="del mod">
          <ac:chgData name="Ing. Lenka Kuklišová Pavelková, Ph.D." userId="bce5352d-ad04-4d08-8f56-3fa1666bb289" providerId="ADAL" clId="{28EE6686-2D9D-49D4-96DB-FAB7BB1734FD}" dt="2022-07-26T14:21:45.974" v="112"/>
          <ac:grpSpMkLst>
            <pc:docMk/>
            <pc:sldMk cId="0" sldId="259"/>
            <ac:grpSpMk id="13" creationId="{DB8B0B68-2E29-A8AA-BA63-D68B5B520990}"/>
          </ac:grpSpMkLst>
        </pc:grpChg>
        <pc:grpChg chg="del mod">
          <ac:chgData name="Ing. Lenka Kuklišová Pavelková, Ph.D." userId="bce5352d-ad04-4d08-8f56-3fa1666bb289" providerId="ADAL" clId="{28EE6686-2D9D-49D4-96DB-FAB7BB1734FD}" dt="2022-07-26T14:24:14.491" v="135" actId="478"/>
          <ac:grpSpMkLst>
            <pc:docMk/>
            <pc:sldMk cId="0" sldId="259"/>
            <ac:grpSpMk id="15" creationId="{1B0A5BAE-58FD-4972-3275-CA63EE41F040}"/>
          </ac:grpSpMkLst>
        </pc:grpChg>
        <pc:grpChg chg="del mod">
          <ac:chgData name="Ing. Lenka Kuklišová Pavelková, Ph.D." userId="bce5352d-ad04-4d08-8f56-3fa1666bb289" providerId="ADAL" clId="{28EE6686-2D9D-49D4-96DB-FAB7BB1734FD}" dt="2022-07-26T14:21:53.846" v="118"/>
          <ac:grpSpMkLst>
            <pc:docMk/>
            <pc:sldMk cId="0" sldId="259"/>
            <ac:grpSpMk id="19" creationId="{BDA2269F-4E27-D8FD-202E-FB4883FBB09B}"/>
          </ac:grpSpMkLst>
        </pc:grpChg>
        <pc:grpChg chg="del mod">
          <ac:chgData name="Ing. Lenka Kuklišová Pavelková, Ph.D." userId="bce5352d-ad04-4d08-8f56-3fa1666bb289" providerId="ADAL" clId="{28EE6686-2D9D-49D4-96DB-FAB7BB1734FD}" dt="2022-07-26T14:22:00.067" v="120"/>
          <ac:grpSpMkLst>
            <pc:docMk/>
            <pc:sldMk cId="0" sldId="259"/>
            <ac:grpSpMk id="21" creationId="{88AADDDE-4A36-2085-F465-0FFA20810BA2}"/>
          </ac:grpSpMkLst>
        </pc:grpChg>
        <pc:grpChg chg="del mod">
          <ac:chgData name="Ing. Lenka Kuklišová Pavelková, Ph.D." userId="bce5352d-ad04-4d08-8f56-3fa1666bb289" providerId="ADAL" clId="{28EE6686-2D9D-49D4-96DB-FAB7BB1734FD}" dt="2022-07-26T14:24:23.411" v="138" actId="478"/>
          <ac:grpSpMkLst>
            <pc:docMk/>
            <pc:sldMk cId="0" sldId="259"/>
            <ac:grpSpMk id="23" creationId="{87699B66-5FFA-7511-3492-24CEDB088474}"/>
          </ac:grpSpMkLst>
        </pc:grpChg>
        <pc:grpChg chg="del mod">
          <ac:chgData name="Ing. Lenka Kuklišová Pavelková, Ph.D." userId="bce5352d-ad04-4d08-8f56-3fa1666bb289" providerId="ADAL" clId="{28EE6686-2D9D-49D4-96DB-FAB7BB1734FD}" dt="2022-07-26T14:22:59.162" v="128"/>
          <ac:grpSpMkLst>
            <pc:docMk/>
            <pc:sldMk cId="0" sldId="259"/>
            <ac:grpSpMk id="27" creationId="{E03597AA-0931-2893-8C34-7D3C8C62F3B3}"/>
          </ac:grpSpMkLst>
        </pc:grpChg>
        <pc:grpChg chg="del mod">
          <ac:chgData name="Ing. Lenka Kuklišová Pavelková, Ph.D." userId="bce5352d-ad04-4d08-8f56-3fa1666bb289" providerId="ADAL" clId="{28EE6686-2D9D-49D4-96DB-FAB7BB1734FD}" dt="2022-07-26T14:23:01.644" v="130"/>
          <ac:grpSpMkLst>
            <pc:docMk/>
            <pc:sldMk cId="0" sldId="259"/>
            <ac:grpSpMk id="31" creationId="{57B1DF06-7660-59F6-9443-9FE537E640BA}"/>
          </ac:grpSpMkLst>
        </pc:grpChg>
        <pc:grpChg chg="del mod">
          <ac:chgData name="Ing. Lenka Kuklišová Pavelková, Ph.D." userId="bce5352d-ad04-4d08-8f56-3fa1666bb289" providerId="ADAL" clId="{28EE6686-2D9D-49D4-96DB-FAB7BB1734FD}" dt="2022-07-26T14:24:19.203" v="136" actId="478"/>
          <ac:grpSpMkLst>
            <pc:docMk/>
            <pc:sldMk cId="0" sldId="259"/>
            <ac:grpSpMk id="4097" creationId="{7926E5B4-49FE-4F80-B904-30725D5E77C0}"/>
          </ac:grpSpMkLst>
        </pc:grpChg>
        <pc:picChg chg="add del">
          <ac:chgData name="Ing. Lenka Kuklišová Pavelková, Ph.D." userId="bce5352d-ad04-4d08-8f56-3fa1666bb289" providerId="ADAL" clId="{28EE6686-2D9D-49D4-96DB-FAB7BB1734FD}" dt="2022-07-26T14:14:38.093" v="43" actId="21"/>
          <ac:picMkLst>
            <pc:docMk/>
            <pc:sldMk cId="0" sldId="259"/>
            <ac:picMk id="4101" creationId="{6BE2FAE3-838D-854A-F8BA-953F2B0B93AC}"/>
          </ac:picMkLst>
        </pc:picChg>
        <pc:picChg chg="del">
          <ac:chgData name="Ing. Lenka Kuklišová Pavelková, Ph.D." userId="bce5352d-ad04-4d08-8f56-3fa1666bb289" providerId="ADAL" clId="{28EE6686-2D9D-49D4-96DB-FAB7BB1734FD}" dt="2022-07-26T14:59:03.654" v="187" actId="478"/>
          <ac:picMkLst>
            <pc:docMk/>
            <pc:sldMk cId="0" sldId="259"/>
            <ac:picMk id="4102" creationId="{8B9AF921-F620-E637-3286-19434295034E}"/>
          </ac:picMkLst>
        </pc:picChg>
        <pc:picChg chg="add del mod modCrop">
          <ac:chgData name="Ing. Lenka Kuklišová Pavelková, Ph.D." userId="bce5352d-ad04-4d08-8f56-3fa1666bb289" providerId="ADAL" clId="{28EE6686-2D9D-49D4-96DB-FAB7BB1734FD}" dt="2022-07-27T11:53:13.976" v="1949" actId="478"/>
          <ac:picMkLst>
            <pc:docMk/>
            <pc:sldMk cId="0" sldId="259"/>
            <ac:picMk id="4104" creationId="{32D06FF9-EEDA-BA20-0144-CE276515E2B9}"/>
          </ac:picMkLst>
        </pc:picChg>
        <pc:picChg chg="add mod">
          <ac:chgData name="Ing. Lenka Kuklišová Pavelková, Ph.D." userId="bce5352d-ad04-4d08-8f56-3fa1666bb289" providerId="ADAL" clId="{28EE6686-2D9D-49D4-96DB-FAB7BB1734FD}" dt="2022-08-19T11:07:01.272" v="2177" actId="1076"/>
          <ac:picMkLst>
            <pc:docMk/>
            <pc:sldMk cId="0" sldId="259"/>
            <ac:picMk id="4106" creationId="{F98BF590-3276-73F3-FA6D-C8FFA8BC4472}"/>
          </ac:picMkLst>
        </pc:picChg>
        <pc:inkChg chg="add del mod">
          <ac:chgData name="Ing. Lenka Kuklišová Pavelková, Ph.D." userId="bce5352d-ad04-4d08-8f56-3fa1666bb289" providerId="ADAL" clId="{28EE6686-2D9D-49D4-96DB-FAB7BB1734FD}" dt="2022-07-26T14:20:52.510" v="96" actId="9405"/>
          <ac:inkMkLst>
            <pc:docMk/>
            <pc:sldMk cId="0" sldId="259"/>
            <ac:inkMk id="2" creationId="{05CA7C82-CEA3-C21C-E868-BAD39A6428C9}"/>
          </ac:inkMkLst>
        </pc:inkChg>
        <pc:inkChg chg="add del mod">
          <ac:chgData name="Ing. Lenka Kuklišová Pavelková, Ph.D." userId="bce5352d-ad04-4d08-8f56-3fa1666bb289" providerId="ADAL" clId="{28EE6686-2D9D-49D4-96DB-FAB7BB1734FD}" dt="2022-07-26T14:20:49.496" v="95"/>
          <ac:inkMkLst>
            <pc:docMk/>
            <pc:sldMk cId="0" sldId="259"/>
            <ac:inkMk id="3" creationId="{9D9364F7-0F95-3417-5E7C-D3FB1565FCEC}"/>
          </ac:inkMkLst>
        </pc:inkChg>
        <pc:inkChg chg="add del mod">
          <ac:chgData name="Ing. Lenka Kuklišová Pavelková, Ph.D." userId="bce5352d-ad04-4d08-8f56-3fa1666bb289" providerId="ADAL" clId="{28EE6686-2D9D-49D4-96DB-FAB7BB1734FD}" dt="2022-07-26T14:21:21.217" v="102" actId="9405"/>
          <ac:inkMkLst>
            <pc:docMk/>
            <pc:sldMk cId="0" sldId="259"/>
            <ac:inkMk id="5" creationId="{BBC14952-9A22-B01B-A9D2-EDD33CB5DEFF}"/>
          </ac:inkMkLst>
        </pc:inkChg>
        <pc:inkChg chg="add del mod">
          <ac:chgData name="Ing. Lenka Kuklišová Pavelková, Ph.D." userId="bce5352d-ad04-4d08-8f56-3fa1666bb289" providerId="ADAL" clId="{28EE6686-2D9D-49D4-96DB-FAB7BB1734FD}" dt="2022-07-26T14:21:20.875" v="101"/>
          <ac:inkMkLst>
            <pc:docMk/>
            <pc:sldMk cId="0" sldId="259"/>
            <ac:inkMk id="6" creationId="{432C0361-04BC-CA7F-F610-60817E61D684}"/>
          </ac:inkMkLst>
        </pc:inkChg>
        <pc:inkChg chg="add mod">
          <ac:chgData name="Ing. Lenka Kuklišová Pavelková, Ph.D." userId="bce5352d-ad04-4d08-8f56-3fa1666bb289" providerId="ADAL" clId="{28EE6686-2D9D-49D4-96DB-FAB7BB1734FD}" dt="2022-07-26T14:21:45.974" v="112"/>
          <ac:inkMkLst>
            <pc:docMk/>
            <pc:sldMk cId="0" sldId="259"/>
            <ac:inkMk id="8" creationId="{C525D87C-2466-EAE3-C6E2-5B9B4D78ECBD}"/>
          </ac:inkMkLst>
        </pc:inkChg>
        <pc:inkChg chg="add mod">
          <ac:chgData name="Ing. Lenka Kuklišová Pavelková, Ph.D." userId="bce5352d-ad04-4d08-8f56-3fa1666bb289" providerId="ADAL" clId="{28EE6686-2D9D-49D4-96DB-FAB7BB1734FD}" dt="2022-07-26T14:21:45.974" v="112"/>
          <ac:inkMkLst>
            <pc:docMk/>
            <pc:sldMk cId="0" sldId="259"/>
            <ac:inkMk id="9" creationId="{040A0FF2-142D-0DB5-C5FA-775ACBF76BA4}"/>
          </ac:inkMkLst>
        </pc:inkChg>
        <pc:inkChg chg="add mod">
          <ac:chgData name="Ing. Lenka Kuklišová Pavelková, Ph.D." userId="bce5352d-ad04-4d08-8f56-3fa1666bb289" providerId="ADAL" clId="{28EE6686-2D9D-49D4-96DB-FAB7BB1734FD}" dt="2022-07-26T14:21:45.974" v="112"/>
          <ac:inkMkLst>
            <pc:docMk/>
            <pc:sldMk cId="0" sldId="259"/>
            <ac:inkMk id="11" creationId="{131708F8-16BB-9CBE-D87A-1AA412054257}"/>
          </ac:inkMkLst>
        </pc:inkChg>
        <pc:inkChg chg="add mod">
          <ac:chgData name="Ing. Lenka Kuklišová Pavelková, Ph.D." userId="bce5352d-ad04-4d08-8f56-3fa1666bb289" providerId="ADAL" clId="{28EE6686-2D9D-49D4-96DB-FAB7BB1734FD}" dt="2022-07-26T14:21:45.974" v="112"/>
          <ac:inkMkLst>
            <pc:docMk/>
            <pc:sldMk cId="0" sldId="259"/>
            <ac:inkMk id="12" creationId="{FA6F9C06-AA9F-2D8D-9493-DE6CF028D2AD}"/>
          </ac:inkMkLst>
        </pc:inkChg>
        <pc:inkChg chg="add mod">
          <ac:chgData name="Ing. Lenka Kuklišová Pavelková, Ph.D." userId="bce5352d-ad04-4d08-8f56-3fa1666bb289" providerId="ADAL" clId="{28EE6686-2D9D-49D4-96DB-FAB7BB1734FD}" dt="2022-07-26T14:21:45.974" v="112"/>
          <ac:inkMkLst>
            <pc:docMk/>
            <pc:sldMk cId="0" sldId="259"/>
            <ac:inkMk id="14" creationId="{42C5A1DC-0769-EFA8-3A03-176CDBA6A21D}"/>
          </ac:inkMkLst>
        </pc:inkChg>
        <pc:inkChg chg="add mod">
          <ac:chgData name="Ing. Lenka Kuklišová Pavelková, Ph.D." userId="bce5352d-ad04-4d08-8f56-3fa1666bb289" providerId="ADAL" clId="{28EE6686-2D9D-49D4-96DB-FAB7BB1734FD}" dt="2022-07-26T14:22:00.067" v="120"/>
          <ac:inkMkLst>
            <pc:docMk/>
            <pc:sldMk cId="0" sldId="259"/>
            <ac:inkMk id="16" creationId="{5BABFF59-BBAD-54EC-648B-9AAC12459E3D}"/>
          </ac:inkMkLst>
        </pc:inkChg>
        <pc:inkChg chg="add mod">
          <ac:chgData name="Ing. Lenka Kuklišová Pavelková, Ph.D." userId="bce5352d-ad04-4d08-8f56-3fa1666bb289" providerId="ADAL" clId="{28EE6686-2D9D-49D4-96DB-FAB7BB1734FD}" dt="2022-07-26T14:22:00.067" v="120"/>
          <ac:inkMkLst>
            <pc:docMk/>
            <pc:sldMk cId="0" sldId="259"/>
            <ac:inkMk id="17" creationId="{F43741CA-8F42-3D65-0C75-28FEA4773049}"/>
          </ac:inkMkLst>
        </pc:inkChg>
        <pc:inkChg chg="add mod">
          <ac:chgData name="Ing. Lenka Kuklišová Pavelková, Ph.D." userId="bce5352d-ad04-4d08-8f56-3fa1666bb289" providerId="ADAL" clId="{28EE6686-2D9D-49D4-96DB-FAB7BB1734FD}" dt="2022-07-26T14:22:00.067" v="120"/>
          <ac:inkMkLst>
            <pc:docMk/>
            <pc:sldMk cId="0" sldId="259"/>
            <ac:inkMk id="18" creationId="{E44335C9-50D9-D895-F040-5B743A7AC846}"/>
          </ac:inkMkLst>
        </pc:inkChg>
        <pc:inkChg chg="add mod">
          <ac:chgData name="Ing. Lenka Kuklišová Pavelková, Ph.D." userId="bce5352d-ad04-4d08-8f56-3fa1666bb289" providerId="ADAL" clId="{28EE6686-2D9D-49D4-96DB-FAB7BB1734FD}" dt="2022-07-26T14:22:00.067" v="120"/>
          <ac:inkMkLst>
            <pc:docMk/>
            <pc:sldMk cId="0" sldId="259"/>
            <ac:inkMk id="20" creationId="{73DF2886-4E09-C259-F4B8-E300E7F85315}"/>
          </ac:inkMkLst>
        </pc:inkChg>
        <pc:inkChg chg="add mod">
          <ac:chgData name="Ing. Lenka Kuklišová Pavelková, Ph.D." userId="bce5352d-ad04-4d08-8f56-3fa1666bb289" providerId="ADAL" clId="{28EE6686-2D9D-49D4-96DB-FAB7BB1734FD}" dt="2022-07-26T14:22:00.067" v="120"/>
          <ac:inkMkLst>
            <pc:docMk/>
            <pc:sldMk cId="0" sldId="259"/>
            <ac:inkMk id="22" creationId="{438E7740-F828-A82B-76D1-A12D2C4EFB34}"/>
          </ac:inkMkLst>
        </pc:inkChg>
        <pc:inkChg chg="add del">
          <ac:chgData name="Ing. Lenka Kuklišová Pavelková, Ph.D." userId="bce5352d-ad04-4d08-8f56-3fa1666bb289" providerId="ADAL" clId="{28EE6686-2D9D-49D4-96DB-FAB7BB1734FD}" dt="2022-07-26T14:24:22.171" v="137" actId="478"/>
          <ac:inkMkLst>
            <pc:docMk/>
            <pc:sldMk cId="0" sldId="259"/>
            <ac:inkMk id="24" creationId="{A492BE47-ADB5-3515-377D-C8ABBD15ED75}"/>
          </ac:inkMkLst>
        </pc:inkChg>
        <pc:inkChg chg="add mod">
          <ac:chgData name="Ing. Lenka Kuklišová Pavelková, Ph.D." userId="bce5352d-ad04-4d08-8f56-3fa1666bb289" providerId="ADAL" clId="{28EE6686-2D9D-49D4-96DB-FAB7BB1734FD}" dt="2022-07-26T14:23:01.644" v="130"/>
          <ac:inkMkLst>
            <pc:docMk/>
            <pc:sldMk cId="0" sldId="259"/>
            <ac:inkMk id="25" creationId="{1654BF87-6074-562C-F6C7-1E4A88413E74}"/>
          </ac:inkMkLst>
        </pc:inkChg>
        <pc:inkChg chg="add mod">
          <ac:chgData name="Ing. Lenka Kuklišová Pavelková, Ph.D." userId="bce5352d-ad04-4d08-8f56-3fa1666bb289" providerId="ADAL" clId="{28EE6686-2D9D-49D4-96DB-FAB7BB1734FD}" dt="2022-07-26T14:23:01.644" v="130"/>
          <ac:inkMkLst>
            <pc:docMk/>
            <pc:sldMk cId="0" sldId="259"/>
            <ac:inkMk id="26" creationId="{FE126FFA-500B-2EF9-3389-150DC4158B72}"/>
          </ac:inkMkLst>
        </pc:inkChg>
        <pc:inkChg chg="add mod">
          <ac:chgData name="Ing. Lenka Kuklišová Pavelková, Ph.D." userId="bce5352d-ad04-4d08-8f56-3fa1666bb289" providerId="ADAL" clId="{28EE6686-2D9D-49D4-96DB-FAB7BB1734FD}" dt="2022-07-26T14:23:01.644" v="130"/>
          <ac:inkMkLst>
            <pc:docMk/>
            <pc:sldMk cId="0" sldId="259"/>
            <ac:inkMk id="28" creationId="{E365D5C4-8993-74B7-1E96-9381BBC42BAC}"/>
          </ac:inkMkLst>
        </pc:inkChg>
        <pc:inkChg chg="add mod">
          <ac:chgData name="Ing. Lenka Kuklišová Pavelková, Ph.D." userId="bce5352d-ad04-4d08-8f56-3fa1666bb289" providerId="ADAL" clId="{28EE6686-2D9D-49D4-96DB-FAB7BB1734FD}" dt="2022-07-26T14:23:01.644" v="130"/>
          <ac:inkMkLst>
            <pc:docMk/>
            <pc:sldMk cId="0" sldId="259"/>
            <ac:inkMk id="29" creationId="{054104E2-1B4B-1F1D-22C6-1821215584A4}"/>
          </ac:inkMkLst>
        </pc:inkChg>
        <pc:inkChg chg="add mod">
          <ac:chgData name="Ing. Lenka Kuklišová Pavelková, Ph.D." userId="bce5352d-ad04-4d08-8f56-3fa1666bb289" providerId="ADAL" clId="{28EE6686-2D9D-49D4-96DB-FAB7BB1734FD}" dt="2022-07-26T14:23:01.644" v="130"/>
          <ac:inkMkLst>
            <pc:docMk/>
            <pc:sldMk cId="0" sldId="259"/>
            <ac:inkMk id="30" creationId="{054C537A-D7CF-517F-117B-3680E66BBAB0}"/>
          </ac:inkMkLst>
        </pc:inkChg>
        <pc:inkChg chg="add mod">
          <ac:chgData name="Ing. Lenka Kuklišová Pavelková, Ph.D." userId="bce5352d-ad04-4d08-8f56-3fa1666bb289" providerId="ADAL" clId="{28EE6686-2D9D-49D4-96DB-FAB7BB1734FD}" dt="2022-07-26T14:23:01.644" v="130"/>
          <ac:inkMkLst>
            <pc:docMk/>
            <pc:sldMk cId="0" sldId="259"/>
            <ac:inkMk id="4096" creationId="{6A3F4A42-2FAA-BDDD-BC3C-CEFA71171B94}"/>
          </ac:inkMkLst>
        </pc:inkChg>
      </pc:sldChg>
      <pc:sldChg chg="addSp delSp modSp new mod">
        <pc:chgData name="Ing. Lenka Kuklišová Pavelková, Ph.D." userId="bce5352d-ad04-4d08-8f56-3fa1666bb289" providerId="ADAL" clId="{28EE6686-2D9D-49D4-96DB-FAB7BB1734FD}" dt="2022-07-27T11:20:32.401" v="1914"/>
        <pc:sldMkLst>
          <pc:docMk/>
          <pc:sldMk cId="663541233" sldId="262"/>
        </pc:sldMkLst>
        <pc:spChg chg="mod">
          <ac:chgData name="Ing. Lenka Kuklišová Pavelková, Ph.D." userId="bce5352d-ad04-4d08-8f56-3fa1666bb289" providerId="ADAL" clId="{28EE6686-2D9D-49D4-96DB-FAB7BB1734FD}" dt="2022-07-27T08:08:36.768" v="389"/>
          <ac:spMkLst>
            <pc:docMk/>
            <pc:sldMk cId="663541233" sldId="262"/>
            <ac:spMk id="2" creationId="{4AD47807-F52C-DBAF-59F1-6A690E306963}"/>
          </ac:spMkLst>
        </pc:spChg>
        <pc:spChg chg="add mod">
          <ac:chgData name="Ing. Lenka Kuklišová Pavelková, Ph.D." userId="bce5352d-ad04-4d08-8f56-3fa1666bb289" providerId="ADAL" clId="{28EE6686-2D9D-49D4-96DB-FAB7BB1734FD}" dt="2022-07-27T11:20:32.401" v="1914"/>
          <ac:spMkLst>
            <pc:docMk/>
            <pc:sldMk cId="663541233" sldId="262"/>
            <ac:spMk id="4" creationId="{AD30C7F0-2CC2-2D34-1C78-BD8521A98241}"/>
          </ac:spMkLst>
        </pc:spChg>
        <pc:spChg chg="add del">
          <ac:chgData name="Ing. Lenka Kuklišová Pavelková, Ph.D." userId="bce5352d-ad04-4d08-8f56-3fa1666bb289" providerId="ADAL" clId="{28EE6686-2D9D-49D4-96DB-FAB7BB1734FD}" dt="2022-07-27T08:10:56.686" v="393"/>
          <ac:spMkLst>
            <pc:docMk/>
            <pc:sldMk cId="663541233" sldId="262"/>
            <ac:spMk id="28" creationId="{94547210-64FD-715E-59F6-19CE127725F3}"/>
          </ac:spMkLst>
        </pc:spChg>
        <pc:spChg chg="add del">
          <ac:chgData name="Ing. Lenka Kuklišová Pavelková, Ph.D." userId="bce5352d-ad04-4d08-8f56-3fa1666bb289" providerId="ADAL" clId="{28EE6686-2D9D-49D4-96DB-FAB7BB1734FD}" dt="2022-07-27T08:10:56.686" v="393"/>
          <ac:spMkLst>
            <pc:docMk/>
            <pc:sldMk cId="663541233" sldId="262"/>
            <ac:spMk id="29" creationId="{B81881A3-2038-B90A-0212-5941D2F002C2}"/>
          </ac:spMkLst>
        </pc:spChg>
        <pc:spChg chg="add del">
          <ac:chgData name="Ing. Lenka Kuklišová Pavelková, Ph.D." userId="bce5352d-ad04-4d08-8f56-3fa1666bb289" providerId="ADAL" clId="{28EE6686-2D9D-49D4-96DB-FAB7BB1734FD}" dt="2022-07-27T08:10:56.686" v="393"/>
          <ac:spMkLst>
            <pc:docMk/>
            <pc:sldMk cId="663541233" sldId="262"/>
            <ac:spMk id="30" creationId="{D2EE7157-6265-1108-AFA8-D310699902D8}"/>
          </ac:spMkLst>
        </pc:spChg>
        <pc:spChg chg="add del">
          <ac:chgData name="Ing. Lenka Kuklišová Pavelková, Ph.D." userId="bce5352d-ad04-4d08-8f56-3fa1666bb289" providerId="ADAL" clId="{28EE6686-2D9D-49D4-96DB-FAB7BB1734FD}" dt="2022-07-27T08:10:56.686" v="393"/>
          <ac:spMkLst>
            <pc:docMk/>
            <pc:sldMk cId="663541233" sldId="262"/>
            <ac:spMk id="31" creationId="{BD6105DA-E1D0-C9AB-04FB-079AFA29B3EF}"/>
          </ac:spMkLst>
        </pc:spChg>
        <pc:spChg chg="add del">
          <ac:chgData name="Ing. Lenka Kuklišová Pavelková, Ph.D." userId="bce5352d-ad04-4d08-8f56-3fa1666bb289" providerId="ADAL" clId="{28EE6686-2D9D-49D4-96DB-FAB7BB1734FD}" dt="2022-07-27T08:10:56.686" v="393"/>
          <ac:spMkLst>
            <pc:docMk/>
            <pc:sldMk cId="663541233" sldId="262"/>
            <ac:spMk id="32" creationId="{4E7FF601-5513-0E60-8E9D-500F29D55219}"/>
          </ac:spMkLst>
        </pc:spChg>
        <pc:spChg chg="add del">
          <ac:chgData name="Ing. Lenka Kuklišová Pavelková, Ph.D." userId="bce5352d-ad04-4d08-8f56-3fa1666bb289" providerId="ADAL" clId="{28EE6686-2D9D-49D4-96DB-FAB7BB1734FD}" dt="2022-07-27T08:10:56.686" v="393"/>
          <ac:spMkLst>
            <pc:docMk/>
            <pc:sldMk cId="663541233" sldId="262"/>
            <ac:spMk id="33" creationId="{54996781-671B-C665-0A75-CBF74C5AAA00}"/>
          </ac:spMkLst>
        </pc:spChg>
        <pc:spChg chg="add del">
          <ac:chgData name="Ing. Lenka Kuklišová Pavelková, Ph.D." userId="bce5352d-ad04-4d08-8f56-3fa1666bb289" providerId="ADAL" clId="{28EE6686-2D9D-49D4-96DB-FAB7BB1734FD}" dt="2022-07-27T08:10:56.686" v="393"/>
          <ac:spMkLst>
            <pc:docMk/>
            <pc:sldMk cId="663541233" sldId="262"/>
            <ac:spMk id="34" creationId="{FAB9BF18-E3AD-1ABF-1D2E-41B9BB5DBC1B}"/>
          </ac:spMkLst>
        </pc:spChg>
        <pc:spChg chg="add del">
          <ac:chgData name="Ing. Lenka Kuklišová Pavelková, Ph.D." userId="bce5352d-ad04-4d08-8f56-3fa1666bb289" providerId="ADAL" clId="{28EE6686-2D9D-49D4-96DB-FAB7BB1734FD}" dt="2022-07-27T08:10:56.686" v="393"/>
          <ac:spMkLst>
            <pc:docMk/>
            <pc:sldMk cId="663541233" sldId="262"/>
            <ac:spMk id="35" creationId="{06329DAC-E80C-9B96-2367-A3FA56A6CC82}"/>
          </ac:spMkLst>
        </pc:spChg>
        <pc:spChg chg="add del">
          <ac:chgData name="Ing. Lenka Kuklišová Pavelková, Ph.D." userId="bce5352d-ad04-4d08-8f56-3fa1666bb289" providerId="ADAL" clId="{28EE6686-2D9D-49D4-96DB-FAB7BB1734FD}" dt="2022-07-27T08:10:56.686" v="393"/>
          <ac:spMkLst>
            <pc:docMk/>
            <pc:sldMk cId="663541233" sldId="262"/>
            <ac:spMk id="36" creationId="{432DADA3-573A-C814-330F-214977827E2F}"/>
          </ac:spMkLst>
        </pc:spChg>
        <pc:spChg chg="add del">
          <ac:chgData name="Ing. Lenka Kuklišová Pavelková, Ph.D." userId="bce5352d-ad04-4d08-8f56-3fa1666bb289" providerId="ADAL" clId="{28EE6686-2D9D-49D4-96DB-FAB7BB1734FD}" dt="2022-07-27T08:10:56.686" v="393"/>
          <ac:spMkLst>
            <pc:docMk/>
            <pc:sldMk cId="663541233" sldId="262"/>
            <ac:spMk id="37" creationId="{1FAE17AF-E36E-C272-A357-5A0A96B7C066}"/>
          </ac:spMkLst>
        </pc:spChg>
        <pc:spChg chg="add del">
          <ac:chgData name="Ing. Lenka Kuklišová Pavelková, Ph.D." userId="bce5352d-ad04-4d08-8f56-3fa1666bb289" providerId="ADAL" clId="{28EE6686-2D9D-49D4-96DB-FAB7BB1734FD}" dt="2022-07-27T08:10:56.686" v="393"/>
          <ac:spMkLst>
            <pc:docMk/>
            <pc:sldMk cId="663541233" sldId="262"/>
            <ac:spMk id="38" creationId="{49478B99-064D-3ECA-E34B-C7E3DC26A3B0}"/>
          </ac:spMkLst>
        </pc:spChg>
        <pc:spChg chg="add del">
          <ac:chgData name="Ing. Lenka Kuklišová Pavelková, Ph.D." userId="bce5352d-ad04-4d08-8f56-3fa1666bb289" providerId="ADAL" clId="{28EE6686-2D9D-49D4-96DB-FAB7BB1734FD}" dt="2022-07-27T08:10:56.686" v="393"/>
          <ac:spMkLst>
            <pc:docMk/>
            <pc:sldMk cId="663541233" sldId="262"/>
            <ac:spMk id="39" creationId="{AF424107-D18E-D497-A276-AA589C35ADB6}"/>
          </ac:spMkLst>
        </pc:spChg>
        <pc:spChg chg="add del">
          <ac:chgData name="Ing. Lenka Kuklišová Pavelková, Ph.D." userId="bce5352d-ad04-4d08-8f56-3fa1666bb289" providerId="ADAL" clId="{28EE6686-2D9D-49D4-96DB-FAB7BB1734FD}" dt="2022-07-27T08:10:56.686" v="393"/>
          <ac:spMkLst>
            <pc:docMk/>
            <pc:sldMk cId="663541233" sldId="262"/>
            <ac:spMk id="40" creationId="{1B51F43E-12DF-0E4E-8D91-A98E24AE51E7}"/>
          </ac:spMkLst>
        </pc:spChg>
        <pc:spChg chg="add del">
          <ac:chgData name="Ing. Lenka Kuklišová Pavelková, Ph.D." userId="bce5352d-ad04-4d08-8f56-3fa1666bb289" providerId="ADAL" clId="{28EE6686-2D9D-49D4-96DB-FAB7BB1734FD}" dt="2022-07-27T08:10:56.686" v="393"/>
          <ac:spMkLst>
            <pc:docMk/>
            <pc:sldMk cId="663541233" sldId="262"/>
            <ac:spMk id="41" creationId="{B9FCE173-980F-CA36-44C7-D06125DF4A5D}"/>
          </ac:spMkLst>
        </pc:spChg>
        <pc:spChg chg="add del">
          <ac:chgData name="Ing. Lenka Kuklišová Pavelková, Ph.D." userId="bce5352d-ad04-4d08-8f56-3fa1666bb289" providerId="ADAL" clId="{28EE6686-2D9D-49D4-96DB-FAB7BB1734FD}" dt="2022-07-27T08:10:56.686" v="393"/>
          <ac:spMkLst>
            <pc:docMk/>
            <pc:sldMk cId="663541233" sldId="262"/>
            <ac:spMk id="42" creationId="{3B50F815-6F4B-1BC9-A3DC-81C188E5FF92}"/>
          </ac:spMkLst>
        </pc:spChg>
        <pc:spChg chg="add del">
          <ac:chgData name="Ing. Lenka Kuklišová Pavelková, Ph.D." userId="bce5352d-ad04-4d08-8f56-3fa1666bb289" providerId="ADAL" clId="{28EE6686-2D9D-49D4-96DB-FAB7BB1734FD}" dt="2022-07-27T08:10:56.686" v="393"/>
          <ac:spMkLst>
            <pc:docMk/>
            <pc:sldMk cId="663541233" sldId="262"/>
            <ac:spMk id="43" creationId="{34B4D9B7-07C1-634E-1BB7-0CCDA265070A}"/>
          </ac:spMkLst>
        </pc:spChg>
        <pc:spChg chg="add del">
          <ac:chgData name="Ing. Lenka Kuklišová Pavelková, Ph.D." userId="bce5352d-ad04-4d08-8f56-3fa1666bb289" providerId="ADAL" clId="{28EE6686-2D9D-49D4-96DB-FAB7BB1734FD}" dt="2022-07-27T08:10:56.686" v="393"/>
          <ac:spMkLst>
            <pc:docMk/>
            <pc:sldMk cId="663541233" sldId="262"/>
            <ac:spMk id="44" creationId="{9B948CA9-6D1E-CED1-5F09-02CE182AB91A}"/>
          </ac:spMkLst>
        </pc:spChg>
        <pc:spChg chg="add del">
          <ac:chgData name="Ing. Lenka Kuklišová Pavelková, Ph.D." userId="bce5352d-ad04-4d08-8f56-3fa1666bb289" providerId="ADAL" clId="{28EE6686-2D9D-49D4-96DB-FAB7BB1734FD}" dt="2022-07-27T08:10:56.686" v="393"/>
          <ac:spMkLst>
            <pc:docMk/>
            <pc:sldMk cId="663541233" sldId="262"/>
            <ac:spMk id="45" creationId="{FEED4B6C-5A92-D730-3FC0-BFF196F0A889}"/>
          </ac:spMkLst>
        </pc:spChg>
        <pc:spChg chg="add del">
          <ac:chgData name="Ing. Lenka Kuklišová Pavelková, Ph.D." userId="bce5352d-ad04-4d08-8f56-3fa1666bb289" providerId="ADAL" clId="{28EE6686-2D9D-49D4-96DB-FAB7BB1734FD}" dt="2022-07-27T08:10:56.686" v="393"/>
          <ac:spMkLst>
            <pc:docMk/>
            <pc:sldMk cId="663541233" sldId="262"/>
            <ac:spMk id="46" creationId="{52E69844-AC41-48FB-6C65-70CCD6AA89E3}"/>
          </ac:spMkLst>
        </pc:spChg>
        <pc:spChg chg="add del">
          <ac:chgData name="Ing. Lenka Kuklišová Pavelková, Ph.D." userId="bce5352d-ad04-4d08-8f56-3fa1666bb289" providerId="ADAL" clId="{28EE6686-2D9D-49D4-96DB-FAB7BB1734FD}" dt="2022-07-27T08:10:56.686" v="393"/>
          <ac:spMkLst>
            <pc:docMk/>
            <pc:sldMk cId="663541233" sldId="262"/>
            <ac:spMk id="47" creationId="{6EFC87BB-D968-62D0-8D85-2C3CC6135EFE}"/>
          </ac:spMkLst>
        </pc:spChg>
        <pc:spChg chg="add del">
          <ac:chgData name="Ing. Lenka Kuklišová Pavelková, Ph.D." userId="bce5352d-ad04-4d08-8f56-3fa1666bb289" providerId="ADAL" clId="{28EE6686-2D9D-49D4-96DB-FAB7BB1734FD}" dt="2022-07-27T08:10:56.686" v="393"/>
          <ac:spMkLst>
            <pc:docMk/>
            <pc:sldMk cId="663541233" sldId="262"/>
            <ac:spMk id="48" creationId="{7C7415A9-41F3-0BB8-2E1C-73F4F89D2AA5}"/>
          </ac:spMkLst>
        </pc:spChg>
        <pc:spChg chg="add del">
          <ac:chgData name="Ing. Lenka Kuklišová Pavelková, Ph.D." userId="bce5352d-ad04-4d08-8f56-3fa1666bb289" providerId="ADAL" clId="{28EE6686-2D9D-49D4-96DB-FAB7BB1734FD}" dt="2022-07-27T08:10:56.686" v="393"/>
          <ac:spMkLst>
            <pc:docMk/>
            <pc:sldMk cId="663541233" sldId="262"/>
            <ac:spMk id="49" creationId="{BF1C8A5E-6A9F-87D3-4CBE-8D69B90943E8}"/>
          </ac:spMkLst>
        </pc:spChg>
        <pc:spChg chg="add del">
          <ac:chgData name="Ing. Lenka Kuklišová Pavelková, Ph.D." userId="bce5352d-ad04-4d08-8f56-3fa1666bb289" providerId="ADAL" clId="{28EE6686-2D9D-49D4-96DB-FAB7BB1734FD}" dt="2022-07-27T08:10:56.686" v="393"/>
          <ac:spMkLst>
            <pc:docMk/>
            <pc:sldMk cId="663541233" sldId="262"/>
            <ac:spMk id="50" creationId="{DAD5595F-4253-AB14-592D-E12248457E75}"/>
          </ac:spMkLst>
        </pc:spChg>
        <pc:spChg chg="add del">
          <ac:chgData name="Ing. Lenka Kuklišová Pavelková, Ph.D." userId="bce5352d-ad04-4d08-8f56-3fa1666bb289" providerId="ADAL" clId="{28EE6686-2D9D-49D4-96DB-FAB7BB1734FD}" dt="2022-07-27T08:10:56.686" v="393"/>
          <ac:spMkLst>
            <pc:docMk/>
            <pc:sldMk cId="663541233" sldId="262"/>
            <ac:spMk id="51" creationId="{24CA0F8E-CD0B-9D37-2E02-85DD6C182098}"/>
          </ac:spMkLst>
        </pc:spChg>
        <pc:spChg chg="add del">
          <ac:chgData name="Ing. Lenka Kuklišová Pavelková, Ph.D." userId="bce5352d-ad04-4d08-8f56-3fa1666bb289" providerId="ADAL" clId="{28EE6686-2D9D-49D4-96DB-FAB7BB1734FD}" dt="2022-07-27T08:20:13.068" v="398"/>
          <ac:spMkLst>
            <pc:docMk/>
            <pc:sldMk cId="663541233" sldId="262"/>
            <ac:spMk id="75" creationId="{08E85B0D-F838-6754-126B-CC4C9E1B58B4}"/>
          </ac:spMkLst>
        </pc:spChg>
        <pc:spChg chg="add del">
          <ac:chgData name="Ing. Lenka Kuklišová Pavelková, Ph.D." userId="bce5352d-ad04-4d08-8f56-3fa1666bb289" providerId="ADAL" clId="{28EE6686-2D9D-49D4-96DB-FAB7BB1734FD}" dt="2022-07-27T08:20:13.068" v="398"/>
          <ac:spMkLst>
            <pc:docMk/>
            <pc:sldMk cId="663541233" sldId="262"/>
            <ac:spMk id="76" creationId="{82ED8D9E-134A-A51B-DA76-3BD37BF56243}"/>
          </ac:spMkLst>
        </pc:spChg>
        <pc:spChg chg="add del">
          <ac:chgData name="Ing. Lenka Kuklišová Pavelková, Ph.D." userId="bce5352d-ad04-4d08-8f56-3fa1666bb289" providerId="ADAL" clId="{28EE6686-2D9D-49D4-96DB-FAB7BB1734FD}" dt="2022-07-27T08:20:13.068" v="398"/>
          <ac:spMkLst>
            <pc:docMk/>
            <pc:sldMk cId="663541233" sldId="262"/>
            <ac:spMk id="77" creationId="{3D76F0EB-B52E-1484-2F65-394150B8A606}"/>
          </ac:spMkLst>
        </pc:spChg>
        <pc:spChg chg="add del">
          <ac:chgData name="Ing. Lenka Kuklišová Pavelková, Ph.D." userId="bce5352d-ad04-4d08-8f56-3fa1666bb289" providerId="ADAL" clId="{28EE6686-2D9D-49D4-96DB-FAB7BB1734FD}" dt="2022-07-27T08:20:13.068" v="398"/>
          <ac:spMkLst>
            <pc:docMk/>
            <pc:sldMk cId="663541233" sldId="262"/>
            <ac:spMk id="78" creationId="{C911B477-3480-8DD3-EC7C-6FEA03DF5CEE}"/>
          </ac:spMkLst>
        </pc:spChg>
        <pc:spChg chg="add del">
          <ac:chgData name="Ing. Lenka Kuklišová Pavelková, Ph.D." userId="bce5352d-ad04-4d08-8f56-3fa1666bb289" providerId="ADAL" clId="{28EE6686-2D9D-49D4-96DB-FAB7BB1734FD}" dt="2022-07-27T08:20:13.068" v="398"/>
          <ac:spMkLst>
            <pc:docMk/>
            <pc:sldMk cId="663541233" sldId="262"/>
            <ac:spMk id="79" creationId="{A061AA5A-F60C-D42B-392F-D30B0BA8A86E}"/>
          </ac:spMkLst>
        </pc:spChg>
        <pc:spChg chg="add del">
          <ac:chgData name="Ing. Lenka Kuklišová Pavelková, Ph.D." userId="bce5352d-ad04-4d08-8f56-3fa1666bb289" providerId="ADAL" clId="{28EE6686-2D9D-49D4-96DB-FAB7BB1734FD}" dt="2022-07-27T08:20:13.068" v="398"/>
          <ac:spMkLst>
            <pc:docMk/>
            <pc:sldMk cId="663541233" sldId="262"/>
            <ac:spMk id="80" creationId="{F0609734-03FA-C6F2-98E0-79A8957C3F4A}"/>
          </ac:spMkLst>
        </pc:spChg>
        <pc:spChg chg="add del">
          <ac:chgData name="Ing. Lenka Kuklišová Pavelková, Ph.D." userId="bce5352d-ad04-4d08-8f56-3fa1666bb289" providerId="ADAL" clId="{28EE6686-2D9D-49D4-96DB-FAB7BB1734FD}" dt="2022-07-27T08:20:13.068" v="398"/>
          <ac:spMkLst>
            <pc:docMk/>
            <pc:sldMk cId="663541233" sldId="262"/>
            <ac:spMk id="81" creationId="{80306967-C7B5-BDDC-2BFC-33E905B0341D}"/>
          </ac:spMkLst>
        </pc:spChg>
        <pc:spChg chg="add del">
          <ac:chgData name="Ing. Lenka Kuklišová Pavelková, Ph.D." userId="bce5352d-ad04-4d08-8f56-3fa1666bb289" providerId="ADAL" clId="{28EE6686-2D9D-49D4-96DB-FAB7BB1734FD}" dt="2022-07-27T08:20:13.068" v="398"/>
          <ac:spMkLst>
            <pc:docMk/>
            <pc:sldMk cId="663541233" sldId="262"/>
            <ac:spMk id="82" creationId="{DC213B14-44C7-9F3F-6D27-504470D1B15F}"/>
          </ac:spMkLst>
        </pc:spChg>
        <pc:spChg chg="add del">
          <ac:chgData name="Ing. Lenka Kuklišová Pavelková, Ph.D." userId="bce5352d-ad04-4d08-8f56-3fa1666bb289" providerId="ADAL" clId="{28EE6686-2D9D-49D4-96DB-FAB7BB1734FD}" dt="2022-07-27T08:20:13.068" v="398"/>
          <ac:spMkLst>
            <pc:docMk/>
            <pc:sldMk cId="663541233" sldId="262"/>
            <ac:spMk id="83" creationId="{34455696-9FD5-8B91-A0AD-F27D9C0A5E73}"/>
          </ac:spMkLst>
        </pc:spChg>
        <pc:spChg chg="add del">
          <ac:chgData name="Ing. Lenka Kuklišová Pavelková, Ph.D." userId="bce5352d-ad04-4d08-8f56-3fa1666bb289" providerId="ADAL" clId="{28EE6686-2D9D-49D4-96DB-FAB7BB1734FD}" dt="2022-07-27T08:20:13.068" v="398"/>
          <ac:spMkLst>
            <pc:docMk/>
            <pc:sldMk cId="663541233" sldId="262"/>
            <ac:spMk id="84" creationId="{433B83A7-12C5-9A03-2CFC-768DD96B7230}"/>
          </ac:spMkLst>
        </pc:spChg>
        <pc:spChg chg="add del">
          <ac:chgData name="Ing. Lenka Kuklišová Pavelková, Ph.D." userId="bce5352d-ad04-4d08-8f56-3fa1666bb289" providerId="ADAL" clId="{28EE6686-2D9D-49D4-96DB-FAB7BB1734FD}" dt="2022-07-27T08:20:13.068" v="398"/>
          <ac:spMkLst>
            <pc:docMk/>
            <pc:sldMk cId="663541233" sldId="262"/>
            <ac:spMk id="85" creationId="{DC221A69-04BB-394A-9ED3-86F4ED642F77}"/>
          </ac:spMkLst>
        </pc:spChg>
        <pc:spChg chg="add del">
          <ac:chgData name="Ing. Lenka Kuklišová Pavelková, Ph.D." userId="bce5352d-ad04-4d08-8f56-3fa1666bb289" providerId="ADAL" clId="{28EE6686-2D9D-49D4-96DB-FAB7BB1734FD}" dt="2022-07-27T08:20:13.068" v="398"/>
          <ac:spMkLst>
            <pc:docMk/>
            <pc:sldMk cId="663541233" sldId="262"/>
            <ac:spMk id="86" creationId="{755D410F-AABF-D36F-0F52-029C428C84F2}"/>
          </ac:spMkLst>
        </pc:spChg>
        <pc:spChg chg="add del">
          <ac:chgData name="Ing. Lenka Kuklišová Pavelková, Ph.D." userId="bce5352d-ad04-4d08-8f56-3fa1666bb289" providerId="ADAL" clId="{28EE6686-2D9D-49D4-96DB-FAB7BB1734FD}" dt="2022-07-27T08:20:13.068" v="398"/>
          <ac:spMkLst>
            <pc:docMk/>
            <pc:sldMk cId="663541233" sldId="262"/>
            <ac:spMk id="87" creationId="{82E2FB99-0916-7E73-2848-193EAC1CC0AA}"/>
          </ac:spMkLst>
        </pc:spChg>
        <pc:spChg chg="add del">
          <ac:chgData name="Ing. Lenka Kuklišová Pavelková, Ph.D." userId="bce5352d-ad04-4d08-8f56-3fa1666bb289" providerId="ADAL" clId="{28EE6686-2D9D-49D4-96DB-FAB7BB1734FD}" dt="2022-07-27T08:20:13.068" v="398"/>
          <ac:spMkLst>
            <pc:docMk/>
            <pc:sldMk cId="663541233" sldId="262"/>
            <ac:spMk id="88" creationId="{FFCCD0C3-3217-2A5C-ABE4-70804EC3710A}"/>
          </ac:spMkLst>
        </pc:spChg>
        <pc:spChg chg="add del">
          <ac:chgData name="Ing. Lenka Kuklišová Pavelková, Ph.D." userId="bce5352d-ad04-4d08-8f56-3fa1666bb289" providerId="ADAL" clId="{28EE6686-2D9D-49D4-96DB-FAB7BB1734FD}" dt="2022-07-27T08:20:13.068" v="398"/>
          <ac:spMkLst>
            <pc:docMk/>
            <pc:sldMk cId="663541233" sldId="262"/>
            <ac:spMk id="89" creationId="{6928BEDE-BF33-6FA0-907C-4694DAB87630}"/>
          </ac:spMkLst>
        </pc:spChg>
        <pc:spChg chg="add del">
          <ac:chgData name="Ing. Lenka Kuklišová Pavelková, Ph.D." userId="bce5352d-ad04-4d08-8f56-3fa1666bb289" providerId="ADAL" clId="{28EE6686-2D9D-49D4-96DB-FAB7BB1734FD}" dt="2022-07-27T08:20:13.068" v="398"/>
          <ac:spMkLst>
            <pc:docMk/>
            <pc:sldMk cId="663541233" sldId="262"/>
            <ac:spMk id="90" creationId="{3074F8B7-0710-70F4-BF73-2F6560049A13}"/>
          </ac:spMkLst>
        </pc:spChg>
        <pc:spChg chg="add del">
          <ac:chgData name="Ing. Lenka Kuklišová Pavelková, Ph.D." userId="bce5352d-ad04-4d08-8f56-3fa1666bb289" providerId="ADAL" clId="{28EE6686-2D9D-49D4-96DB-FAB7BB1734FD}" dt="2022-07-27T08:20:13.068" v="398"/>
          <ac:spMkLst>
            <pc:docMk/>
            <pc:sldMk cId="663541233" sldId="262"/>
            <ac:spMk id="91" creationId="{DD6BC893-7E03-ED3A-EBC8-8F6CF76FB177}"/>
          </ac:spMkLst>
        </pc:spChg>
        <pc:spChg chg="add del">
          <ac:chgData name="Ing. Lenka Kuklišová Pavelková, Ph.D." userId="bce5352d-ad04-4d08-8f56-3fa1666bb289" providerId="ADAL" clId="{28EE6686-2D9D-49D4-96DB-FAB7BB1734FD}" dt="2022-07-27T08:20:13.068" v="398"/>
          <ac:spMkLst>
            <pc:docMk/>
            <pc:sldMk cId="663541233" sldId="262"/>
            <ac:spMk id="92" creationId="{5DCA38BE-DA2E-C532-E017-329C1421443B}"/>
          </ac:spMkLst>
        </pc:spChg>
        <pc:spChg chg="add del">
          <ac:chgData name="Ing. Lenka Kuklišová Pavelková, Ph.D." userId="bce5352d-ad04-4d08-8f56-3fa1666bb289" providerId="ADAL" clId="{28EE6686-2D9D-49D4-96DB-FAB7BB1734FD}" dt="2022-07-27T08:20:13.068" v="398"/>
          <ac:spMkLst>
            <pc:docMk/>
            <pc:sldMk cId="663541233" sldId="262"/>
            <ac:spMk id="93" creationId="{02E3C2CC-E019-DC26-0B19-56A8DB4F33BD}"/>
          </ac:spMkLst>
        </pc:spChg>
        <pc:spChg chg="add del">
          <ac:chgData name="Ing. Lenka Kuklišová Pavelková, Ph.D." userId="bce5352d-ad04-4d08-8f56-3fa1666bb289" providerId="ADAL" clId="{28EE6686-2D9D-49D4-96DB-FAB7BB1734FD}" dt="2022-07-27T08:20:13.068" v="398"/>
          <ac:spMkLst>
            <pc:docMk/>
            <pc:sldMk cId="663541233" sldId="262"/>
            <ac:spMk id="94" creationId="{4E83070D-DA08-4E77-6EAB-3ADF4290B56D}"/>
          </ac:spMkLst>
        </pc:spChg>
        <pc:spChg chg="add del">
          <ac:chgData name="Ing. Lenka Kuklišová Pavelková, Ph.D." userId="bce5352d-ad04-4d08-8f56-3fa1666bb289" providerId="ADAL" clId="{28EE6686-2D9D-49D4-96DB-FAB7BB1734FD}" dt="2022-07-27T08:20:13.068" v="398"/>
          <ac:spMkLst>
            <pc:docMk/>
            <pc:sldMk cId="663541233" sldId="262"/>
            <ac:spMk id="95" creationId="{A00A6680-9E23-4B68-798A-D95259BEE655}"/>
          </ac:spMkLst>
        </pc:spChg>
        <pc:spChg chg="add del">
          <ac:chgData name="Ing. Lenka Kuklišová Pavelková, Ph.D." userId="bce5352d-ad04-4d08-8f56-3fa1666bb289" providerId="ADAL" clId="{28EE6686-2D9D-49D4-96DB-FAB7BB1734FD}" dt="2022-07-27T08:20:13.068" v="398"/>
          <ac:spMkLst>
            <pc:docMk/>
            <pc:sldMk cId="663541233" sldId="262"/>
            <ac:spMk id="96" creationId="{06841227-24E9-15E3-40F7-14E3157D737A}"/>
          </ac:spMkLst>
        </pc:spChg>
        <pc:spChg chg="add del">
          <ac:chgData name="Ing. Lenka Kuklišová Pavelková, Ph.D." userId="bce5352d-ad04-4d08-8f56-3fa1666bb289" providerId="ADAL" clId="{28EE6686-2D9D-49D4-96DB-FAB7BB1734FD}" dt="2022-07-27T08:20:13.068" v="398"/>
          <ac:spMkLst>
            <pc:docMk/>
            <pc:sldMk cId="663541233" sldId="262"/>
            <ac:spMk id="97" creationId="{D3E7E01B-C06D-A604-F1BD-DB9DBA5F5EE8}"/>
          </ac:spMkLst>
        </pc:spChg>
        <pc:spChg chg="add del">
          <ac:chgData name="Ing. Lenka Kuklišová Pavelková, Ph.D." userId="bce5352d-ad04-4d08-8f56-3fa1666bb289" providerId="ADAL" clId="{28EE6686-2D9D-49D4-96DB-FAB7BB1734FD}" dt="2022-07-27T08:20:13.068" v="398"/>
          <ac:spMkLst>
            <pc:docMk/>
            <pc:sldMk cId="663541233" sldId="262"/>
            <ac:spMk id="98" creationId="{A3942E70-D3EE-85B9-47A5-6574DF53D128}"/>
          </ac:spMkLst>
        </pc:spChg>
        <pc:spChg chg="add del">
          <ac:chgData name="Ing. Lenka Kuklišová Pavelková, Ph.D." userId="bce5352d-ad04-4d08-8f56-3fa1666bb289" providerId="ADAL" clId="{28EE6686-2D9D-49D4-96DB-FAB7BB1734FD}" dt="2022-07-27T08:20:21.388" v="402"/>
          <ac:spMkLst>
            <pc:docMk/>
            <pc:sldMk cId="663541233" sldId="262"/>
            <ac:spMk id="122" creationId="{FE8CA814-EDB8-C6BA-4902-C65D52D58DDE}"/>
          </ac:spMkLst>
        </pc:spChg>
        <pc:spChg chg="add del">
          <ac:chgData name="Ing. Lenka Kuklišová Pavelková, Ph.D." userId="bce5352d-ad04-4d08-8f56-3fa1666bb289" providerId="ADAL" clId="{28EE6686-2D9D-49D4-96DB-FAB7BB1734FD}" dt="2022-07-27T08:20:21.388" v="402"/>
          <ac:spMkLst>
            <pc:docMk/>
            <pc:sldMk cId="663541233" sldId="262"/>
            <ac:spMk id="123" creationId="{B89D5346-5A96-79D1-FA84-AB76686D52CD}"/>
          </ac:spMkLst>
        </pc:spChg>
        <pc:spChg chg="add del">
          <ac:chgData name="Ing. Lenka Kuklišová Pavelková, Ph.D." userId="bce5352d-ad04-4d08-8f56-3fa1666bb289" providerId="ADAL" clId="{28EE6686-2D9D-49D4-96DB-FAB7BB1734FD}" dt="2022-07-27T08:20:21.388" v="402"/>
          <ac:spMkLst>
            <pc:docMk/>
            <pc:sldMk cId="663541233" sldId="262"/>
            <ac:spMk id="124" creationId="{9ED233F9-B0FD-940E-397E-97C5C11BC86E}"/>
          </ac:spMkLst>
        </pc:spChg>
        <pc:spChg chg="add del">
          <ac:chgData name="Ing. Lenka Kuklišová Pavelková, Ph.D." userId="bce5352d-ad04-4d08-8f56-3fa1666bb289" providerId="ADAL" clId="{28EE6686-2D9D-49D4-96DB-FAB7BB1734FD}" dt="2022-07-27T08:20:21.388" v="402"/>
          <ac:spMkLst>
            <pc:docMk/>
            <pc:sldMk cId="663541233" sldId="262"/>
            <ac:spMk id="125" creationId="{61484DB2-0339-6684-8507-ACF099EB4BD3}"/>
          </ac:spMkLst>
        </pc:spChg>
        <pc:spChg chg="add del">
          <ac:chgData name="Ing. Lenka Kuklišová Pavelková, Ph.D." userId="bce5352d-ad04-4d08-8f56-3fa1666bb289" providerId="ADAL" clId="{28EE6686-2D9D-49D4-96DB-FAB7BB1734FD}" dt="2022-07-27T08:20:21.388" v="402"/>
          <ac:spMkLst>
            <pc:docMk/>
            <pc:sldMk cId="663541233" sldId="262"/>
            <ac:spMk id="126" creationId="{62EECB46-6B43-7EAE-D8D5-3E2F10649EF8}"/>
          </ac:spMkLst>
        </pc:spChg>
        <pc:spChg chg="add del">
          <ac:chgData name="Ing. Lenka Kuklišová Pavelková, Ph.D." userId="bce5352d-ad04-4d08-8f56-3fa1666bb289" providerId="ADAL" clId="{28EE6686-2D9D-49D4-96DB-FAB7BB1734FD}" dt="2022-07-27T08:20:21.388" v="402"/>
          <ac:spMkLst>
            <pc:docMk/>
            <pc:sldMk cId="663541233" sldId="262"/>
            <ac:spMk id="127" creationId="{A9AFC911-B1BD-1D2F-B2D2-4EEFC95ACA14}"/>
          </ac:spMkLst>
        </pc:spChg>
        <pc:spChg chg="add del">
          <ac:chgData name="Ing. Lenka Kuklišová Pavelková, Ph.D." userId="bce5352d-ad04-4d08-8f56-3fa1666bb289" providerId="ADAL" clId="{28EE6686-2D9D-49D4-96DB-FAB7BB1734FD}" dt="2022-07-27T08:20:21.388" v="402"/>
          <ac:spMkLst>
            <pc:docMk/>
            <pc:sldMk cId="663541233" sldId="262"/>
            <ac:spMk id="128" creationId="{8613CD42-2261-9AD5-24B3-3ECBEC5432CE}"/>
          </ac:spMkLst>
        </pc:spChg>
        <pc:spChg chg="add del">
          <ac:chgData name="Ing. Lenka Kuklišová Pavelková, Ph.D." userId="bce5352d-ad04-4d08-8f56-3fa1666bb289" providerId="ADAL" clId="{28EE6686-2D9D-49D4-96DB-FAB7BB1734FD}" dt="2022-07-27T08:20:21.388" v="402"/>
          <ac:spMkLst>
            <pc:docMk/>
            <pc:sldMk cId="663541233" sldId="262"/>
            <ac:spMk id="129" creationId="{8BF988C3-E231-0182-E060-2070845D2FE2}"/>
          </ac:spMkLst>
        </pc:spChg>
        <pc:spChg chg="add del">
          <ac:chgData name="Ing. Lenka Kuklišová Pavelková, Ph.D." userId="bce5352d-ad04-4d08-8f56-3fa1666bb289" providerId="ADAL" clId="{28EE6686-2D9D-49D4-96DB-FAB7BB1734FD}" dt="2022-07-27T08:20:21.388" v="402"/>
          <ac:spMkLst>
            <pc:docMk/>
            <pc:sldMk cId="663541233" sldId="262"/>
            <ac:spMk id="130" creationId="{FDA933E7-DDD0-5D4E-7CAA-418E9ECAA2E8}"/>
          </ac:spMkLst>
        </pc:spChg>
        <pc:spChg chg="add del">
          <ac:chgData name="Ing. Lenka Kuklišová Pavelková, Ph.D." userId="bce5352d-ad04-4d08-8f56-3fa1666bb289" providerId="ADAL" clId="{28EE6686-2D9D-49D4-96DB-FAB7BB1734FD}" dt="2022-07-27T08:20:21.388" v="402"/>
          <ac:spMkLst>
            <pc:docMk/>
            <pc:sldMk cId="663541233" sldId="262"/>
            <ac:spMk id="131" creationId="{C3E2A65F-D01F-9459-5A4B-C5EBDC79DB7D}"/>
          </ac:spMkLst>
        </pc:spChg>
        <pc:spChg chg="add del">
          <ac:chgData name="Ing. Lenka Kuklišová Pavelková, Ph.D." userId="bce5352d-ad04-4d08-8f56-3fa1666bb289" providerId="ADAL" clId="{28EE6686-2D9D-49D4-96DB-FAB7BB1734FD}" dt="2022-07-27T08:20:21.388" v="402"/>
          <ac:spMkLst>
            <pc:docMk/>
            <pc:sldMk cId="663541233" sldId="262"/>
            <ac:spMk id="132" creationId="{772CBE4A-A43E-F4BF-AAB8-5090E649CCD5}"/>
          </ac:spMkLst>
        </pc:spChg>
        <pc:spChg chg="add del">
          <ac:chgData name="Ing. Lenka Kuklišová Pavelková, Ph.D." userId="bce5352d-ad04-4d08-8f56-3fa1666bb289" providerId="ADAL" clId="{28EE6686-2D9D-49D4-96DB-FAB7BB1734FD}" dt="2022-07-27T08:20:21.388" v="402"/>
          <ac:spMkLst>
            <pc:docMk/>
            <pc:sldMk cId="663541233" sldId="262"/>
            <ac:spMk id="133" creationId="{0B8F68BE-CEB4-FB8B-A7CF-46AEA89296DD}"/>
          </ac:spMkLst>
        </pc:spChg>
        <pc:spChg chg="add del">
          <ac:chgData name="Ing. Lenka Kuklišová Pavelková, Ph.D." userId="bce5352d-ad04-4d08-8f56-3fa1666bb289" providerId="ADAL" clId="{28EE6686-2D9D-49D4-96DB-FAB7BB1734FD}" dt="2022-07-27T08:20:21.388" v="402"/>
          <ac:spMkLst>
            <pc:docMk/>
            <pc:sldMk cId="663541233" sldId="262"/>
            <ac:spMk id="134" creationId="{78428276-24E6-719A-7A99-7CD27E72C888}"/>
          </ac:spMkLst>
        </pc:spChg>
        <pc:spChg chg="add del">
          <ac:chgData name="Ing. Lenka Kuklišová Pavelková, Ph.D." userId="bce5352d-ad04-4d08-8f56-3fa1666bb289" providerId="ADAL" clId="{28EE6686-2D9D-49D4-96DB-FAB7BB1734FD}" dt="2022-07-27T08:20:21.388" v="402"/>
          <ac:spMkLst>
            <pc:docMk/>
            <pc:sldMk cId="663541233" sldId="262"/>
            <ac:spMk id="135" creationId="{18974644-7BE7-500A-961E-D82B654E4ED1}"/>
          </ac:spMkLst>
        </pc:spChg>
        <pc:spChg chg="add del">
          <ac:chgData name="Ing. Lenka Kuklišová Pavelková, Ph.D." userId="bce5352d-ad04-4d08-8f56-3fa1666bb289" providerId="ADAL" clId="{28EE6686-2D9D-49D4-96DB-FAB7BB1734FD}" dt="2022-07-27T08:20:21.388" v="402"/>
          <ac:spMkLst>
            <pc:docMk/>
            <pc:sldMk cId="663541233" sldId="262"/>
            <ac:spMk id="136" creationId="{A6A37BD8-3436-7447-A70C-E17BB1CDC77F}"/>
          </ac:spMkLst>
        </pc:spChg>
        <pc:spChg chg="add del">
          <ac:chgData name="Ing. Lenka Kuklišová Pavelková, Ph.D." userId="bce5352d-ad04-4d08-8f56-3fa1666bb289" providerId="ADAL" clId="{28EE6686-2D9D-49D4-96DB-FAB7BB1734FD}" dt="2022-07-27T08:20:21.388" v="402"/>
          <ac:spMkLst>
            <pc:docMk/>
            <pc:sldMk cId="663541233" sldId="262"/>
            <ac:spMk id="137" creationId="{5FBE2C8C-1A02-DA25-52A0-A014B3CBC1DC}"/>
          </ac:spMkLst>
        </pc:spChg>
        <pc:spChg chg="add del">
          <ac:chgData name="Ing. Lenka Kuklišová Pavelková, Ph.D." userId="bce5352d-ad04-4d08-8f56-3fa1666bb289" providerId="ADAL" clId="{28EE6686-2D9D-49D4-96DB-FAB7BB1734FD}" dt="2022-07-27T08:20:21.388" v="402"/>
          <ac:spMkLst>
            <pc:docMk/>
            <pc:sldMk cId="663541233" sldId="262"/>
            <ac:spMk id="138" creationId="{02A56442-AD3F-2244-6DBB-5ACD78E928F3}"/>
          </ac:spMkLst>
        </pc:spChg>
        <pc:spChg chg="add del">
          <ac:chgData name="Ing. Lenka Kuklišová Pavelková, Ph.D." userId="bce5352d-ad04-4d08-8f56-3fa1666bb289" providerId="ADAL" clId="{28EE6686-2D9D-49D4-96DB-FAB7BB1734FD}" dt="2022-07-27T08:20:21.388" v="402"/>
          <ac:spMkLst>
            <pc:docMk/>
            <pc:sldMk cId="663541233" sldId="262"/>
            <ac:spMk id="139" creationId="{63B3C00F-DDCC-062F-EAB8-41CAD1724EFA}"/>
          </ac:spMkLst>
        </pc:spChg>
        <pc:spChg chg="add del">
          <ac:chgData name="Ing. Lenka Kuklišová Pavelková, Ph.D." userId="bce5352d-ad04-4d08-8f56-3fa1666bb289" providerId="ADAL" clId="{28EE6686-2D9D-49D4-96DB-FAB7BB1734FD}" dt="2022-07-27T08:20:21.388" v="402"/>
          <ac:spMkLst>
            <pc:docMk/>
            <pc:sldMk cId="663541233" sldId="262"/>
            <ac:spMk id="140" creationId="{EC1253C3-5E0D-D836-A032-8634F44CD20F}"/>
          </ac:spMkLst>
        </pc:spChg>
        <pc:spChg chg="add del">
          <ac:chgData name="Ing. Lenka Kuklišová Pavelková, Ph.D." userId="bce5352d-ad04-4d08-8f56-3fa1666bb289" providerId="ADAL" clId="{28EE6686-2D9D-49D4-96DB-FAB7BB1734FD}" dt="2022-07-27T08:20:21.388" v="402"/>
          <ac:spMkLst>
            <pc:docMk/>
            <pc:sldMk cId="663541233" sldId="262"/>
            <ac:spMk id="141" creationId="{92E304FC-8F3E-2CB4-4CA8-C786B7FBDBF8}"/>
          </ac:spMkLst>
        </pc:spChg>
        <pc:spChg chg="add del">
          <ac:chgData name="Ing. Lenka Kuklišová Pavelková, Ph.D." userId="bce5352d-ad04-4d08-8f56-3fa1666bb289" providerId="ADAL" clId="{28EE6686-2D9D-49D4-96DB-FAB7BB1734FD}" dt="2022-07-27T08:20:21.388" v="402"/>
          <ac:spMkLst>
            <pc:docMk/>
            <pc:sldMk cId="663541233" sldId="262"/>
            <ac:spMk id="142" creationId="{B432E4F0-0738-470E-97EA-A00685E5338B}"/>
          </ac:spMkLst>
        </pc:spChg>
        <pc:spChg chg="add del">
          <ac:chgData name="Ing. Lenka Kuklišová Pavelková, Ph.D." userId="bce5352d-ad04-4d08-8f56-3fa1666bb289" providerId="ADAL" clId="{28EE6686-2D9D-49D4-96DB-FAB7BB1734FD}" dt="2022-07-27T08:20:21.388" v="402"/>
          <ac:spMkLst>
            <pc:docMk/>
            <pc:sldMk cId="663541233" sldId="262"/>
            <ac:spMk id="143" creationId="{0B8ED040-40DA-8B98-64D6-64ABB1F9EE3B}"/>
          </ac:spMkLst>
        </pc:spChg>
        <pc:spChg chg="add del">
          <ac:chgData name="Ing. Lenka Kuklišová Pavelková, Ph.D." userId="bce5352d-ad04-4d08-8f56-3fa1666bb289" providerId="ADAL" clId="{28EE6686-2D9D-49D4-96DB-FAB7BB1734FD}" dt="2022-07-27T08:20:21.388" v="402"/>
          <ac:spMkLst>
            <pc:docMk/>
            <pc:sldMk cId="663541233" sldId="262"/>
            <ac:spMk id="144" creationId="{9276F78C-5A3E-D6A0-BEA9-3B3757D8CA76}"/>
          </ac:spMkLst>
        </pc:spChg>
        <pc:spChg chg="add del">
          <ac:chgData name="Ing. Lenka Kuklišová Pavelková, Ph.D." userId="bce5352d-ad04-4d08-8f56-3fa1666bb289" providerId="ADAL" clId="{28EE6686-2D9D-49D4-96DB-FAB7BB1734FD}" dt="2022-07-27T08:20:21.388" v="402"/>
          <ac:spMkLst>
            <pc:docMk/>
            <pc:sldMk cId="663541233" sldId="262"/>
            <ac:spMk id="145" creationId="{1B13073D-4B01-B2B8-2438-FAE7F2E38F0F}"/>
          </ac:spMkLst>
        </pc:spChg>
        <pc:spChg chg="add del mod">
          <ac:chgData name="Ing. Lenka Kuklišová Pavelková, Ph.D." userId="bce5352d-ad04-4d08-8f56-3fa1666bb289" providerId="ADAL" clId="{28EE6686-2D9D-49D4-96DB-FAB7BB1734FD}" dt="2022-07-27T08:23:04.866" v="431" actId="22"/>
          <ac:spMkLst>
            <pc:docMk/>
            <pc:sldMk cId="663541233" sldId="262"/>
            <ac:spMk id="147" creationId="{5BB4FE05-80BD-72AD-BDB4-EA40ED6BAFD7}"/>
          </ac:spMkLst>
        </pc:spChg>
        <pc:spChg chg="add mod">
          <ac:chgData name="Ing. Lenka Kuklišová Pavelková, Ph.D." userId="bce5352d-ad04-4d08-8f56-3fa1666bb289" providerId="ADAL" clId="{28EE6686-2D9D-49D4-96DB-FAB7BB1734FD}" dt="2022-07-27T09:04:35.577" v="1463" actId="113"/>
          <ac:spMkLst>
            <pc:docMk/>
            <pc:sldMk cId="663541233" sldId="262"/>
            <ac:spMk id="149" creationId="{D08F6ECC-A560-5259-D069-55866736E2C1}"/>
          </ac:spMkLst>
        </pc:spChg>
        <pc:spChg chg="add mod">
          <ac:chgData name="Ing. Lenka Kuklišová Pavelková, Ph.D." userId="bce5352d-ad04-4d08-8f56-3fa1666bb289" providerId="ADAL" clId="{28EE6686-2D9D-49D4-96DB-FAB7BB1734FD}" dt="2022-07-27T11:19:28.519" v="1913" actId="20577"/>
          <ac:spMkLst>
            <pc:docMk/>
            <pc:sldMk cId="663541233" sldId="262"/>
            <ac:spMk id="151" creationId="{855D274D-A5FF-B94A-93E1-566C81B34A10}"/>
          </ac:spMkLst>
        </pc:spChg>
        <pc:graphicFrameChg chg="add del">
          <ac:chgData name="Ing. Lenka Kuklišová Pavelková, Ph.D." userId="bce5352d-ad04-4d08-8f56-3fa1666bb289" providerId="ADAL" clId="{28EE6686-2D9D-49D4-96DB-FAB7BB1734FD}" dt="2022-07-27T08:10:56.686" v="393"/>
          <ac:graphicFrameMkLst>
            <pc:docMk/>
            <pc:sldMk cId="663541233" sldId="262"/>
            <ac:graphicFrameMk id="5" creationId="{C822AE0F-B277-819D-4656-875152EAB3E5}"/>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6" creationId="{AFC36176-29AF-1366-95A1-1DE1381ADBEB}"/>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7" creationId="{21001E17-E865-7CFD-CEFA-5E1381710C61}"/>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8" creationId="{CA02BD9A-654E-2882-7EC0-A47CC91496B2}"/>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9" creationId="{8BCB4D2D-4312-F6B4-ED4D-2B1A9F8E53B5}"/>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0" creationId="{01C27A61-45B2-1759-660A-6A6EC85EE252}"/>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1" creationId="{F02E206C-8FA3-0A4F-829B-C1F349B3E97E}"/>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2" creationId="{31381266-D64A-DC2F-DCB8-8992011D93C7}"/>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3" creationId="{6B00BE4E-489B-592F-0A55-03ED446185E6}"/>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4" creationId="{1B34F746-0F73-FD78-DE08-A5B851328F1A}"/>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5" creationId="{8E71F64F-2140-BD7F-3AC3-E8937A83316F}"/>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6" creationId="{2AC3F14F-1937-F5F9-6BAA-8E9373EED95F}"/>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7" creationId="{6911DC43-D4ED-2E8D-9775-9FDBA430E0F2}"/>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8" creationId="{1FD98571-F161-5F9F-6630-4138FE0DCC1A}"/>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19" creationId="{53C762C7-4EA7-E2E6-C10A-1CB3BABB9A82}"/>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20" creationId="{163312CE-885A-FEE5-06E9-E01BFFC7233C}"/>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21" creationId="{21961B16-11BD-6D33-6C9B-2315FEDEAC0A}"/>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22" creationId="{22F3D474-CEE6-90B6-57F4-0C6363E56936}"/>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23" creationId="{DD149698-DBF2-28A6-D8D9-54C61131A000}"/>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24" creationId="{C058D444-027A-FCC1-4711-9FE12241F910}"/>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25" creationId="{61B37441-217E-157E-3A24-6A82B26F4022}"/>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26" creationId="{F85B230B-1ED9-FBCB-6215-D314DD9144EE}"/>
          </ac:graphicFrameMkLst>
        </pc:graphicFrameChg>
        <pc:graphicFrameChg chg="add del">
          <ac:chgData name="Ing. Lenka Kuklišová Pavelková, Ph.D." userId="bce5352d-ad04-4d08-8f56-3fa1666bb289" providerId="ADAL" clId="{28EE6686-2D9D-49D4-96DB-FAB7BB1734FD}" dt="2022-07-27T08:10:56.686" v="393"/>
          <ac:graphicFrameMkLst>
            <pc:docMk/>
            <pc:sldMk cId="663541233" sldId="262"/>
            <ac:graphicFrameMk id="27" creationId="{D926414E-EA3F-027A-C9B5-DA4E9D4663CB}"/>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52" creationId="{ADC31F35-4056-8446-CEA0-C2D4F1735DBB}"/>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53" creationId="{E3610E3B-4815-8A2D-EC7C-B6720F857EC5}"/>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54" creationId="{C0236C26-C07A-46DA-7416-8F8B848A48B6}"/>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55" creationId="{0A5B8C34-D7DD-CA9F-5702-B0FDA2403C10}"/>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56" creationId="{F9A77291-A29D-D9C0-7064-C00C3B5147DA}"/>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57" creationId="{651A6E8E-B5A3-8201-1804-9CD1FEB4BF4C}"/>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58" creationId="{2A3BA8F0-9C5B-C80D-FFAA-3B480D8EF6DB}"/>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59" creationId="{33DA4F19-A34E-20ED-AB3E-4C4B81522830}"/>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0" creationId="{A88DE2F8-87DC-0831-FF60-6C1978BB4BC4}"/>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1" creationId="{556C0645-B5F4-A2C1-554B-3BEBF98A8E51}"/>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2" creationId="{3F10F355-8B78-73EA-6159-5DD72AAE3670}"/>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3" creationId="{A6F631C2-3147-F2DF-980B-3C374610B978}"/>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4" creationId="{98F7AE03-B554-5D62-D136-FDB6EF5A3DDF}"/>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5" creationId="{749FFA16-A6A6-68D1-7D73-59F7A14947CE}"/>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6" creationId="{69F1BBF7-F0B9-CC33-7072-B9C92D46B7E9}"/>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7" creationId="{55102400-627C-92A5-E367-09B1179B097F}"/>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8" creationId="{5DF709A0-27E3-4F30-72F1-ACC1A268754B}"/>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69" creationId="{B94A38B9-EE7F-6464-6222-64E8DDED9A60}"/>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70" creationId="{07B304DF-0D23-1D8B-634C-1D04DD7743ED}"/>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71" creationId="{51E9704D-6682-EE7D-E47F-966FDDA57605}"/>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72" creationId="{17E63326-364F-112F-E171-5BCEE4CF7555}"/>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73" creationId="{ACAB7DD7-A735-766B-FF95-E198F5431301}"/>
          </ac:graphicFrameMkLst>
        </pc:graphicFrameChg>
        <pc:graphicFrameChg chg="add del">
          <ac:chgData name="Ing. Lenka Kuklišová Pavelková, Ph.D." userId="bce5352d-ad04-4d08-8f56-3fa1666bb289" providerId="ADAL" clId="{28EE6686-2D9D-49D4-96DB-FAB7BB1734FD}" dt="2022-07-27T08:20:13.068" v="398"/>
          <ac:graphicFrameMkLst>
            <pc:docMk/>
            <pc:sldMk cId="663541233" sldId="262"/>
            <ac:graphicFrameMk id="74" creationId="{6F81F44D-F5B9-F5BC-CE8D-A9989603BC11}"/>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99" creationId="{F8CD6037-1C77-5FC2-5852-746E6F5D83D5}"/>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0" creationId="{47A481E8-DA70-8A6D-DB3B-B59DD07D8C1E}"/>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1" creationId="{1C0F4886-2E47-3E0F-4145-48AF95A08FD6}"/>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2" creationId="{0748D424-F0D3-D885-0C9F-5FB385D85644}"/>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3" creationId="{D2F20DF4-AD03-7B1A-EBCB-4E05215CE8F9}"/>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4" creationId="{9D485852-5366-491E-3E07-1B3A2430960C}"/>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5" creationId="{6CD77E59-0FAA-DEFC-97F7-27A5C447A38C}"/>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6" creationId="{520A871F-8B6D-0777-E5AF-C9DA85BF766E}"/>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7" creationId="{D1DA8493-350A-44E6-C4FD-4424D7507B92}"/>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8" creationId="{E3F6F748-67C8-64A5-2887-1CB2195890E3}"/>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09" creationId="{784F60BA-BD07-A44B-FD41-870E58A9BC34}"/>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0" creationId="{ACF9D16E-1574-EC9F-B3A8-F80BD48225F7}"/>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1" creationId="{33C80CBA-2C97-CBEF-CE6B-9A239410892E}"/>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2" creationId="{8056CFB0-F039-88DE-1158-14CFF83712C0}"/>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3" creationId="{108FCB79-73DD-AB1C-E74F-57CFEA632A88}"/>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4" creationId="{3BF4EDAB-C1C3-05DC-410E-40438A1DC625}"/>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5" creationId="{BFF04A20-FE68-04B3-3A84-FEC79CE3FE0E}"/>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6" creationId="{1891D0F0-72DF-A53B-F6E5-A8679311D4C6}"/>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7" creationId="{6D8E1784-F7F9-A16C-7537-DCA18A9765B5}"/>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8" creationId="{9A33CA90-4EDE-C198-30E4-90C6E9E8FF05}"/>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19" creationId="{32139821-91FA-188E-747D-7B1BD5BAE39B}"/>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20" creationId="{C7030076-63B1-F60D-F1ED-8C818F7786E2}"/>
          </ac:graphicFrameMkLst>
        </pc:graphicFrameChg>
        <pc:graphicFrameChg chg="add del">
          <ac:chgData name="Ing. Lenka Kuklišová Pavelková, Ph.D." userId="bce5352d-ad04-4d08-8f56-3fa1666bb289" providerId="ADAL" clId="{28EE6686-2D9D-49D4-96DB-FAB7BB1734FD}" dt="2022-07-27T08:20:21.388" v="402"/>
          <ac:graphicFrameMkLst>
            <pc:docMk/>
            <pc:sldMk cId="663541233" sldId="262"/>
            <ac:graphicFrameMk id="121" creationId="{50871351-27FC-C7B8-7D9D-E8BF867A1A50}"/>
          </ac:graphicFrameMkLst>
        </pc:graphicFrameChg>
      </pc:sldChg>
      <pc:sldChg chg="modSp new mod">
        <pc:chgData name="Ing. Lenka Kuklišová Pavelková, Ph.D." userId="bce5352d-ad04-4d08-8f56-3fa1666bb289" providerId="ADAL" clId="{28EE6686-2D9D-49D4-96DB-FAB7BB1734FD}" dt="2022-08-01T17:13:00.386" v="2123" actId="20577"/>
        <pc:sldMkLst>
          <pc:docMk/>
          <pc:sldMk cId="599280505" sldId="263"/>
        </pc:sldMkLst>
        <pc:spChg chg="mod">
          <ac:chgData name="Ing. Lenka Kuklišová Pavelková, Ph.D." userId="bce5352d-ad04-4d08-8f56-3fa1666bb289" providerId="ADAL" clId="{28EE6686-2D9D-49D4-96DB-FAB7BB1734FD}" dt="2022-08-01T17:09:03.193" v="2072" actId="20577"/>
          <ac:spMkLst>
            <pc:docMk/>
            <pc:sldMk cId="599280505" sldId="263"/>
            <ac:spMk id="2" creationId="{4826CBA7-50BB-7C0D-EFD6-E211FD1BEBDB}"/>
          </ac:spMkLst>
        </pc:spChg>
        <pc:spChg chg="mod">
          <ac:chgData name="Ing. Lenka Kuklišová Pavelková, Ph.D." userId="bce5352d-ad04-4d08-8f56-3fa1666bb289" providerId="ADAL" clId="{28EE6686-2D9D-49D4-96DB-FAB7BB1734FD}" dt="2022-08-01T17:13:00.386" v="2123" actId="20577"/>
          <ac:spMkLst>
            <pc:docMk/>
            <pc:sldMk cId="599280505" sldId="263"/>
            <ac:spMk id="3" creationId="{E6A17BAC-97BA-8A91-6B02-ED12D4DA2CA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87B695E-9C0C-C2FF-351F-9BF5D036F13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cs-CZ"/>
          </a:p>
        </p:txBody>
      </p:sp>
      <p:sp>
        <p:nvSpPr>
          <p:cNvPr id="7171" name="Rectangle 3">
            <a:extLst>
              <a:ext uri="{FF2B5EF4-FFF2-40B4-BE49-F238E27FC236}">
                <a16:creationId xmlns:a16="http://schemas.microsoft.com/office/drawing/2014/main" id="{D7272576-74C7-A36B-3284-59EB0E1E60AA}"/>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cs-CZ"/>
          </a:p>
        </p:txBody>
      </p:sp>
      <p:sp>
        <p:nvSpPr>
          <p:cNvPr id="7172" name="Rectangle 4">
            <a:extLst>
              <a:ext uri="{FF2B5EF4-FFF2-40B4-BE49-F238E27FC236}">
                <a16:creationId xmlns:a16="http://schemas.microsoft.com/office/drawing/2014/main" id="{FD71954F-64DB-76CA-2695-B4FB906DD7BC}"/>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cs-CZ"/>
          </a:p>
        </p:txBody>
      </p:sp>
      <p:sp>
        <p:nvSpPr>
          <p:cNvPr id="7173" name="Rectangle 5">
            <a:extLst>
              <a:ext uri="{FF2B5EF4-FFF2-40B4-BE49-F238E27FC236}">
                <a16:creationId xmlns:a16="http://schemas.microsoft.com/office/drawing/2014/main" id="{7A7E80A6-042F-FD13-B53E-E04F59F70BCF}"/>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98CA01E-2D54-4037-9130-BE1378AC9731}" type="slidenum">
              <a:rPr lang="cs-CZ" altLang="cs-CZ"/>
              <a:pPr/>
              <a:t>‹#›</a:t>
            </a:fld>
            <a:endParaRPr lang="cs-CZ" altLang="cs-CZ"/>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55.792"/>
    </inkml:context>
    <inkml:brush xml:id="br0">
      <inkml:brushProperty name="width" value="0.05" units="cm"/>
      <inkml:brushProperty name="height" value="0.05" units="cm"/>
    </inkml:brush>
  </inkml:definitions>
  <inkml:trace contextRef="#ctx0" brushRef="#br0">300 207 25132,'0'0'4903,"-12"9"-4540,0 8-350,1 1 1,1 1-1,1-1 0,0 2 1,-10 36-1,1-8 3,-20 69 76,-45 233-1,68-277-82,-8 62 9,-10 205 0,26 139 35,7-449-51,7 133 132,34 191 0,-25-237 9,29 123 114,-29-162-194,49 212 124,-44-215-101,55 131 1,-63-177-73,1-2-1,1 0 1,2-1-1,0 0 1,2-1 0,41 41-1,-48-54-6,1-1-1,1-1 1,-1 0-1,2-1 0,-1 0 1,1-1-1,0-1 1,1 0-1,0-2 1,0 1-1,0-2 1,1 0-1,-1-1 1,22 1-1,17 0 6,12 1-15,1-3 0,69-7 0,-127 3 3,0-1 1,1 0 0,-1 0-1,0-1 1,0-1 0,-1 0-1,1 0 1,-1-1 0,0 0-1,-1 0 1,11-10 0,5-7 1,-1 0 1,28-37 0,-26 25-2,-1-2 0,-2 0 0,-2-1 0,26-68 0,43-170-8,-76 234 3,13-68-45,20-186 0,-20 110 25,24-215 13,-22 166 6,21-279-9,-43 413 20,-10-151-1,-1 211-4,-3 0 0,-1 1 0,-2 0 0,-1 0-1,-29-60 1,-24-19 34,39 75-14,-24-57 1,37 71-20,-1 1 1,-2 0 0,0 1-1,-3 1 1,-25-31 0,30 42-2,-1 0 1,0 1 0,-1 0 0,-1 2 0,-1 0-1,0 0 1,0 2 0,-35-16 0,23 15-1,-1 2-1,0 2 1,-1 0 0,-45-3 0,-131 2 11,190 12-12,0 0 0,0 1 0,0 1 0,0 1-1,1 0 1,0 1 0,-27 16 0,0-2-15,18-7 16,-1 1 0,2 2 0,0 0 0,1 2 0,1 1 0,1 0 0,1 2 0,1 0 0,-33 47 0,43-51-237,0 0-1,2 0 0,0 0 1,1 1-1,1 1 0,0-1 1,2 1-1,0 0 1,-1 36-1,4-34-1905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16.896"/>
    </inkml:context>
    <inkml:brush xml:id="br0">
      <inkml:brushProperty name="width" value="0.05" units="cm"/>
      <inkml:brushProperty name="height" value="0.05" units="cm"/>
    </inkml:brush>
  </inkml:definitions>
  <inkml:trace contextRef="#ctx0" brushRef="#br0">117 94 21226,'0'0'6165,"-45"0"-1541,42 1-4625,1 0 0,-1 0 0,1-1 0,-1 2 1,1-1-1,-1 0 0,1 0 0,0 1 0,-1-1 0,1 1 1,0 0-1,0 0 0,0 0 0,0 0 0,1 0 0,-1 0 1,1 0-1,-1 0 0,1 1 0,0-1 0,-1 1 0,1-1 1,0 1-1,1-1 0,-2 5 0,0 7-5,0-1-1,0 1 1,2 25-1,0-28 7,0-10 0,0 0 0,0 0 1,0 0-1,0 0 0,0 0 0,1 0 1,-1 0-1,0 0 0,1 0 1,-1 0-1,1 0 0,-1 0 1,1-1-1,0 1 0,-1 0 0,1 0 1,0 0-1,-1-1 0,1 1 1,0 0-1,0-1 0,0 1 1,0-1-1,1 2 0,32 4 17,-29-6-15,0 0 0,0 0 0,0 0 0,0-1 1,0 0-1,0 0 0,0 0 0,0-1 0,0 0 0,8-4 1,-6-1-1,0 0 1,0-1-1,0 0 1,-1 0-1,0-1 1,-1 0-1,0 0 1,0 0-1,-1 0 1,0-1 0,-1 1-1,0-1 1,-1 0-1,1 0 1,-2 0-1,0 0 1,0-1-1,-1 1 1,-1-12-1,1 19 0,-1 1-1,1 0 1,-1 0-1,0 1 0,0-1 1,0 0-1,0 0 1,-1 0-1,1 1 0,0-1 1,-1 0-1,1 1 1,-1-1-1,1 1 1,-1 0-1,0-1 0,1 1 1,-1 0-1,0 0 1,0 0-1,0 0 0,0 1 1,0-1-1,0 1 1,0-1-1,0 1 0,0-1 1,-1 1-1,1 0 1,-2 0-1,-3-1-1,-1 0 0,1 1 1,0 0-1,0 0 0,0 1 0,0-1 0,0 2 1,-9 1-1,11 0-1,0 0 0,-1 0 1,1 0-1,1 0 0,-1 1 0,0 0 1,1 0-1,0 0 0,0 1 1,0-1-1,0 1 0,1 0 0,0 0 1,0 0-1,0 1 0,1-1 0,-1 1 1,1-1-1,1 1 0,-1 0 1,1-1-1,0 1 0,0 0 0,1 0 1,0 9-1,1-14 1,0 0 0,0 0 0,0 0 0,0 0 0,0 0 0,0 0 0,1 0 0,-1 0 0,0-1 0,1 1 0,-1 0 0,1-1 0,-1 1 0,0-1 0,1 0 0,-1 1 0,1-1 0,-1 0 0,1 0 0,0 0-1,-1 0 1,1 0 0,-1 0 0,2-1 0,41-2 4,-39 0-1,0 1 0,0-1 0,0 0 0,0-1 0,0 1 0,-1-1 0,0 0 0,0 0 0,0-1 0,0 1 0,-1-1 0,1 1 1,-1-1-1,4-10 0,-2 7 3,-1-1 1,-1 0-1,0 0 0,0 0 1,-1 0-1,0 0 1,0-1-1,-1-11 1,-33 21 33,26 2-40,0 0 0,0 0 0,0 1 0,1 0 0,-1 0 0,1 0 0,0 0 0,0 1 0,0 0 0,0 0 0,1 1 0,-5 5 0,3-5 0,1 1 0,1-1 0,-1 1 0,1 0 0,0 1 0,0-1 0,1 1 0,0 0 0,0 0 0,-2 8 0,5-15 0,0 1 0,-1 0 0,1 0 0,0 0 0,0 0 0,0 0-1,0 0 1,0 0 0,0 0 0,0 0 0,0 0 0,0 0 0,0 0 0,0 0 0,1 0 0,-1 0 0,0 0 0,1 0 0,-1 0 0,1-1 0,-1 1 0,1 0 0,-1 0 0,1 0 0,0-1 0,-1 1 0,1 0 0,1 0 0,-1 0-1,1-1 1,0 0 0,-1 1 0,1-1 0,-1 0 0,1 0 0,0 0-1,-1 0 1,1-1 0,-1 1 0,1 0 0,0-1 0,-1 1 0,1-1 0,1 0-1,6-3 2,0 0-1,-1-1 0,0 0 0,13-10 0,-16 11 5,0-1-1,0 0 0,-1 1 1,1-1-1,-1-1 1,-1 1-1,1-1 1,-1 1-1,0-1 1,0 0-1,2-8 0,-5 13 23,-1 2-26,-1-1 0,1 1 0,-1 0 0,1 0 0,-1 0 0,1 0 0,-1 0 0,1 0 0,0 0 0,0 0 0,-1 0 0,1 1 0,0-1 0,0 0 0,0 1 0,0-1 0,0 2 0,-4 4 0,-1-1-3,-39 51 6,42-53-6,0 0 0,0 1-1,1 0 1,-1 0 0,1-1 0,0 1 0,1 1 0,-1-1 0,1 0 0,-1 10-1,2-14-21,5-3 22,0 0 0,0 0 0,0 0-1,0-1 1,0 1 0,0-1-1,0 0 1,-1-1 0,0 1 0,1-1-1,-1 0 1,-1 0 0,8-9-1,1 0 3,-9 10 3,0 0-1,0 0 1,0 0-1,-1-1 1,1 1-1,-1-1 1,0 1-1,0-1 1,0 0-1,0 0 1,-1 0-1,1 0 1,0-7-1,-4 11 1,-1 0-1,1 0 0,-1 1 1,1-1-1,-1 1 1,1 0-1,-1 0 1,1 0-1,0 0 1,0 0-1,-4 3 0,-3 4 0,0 0 0,0 0 0,1 1 0,0 0 0,0 1 0,-8 13 0,25-36-15,-6 9 18,1 0 0,-1 0 0,0-1 0,-1 1 0,1-1 0,-1 0 0,0 0 0,0 0 0,1-5 0,-3 10 22,-3 1-62,1-1 0,0 1 1,0 0-1,0 0 0,1 1 1,-1-1-1,0 0 0,0 0 1,1 1-1,-1-1 0,1 1 1,-1 0-1,1-1 0,-2 3 0,3-3-34,-14 17-1385,8 0-1352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28.492"/>
    </inkml:context>
    <inkml:brush xml:id="br0">
      <inkml:brushProperty name="width" value="0.05" units="cm"/>
      <inkml:brushProperty name="height" value="0.05" units="cm"/>
    </inkml:brush>
  </inkml:definitions>
  <inkml:trace contextRef="#ctx0" brushRef="#br0">578 1 25612,'0'0'3009,"-36"2"-1784,29 2-1159,0 1 1,0 0 0,0 0-1,0 1 1,1-1-1,0 2 1,0-1 0,1 0-1,0 1 1,-6 9 0,-3 3 11,-12 19-7,2 0-1,1 1 1,-21 52 0,29-59-5,-24 44 37,25-54-74,2 0 1,1 1-1,0 0 1,2 1-1,1 0 1,1 0-1,-6 36 1,3-18-15,8-35-13,0 0 1,0 0-1,1 0 1,0 0-1,0 8 0,-2 18 6,-1 0-1,-1 0 0,-2-1 1,-18 52-1,-11 59 20,12 60-1,13-88-20,3 80-6,-3-61 3,-11 76-3,8-101 7,6 0 0,7 174 0,4-120 36,19 99 103,-1-60-30,-19-176-112,2-1 0,0 1 0,2-1 0,0 0 0,2-1 0,1 1 0,1-2 0,1 1 0,14 22 0,-16-34-4,0 0 1,1-1 0,0-1 0,0 1 0,1-2-1,0 0 1,1 0 0,0-1 0,1 0 0,0-1-1,0 0 1,0-1 0,1-1 0,0 0 0,0-1-1,0 0 1,0-2 0,1 1 0,24 0 0,1 0-1,16 2-6,0-3-1,60-4 1,-109 1 6,-1-1-1,1 0 1,-1 0 0,0 0-1,0-1 1,0 0 0,0 0-1,0-1 1,0 1 0,-1-1-1,10-9 1,52-60 14,-50 54-19,2-3 7,-1-2 1,-2 0-1,0 0 0,22-46 0,74-176 17,-77 138-23,-4 10 5,-6 0-1,39-63-59,-40 80 57,-20 60-2,2 1-1,12-30 0,-3 10 0,-1-1 1,-2 0-1,10-66 0,16-54 6,-29 124-5,-2 1 0,-1-1 0,1-62 0,3-20 4,2-17-7,-9-201 0,-6 168 5,6 80 1,-1 52 2,-1 0-1,-2 0 1,-1 0 0,-9-47-1,-50-83 11,57 156-11,-1 0 1,0 0 0,0 1-1,-13-18 1,-8-15-1,16 22 0,-68-121 1,69 127 4,-2 0 0,0 1 0,0 1 1,-1 0-1,-1 0 0,0 2 0,-17-12 0,17 15 1,0 1 1,0 0-1,-1 1 0,0 1 0,0 0 0,0 1 0,0 1 1,-1 0-1,-17-1 0,-17 1 22,-68 4 0,114-1-28,-20 3 8,0 0 1,-37 11 0,22-5-3,35-9-79,0 1-1,0 0 1,0 0 0,0 0 0,0 1 0,0-1 0,0 1 0,1 0 0,-1-1 0,1 1-1,-1 0 1,1 1 0,0-1 0,-1 0 0,1 1 0,0-1 0,1 1 0,-1-1 0,0 1 0,1 0-1,0 0 1,-2 5 0,-7 11-550,-5 3-1586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59.978"/>
    </inkml:context>
    <inkml:brush xml:id="br0">
      <inkml:brushProperty name="width" value="0.05" units="cm"/>
      <inkml:brushProperty name="height" value="0.05" units="cm"/>
    </inkml:brush>
  </inkml:definitions>
  <inkml:trace contextRef="#ctx0" brushRef="#br0">302 128 27837,'0'0'1699,"-2"9"-1499,-5 24 500,2-26 442,-1-30-785,5 11-360,-11-60 1,11 68 4,0-1 1,0 0-1,-1 1 1,1-1 0,-1 1-1,0 0 1,-1 0 0,1 0-1,-1 0 1,0 0 0,0 0-1,-4-3 1,5 5-1,0 1-1,0 0 1,0 0 0,0 0 0,0 0-1,-1 0 1,1 0 0,0 1-1,-1-1 1,1 1 0,0-1-1,-1 1 1,1 0 0,-1 0 0,1 0-1,0 0 1,-1 1 0,1-1-1,-1 1 1,1-1 0,0 1 0,0 0-1,-1 0 1,1 0 0,0 0-1,0 0 1,0 0 0,0 1 0,0-1-1,-3 3 1,-6 6 13,0 0 0,1 0 0,-16 22 0,20-24-13,-6 7 3,1 0 1,0 1 0,1 1-1,1-1 1,1 2 0,0-1-1,1 1 1,1 0 0,1 1-1,0-1 1,2 1-1,0 0 1,1 0 0,1 0-1,0 1 1,3 21 0,-1-38-5,0 0 0,-1 0 1,1 0-1,0 0 1,0-1-1,1 1 0,-1 0 1,1-1-1,-1 1 0,1-1 1,0 1-1,0-1 0,0 0 1,0 0-1,0 0 1,0 0-1,0 0 0,1 0 1,-1-1-1,1 1 0,0-1 1,-1 0-1,1 0 0,0 1 1,0-2-1,0 1 1,-1 0-1,6 0 0,11 2 15,-1-1 0,1-1-1,27-1 1,-25 0-6,2-2-4,0-1 1,-1-1 0,1-1-1,-1-1 1,0-1 0,38-17 0,35-11 10,-91 34-23,-4 1-34,0-5-4188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00.402"/>
    </inkml:context>
    <inkml:brush xml:id="br0">
      <inkml:brushProperty name="width" value="0.05" units="cm"/>
      <inkml:brushProperty name="height" value="0.05" units="cm"/>
    </inkml:brush>
  </inkml:definitions>
  <inkml:trace contextRef="#ctx0" brushRef="#br0">183 0 2993,'0'0'28003,"0"5"-27934,2 7 13,0-1 1,0 1-1,2-1 1,-1 0-1,1 0 1,7 14-1,9 24 112,-8-2-116,-1 0-1,-3 1 1,-2 0 0,-2 0 0,-3 0-1,-4 61 1,0-83-70,-1-1-1,-1 1 1,-1-1-1,-2 0 1,0-1 0,-2 0-1,0 0 1,-2-1-1,0-1 1,-2 0-1,0 0 1,-1-1-1,-2-1 1,0-1 0,-1 0-1,0-1 1,-36 25-1,29-29-1984,28-14 59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00.997"/>
    </inkml:context>
    <inkml:brush xml:id="br0">
      <inkml:brushProperty name="width" value="0.05" units="cm"/>
      <inkml:brushProperty name="height" value="0.05" units="cm"/>
    </inkml:brush>
  </inkml:definitions>
  <inkml:trace contextRef="#ctx0" brushRef="#br0">380 58 26252,'0'0'4866,"0"-1"-4813,0-1-1,0 0 0,0 1 1,-1-1-1,1 1 0,-1-1 1,0 1-1,1-1 0,-1 1 1,0 0-1,0-1 0,-1-1 1,-12-4-33,0 1 0,0 1 0,0 1 0,-1 0 0,0 0 0,0 2 0,0 0 0,0 0 1,0 1-1,0 1 0,0 1 0,-24 4 0,30-2-19,0 1 0,0 0 0,0 0 0,0 1 0,1 0 0,0 1 0,0 0 0,0 0-1,1 1 1,0 0 0,0 0 0,0 1 0,1-1 0,0 2 0,1-1 0,-8 17 0,7-9 3,2 1 0,0-1 1,1 1-1,1 0 0,0 0 0,1 0 0,2 21 1,-1-35-4,0-1-2,1 0 1,0 0 0,-1 0-1,1 0 1,0 0 0,0 0-1,0 0 1,1 0-1,-1 0 1,0-1 0,1 1-1,-1-1 1,1 1 0,-1-1-1,1 1 1,0-1-1,0 0 1,-1 1 0,1-1-1,0 0 1,0-1 0,0 1-1,0 0 1,0 0 0,1-1-1,-1 1 1,0-1-1,3 0 1,63 8-11,-56-8 9,0-1-1,-1 0 1,1-1-1,0 0 1,-1-1 0,1 0-1,-1 0 1,0-1-1,13-7 1,-7 1-6,-1-1 1,1 0 0,-2-1-1,25-24 1,-34 30 5,-1 2-3,1-1 0,0 0 0,-1 0 1,0 0-1,0-1 0,-1 0 0,1 0 0,-1 0 1,-1 0-1,1-1 0,-1 1 0,0-1 0,-1 0 1,1 0-1,-1 0 0,-1 0 0,1-1 0,-1-7 1,-1 15 110,-4 34-116,3-28 7,-1 1 1,1-1 0,0 1 0,0-1-1,1 1 1,-1 0 0,1-1-1,1 1 1,0-1 0,0 1 0,0-1-1,0 1 1,6 11 0,-6-14 0,2-1 1,-1 0 0,0 1-1,1-1 1,-1 0 0,1 0-1,0 0 1,0 0 0,0-1-1,1 1 1,-1-1 0,1 0-1,-1 0 1,1 0 0,0 0-1,-1-1 1,1 0 0,0 1-1,0-1 1,0-1 0,0 1-1,0-1 1,5 1 0,3 0 1,1-1 0,0 0 0,0 0 0,23-5 0,-33 5 0,1-1 0,-1 0 0,1 0 0,-1 0 0,1-1 0,-1 1 0,0-1 0,0 0 0,0 1 0,0-2 0,0 1 0,0 0 0,0 0 0,-1-1 0,1 0 0,-1 1 0,1-1 0,-1 0 0,0 0 0,-1 0 0,4-5 0,-5-32-1750,0 33 186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01.758"/>
    </inkml:context>
    <inkml:brush xml:id="br0">
      <inkml:brushProperty name="width" value="0.05" units="cm"/>
      <inkml:brushProperty name="height" value="0.05" units="cm"/>
    </inkml:brush>
  </inkml:definitions>
  <inkml:trace contextRef="#ctx0" brushRef="#br0">20 0 29181,'0'0'1076,"17"22"-868,-6-9-92,0 0 1,-1 0-1,-1 1 1,0 0 0,0 1-1,-2 0 1,8 21-1,2 9-28,12 61-1,-24-77-75,-1 1 1,-1-1-1,-2 1 1,-1-1-1,-7 54 0,-3-40 28,-1-1-1,-3-1 0,-1 0 1,-2-1-1,-2-1 0,-42 66 0,60-103-84,0 0 0,-1 0-1,1 0 1,-1 0 0,1 0-1,-1-1 1,0 1-1,0-1 1,0 1 0,0-1-1,-3 2 1,5-13-1766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33.428"/>
    </inkml:context>
    <inkml:brush xml:id="br0">
      <inkml:brushProperty name="width" value="0.05" units="cm"/>
      <inkml:brushProperty name="height" value="0.05" units="cm"/>
    </inkml:brush>
  </inkml:definitions>
  <inkml:trace contextRef="#ctx0" brushRef="#br0">0 25 14327,'0'0'9892,"0"-2"-9748,0 1-144,0-1 16,0-2-64,0 1-112,0-3-320,0-1-4610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35.343"/>
    </inkml:context>
    <inkml:brush xml:id="br0">
      <inkml:brushProperty name="width" value="0.05" units="cm"/>
      <inkml:brushProperty name="height" value="0.05" units="cm"/>
    </inkml:brush>
  </inkml:definitions>
  <inkml:trace contextRef="#ctx0" brushRef="#br0">330 141 20649,'-6'-18'453,"4"14"-51,0 0 0,1 1-1,0-1 1,0 0 0,0 0 0,0 0-1,1 0 1,-1-6 3604,-4 10-1191,-18 9-2716,8 8-32,8-9-56,0 0 1,0 0-1,1 0 0,0 1 0,1 0 0,0 0 0,0 0 1,-4 16-1,-11 38-5,-24 91 6,30-84-10,-31 147 37,-19 268 0,60-419-37,-12 314 26,10-128-8,5 175 157,48 14-97,-43-421-73,47 249 68,-40-224-65,2 0 1,2-1-1,39 77 0,-42-100-9,1 0 0,1-1 1,0-1-1,2 0 0,0-1 1,1-1-1,1 0 0,24 16 0,-28-23 0,0 0-1,1-1 1,0-1 0,1-1-1,0 0 1,0-1-1,1 0 1,-1-2-1,1 0 1,0-1-1,0 0 1,23 0 0,-17-4-3,0-1 1,0-1 0,0-1 0,0-1 0,-1-1 0,30-13 0,-15 4-2,-1-2 0,64-42 1,-74 40 1,0-1 0,-1-1 0,-2-2 0,0 0 0,20-28 0,92-141-7,-56 74 6,-39 53 2,-2-2 1,-4-2 0,42-118-1,-57 137-2,4-13-3,-4-1 1,18-101 0,0-134-2,-4-462 9,-35 734-4,0 0 1,-2 0-1,-13-44 1,-3-22 2,9 37-2,-3 0 0,-2 0 0,-3 1 0,-2 1 0,-37-66 0,39 87 3,-1 1 1,-2 0 0,-47-51-1,-93-71 28,136 132-27,-1 1 1,0 1-1,-2 1 1,0 2-1,-1 1 1,-1 1-1,0 1 1,-1 2-1,0 2 0,-1 0 1,0 3-1,-1 0 1,1 2-1,-40 0 1,51 6-88,0 1 1,0 1 0,1 1-1,-1 1 1,1 1 0,0 1 0,0 1-1,1 0 1,0 2 0,0 0-1,1 2 1,-28 21 0,-8 11-686,3 2 1,-76 87-1,95-95-2550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36.537"/>
    </inkml:context>
    <inkml:brush xml:id="br0">
      <inkml:brushProperty name="width" value="0.05" units="cm"/>
      <inkml:brushProperty name="height" value="0.05" units="cm"/>
    </inkml:brush>
  </inkml:definitions>
  <inkml:trace contextRef="#ctx0" brushRef="#br0">0 68 23035,'0'0'6170,"0"-8"-5705,0-52 2002,3 60-2452,-1 1 0,1-1 0,-1 0 0,0 1 0,1 0 0,-1 0 0,1 0 0,-1 0 0,4 2 0,33 28 13,2-1 1,1-2 0,78 39 0,-99-59-165,-15-6-87,0 0-1,0 0 1,0 1-1,0-1 1,0 1 0,-1 1-1,0-1 1,1 1-1,-1 0 1,6 6-1,-10-7-1094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36.881"/>
    </inkml:context>
    <inkml:brush xml:id="br0">
      <inkml:brushProperty name="width" value="0.05" units="cm"/>
      <inkml:brushProperty name="height" value="0.05" units="cm"/>
    </inkml:brush>
  </inkml:definitions>
  <inkml:trace contextRef="#ctx0" brushRef="#br0">328 0 27629,'0'0'3169,"-44"5"-3009,16 15-112,0 4 112,0 1-16,-4 0-80,4 2-64,0 2 0,0-1-80,4 5-336,4 1-288,0-2-561,0 1-2897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39.620"/>
    </inkml:context>
    <inkml:brush xml:id="br0">
      <inkml:brushProperty name="width" value="0.05" units="cm"/>
      <inkml:brushProperty name="height" value="0.05" units="cm"/>
    </inkml:brush>
  </inkml:definitions>
  <inkml:trace contextRef="#ctx0" brushRef="#br0">7 0 27885,'0'0'3172,"0"0"-3154,0 0-1,-1 0 1,1 0 0,0 0-1,-1 0 1,1 0-1,0 0 1,0 0 0,-1 0-1,1 1 1,0-1 0,0 0-1,-1 0 1,1 0 0,0 0-1,0 0 1,-1 1 0,1-1-1,0 0 1,0 0 0,0 0-1,0 1 1,-1-1 0,1 0-1,0 0 1,0 1 0,0-1-1,0 0 1,0 0-1,0 1 1,0-1 0,-1 0-1,1 1 1,0-1 0,0 0-1,0 0 1,0 1 0,0-1-1,0 0 1,0 0 0,1 1-1,-1-1 1,0 0 0,0 1-1,0-1 1,0 0 0,42 31 48,2-3 1,0-1 0,90 38-1,-132-62-242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40.490"/>
    </inkml:context>
    <inkml:brush xml:id="br0">
      <inkml:brushProperty name="width" value="0.05" units="cm"/>
      <inkml:brushProperty name="height" value="0.05" units="cm"/>
    </inkml:brush>
  </inkml:definitions>
  <inkml:trace contextRef="#ctx0" brushRef="#br0">252 17 24539,'0'0'4114,"-5"-17"-1246,2 19-2860,0 0-1,0 1 1,1-1-1,-1 1 1,1-1 0,-1 1-1,1 0 1,0 0-1,0 0 1,0 0 0,-2 4-1,-5 8-2,-43 54 4,-81 117 44,112-141-368,22-46 225,-1-1 0,1 1 0,0-1 0,0 1 0,0 0 0,1-1 0,-1 1 0,0 0 0,0 0 0,1 0 0,-1-1 0,1 2 0,-1-1 1,1 0-1,1-1 0,8-4-1574,4-5-3370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59.692"/>
    </inkml:context>
    <inkml:brush xml:id="br0">
      <inkml:brushProperty name="width" value="0.05" units="cm"/>
      <inkml:brushProperty name="height" value="0.05" units="cm"/>
    </inkml:brush>
  </inkml:definitions>
  <inkml:trace contextRef="#ctx0" brushRef="#br0">129 92 19673,'0'0'9554,"0"-38"-7297,0 35-2219,0 0 1,-1 0-1,1 0 1,-1 0-1,1 0 0,-1 0 1,0 0-1,0 0 1,0 0-1,0 0 1,-1 0-1,1 0 0,-4-3 1,4 5-35,1 0 1,-1 1-1,0-1 0,0 0 1,0 0-1,0 1 0,0-1 1,-1 1-1,1-1 0,0 1 1,0-1-1,0 1 0,0 0 0,0 0 1,-1 0-1,1-1 0,0 1 1,0 0-1,0 0 0,-1 1 1,1-1-1,0 0 0,0 0 1,0 0-1,0 1 0,-1-1 1,1 1-1,0-1 0,0 1 1,0-1-1,0 1 0,0 0 1,0-1-1,0 1 0,0 0 1,1 0-1,-1 0 0,-1 1 1,-5 4-6,1 1 0,-1 0 0,1 0 0,1 1 0,0-1 0,0 1 0,0 1 0,1-1 0,0 0 0,0 1 0,1 0 0,1 0 0,-1 0 1,1 0-1,1 1 0,-1 17 0,2-26 0,0-1 1,1 1 0,-1 0-1,1-1 1,-1 1 0,1-1-1,-1 1 1,1-1 0,-1 1-1,1-1 1,-1 1 0,1-1-1,0 1 1,-1-1 0,1 0-1,0 1 1,-1-1 0,1 0-1,0 0 1,0 0 0,-1 1-1,1-1 1,0 0 0,-1 0-1,1 0 1,0 0 0,0 0-1,-1 0 1,1 0 0,0-1-1,0 1 1,-1 0 0,2-1-1,29-6-6,42-39 34,-68 42-25,0 1-1,-1-1 1,1-1 0,-1 1-1,0-1 1,0 1-1,0-1 1,0 0 0,-1-1-1,0 1 1,0 0-1,2-7 1,-5 12-1,0 0 0,0 0 0,0 0 0,0 0 0,-1 0 0,1 0-1,0 0 1,0 0 0,0 0 0,0 1 0,0-1 0,0 0 0,0 0 0,0 0 0,-1 0 0,1 0 0,0 0-1,0 0 1,0 0 0,0 0 0,0 0 0,0 0 0,0 0 0,0 0 0,-1 0 0,1 0 0,0-1 0,0 1-1,0 0 1,0 0 0,0 0 0,0 0 0,0 0 0,0 0 0,0 0 0,0 0 0,-1 0 0,1 0 0,0 0-1,0 0 1,0 0 0,0-1 0,0 1 0,0 0 0,0 0 0,0 0 0,0 0 0,0 0 0,0 0-1,0 0 1,0 0 0,0-1 0,0 1 0,0 0 0,0 0 0,0 0 0,0 0 0,0 0 0,0 0 0,0 0-1,0 0 1,0-1 0,0 1 0,0 0 0,0 0 0,0 0 0,0 0 0,0 0 0,-12 8 9,-11 13-16,18-15 2,1-2 0,0 0 0,0 1 1,0-1-1,0 1 0,1 0 0,0 0 1,0 1-1,0-1 0,1 1 0,-3 8 0,9-14 1,0 1-1,0-1 0,0 0 0,0 0 0,1 0 0,-1 0 0,0-1 1,7-1-1,-1-3 5,0 0 1,0-1 0,-1 0-1,12-10 1,-17 12-2,0 1 1,1-1 0,-1 0 0,-1 0-1,1 0 1,-1 0 0,1-1 0,-1 0-1,-1 1 1,5-10 0,-7 14-1,-1 1 1,1-1-1,0 0 0,0 0 1,-1 0-1,1 0 1,0 0-1,0 0 0,-1 1 1,1-1-1,0 0 1,-1 0-1,1 0 1,0 0-1,0 0 0,-1 0 1,1 0-1,0 0 1,-1 0-1,1 0 0,0-1 1,0 1-1,-1 0 1,1 0-1,0 0 1,0 0-1,-1 0 0,1 0 1,0 0-1,0-1 1,-1 1-1,1 0 0,0 0 1,0 0-1,0-1 1,-1 1-1,1 0 0,0 0 1,0-1-1,0 1 1,0 0-1,0 0 1,-1-1-1,1 1 0,0 0 1,0-1-1,0 1 1,0 0-1,0 0 0,0-1 1,0 1-1,0 0 1,0-1-1,0 1 1,0 0-1,0 0 0,0-1 1,0 1-1,0 0 1,1 0-1,-1-1 0,0 1 1,0 0-1,0 0 1,1-1-1,-20 15 23,10-6-26,-46 46 6,52-50-5,0 0-1,0 0 1,1 0-1,-1 0 1,1 1 0,0-1-1,0 1 1,0 0-1,1-1 1,0 1-1,0 0 1,0 0-1,0 6 1,3-11 1,1-1 0,-1 1 0,1-1 0,-1 0 0,0 0 0,1 0 0,-1 0 0,0 0 0,0 0-1,1-1 1,-1 1 0,2-3 0,8-8 11,0 1 1,18-27-1,-27 34-6,0-1 1,0 0 0,0-1 0,-1 1 0,1 0 0,-1-1-1,-1 0 1,1 1 0,-1-1 0,0 0 0,1-9-1,-3 14-2,0 0-1,1 1 1,-1-1-1,0 1 0,0-1 1,1 1-1,-1 0 1,0-1-1,0 1 0,0 0 1,0-1-1,1 1 1,-1 0-1,0 0 1,0 0-1,0 0 0,0 0 1,0 0-1,0 0 1,1 0-1,-1 0 0,0 0 1,0 0-1,0 1 1,0-1-1,-1 1 0,-26 6-1,23-5-74,1 0 0,-1 1-1,1 0 1,0 0 0,0 0 0,0 0 0,0 1 0,1 0 0,-1 0 0,1 0-1,0 0 1,0 0 0,1 0 0,-1 1 0,1-1 0,0 1 0,0 0 0,0 0-1,1 0 1,0 0 0,0 0 0,-1 7 0,2 12-1807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00.824"/>
    </inkml:context>
    <inkml:brush xml:id="br0">
      <inkml:brushProperty name="width" value="0.05" units="cm"/>
      <inkml:brushProperty name="height" value="0.05" units="cm"/>
    </inkml:brush>
  </inkml:definitions>
  <inkml:trace contextRef="#ctx0" brushRef="#br0">129 52 22442,'0'0'8055,"-17"-25"-6687,16 24-1365,0 0-1,-1 1 1,1-1-1,0 0 1,-1 1-1,1-1 1,0 1-1,-1 0 1,1-1-1,0 1 1,-1 0-1,1 0 1,-1 0-1,1 0 1,-1 0-1,1 0 0,0 0 1,-1 0-1,1 1 1,-1-1-1,1 1 1,0-1-1,-1 1 1,1-1-1,0 1 1,0 0-1,-1-1 1,1 1-1,0 0 1,0 0-1,0 0 1,0 0-1,0 0 1,0 0-1,-1 2 1,-32 48 68,28-39-66,2-7-6,1 0 0,0 1 0,1 0 0,-1 0 0,1 0 0,0 0-1,1 0 1,-1 0 0,1 0 0,0 1 0,1-1 0,0 7 0,0-12 1,1-1-1,-1 1 0,1 0 0,0-1 1,-1 1-1,1-1 0,0 1 0,-1-1 1,1 1-1,0-1 0,0 1 1,0-1-1,-1 0 0,1 1 0,0-1 1,0 0-1,0 0 0,0 1 0,0-1 1,-1 0-1,1 0 0,0 0 0,0 0 1,0 0-1,0 0 0,1-1 1,29-2 3,-21 0-1,0-2 0,-1 1-1,1-2 1,-1 1 0,0-1 0,-1 0-1,1-1 1,-1 0 0,-1-1 0,1 1-1,-1-1 1,-1-1 0,1 1-1,-1-1 1,-1 0 0,8-17 0,-12 25-2,-1 0 0,1 0 0,-1 0 0,0 1 0,1-1 0,-1 0 0,0 0 0,0 0 0,0 0 1,1 0-1,-1 1 0,0-1 0,0 0 0,0 0 0,0 0 0,-1 0 0,1 0 0,0 0 0,0 0 0,0 1 1,-1-1-1,1 0 0,0 0 0,-1 0 0,1 1 0,-1-1 0,0-1 0,0 2 0,0 0 1,-1 0-1,1 0 0,0 1 1,0-1-1,0 0 0,0 1 1,-1-1-1,1 1 0,0-1 1,0 1-1,0-1 0,0 1 1,0 0-1,0-1 0,-1 3 1,-39 37 7,34-32-10,-43 52-6,47-55 7,-1 0 1,1-1-1,1 1 1,-1 0-1,1 1 1,0-1-1,0 0 1,0 1-1,1-1 1,-1 1-1,1 5 1,15-21-11,-2-1 22,0 0 0,0 0 0,-1-1 0,-1 0 1,14-21-1,-19 25-9,-1-1 0,1 1 0,-1-1 0,0 1 1,-1-1-1,0 0 0,-1-1 0,0 1 0,0 0 1,1-17-1,-27 26 27,15 4-27,-1 0-1,1 1 1,0 0 0,0 1 0,0 0-1,1 0 1,0 1 0,0 0-1,1 0 1,-9 11 0,14-15-82,1 0 1,0 0-1,0 0 0,1 0 1,-1 0-1,0 0 1,1 1-1,0-1 1,0 0-1,0 0 0,0 0 1,0 0-1,1 0 1,-1 0-1,1 1 1,0-1-1,0 0 0,0 0 1,0-1-1,0 1 1,1 0-1,2 3 1,8 14-1933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02.441"/>
    </inkml:context>
    <inkml:brush xml:id="br0">
      <inkml:brushProperty name="width" value="0.05" units="cm"/>
      <inkml:brushProperty name="height" value="0.05" units="cm"/>
    </inkml:brush>
  </inkml:definitions>
  <inkml:trace contextRef="#ctx0" brushRef="#br0">137 131 28381,'0'0'2596,"-8"-3"-2372,5 3-214,1-1-1,0 0 1,0 1 0,0-1-1,-1 1 1,1 0 0,0 0-1,0-1 1,-1 2 0,1-1-1,0 0 1,0 0 0,-1 1-1,1-1 1,0 1 0,0 0-1,-4 1 1,2 1 8,0 0 0,0 1-1,1-1 1,0 1 0,-1 0 0,1 0 0,0 0 0,1 0-1,-4 7 1,-1 1 36,0 0 0,1 0 0,1 0-1,0 1 1,1-1 0,0 1 0,1 0 0,0 0 0,1 1 0,0 21-1,4-34-51,-1 0-1,1-1 1,0 1 0,0 0-1,0-1 1,0 1-1,0-1 1,1 0-1,-1 0 1,0 0-1,0 0 1,0 0-1,0 0 1,0-1 0,0 1-1,0 0 1,0-1-1,2-1 1,3-2 0,0 0 1,-1-1-1,0 0 0,0-1 1,-1 0-1,1 1 1,-1-1-1,0-1 0,4-7 1,36-66 21,-40 70-24,-1-1 1,0 1-1,0-1 1,-1 0-1,0 0 1,-1-1-1,0 1 1,-1-1 0,0-12-1,-3 24 4,1 0 0,0 0 0,-1 0 0,1 1 0,0-1 0,-1 0 0,1 0 0,0 1-1,0-1 1,-1 1 0,1-1 0,0 1 0,0 0 0,0 0 0,0-1 0,0 1 0,0 0 0,-2 2 0,-8 8-4,1 0 0,1 1 0,0 0 0,1 0 0,0 1 0,0 1 0,2-1 0,0 1 0,-6 17 0,12-27-3,1-8 1,0 0-1,0 0 0,1 0 1,0 0-1,0 0 1,0 0-1,0 1 0,1-1 1,-1 1-1,7-6 1,4-9 1,2-3 12,-8 12 3,0 0 1,-1-1 0,0 1 0,0-1 0,-1-1 0,-1 1 0,1-1 0,-2 1 0,1-1-1,-2 0 1,4-21 0,-39 33 41,-5 16-728,25-12-822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04.164"/>
    </inkml:context>
    <inkml:brush xml:id="br0">
      <inkml:brushProperty name="width" value="0.05" units="cm"/>
      <inkml:brushProperty name="height" value="0.05" units="cm"/>
    </inkml:brush>
  </inkml:definitions>
  <inkml:trace contextRef="#ctx0" brushRef="#br0">1 659 26908,'0'0'2754,"6"0"-2421,392-33 1251,-270 19-1533,512-95-16,-7-47-43,-378 90-3,211-60 76,59 17 28,-429 97-98,104-20-17,-196 31 25,-3 1 21,0 0-8,5 0-8,-5 0 189,-24 0-285,-34 3-3263,33-3-1592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05.145"/>
    </inkml:context>
    <inkml:brush xml:id="br0">
      <inkml:brushProperty name="width" value="0.05" units="cm"/>
      <inkml:brushProperty name="height" value="0.05" units="cm"/>
    </inkml:brush>
  </inkml:definitions>
  <inkml:trace contextRef="#ctx0" brushRef="#br0">1 22 27260,'0'0'1903,"2"-12"183,70 5-2019,1 4 0,1 3 0,137 18 0,-195-16-66,266 11-14,-282-13 16,0 0 0,1 0 1,-1 0-1,1 0 0,-1 0 0,0 0 0,1 0 1,-1 0-1,1 0 0,-1 1 0,0-1 0,1 0 1,-1 0-1,0 0 0,1 0 0,-1 0 0,0 1 1,1-1-1,-1 0 0,0 0 0,1 1 0,-1-1 1,0 0-1,1 0 0,-1 1 0,0-1 0,0 0 1,1 1-1,-1-1 0,0 0 0,0 1 0,0-1 1,0 1-1,1 0 0,-10 12 37,-28 14-40,31-24 8,-269 207 59,123-89-22,147-116-42,-15 5 5,18-9-24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10.696"/>
    </inkml:context>
    <inkml:brush xml:id="br0">
      <inkml:brushProperty name="width" value="0.05" units="cm"/>
      <inkml:brushProperty name="height" value="0.05" units="cm"/>
    </inkml:brush>
  </inkml:definitions>
  <inkml:trace contextRef="#ctx0" brushRef="#br0">1 220 27180,'0'0'2935,"16"-5"-2740,48-12 290,108-15 1,79 7-113,437 10 1,199 17-259,-748-10-116,305-14 132,-72 8-21,-165 1-101,-39 1-2,184 10 153,-352 1-174,0 0 0,0 0 0,-1 0 0,1 0 0,0 1 0,0-1 0,-1 0 0,1 0 0,-1 1 0,1-1-1,-1 0 1,1 0 0,-1 1 0,1-1 0,-1 0 0,1 1 0,-1-1 0,-1 0 0,-38-28-4455,21 17-4321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11.470"/>
    </inkml:context>
    <inkml:brush xml:id="br0">
      <inkml:brushProperty name="width" value="0.05" units="cm"/>
      <inkml:brushProperty name="height" value="0.05" units="cm"/>
    </inkml:brush>
  </inkml:definitions>
  <inkml:trace contextRef="#ctx0" brushRef="#br0">0 0 26956,'0'0'3074,"36"23"-1279,-8-9-1778,0-1 1,1-2-1,0-1 0,0-1 0,1-2 0,43 6 0,52 14 5,-86-16-36,-37-10 25,-2 0-6,0-1 57,-31 19-55,2 1 1,0 1-1,-48 46 1,29-24-6,-162 153-2,206-193 0,1-3 2,2 0 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47.351"/>
    </inkml:context>
    <inkml:brush xml:id="br0">
      <inkml:brushProperty name="width" value="0.05" units="cm"/>
      <inkml:brushProperty name="height" value="0.05" units="cm"/>
    </inkml:brush>
  </inkml:definitions>
  <inkml:trace contextRef="#ctx0" brushRef="#br0">0 23 23451,'0'0'6784,"0"-3"-6456,0-13 8,0 12-55,17 13 209,18 31-423,2-2-1,1-2 0,54 40 0,-44-28-82,-43-41-2770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4:47.695"/>
    </inkml:context>
    <inkml:brush xml:id="br0">
      <inkml:brushProperty name="width" value="0.05" units="cm"/>
      <inkml:brushProperty name="height" value="0.05" units="cm"/>
    </inkml:brush>
  </inkml:definitions>
  <inkml:trace contextRef="#ctx0" brushRef="#br0">237 1 27276,'0'0'2844,"-16"6"-2609,1 1-146,0 1-1,0 0 0,0 0 1,1 2-1,1 0 0,-1 0 1,-14 17-1,19-17-69,-1 2-1,2-1 0,0 1 1,0 1-1,1-1 1,1 1-1,0 1 0,0-1 1,-3 17-1,-4 39-3958,12-52-4061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07.934"/>
    </inkml:context>
    <inkml:brush xml:id="br0">
      <inkml:brushProperty name="width" value="0.05" units="cm"/>
      <inkml:brushProperty name="height" value="0.05" units="cm"/>
    </inkml:brush>
  </inkml:definitions>
  <inkml:trace contextRef="#ctx0" brushRef="#br0">1 143 27661,'0'0'1915,"5"-1"-1701,72-8 475,201-14 380,61 13-992,-69 1 9,234-17-6,-198 5-74,-89 4 1,-44 6 35,186-5 113,445 16-61,-660 9-94,-134-8 0,0 0 0,1 0 0,18 6 0,14 1 0,61-6-83,-167 5-1534,47-7 99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08.866"/>
    </inkml:context>
    <inkml:brush xml:id="br0">
      <inkml:brushProperty name="width" value="0.05" units="cm"/>
      <inkml:brushProperty name="height" value="0.05" units="cm"/>
    </inkml:brush>
  </inkml:definitions>
  <inkml:trace contextRef="#ctx0" brushRef="#br0">24 1 24875,'0'0'4845,"5"32"-3783,8-22-962,-1-2 1,1 0-1,0 0 0,1-1 1,-1-1-1,1 0 0,1-1 1,-1-1-1,19 4 0,46 17-30,-65-19-48,73 33 77,-78-34-92,-1 0 0,0 0 0,0 1 1,0 0-1,-1 1 0,0-1 0,11 14 0,-18-20-5,0 0-1,1 1 1,-1-1-1,1 0 0,-1 1 1,0-1-1,1 1 1,-1-1-1,0 0 0,0 1 1,0-1-1,1 1 1,-1-1-1,0 1 0,0-1 1,0 1-1,0-1 1,0 1-1,0-1 0,0 1 1,0-1-1,0 1 1,0-1-1,0 1 0,0-1 1,0 1-1,0-1 1,0 1-1,0-1 0,-1 1 1,1-1-1,0 1 1,0-1-1,-1 1 0,1-1 1,0 0-1,-1 1 1,-20 8 85,-3 0-100,-133 104 12,-73 47 2,226-158 13,3-1 74,1-5-2833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08.384"/>
    </inkml:context>
    <inkml:brush xml:id="br0">
      <inkml:brushProperty name="width" value="0.05" units="cm"/>
      <inkml:brushProperty name="height" value="0.05" units="cm"/>
    </inkml:brush>
  </inkml:definitions>
  <inkml:trace contextRef="#ctx0" brushRef="#br0">8 527 28669,'0'0'1758,"0"0"-1738,0 1 0,0-1 0,0 0-1,0 0 1,0 0 0,0 0 0,0 1-1,0-1 1,0 0 0,0 0 0,0 0-1,0 0 1,-1 1 0,1-1 0,0 0 0,0 0-1,0 0 1,0 0 0,0 0 0,0 1-1,0-1 1,-1 0 0,1 0 0,0 0-1,0 0 1,0 0 0,0 0 0,-1 0 0,1 0-1,0 0 1,0 0 0,0 1 0,-1-1-1,1 0 1,0 0 0,0 0 0,0 0-1,0 0 1,-1 0 0,1 0 0,0 0 0,0-1-1,0 1 1,-1 0 0,1 0 0,0 0-1,0 0 1,0 0 0,0 0 0,0 0-1,-1 0 1,1 0 0,0 0 0,0-1 0,0 1-1,0 0 1,0 0 0,-1 0 0,1 0-1,0-1 1,1-18-11,1 0-1,0 0 0,2 0 1,0 1-1,8-22 0,41-94-106,-14 39 42,-31 72 51,-2 5 2,0 0 0,2 0 0,0 1 0,1 0 0,0 0 0,13-16-1,-21 32 5,-1 1-1,0 0 1,1-1-1,-1 1 1,0 0-1,1-1 1,-1 1-1,1 0 1,-1 0-1,1-1 1,-1 1-1,1 0 1,-1 0-1,0 0 1,1 0-1,-1 0 1,1 0-1,-1-1 1,1 1-1,-1 0 1,1 0-1,-1 1 1,1-1-1,-1 0 1,1 0-1,-1 0 1,1 0-1,-1 0 1,1 0-1,-1 1 1,1-1-1,-1 0 0,1 0 1,-1 1-1,0-1 1,1 0-1,-1 1 1,1-1-1,-1 0 1,0 1-1,1-1 1,-1 0-1,0 1 1,0-1-1,1 1 1,-1-1-1,0 2 1,12 21 26,-1 13-17,-1 1 1,-2-1-1,-2 2 0,3 44 0,-5 157-12,-5-155-39,1-82-74,0 0 0,0 0 0,0 0 0,-1 0 0,1 0 0,-1 0 0,1 0-1,-1 0 1,1-1 0,-1 1 0,0 0 0,0 0 0,0-1 0,0 1 0,0-1 0,0 1 0,-1-1 0,1 1 0,0-1-1,-1 0 1,-2 3 0,-4-2-2438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08.726"/>
    </inkml:context>
    <inkml:brush xml:id="br0">
      <inkml:brushProperty name="width" value="0.05" units="cm"/>
      <inkml:brushProperty name="height" value="0.05" units="cm"/>
    </inkml:brush>
  </inkml:definitions>
  <inkml:trace contextRef="#ctx0" brushRef="#br0">0 13 27981,'0'0'2438,"11"-6"-2030,19 2-238,0 2-1,0 1 0,37 4 0,4-1-16,62-2-1948,-93 0 186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0.495"/>
    </inkml:context>
    <inkml:brush xml:id="br0">
      <inkml:brushProperty name="width" value="0.05" units="cm"/>
      <inkml:brushProperty name="height" value="0.05" units="cm"/>
    </inkml:brush>
  </inkml:definitions>
  <inkml:trace contextRef="#ctx0" brushRef="#br0">164 1 23387,'0'0'7328,"-9"15"-7229,-90 133-16,84-123-73,9-14-9,2-5-1,1 0 0,-1-1 0,0 0 0,0 0 0,0 0 0,-7 6-1,10-11-1,21 0-1391,-8 0-778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1.365"/>
    </inkml:context>
    <inkml:brush xml:id="br0">
      <inkml:brushProperty name="width" value="0.05" units="cm"/>
      <inkml:brushProperty name="height" value="0.05" units="cm"/>
    </inkml:brush>
  </inkml:definitions>
  <inkml:trace contextRef="#ctx0" brushRef="#br0">2 1 28653,'0'0'1222,"0"5"-1075,-1 19 105,1 0 0,1-1 0,4 27 0,2 45 103,-7 138-1483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2.048"/>
    </inkml:context>
    <inkml:brush xml:id="br0">
      <inkml:brushProperty name="width" value="0.05" units="cm"/>
      <inkml:brushProperty name="height" value="0.05" units="cm"/>
    </inkml:brush>
  </inkml:definitions>
  <inkml:trace contextRef="#ctx0" brushRef="#br0">237 101 27645,'0'0'2694,"6"-13"-2566,22-43-50,-26 54-69,1-1 1,-1 1 0,1-1-1,-1 1 1,1 0 0,0 0 0,0 0-1,0 1 1,0-1 0,0 0-1,0 1 1,0 0 0,0 0-1,1 0 1,5-1 0,50-1 191,-45 4-130,-9-1-63,0 0 1,1 0-1,-1 1 1,0 0 0,0 0-1,0 0 1,0 1 0,0-1-1,0 1 1,0 0 0,0 1-1,-1-1 1,8 6-1,-6-2-2,0-1-1,0 1 0,0 1 0,-1-1 1,0 1-1,-1 0 0,9 15 0,-7-10 0,-1 0 1,0 0-1,-1 0 0,0 1 0,0-1 0,1 18 0,-4-25 7,-1 0 0,1 0-1,-1 0 1,0 0-1,-1 1 1,1-1-1,-1 0 1,0 0 0,-1 0-1,1 0 1,-1 0-1,0-1 1,0 1 0,0 0-1,-1-1 1,0 1-1,0-1 1,-6 7-1,-3 1 39,0-1 0,-1-1 0,-16 11 1,23-18-43,0 1 0,-1-1 1,1 1-1,-1-2 1,1 1-1,-1-1 1,0 0-1,0 0 1,1-1-1,-10 1 1,49-14-87,-17 4 73,8 1 5,0 0-1,0 2 1,1 1 0,-1 1-1,1 1 1,47 2-1,-65 0 2,-1 1-1,1 1 0,-1-1 0,0 1 1,0 0-1,0 0 0,0 1 0,0 0 1,-1 0-1,1 0 0,-1 1 0,0 0 1,0 0-1,0 0 0,8 9 0,-10-10 1,0 1 0,0 0 0,0 0 0,0 0-1,-1 0 1,0 1 0,0-1 0,0 1-1,0-1 1,-1 1 0,1-1 0,-1 1 0,0 0-1,-1 0 1,1 0 0,-1 0 0,0-1 0,0 1-1,-1 0 1,0 0 0,-1 7 0,0-8 1,0 0 1,0 0-1,-1 0 1,1-1-1,-1 1 1,0-1-1,0 1 0,0-1 1,0 0-1,-1 0 1,1 0-1,-1-1 1,0 1-1,0-1 1,-6 3-1,-65 24 18,49-22 12,0-1 0,0-2 0,0-1 0,-1 0 0,0-2 0,1-1 0,-1-2 0,1 0 0,-1-2 0,1 0 0,0-2 0,0-1 0,-30-13 0,36 13-69,0 1 1,0 1 0,0 1 0,0 1 0,-28-1-1,-17 6-2595,33 3-2458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23.175"/>
    </inkml:context>
    <inkml:brush xml:id="br0">
      <inkml:brushProperty name="width" value="0.05" units="cm"/>
      <inkml:brushProperty name="height" value="0.05" units="cm"/>
    </inkml:brush>
  </inkml:definitions>
  <inkml:trace contextRef="#ctx0" brushRef="#br0">15 835 26300,'0'0'4517,"-3"3"-4378,-9 10 228,17-21 271,13-18-624,17-32-46,-3-2 1,-3-1-1,-2-1 1,-3-1 0,-2-1-1,-4-1 1,-2-1-1,11-109 1,-25 57 18,-2 117 14,-1 0 0,1-1 1,0 1-1,0 0 0,-1 0 1,1 0-1,0 0 1,-1 0-1,1 0 0,-1 0 1,1 0-1,-1 0 0,0 0 1,0 0-1,1 1 1,-1-1-1,0 0 0,0 0 1,0 1-1,0-1 1,1 0-1,-1 1 0,0-1 1,0 1-1,0-1 0,-1 1 1,1-1-1,0 1 1,0 0-1,0 0 0,0 0 1,0-1-1,0 1 0,0 0 1,-1 0-1,1 0 1,0 1-1,0-1 0,0 0 1,0 0-1,0 1 0,0-1 1,0 0-1,0 1 1,0-1-1,0 1 0,0-1 1,0 1-1,0 0 1,0 0-1,0-1 0,0 1 1,1 0-1,-1 0 0,0 0 1,1 0-1,-2 1 1,-8 12 0,1 1 1,1 0 0,0 0 0,1 0 0,1 1 0,-7 23 0,-19 103 30,31-136-30,-11 85 47,3 1 1,5 117 0,4-196-57,1 0 1,0 1 0,1-1 0,0 0-1,1 0 1,8 19 0,-11-29 4,1 0 0,1 0-1,-1 0 1,0 0 0,1-1 0,-1 1 0,1 0-1,0-1 1,0 1 0,0-1 0,0 0 0,0 0-1,0 0 1,1 0 0,-1 0 0,1 0 0,-1 0-1,1-1 1,0 1 0,0-1 0,0 0 0,0 0-1,0 0 1,0 0 0,0-1 0,0 1 0,0-1-1,0 0 1,0 1 0,0-1 0,0-1 0,0 1-1,4-1 1,-5 0 1,1 0-1,-1-1 1,1 1 0,-1 0-1,0-1 1,1 0-1,-1 0 1,0 1-1,0-1 1,0 0-1,0-1 1,-1 1 0,1 0-1,-1 0 1,1-1-1,-1 1 1,0-1-1,0 1 1,2-6 0,13-55 5,-15 58-7,3-20-16,-2 1 0,0-44-1,-2 45-17,0 25 36,1-1-1,-1 1 0,1 0 1,0-1-1,0 1 0,0-1 1,0 1-1,0-1 0,0 0 0,0 1 1,1-1-1,-1 0 0,0 0 1,1 0-1,-1 0 0,1 0 1,-1 0-1,1 0 0,-1 0 1,1 0-1,0-1 0,-1 1 1,1-1-1,0 1 0,2-1 1,45 10-1,-40-9-132,1 0 1,0 0-1,0-1 1,0 0-1,1-1 1,-2 0-1,1 0 1,0-1 0,0 0-1,0-1 1,-1 0-1,1-1 1,14-8-1,-5-1-1630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23.661"/>
    </inkml:context>
    <inkml:brush xml:id="br0">
      <inkml:brushProperty name="width" value="0.05" units="cm"/>
      <inkml:brushProperty name="height" value="0.05" units="cm"/>
    </inkml:brush>
  </inkml:definitions>
  <inkml:trace contextRef="#ctx0" brushRef="#br0">91 0 28973,'0'0'1163,"6"18"-882,-3-11-244,4 13 59,-1 1 0,-1-1 0,-1 1 0,3 29 0,-5-21 58,18 372 340,-19-369-483,-1 1 0,-2 0-1,-1-1 1,-1 1 0,-2-1-1,-2 0 1,-13 37 0,16-53 3,-1-2-1,-1 1 1,0-1 0,0 0 0,-2 0 0,0-1 0,0 0-1,-1 0 1,-1-1 0,-13 12 0,20-20-348,8-4-2512,3-6-1143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35.800"/>
    </inkml:context>
    <inkml:brush xml:id="br0">
      <inkml:brushProperty name="width" value="0.05" units="cm"/>
      <inkml:brushProperty name="height" value="0.05" units="cm"/>
    </inkml:brush>
  </inkml:definitions>
  <inkml:trace contextRef="#ctx0" brushRef="#br0">320 116 26940,'0'0'3044,"1"0"-3031,-1 0-1,0 0 0,0 0 0,0 0 1,1 0-1,-1 0 0,0 0 1,0 0-1,1 0 0,-1 0 0,0 0 1,0 0-1,1 0 0,-1 0 0,0 0 1,0 0-1,1 0 0,-1 0 1,0 0-1,0 0 0,0 0 0,1 0 1,-1 1-1,0-1 0,0 0 0,0 0 1,1 0-1,-1 0 0,0 0 1,0 1-1,0-1 0,0 0 0,1 0 1,-1 0-1,0 1 0,0-1 0,0 0 1,0 0-1,0 0 0,0 1 1,0-1-1,0 0 0,0 0 0,0 1 1,0-1-1,0 0 0,0 0 1,0 1-1,0-1 0,-2 27 18,-2-1 1,-1 0-1,-2 0 1,0 0-1,-15 33 1,1 2 18,-127 546 141,115-403-148,-10 368 1,27-230-29,-3 172-1,20-464-16,2 1 0,2-1 1,3-1-1,23 82 0,-25-110 3,68 208 0,65 96 0,-102-220 10,30 67 12,-56-145-10,-8-19 3,1 0 0,0-1 0,0 1 0,9 13 0,-11-19-12,1 0 1,-1 1-1,0-1 0,1 0 0,-1 0 0,1-1 0,0 1 1,-1-1-1,1 1 0,0-1 0,0 0 0,0 0 0,0 0 1,0 0-1,0-1 0,0 1 0,5-1 0,4 0-1,-1-1 0,1 0-1,0-1 1,-1-1 0,1 0-1,-1 0 1,0-1 0,0-1-1,-1 0 1,1 0-1,-1-1 1,0 0 0,0-1-1,-1 0 1,0 0 0,9-10-1,18-19 6,-2-1 0,40-55-1,-33 31-5,-3-2-1,-3-2 0,34-87 0,-40 88 2,0-12 1,-3-2 0,-3-1 0,16-109-1,-1 5 0,-24 117 0,-4 0-1,4-88 1,-12-136 6,-1 35-5,-24-642 173,12 820-113,-20-79-1,24 125-56,1 12 20,-2 0-1,0 1 0,-1 0 1,0 0-1,-1 1 0,-24-30 1,-13-24 20,-90-144 37,126 195-71,-1 0-1,-1 1 1,0 0-1,-2 2 1,0-1-1,-1 2 1,-1 0-1,-30-23 1,41 36-9,-1-1-1,0 1 1,1 0-1,-1 1 1,0 0-1,0 0 1,-1 0-1,1 1 1,0 0 0,-1 0-1,1 1 1,0 0-1,-1 0 1,1 1-1,0 0 1,-11 3-1,6-1 3,0 1-1,1 1 0,-1 0 1,1 1-1,0 0 1,0 0-1,1 1 0,-17 15 1,2 1-115,2 0 1,1 2-1,-30 43 1,-47 91-1005,96-154 1073,-28 47-1616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37.986"/>
    </inkml:context>
    <inkml:brush xml:id="br0">
      <inkml:brushProperty name="width" value="0.05" units="cm"/>
      <inkml:brushProperty name="height" value="0.05" units="cm"/>
    </inkml:brush>
  </inkml:definitions>
  <inkml:trace contextRef="#ctx0" brushRef="#br0">7 0 28413,'0'0'2865,"-1"4"-2651,-1 0-185,1 1 0,0-1 0,0 0 1,1 1-1,-1-1 0,1 1 0,0 0 0,0-1 1,1 1-1,-1-1 0,1 0 0,0 1 0,0-1 1,4 9-1,-1-3 19,1 0 1,1 0-1,-1-1 1,2 0-1,13 16 0,6 2-454,2-1-1,48 35 1,-65-55-1584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38.332"/>
    </inkml:context>
    <inkml:brush xml:id="br0">
      <inkml:brushProperty name="width" value="0.05" units="cm"/>
      <inkml:brushProperty name="height" value="0.05" units="cm"/>
    </inkml:brush>
  </inkml:definitions>
  <inkml:trace contextRef="#ctx0" brushRef="#br0">241 1 28269,'0'0'2001,"-96"99"-1825,72-71 16,0 1-144,0 2-32,0-4 0,8-2-16,4-2-16,4-1-192,0-2-544,4-6-1714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38.911"/>
    </inkml:context>
    <inkml:brush xml:id="br0">
      <inkml:brushProperty name="width" value="0.05" units="cm"/>
      <inkml:brushProperty name="height" value="0.05" units="cm"/>
    </inkml:brush>
  </inkml:definitions>
  <inkml:trace contextRef="#ctx0" brushRef="#br0">1 1 27949,'0'0'2454,"1"4"-2275,1 0-159,-1-1 0,1 1 0,-1-1 0,1 0 0,0 0 0,1 0 0,-1 0 1,0 0-1,1 0 0,-1-1 0,1 1 0,5 2 0,45 29 330,-4-4-185,-27-14-321,-17-13 29,1 1 0,0 1 0,-1-1 0,0 1 1,9 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39.284"/>
    </inkml:context>
    <inkml:brush xml:id="br0">
      <inkml:brushProperty name="width" value="0.05" units="cm"/>
      <inkml:brushProperty name="height" value="0.05" units="cm"/>
    </inkml:brush>
  </inkml:definitions>
  <inkml:trace contextRef="#ctx0" brushRef="#br0">225 1 27453,'0'0'2625,"-76"77"-2545,52-50 16,4 0-32,0 4-48,0-4-16,0-4 0,8 2-48,-4-5-208,8-2-753,0-4-2144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39.750"/>
    </inkml:context>
    <inkml:brush xml:id="br0">
      <inkml:brushProperty name="width" value="0.05" units="cm"/>
      <inkml:brushProperty name="height" value="0.05" units="cm"/>
    </inkml:brush>
  </inkml:definitions>
  <inkml:trace contextRef="#ctx0" brushRef="#br0">0 0 29149,'0'0'1489,"3"4"-1228,18 17-128,1-2-1,2 0 1,-1-1-1,41 22 1,-54-33-129,4 5-736,-11-10-1409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0.108"/>
    </inkml:context>
    <inkml:brush xml:id="br0">
      <inkml:brushProperty name="width" value="0.05" units="cm"/>
      <inkml:brushProperty name="height" value="0.05" units="cm"/>
    </inkml:brush>
  </inkml:definitions>
  <inkml:trace contextRef="#ctx0" brushRef="#br0">264 1 25628,'0'0'4556,"-9"5"-4438,-4 3-39,2 1 0,-1 0 0,1 0 0,1 1 1,-18 21-1,-2 11-239,2 0 1,2 2-1,-25 57 1,29-56-1548,9-17-2314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0.526"/>
    </inkml:context>
    <inkml:brush xml:id="br0">
      <inkml:brushProperty name="width" value="0.05" units="cm"/>
      <inkml:brushProperty name="height" value="0.05" units="cm"/>
    </inkml:brush>
  </inkml:definitions>
  <inkml:trace contextRef="#ctx0" brushRef="#br0">0 0 28589,'0'0'1958,"2"3"-1816,7 10 14,0-1 1,1 0-1,1 0 1,0-1-1,25 19 1,-7-6-104,82 69-88,-110-92-137,2 1-2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0.867"/>
    </inkml:context>
    <inkml:brush xml:id="br0">
      <inkml:brushProperty name="width" value="0.05" units="cm"/>
      <inkml:brushProperty name="height" value="0.05" units="cm"/>
    </inkml:brush>
  </inkml:definitions>
  <inkml:trace contextRef="#ctx0" brushRef="#br0">276 0 28269,'0'0'2054,"-11"16"-1896,-25 43-35,4-5 228,-3 0 0,-48 56 0,70-96-740,1 1 0,0 0 0,1 1 0,-15 30 0,21-33-1614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2.217"/>
    </inkml:context>
    <inkml:brush xml:id="br0">
      <inkml:brushProperty name="width" value="0.05" units="cm"/>
      <inkml:brushProperty name="height" value="0.05" units="cm"/>
    </inkml:brush>
  </inkml:definitions>
  <inkml:trace contextRef="#ctx0" brushRef="#br0">48 26 27885,'0'0'2257,"0"0"-2212,0-1 1,0 1 0,1 0 0,-1-1-1,0 1 1,0-1 0,0 1-1,0 0 1,0-1 0,0 1-1,0-1 1,-1 1 0,1 0-1,0-1 1,0 1 0,0 0-1,0-1 1,0 1 0,-1-1 0,1 1-1,0 0 1,0-1 0,-1 1-1,1 0 1,0 0 0,0-1-1,-1 1 1,1 0 0,0 0-1,-1-1 1,0 1 0,-4 9-46,-1 1 1,2 0 0,-1 1-1,1-1 1,1 1 0,0 0-1,0 0 1,-1 11-1,1 13-10,0 46-1,3-80 9,1 0 1,-1 1-1,0-1 0,1 0 1,-1 0-1,1 0 1,-1 1-1,1-1 0,-1 0 1,1 0-1,0 0 1,-1 0-1,1 0 0,0 0 1,0 0-1,0-1 1,0 1-1,0 0 0,0 0 1,0-1-1,0 1 1,0 0-1,0-1 0,1 1 1,-1-1-1,0 0 1,0 1-1,0-1 0,1 0 1,-1 0-1,0 0 1,1 0-1,-1 0 0,0 0 1,0 0-1,1 0 1,-1 0-1,0 0 0,2-2 1,2 2-2,-1-1 0,0 1-1,0-1 1,0 0 0,0-1 0,0 1 0,0-1 0,0 0 0,-1 0 0,1 0 0,4-4-1,2-3 8,-1-2 0,-1 1 0,1-1 0,-2 0 0,0-1-1,0 0 1,-1 0 0,0 0 0,-1-1 0,-1 0 0,0 0-1,-1 0 1,0 0 0,-1-1 0,1-16 0,-3 29-3,0 0 1,0 0-1,-1 0 1,1 0-1,0 0 1,-1 0-1,1 0 1,0 0-1,-1 0 1,1 0-1,-1 0 1,1 0 0,-1 1-1,0-1 1,0 0-1,1 0 1,-1 0-1,0 1 1,0-1-1,0 0 1,1 1-1,-1-1 1,0 1-1,0-1 1,0 1-1,0-1 1,0 1-1,0 0 1,0 0-1,0-1 1,0 1-1,0 0 1,-1 0-1,1 0 1,-1 0-1,0 0 0,0 0 0,0 0-1,0 0 1,0 0-1,0 1 1,0-1 0,0 1-1,0-1 1,0 1-1,0 0 1,0 0 0,0 0-1,0 0 1,1 0-1,-1 0 1,0 0 0,1 0-1,-1 1 1,-1 1-1,-5 6 1,1 0 0,0 1 0,1 0 0,0 0 0,1 1-1,0 0 1,0 0 0,1 0 0,1 0 0,-1 0 0,2 1-1,-2 14 1,4-26-1,0 1 0,0-1-1,0 1 1,1-1 0,-1 1 0,0 0-1,0-1 1,0 1 0,1-1 0,-1 1 0,0-1-1,1 1 1,-1-1 0,0 1 0,1-1-1,-1 0 1,1 1 0,-1-1 0,1 1-1,-1-1 1,0 0 0,1 1 0,0-1-1,-1 0 1,1 0 0,-1 0 0,1 1-1,-1-1 1,1 0 0,-1 0 0,1 0 0,0 0-1,-1 0 1,1 0 0,-1 0 0,1 0-1,-1 0 1,1 0 0,0 0 0,-1 0-1,1 0 1,-1-1 0,1 1 0,-1 0-1,1 0 1,-1-1 0,2 1 0,24-15 16,-17 3-6,-1 1 0,0-1 0,11-26 0,-17 33-9,1-1 1,-1 0 0,-1 1 0,1-1-1,-1 0 1,0 0 0,0 0-1,-1 0 1,0 0 0,0 0-1,0 0 1,-2-7 0,2 12-2,0 1 0,-1-1 0,1 0 0,-1 0 0,1 0 0,-1 1 0,1-1 0,-1 0 0,1 1 0,-1-1 0,0 0 0,1 1 0,-1-1 0,0 1 1,1-1-1,-1 1 0,0-1 0,0 1 0,0 0 0,0-1 0,1 1 0,-1 0 0,0 0 0,0 0 0,0 0 0,0-1 0,0 1 0,0 0 0,1 0 0,-1 1 0,0-1 0,0 0 0,0 0 0,0 0 0,0 1 0,0-1 1,1 0-1,-1 1 0,0-1 0,0 0 0,1 1 0,-2 0 0,-2 1-2,0 0 1,0 0 0,1 0-1,-1 0 1,1 1-1,-1 0 1,1-1 0,-3 5-1,-3 4 4,0 1 1,1 1-1,0 0 0,1 0 0,1 1 1,0-1-1,1 1 0,0 1 0,1-1 0,0 1 1,-1 17-1,28-59 78,-18 20-70,0 0 1,-1 0-1,0 0 1,-1-1-1,1 0 0,-1 1 1,-1-1-1,0 0 1,0 0-1,1-13 1,-23 45-238,14-11-116,1-1-1,0 0 1,1 1 0,-4 20-1,4-15-500,-4 13-2035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3.396"/>
    </inkml:context>
    <inkml:brush xml:id="br0">
      <inkml:brushProperty name="width" value="0.05" units="cm"/>
      <inkml:brushProperty name="height" value="0.05" units="cm"/>
    </inkml:brush>
  </inkml:definitions>
  <inkml:trace contextRef="#ctx0" brushRef="#br0">136 142 26444,'0'0'3359,"-5"-8"-3111,-14-26 14,19 33-256,-1 1 1,1-1-1,0 1 1,-1-1-1,1 1 1,-1 0 0,1-1-1,-1 1 1,1-1-1,-1 1 1,1 0 0,-1-1-1,1 1 1,-1 0-1,0 0 1,1-1-1,-1 1 1,1 0 0,-1 0-1,0 0 1,1 0-1,-1 0 1,1 0-1,-1 0 1,0 0 0,1 0-1,-1 0 1,0 0-1,1 0 1,-1 0 0,1 0-1,-1 1 1,0-1-1,1 0 1,-1 1-1,1-1 1,-1 0 0,1 1-1,-1-1 1,1 0-1,-1 1 1,1-1-1,-1 1 1,1-1 0,0 1-1,-1-1 1,1 1-1,0-1 1,-1 1 0,1 0-1,0-1 1,0 1-1,-1-1 1,1 1-1,0 0 1,0-1 0,0 2-1,-1-1 7,-8 14 35,0 1 0,1 0 0,1 0 0,1 1-1,0 0 1,1 0 0,1 0 0,0 1-1,1 0 1,0 23 0,5-41-46,0 1 1,1-1-1,-1 1 1,0-1-1,0 0 1,0 0-1,1 0 1,-1 0-1,0 0 1,0 0-1,0-1 1,3 0-1,-1-1 4,0-1 0,0 1-1,-1-1 1,1 0 0,-1 0 0,0 0-1,0-1 1,0 1 0,0-1 0,-1 0-1,0 0 1,3-5 0,23-57 53,-21 48-38,0 1-13,0 0 1,-1-1 0,-1 0-1,-1 0 1,0 0 0,-1 0-1,0-24 1,-3 41-7,0 0 0,0 0 0,0 1 0,0-1 0,-1 0-1,1 0 1,0 0 0,0 1 0,-1-1 0,1 0 0,-1 0 0,1 1 0,0-1 0,-1 0-1,1 1 1,-1-1 0,0 1 0,1-1 0,-1 1 0,1-1 0,-1 1 0,0-1 0,1 1 0,-1-1-1,0 1 1,0 0 0,1-1 0,-1 1 0,0 0 0,0 0 0,0-1 0,1 1 0,-1 0-1,0 0 1,0 0 0,0 0 0,1 0 0,-1 0 0,0 1 0,0-1 0,0 0 0,1 0-1,-1 0 1,0 1 0,0-1 0,1 0 0,-1 1 0,-1 0 0,-1 0 6,-1 0 0,1 1 0,-1-1 0,1 1 0,0 0 0,-1 0 0,1 0 0,0 0 0,-5 6 0,-1 3 7,0 1 0,1 1-1,0-1 1,1 1-1,0 1 1,1-1-1,0 1 1,2 0 0,-1 0-1,2 1 1,0 0-1,-2 22 1,29-46-7,-17 1 2,0 0 0,0-1 0,-1 0 0,0 0-1,-1 0 1,1-1 0,-2 0 0,0 0 0,0 0 0,-1 0 0,0-1 0,-1 1 0,2-15 0,-4 25-9,0 0 0,0 0 0,-1 0 0,1 0 0,0-1 1,0 1-1,0 0 0,-1 0 0,1 0 0,0 0 0,0 0 0,0 0 1,-1 0-1,1-1 0,0 1 0,0 0 0,-1 0 0,1 0 1,0 0-1,0 0 0,0 0 0,-1 0 0,1 0 0,0 0 0,0 0 1,-1 1-1,1-1 0,0 0 0,0 0 0,-1 0 0,1 0 0,0 0 1,0 0-1,0 0 0,-1 1 0,1-1 0,0 0 0,0 0 1,0 0-1,0 0 0,0 1 0,-1-1 0,1 0 0,0 0 0,0 0 1,0 1-1,0-1 0,0 0 0,0 1 0,-12 9 6,0 9-2,1 1 0,0 1 0,2-1 1,0 2-1,-10 40 0,12-42-4,23-40-5,8-21 8,-19 28-1,-1-1 1,0 1 0,-1-1-1,0 0 1,-1 0 0,-1-1-1,0-25 1,-1 39-3,0 1 0,0 0 0,0 0 0,0 0 0,0-1 0,0 1 0,0 0-1,0 0 1,0 0 0,0-1 0,0 1 0,0 0 0,0 0 0,0 0 0,0-1 0,0 1 0,0 0 0,0 0 0,0 0 0,0 0-1,0-1 1,-1 1 0,1 0 0,0 0 0,0 0 0,0 0 0,0 0 0,0-1 0,-1 1 0,1 0 0,0 0 0,0 0 0,0 0-1,0 0 1,-1 0 0,1 0 0,0 0 0,0 0 0,0 0 0,-1 0 0,1 0 0,0-1 0,0 1 0,0 1 0,-1-1 0,1 0-1,-12 6 10,-8 14-15,14-10-140,1 1 1,0 1-1,0-1 0,1 1 0,0 0 1,1 0-1,1 0 0,0 0 0,0 1 1,1-1-1,1 21 0,0-2-1765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4.327"/>
    </inkml:context>
    <inkml:brush xml:id="br0">
      <inkml:brushProperty name="width" value="0.05" units="cm"/>
      <inkml:brushProperty name="height" value="0.05" units="cm"/>
    </inkml:brush>
  </inkml:definitions>
  <inkml:trace contextRef="#ctx0" brushRef="#br0">160 58 27469,'0'0'2846,"-6"-2"-2654,4 2-182,0-1 0,0 1 0,0 0 0,-1 0 0,1 0 0,0 0 0,0 0-1,0 0 1,0 1 0,0-1 0,0 1 0,0-1 0,-1 1 0,2 0 0,-1 0 0,0-1-1,0 2 1,0-1 0,-2 1 0,0 3 23,-1-1 0,1 1 0,0 0 1,0 0-1,1 0 0,-5 9 0,1-2 36,1 1 0,1 0-1,0 0 1,1 0 0,1 0 0,0 1 0,0-1 0,2 1 0,-1 0 0,2 21 0,21-66-5,-13 13-58,-1 0 1,0 0 0,-2-1 0,0 1 0,-1-1 0,-1-1 0,-1 1 0,0 0 0,-2-21 0,0 38-6,0 0 1,0 0 0,0 1-1,0-1 1,0 0-1,-1 1 1,1-1 0,-1 0-1,1 0 1,-1 1-1,1-1 1,-1 1-1,0-1 1,-1-1 0,1 2-1,1 1 1,-1-1 0,1 1 0,-1-1-1,1 1 1,-1 0 0,0-1-1,1 1 1,-1 0 0,0-1 0,1 1-1,-1 0 1,0 0 0,1 0 0,-1 0-1,0 0 1,0 0 0,1 0 0,-1 0-1,0 0 1,1 0 0,-1 0 0,-1 0-1,-1 1 3,1 1 0,-1-1 0,0 0 0,1 1-1,0-1 1,-1 1 0,1 0 0,0 0 0,0 0 0,0 0-1,0 0 1,0 0 0,0 1 0,-2 3 0,-5 10 17,2 1 0,-11 29 1,16-40-17,0 0 0,1 0 1,-1 1-1,1-1 0,1 1 1,-1-1-1,1 1 0,0-1 1,0 1-1,1-1 0,2 9 1,-3-15-6,0 1 0,1-1 1,-1 1-1,0-1 0,1 1 1,-1-1-1,1 1 0,-1-1 1,1 1-1,-1-1 0,1 1 1,-1-1-1,1 0 0,0 1 1,-1-1-1,1 0 0,-1 0 1,1 1-1,0-1 0,-1 0 1,1 0-1,0 0 1,-1 0-1,1 0 0,-1 0 1,1 0-1,0 0 0,-1 0 1,1 0-1,0 0 0,-1 0 1,1-1-1,0 1 0,-1 0 1,1 0-1,-1-1 0,1 1 1,0 0-1,-1-1 0,1 1 1,-1 0-1,1-1 0,-1 1 1,1-2-1,23-18 35,-18 14-29,-1-1 0,0 0 0,0-1 0,-1 1 0,0-1 0,0 0-1,-1 0 1,0 0 0,0-1 0,-1 1 0,0-1 0,0 1 0,-1-1 0,0-12-1,-2 20-3,1 1-1,-1 0 1,1-1-1,-1 1 0,0 0 1,1-1-1,-1 1 0,0 0 1,0 0-1,1 0 1,-1 0-1,0 0 0,1 0 1,-1 0-1,0 0 1,0 0-1,1 0 0,-1 0 1,0 0-1,1 0 0,-1 0 1,0 1-1,0-1 1,1 0-1,-1 1 0,0-1 1,-4 5-2,1 0-1,0 0 1,1 1 0,-1-1 0,1 1 0,0 0-1,0-1 1,1 1 0,-1 1 0,2-1 0,-1 0-1,0 0 1,0 13 0,3-22-2,1 0 0,-1 0 0,1 1 0,0-1 0,0 1 0,0-1 0,0 1 0,0 0 0,1 0 0,2-3 0,6-5 8,-7 5-4,0-1-1,0 1 0,0-1 1,-1 0-1,0 0 1,0-1-1,-1 1 0,0 0 1,0-1-1,0 0 1,-1 1-1,1-1 1,-2 0-1,1-7 0,-1 13 58,-20 12-46,12 0-40,-9 7-829,6-17-656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5.896"/>
    </inkml:context>
    <inkml:brush xml:id="br0">
      <inkml:brushProperty name="width" value="0.05" units="cm"/>
      <inkml:brushProperty name="height" value="0.05" units="cm"/>
    </inkml:brush>
  </inkml:definitions>
  <inkml:trace contextRef="#ctx0" brushRef="#br0">145 64 27244,'0'0'2956,"0"-6"-2793,0-26 304,-4 31-351,-1-1-1,0 1 1,1 0 0,-1 0-1,0 0 1,0 1-1,1-1 1,-11 2 0,11-1-116,1 1 0,-1 0 1,1 0-1,-1 0 0,1 0 1,0 1-1,-1-1 0,1 1 0,0 0 1,0 0-1,0 0 0,0 0 1,0 0-1,1 1 0,-1-1 1,1 1-1,-1 0 0,1 0 1,0 0-1,0 0 0,0 0 1,1 0-1,-1 1 0,-1 4 1,-1 2 0,0 0 0,1 0 0,0 1 0,0-1 0,1 1 0,1 0 0,-1 12 0,2-22-2,0 1 1,0-1 0,-1 0-1,1 0 1,0 1 0,1-1-1,-1 0 1,0 1-1,0-1 1,1 0 0,-1 1-1,0-1 1,1 0 0,-1 0-1,1 1 1,0-1 0,-1 0-1,1 0 1,0 0 0,0 0-1,0 0 1,-1 0 0,1 0-1,0 0 1,0 0 0,1-1-1,-1 1 1,0 0 0,0-1-1,0 1 1,0 0-1,1-1 1,-1 0 0,0 1-1,0-1 1,1 0 0,-1 1-1,0-1 1,1 0 0,-1 0-1,0 0 1,1 0 0,-1 0-1,0-1 1,1 1 0,-1 0-1,2-1 1,1 0-1,-1 0 0,1-1 1,0 1-1,-1-1 0,1 0 0,-1 0 0,0 0 1,1 0-1,-1-1 0,0 1 0,0-1 0,-1 0 1,1 0-1,0 0 0,2-5 0,1-4 6,0 0 0,-1-1 0,0 1 1,-2-1-1,1 0 0,-1 0 0,-1 0 0,0 0 0,-1-25 0,-1 37-4,0 1 0,0-1 0,1 1-1,-1-1 1,0 1 0,0-1 0,0 1 0,0-1 0,0 1-1,0-1 1,0 1 0,-1-1 0,1 1 0,0 0 0,0-1 0,0 1-1,0-1 1,-1 1 0,1-1 0,0 1 0,0 0 0,-1-1 0,1 1-1,0-1 1,-1 1 0,1 0 0,0-1 0,-1 1 0,1 0 0,0 0-1,-1-1 1,1 1 0,-1 0 0,1 0 0,-1 0 0,1-1 0,0 1-1,-1 0 1,1 0 0,-1 0 0,1 0 0,-1 0 0,1 0 0,-1 0-1,1 0 1,-1 0 0,1 0 0,-1 0 0,1 0 0,-1 0 0,1 1-1,0-1 1,-1 0 0,1 0 0,-1 0 0,1 1 0,-1-1 0,1 0-1,0 0 1,-1 1 0,1-1 0,0 0 0,-1 1 0,1-1 0,0 1-1,-1-1 1,-23 26 49,20-19-53,1 1 0,-1-1 1,2 1-1,-1 0 0,1 0 1,0 0-1,0 0 0,1 0 1,0 10-1,10-23-61,-4-1 66,-1 0-1,1-1 1,-1 1 0,0-1 0,-1 0-1,1 0 1,-1 0 0,-1 0-1,0-1 1,0 1 0,0-1 0,-1 0-1,1-11 1,-14 27-2544,7-5-904</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8.003"/>
    </inkml:context>
    <inkml:brush xml:id="br0">
      <inkml:brushProperty name="width" value="0.05" units="cm"/>
      <inkml:brushProperty name="height" value="0.05" units="cm"/>
    </inkml:brush>
  </inkml:definitions>
  <inkml:trace contextRef="#ctx0" brushRef="#br0">1 1 26300,'0'0'2318,"21"6"-418,352 47-1056,-50-10-818,435 65 297,-387-88-177,-335-18-148,72-2 12,141-18 1,260-15-6,-350 17-10,-105 9 2,66-2 1,-45 4 4,-75 5 22,-10-1-1302,-8-2-352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48.701"/>
    </inkml:context>
    <inkml:brush xml:id="br0">
      <inkml:brushProperty name="width" value="0.05" units="cm"/>
      <inkml:brushProperty name="height" value="0.05" units="cm"/>
    </inkml:brush>
  </inkml:definitions>
  <inkml:trace contextRef="#ctx0" brushRef="#br0">3 2 27164,'0'0'3346,"-3"-1"-2922,8 3-85,27 11-214,1-1 0,1-1 0,52 8 0,108 7-139,-4-2-117,-190-24 129,1 0 0,0 0 0,0 0 0,0 1 0,0-1 0,0 0 0,0 0 0,-1 1 1,1-1-1,0 0 0,0 1 0,0-1 0,-1 1 0,1-1 0,0 1 0,0-1 0,-1 1 0,1-1 0,-1 1 0,1 0 0,0 0 1,-1-1-1,1 1 0,-1 0 0,0 0 0,1-1 0,-1 1 0,1 1 0,-1 0 2,0-1 1,-1 1-1,1-1 0,0 1 1,0 0-1,-1-1 1,1 1-1,-1-1 0,0 1 1,1-1-1,-1 1 0,0-1 1,0 0-1,-1 2 0,-37 38 48,-87 62-5,-58 43 184,175-142-1369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50.519"/>
    </inkml:context>
    <inkml:brush xml:id="br0">
      <inkml:brushProperty name="width" value="0.05" units="cm"/>
      <inkml:brushProperty name="height" value="0.05" units="cm"/>
    </inkml:brush>
  </inkml:definitions>
  <inkml:trace contextRef="#ctx0" brushRef="#br0">1 0 26108,'0'0'3217,"10"0"-2891,8 1-149,0 0 1,0 1-1,25 6 1,165 37 291,-158-31-456,267 67 81,55-33 34,-148-25-125,-38-11 6,-52-6 16,81 27 90,-104-22-96,148 8 39,380 6-90,-507-21-90,-94-4 100,-38 0 6,22 16-2126,-36-16-1911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51.309"/>
    </inkml:context>
    <inkml:brush xml:id="br0">
      <inkml:brushProperty name="width" value="0.05" units="cm"/>
      <inkml:brushProperty name="height" value="0.05" units="cm"/>
    </inkml:brush>
  </inkml:definitions>
  <inkml:trace contextRef="#ctx0" brushRef="#br0">1 1 28461,'0'0'2233,"14"5"-2110,1 0 0,-1 0-1,0 2 1,18 9 0,-19-8-82,0-1 1,1-1-1,0 0 0,0-1 0,16 4 1,96 11 24,-63-11-182,87 23 0,-149-32 116,-1 0 1,0 0-1,0 0 0,0 0 0,0 0 0,0 0 0,1 0 0,-1 0 0,0 0 1,0 0-1,0 0 0,0 0 0,0 0 0,1 0 0,-1 0 0,0 0 0,0 0 1,0 0-1,0 0 0,0 0 0,1 1 0,-1-1 0,0 0 0,0 0 0,0 0 0,0 0 1,0 0-1,0 0 0,0 0 0,0 1 0,0-1 0,1 0 0,-1 0 0,0 0 1,0 0-1,0 0 0,0 0 0,0 1 0,0-1 0,0 0 0,0 0 0,0 0 0,0 0 1,0 1-1,0-1 0,0 0 0,0 0 0,0 0 0,0 0 0,0 0 0,0 1 1,0-1-1,0 0 0,-1 0 0,1 0 0,-10 6 11,-14 1 9,-11 2-14,0 1 1,0 1-1,-51 27 1,57-24 56,0-2 0,0 0 0,-1-2 1,-1-2-1,-34 6 0,29-1-1826,24-9-854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52.971"/>
    </inkml:context>
    <inkml:brush xml:id="br0">
      <inkml:brushProperty name="width" value="0.05" units="cm"/>
      <inkml:brushProperty name="height" value="0.05" units="cm"/>
    </inkml:brush>
  </inkml:definitions>
  <inkml:trace contextRef="#ctx0" brushRef="#br0">1 227 21946,'0'0'7908,"14"-3"-7684,49-7-50,1 3 0,66 2 1,-26 5 105,536 11 205,-264-8-311,-214-4-132,-55-4-39,119-21-1,-54 5-4,167-21 26,87-30-67,-154 35 38,-135 27-160,-112 9 40,-22 1 13,-8 0-43,-44 3-1729,15 1-904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54.061"/>
    </inkml:context>
    <inkml:brush xml:id="br0">
      <inkml:brushProperty name="width" value="0.05" units="cm"/>
      <inkml:brushProperty name="height" value="0.05" units="cm"/>
    </inkml:brush>
  </inkml:definitions>
  <inkml:trace contextRef="#ctx0" brushRef="#br0">17 17 16632,'0'0'13347,"-15"-15"-13152,14 14-193,1 0 63,300 14 1276,-288-14-1342,0 1 0,0 1-1,1 0 1,-1 1-1,0 0 1,0 0-1,0 1 1,0 1-1,-1 0 1,12 6-1,-14-6 1,-1-1 0,1 0-1,-1-1 1,1 0 0,0-1-1,-1 0 1,1 0 0,0 0-1,13-2 1,-24 19 191,-10-7-188,1-1 1,-2 0-1,1-1 1,-1 0-1,-19 9 1,-5 4 0,-9 8-2,-2 0 141,-77 63 1,123-90-215,-10 2-1508,6-3 222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55.986"/>
    </inkml:context>
    <inkml:brush xml:id="br0">
      <inkml:brushProperty name="width" value="0.05" units="cm"/>
      <inkml:brushProperty name="height" value="0.05" units="cm"/>
    </inkml:brush>
  </inkml:definitions>
  <inkml:trace contextRef="#ctx0" brushRef="#br0">1 529 26108,'0'0'3361,"13"-4"-3091,91-25 78,1 5 0,109-10 0,236-8-278,-226 24 54,114 10 230,-52 5-169,-58-30-138,-72 6-28,-119 21-2,52-17 0,27-4 14,132-12 17,-24-1-65,-15 2 2,-73 18 31,-112 3-54,27-2-53,1 1 1,94-18-1,33 13-269,-165 23 347,-13 0 133,-26 0-390,1 0-1835,9 0-1889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5:56.796"/>
    </inkml:context>
    <inkml:brush xml:id="br0">
      <inkml:brushProperty name="width" value="0.05" units="cm"/>
      <inkml:brushProperty name="height" value="0.05" units="cm"/>
    </inkml:brush>
  </inkml:definitions>
  <inkml:trace contextRef="#ctx0" brushRef="#br0">52 0 27821,'0'0'2014,"3"3"-1809,1 1-159,-1-1-1,1 0 0,0 0 0,0 0 0,1-1 1,-1 1-1,0-1 0,1 0 0,-1-1 0,1 1 1,0-1-1,0 0 0,-1 0 0,7 1 0,87 4 109,-31-3-148,-64-2-3,1-1 0,-1 1 1,1 0-1,-1 0 0,1 0 0,-1 0 0,0 1 0,1 0 1,-1-1-1,4 4 0,-6-4 0,0 0 0,-1-1 0,1 1 0,-1 0 0,1 0 0,-1 0 0,1-1 0,-1 1 0,1 0 0,-1 0 0,0 0 0,1 0 0,-1 0 0,0 0 0,0 0 0,0 0 0,1 0 0,-1 0 0,0 0 0,-1 0 0,1 0 0,0 0-1,0 0 1,0 0 0,0 0 0,-1 0 0,1-1 0,-1 1 0,1 0 0,0 0 0,-1 0 0,0 0 0,1 0 0,-1-1 0,1 1 0,-1 0 0,0-1 0,1 1 0,-1 0 0,0-1 0,-1 2 0,-36 33 110,23-23-82,1 2 0,-17 19 0,-111 149 233,115-150-229,14-17 13,1 0 0,-16 24 0,28-38-55,1-1 1,-1 0 0,0 0 0,0 0-1,0 1 1,0-1 0,0 0 0,0 0-1,0 0 1,-1 0 0,1 1 0,0-1-1,0 0 1,0 0 0,0 0 0,0 1-1,0-1 1,0 0 0,0 0 0,0 0-1,0 0 1,-1 0 0,1 1 0,0-1-1,0 0 1,0 0 0,0 0 0,0 0-1,-1 0 1,1 0 0,0 0 0,0 1-1,0-1 1,0 0 0,-1 0 0,1 0-1,0 0 1,0 0 0,0 0 0,0 0-1,-1 0 1,1 0 0,0 0 0,0 0-1,0 0 1,-1 0 0,1 0 0,0 0-1,0 0 1,0 0 0,-1 0 0,1-1-1,0 1 1,0 0 0,0 0 0,-2-7-4103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3.834"/>
    </inkml:context>
    <inkml:brush xml:id="br0">
      <inkml:brushProperty name="width" value="0.05" units="cm"/>
      <inkml:brushProperty name="height" value="0.05" units="cm"/>
    </inkml:brush>
  </inkml:definitions>
  <inkml:trace contextRef="#ctx0" brushRef="#br0">8 561 28877,'0'0'2324,"-7"-14"-2169,6 8-142,1-1 1,0 1 0,0 0-1,1 0 1,0 0 0,0 0-1,0 0 1,1 0 0,-1 1-1,1-1 1,5-8 0,33-63 8,-36 70-16,180-278-4,-121 191-2,-63 94 1,0 0-1,0 0 0,0 0 0,0-1 0,0 1 1,0 0-1,1 0 0,-1 0 0,0-1 0,0 1 1,0 0-1,0 0 0,0 0 0,1 0 1,-1-1-1,0 1 0,0 0 0,0 0 0,1 0 1,-1 0-1,0 0 0,0 0 0,1 0 0,-1-1 1,0 1-1,0 0 0,0 0 0,1 0 0,-1 0 1,0 0-1,0 0 0,1 0 0,-1 0 0,0 0 1,0 1-1,1-1 0,-1 0 0,0 0 0,0 0 1,1 0-1,-1 0 0,0 0 0,0 0 0,1 1 1,6 12-2,1 19 4,-8-31-1,44 309 112,-40-277-113,0 41-2203,-4-66 466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4.178"/>
    </inkml:context>
    <inkml:brush xml:id="br0">
      <inkml:brushProperty name="width" value="0.05" units="cm"/>
      <inkml:brushProperty name="height" value="0.05" units="cm"/>
    </inkml:brush>
  </inkml:definitions>
  <inkml:trace contextRef="#ctx0" brushRef="#br0">1 39 22922,'0'0'7316,"7"-6"-7095,-2 2-183,-1 1 0,1-1-1,0 1 1,1 0 0,-1 1-1,0-1 1,1 1 0,0 0-1,-1 1 1,1-1 0,0 1-1,0 0 1,0 0 0,0 1 0,6 0-1,238 0-2171,-210 0-462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5.033"/>
    </inkml:context>
    <inkml:brush xml:id="br0">
      <inkml:brushProperty name="width" value="0.05" units="cm"/>
      <inkml:brushProperty name="height" value="0.05" units="cm"/>
    </inkml:brush>
  </inkml:definitions>
  <inkml:trace contextRef="#ctx0" brushRef="#br0">1 0 28301,'0'0'2017,"64"22"-1921,-56 10 64,0 3-80,-4 1-32,0-4-32,-4-2 0,4-4-16,0-5 0,4-5-112,-4-1-272,0-6-465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5.765"/>
    </inkml:context>
    <inkml:brush xml:id="br0">
      <inkml:brushProperty name="width" value="0.05" units="cm"/>
      <inkml:brushProperty name="height" value="0.05" units="cm"/>
    </inkml:brush>
  </inkml:definitions>
  <inkml:trace contextRef="#ctx0" brushRef="#br0">61 62 27677,'0'0'2497,"1"-7"-2422,-1 5-66,0-1 0,0 1 1,1 0-1,-1 0 1,1 0-1,0 0 1,-1 0-1,1 0 1,0 0-1,0 0 1,1 0-1,-1 0 1,0 1-1,0-1 1,1 0-1,-1 1 1,1-1-1,0 1 1,-1 0-1,1-1 1,0 1-1,2-1 1,1 0 17,1-1 0,0 2 1,0-1-1,-1 1 0,1-1 1,0 2-1,0-1 0,12 1 1,-11-1-2,0 1 1,0 1 0,0-1 0,-1 1-1,1 0 1,0 1 0,-1-1-1,1 1 1,11 6 0,-15-6-23,-1-1 0,1 2 0,-1-1 1,0 0-1,1 0 0,-1 1 0,0 0 1,0-1-1,-1 1 0,1 0 0,-1 0 0,1 0 1,-1 0-1,0 0 0,0 0 0,0 0 0,0 0 1,-1 0-1,1 0 0,-1 1 0,0-1 0,0 0 1,0 5-1,0-3 4,0 0 0,-1 0 0,1 0 0,-1 0 0,0 1 1,0-1-1,0 0 0,-1 0 0,0 0 0,0-1 0,0 1 0,-1 0 0,0-1 0,1 0 0,-1 1 1,-1-1-1,1 0 0,-1-1 0,1 1 0,-1 0 0,0-1 0,-1 0 0,1 0 0,0 0 1,-9 3-1,13-6-22,32 0-127,30-3 155,-41 2-15,0 0 0,0 1 0,37 4 1,-56-3-1,0 0 1,0-1 0,1 1-1,-1 0 1,0 0 0,0 0-1,0 1 1,-1-1-1,1 0 1,0 1 0,0-1-1,-1 1 1,1 0 0,-1-1-1,1 1 1,-1 0 0,0 0-1,0 0 1,0 0 0,0 0-1,0 0 1,0 0 0,0 0-1,-1 1 1,1 2-1,1 2 7,-1-1 0,-1 1 0,1 0 0,-1-1 0,0 1-1,-1 0 1,-1 9 0,1-14-1,-1 1 0,1-1-1,0 0 1,-1 0 0,1 0 0,-1 0 0,0 0 0,0 0-1,0 0 1,0 0 0,0-1 0,0 1 0,0-1 0,-1 1 0,1-1-1,0 0 1,-1 0 0,-3 1 0,-47 14 124,51-15-123,-36 6 171,-1-2 1,-74 2 0,-4-1-300,91 6-1514,7-3-666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03.400"/>
    </inkml:context>
    <inkml:brush xml:id="br0">
      <inkml:brushProperty name="width" value="0.05" units="cm"/>
      <inkml:brushProperty name="height" value="0.05" units="cm"/>
    </inkml:brush>
  </inkml:definitions>
  <inkml:trace contextRef="#ctx0" brushRef="#br0">324 452 25372,'0'0'3276,"0"0"-3165,1-1 0,-1 0 0,0 0 0,0 1 0,0-1 1,0 0-1,0 0 0,-1 1 0,1-1 0,0 0 0,0 1 0,0-1 0,-1 0 1,1 1-1,0-1 0,-1 0 0,1 1 0,0-1 0,-1 1 0,1-1 0,-1 0 1,0 0-1,-5 6-108,1 0 1,0 1 0,0 0-1,0 0 1,1 0 0,0 0 0,0 1-1,0-1 1,1 1 0,0 0-1,-4 14 1,-20 86 26,26-103-30,-30 142 13,-33 198 44,16 75 49,-7-23-79,42-105-22,7-14 21,8-164-4,10 187 56,4-180-39,-1 1 2,-6-8 22,5 0 1,6-1-1,33 112 0,-45-203-45,1 0 1,0-1-1,1 0 0,2 0 0,0-1 0,0-1 1,2 0-1,0-1 0,1 0 0,26 21 0,-29-28-15,0-1-1,1 0 0,1-1 0,-1-1 0,1 0 0,0-1 1,1 0-1,0-1 0,0-1 0,0 0 0,0-1 0,0 0 1,1-2-1,-1 0 0,27-1 0,-13 1-3,0-1 0,1-1 0,-2-2 0,1-1 0,0-1 0,-1-1 0,28-10 0,34-18-14,-1-4-1,-2-4 1,121-78 0,-167 93 12,-2-2 1,-1-1 0,-2-2 0,-1-2-1,-1-1 1,40-54 0,4-31 8,-4-3 0,72-169 0,-114 213-4,-4-2-1,-4-1 0,16-93 0,21-73-43,-42 174 32,-3-1 0,-3 0 0,4-92 0,-10-232-54,-8 271 45,-4 22 6,-6 0 0,-29-129 0,12 82 2,12 71 2,-4 1 0,-3 0 1,-38-86-1,43 129 10,-2 0 0,-46-65 0,56 90 0,-1-1 1,-1 1-1,0 1 1,-1 0 0,0 1-1,0 0 1,-1 1 0,-1 0-1,0 1 1,0 1-1,-1 1 1,0 0 0,-24-7-1,2 4 5,-2 2 1,1 2-1,0 2 0,-73 0 0,76 6 3,-1 1-1,1 2 1,0 1-1,0 2 1,-61 22-1,-165 87 29,204-82-39,2 2 1,1 2-1,-67 64 0,85-72 17,-242 238 4,109-75-2930,125-138-45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05.914"/>
    </inkml:context>
    <inkml:brush xml:id="br0">
      <inkml:brushProperty name="width" value="0.05" units="cm"/>
      <inkml:brushProperty name="height" value="0.05" units="cm"/>
    </inkml:brush>
  </inkml:definitions>
  <inkml:trace contextRef="#ctx0" brushRef="#br0">183 66 27164,'0'0'2530,"-20"24"-1941,1 13-469,2 0 0,2 1 0,2 0 0,1 2 0,-9 53 0,-15 208-159,25-182 79,-8 613-22,22-483-4,28 115 32,-6-138 108,-8 1 123,37 114-160,-49-319-109,2 0-1,0-1 0,1 0 1,1 0-1,1-1 0,1-1 1,1 1-1,1-2 0,0 0 0,1 0 1,1-1-1,1-1 0,0-1 1,36 27-1,-9-11-15,-19-13 14,49 28-1,-61-41-7,-1 0-1,1 0 1,0-1-1,1 0 1,-1-1 0,1-1-1,20 2 1,8-2-1,1-1 0,-1-2 0,51-8 0,-71 5-1,0-1 1,0-1-1,0 0 0,-1-2 0,0 0 1,-1-1-1,0-1 0,21-15 1,17-20-5,-3-2 0,-2-2-1,84-102 1,-109 116-1,-1-1-1,-2-1 1,-1-2-1,-3 0 1,32-83-1,47-221-47,-70 227 73,88-525-178,-115 629 164,4-55-1,-5-126 0,-3 88-1,-2 53 8,-3 0 0,-1 0-1,-3 1 1,-2 0 0,-21-52 0,19 58-17,0 1 24,-1 0 0,-2 2 0,-3 0 1,-1 1-1,-1 1 0,-54-67 0,34 54-5,22 25 7,0 2 0,-2 1 0,0 1 0,-2 0 0,-42-30 0,-114-57 50,150 95-58,-1 2 1,0 1 0,0 1-1,-40-8 1,16 11 4,0 4 0,0 1 0,-104 8 0,133-3-11,7 1-8,0 1-1,0 1 1,0 1 0,1 1 0,-1 0 0,1 2-1,1 0 1,0 1 0,0 0 0,0 2 0,1 0-1,1 1 1,0 1 0,1 0 0,0 1 0,1 1-1,1 0 1,0 1 0,1 0 0,-16 29 0,-4 8-1193,13-29-22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7.273"/>
    </inkml:context>
    <inkml:brush xml:id="br0">
      <inkml:brushProperty name="width" value="0.05" units="cm"/>
      <inkml:brushProperty name="height" value="0.05" units="cm"/>
    </inkml:brush>
  </inkml:definitions>
  <inkml:trace contextRef="#ctx0" brushRef="#br0">1 444 29069,'0'0'1286,"7"-13"-1123,15-24-111,-1-2 0,-2 0-1,-2-1 1,-2-1 0,-1 0 0,9-52 0,-20 70-42,2 0-1,8-28 1,-13 51-8,0 0 0,0-1-1,0 1 1,0 0 0,0 0-1,0 0 1,0 0 0,0 0 0,0-1-1,0 1 1,1 0 0,-1 0-1,0 0 1,0 0 0,0 0-1,0 0 1,0-1 0,0 1 0,1 0-1,-1 0 1,0 0 0,0 0-1,0 0 1,0 0 0,0 0 0,1 0-1,-1 0 1,0 0 0,0 0-1,0 0 1,0 0 0,1 0 0,-1 0-1,0 0 1,0 0 0,0 0-1,0 0 1,0 0 0,1 0 0,-1 0-1,0 0 1,0 0 0,0 0-1,0 0 1,1 0 0,-1 0-1,0 0 1,0 1 0,0-1 0,0 0-1,0 0 1,1 0 0,9 12 35,5 14 38,19 38 28,-2 1 0,34 110 0,-63-167-260,-2 0 0,1 1 1,-1-1-1,0 0 0,-1 13 0,0-21 116,0 0 1,0 0 0,0 1-1,0-1 1,0 0 0,0 0 0,0 1-1,0-1 1,-1 0 0,1 0-1,0 1 1,0-1 0,0 0 0,0 0-1,-1 0 1,1 1 0,0-1-1,0 0 1,0 0 0,-1 0 0,1 0-1,0 1 1,0-1 0,-1 0-1,1 0 1,0 0 0,0 0 0,-1 0-1,1 0 1,0 0 0,-1 0-1,1 0 1,0 0 0,0 0 0,-1 0-1,1 0 1,0 0 0,-1 0-1,1 0 1,-1 0-123,-14 0-2547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7.616"/>
    </inkml:context>
    <inkml:brush xml:id="br0">
      <inkml:brushProperty name="width" value="0.05" units="cm"/>
      <inkml:brushProperty name="height" value="0.05" units="cm"/>
    </inkml:brush>
  </inkml:definitions>
  <inkml:trace contextRef="#ctx0" brushRef="#br0">1 96 28957,'0'0'2001,"44"-6"-1633,-12 3-256,7-3-80,13-3-32,12-3-16,0-3-160,12 1-496,4-2-272,8 1-1361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8.394"/>
    </inkml:context>
    <inkml:brush xml:id="br0">
      <inkml:brushProperty name="width" value="0.05" units="cm"/>
      <inkml:brushProperty name="height" value="0.05" units="cm"/>
    </inkml:brush>
  </inkml:definitions>
  <inkml:trace contextRef="#ctx0" brushRef="#br0">0 0 29165,'0'0'1761,"3"1"-1681,0 1-49,-1 0 0,1 0 0,0 0 0,-1 1-1,0-1 1,1 1 0,-1-1 0,0 1 0,0 0 0,0 0 0,-1-1 0,1 2-1,-1-1 1,3 6 0,14 57 106,-12-42-110,-3-11-88,7 27-258,2-2-1,1 1 0,23 44 1,-34-78-826,1-5-1208</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19.001"/>
    </inkml:context>
    <inkml:brush xml:id="br0">
      <inkml:brushProperty name="width" value="0.05" units="cm"/>
      <inkml:brushProperty name="height" value="0.05" units="cm"/>
    </inkml:brush>
  </inkml:definitions>
  <inkml:trace contextRef="#ctx0" brushRef="#br0">164 115 28013,'0'0'2110,"7"-17"-1926,27-50 14,-32 65-174,0-1 1,0 1-1,0 0 1,1 0-1,-1 0 1,0 0-1,1 0 1,-1 0-1,1 1 1,0-1-1,-1 1 1,1 0-1,0-1 1,0 1-1,0 1 1,5-2-1,46 1 288,-37 1-208,-13 0-91,1 0 1,-1 1-1,0-1 0,0 1 0,1 0 0,-1 0 1,0 0-1,0 1 0,0-1 0,0 1 1,0 0-1,0 0 0,0 1 0,-1-1 1,1 1-1,-1-1 0,0 1 0,0 0 1,0 1-1,0-1 0,0 0 0,2 5 1,-2-3-9,-1 0 0,1 1 0,-1-1 0,0 1 0,0 0 0,-1 0 1,0-1-1,0 1 0,0 0 0,-1 0 0,0 0 0,0 0 0,0 0 1,-1 0-1,-2 11 0,0-11 3,1 0 1,-1 0-1,0 0 1,-1-1-1,1 0 1,-1 1-1,0-1 1,-1-1-1,1 1 1,-1-1-1,0 1 1,0-1-1,-10 6 1,-5 2 18,0 0 0,-32 13 0,12-9-9,35-15-68,26-9 31,0 0 23,0 2 0,1 1-1,0 0 1,0 2 0,0 1-1,1 0 1,38 3 0,-55 0-3,1 0 0,-1 0 0,0 1 0,0 0 1,0 0-1,0 0 0,-1 1 0,1 0 1,-1 0-1,1 0 0,-1 1 0,0 0 0,0 0 1,0 0-1,7 9 0,-9-9 0,0-1 0,0 0 0,0 1 0,-1 0 0,0-1 0,1 1 0,-1 0 0,-1 0 0,1 0 0,-1 1 0,1-1 0,-1 0 0,0 0 0,-1 1 0,1-1 0,-1 1 0,0-1-1,0 0 1,0 1 0,0-1 0,-1 1 0,0-1 0,-2 8 0,0-8 6,0 0 0,0 0 0,0 0 0,0 0 0,-1 0 0,1-1 0,-1 0 0,0 0-1,0 0 1,-1 0 0,1 0 0,0-1 0,-1 0 0,0 0 0,1 0 0,-7 1 0,-6 3 35,-1-2 1,0 0 0,-23 2-1,-140-2-88,21-3-1930,86 5 98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0.370"/>
    </inkml:context>
    <inkml:brush xml:id="br0">
      <inkml:brushProperty name="width" value="0.05" units="cm"/>
      <inkml:brushProperty name="height" value="0.05" units="cm"/>
    </inkml:brush>
  </inkml:definitions>
  <inkml:trace contextRef="#ctx0" brushRef="#br0">428 1 29742,'0'0'1632,"-128"106"-1584,96-72 0,-3 2 16,-1-2 16,-4-1-64,4-3 0,0-5-16,4-1 0,8-1-112,4-10-352,16-4-176,0-6-288</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0.698"/>
    </inkml:context>
    <inkml:brush xml:id="br0">
      <inkml:brushProperty name="width" value="0.05" units="cm"/>
      <inkml:brushProperty name="height" value="0.05" units="cm"/>
    </inkml:brush>
  </inkml:definitions>
  <inkml:trace contextRef="#ctx0" brushRef="#br0">1 36 26124,'0'0'4173,"0"-8"-3861,3-17-179,-3 25-130,0-1 1,0 1 0,0 0 0,0 0 0,1 0-1,-1 0 1,0-1 0,0 1 0,0 0 0,0 0 0,1 0-1,-1 0 1,0 0 0,0 0 0,0 0 0,1-1-1,-1 1 1,0 0 0,0 0 0,0 0 0,1 0 0,-1 0-1,0 0 1,0 0 0,0 0 0,1 0 0,-1 0-1,0 0 1,0 0 0,0 0 0,1 0 0,-1 0 0,0 0-1,0 1 1,0-1 0,1 0 0,-1 0 0,0 0-1,0 0 1,0 0 0,0 0 0,1 0 0,-1 1 0,0-1-1,0 0 1,0 0 0,0 0 0,1 1 0,27 44 398,-16-24-295,73 119 244,11 19-2985,-78-131 51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1.099"/>
    </inkml:context>
    <inkml:brush xml:id="br0">
      <inkml:brushProperty name="width" value="0.05" units="cm"/>
      <inkml:brushProperty name="height" value="0.05" units="cm"/>
    </inkml:brush>
  </inkml:definitions>
  <inkml:trace contextRef="#ctx0" brushRef="#br0">325 0 29245,'0'0'1393,"-92"94"-1377,60-60 0,4 0 32,-4 0-48,-4-1 16,8-1-16,8-3-16,0-2-352,0-6-881,4-8-7107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1.453"/>
    </inkml:context>
    <inkml:brush xml:id="br0">
      <inkml:brushProperty name="width" value="0.05" units="cm"/>
      <inkml:brushProperty name="height" value="0.05" units="cm"/>
    </inkml:brush>
  </inkml:definitions>
  <inkml:trace contextRef="#ctx0" brushRef="#br0">1 0 23115,'0'0'7539,"80"79"-7395,-52-46-16,-4-1-48,4-3-80,-4-2 0,-4-4 0,0 1-80,0-6-80,4-1-272,0-2-433,-5-1-2096</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1.778"/>
    </inkml:context>
    <inkml:brush xml:id="br0">
      <inkml:brushProperty name="width" value="0.05" units="cm"/>
      <inkml:brushProperty name="height" value="0.05" units="cm"/>
    </inkml:brush>
  </inkml:definitions>
  <inkml:trace contextRef="#ctx0" brushRef="#br0">361 1 28845,'0'0'1505,"-72"93"-1425,44-57 64,-12 2-64,0-4 16,8-1-80,-4-1-16,4-5 0,0-2 0,12-5-224,0-8-288,12-6-353</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2.135"/>
    </inkml:context>
    <inkml:brush xml:id="br0">
      <inkml:brushProperty name="width" value="0.05" units="cm"/>
      <inkml:brushProperty name="height" value="0.05" units="cm"/>
    </inkml:brush>
  </inkml:definitions>
  <inkml:trace contextRef="#ctx0" brushRef="#br0">1 1 29069,'0'0'1569,"44"92"-1377,-16-58-48,0-2-48,4-5-96,8-3-16,0-5-80,4-4-32,4-1-224,11-5-208,5-3-737,4-3-1952</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3.296"/>
    </inkml:context>
    <inkml:brush xml:id="br0">
      <inkml:brushProperty name="width" value="0.05" units="cm"/>
      <inkml:brushProperty name="height" value="0.05" units="cm"/>
    </inkml:brush>
  </inkml:definitions>
  <inkml:trace contextRef="#ctx0" brushRef="#br0">108 26 27260,'0'0'2834,"0"0"-2805,0-1 0,0 1-1,0 0 1,0-1 0,0 1 0,-1 0 0,1-1 0,0 1 0,0 0 0,0-1 0,0 1 0,-1 0-1,1-1 1,0 1 0,0 0 0,0-1 0,-1 1 0,1 0 0,0 0 0,-1 0 0,1-1 0,0 1 0,-1 0-1,1 0 1,0 0 0,-1-1 0,1 1 0,0 0 0,-1 0 0,1 0 0,0 0 0,-1 0 0,1 0-1,0 0 1,-1 0 0,-3 2-19,0 0-1,0 0 0,0 0 1,0 1-1,1 0 1,-1-1-1,1 1 0,0 0 1,0 1-1,0-1 0,0 1 1,1-1-1,-1 1 1,1 0-1,-4 8 0,-25 64 79,28-66-79,0 1-1,1-1 1,0 0 0,1 1 0,0-1 0,0 1-1,1 0 1,1-1 0,0 1 0,4 17 0,-4-24-10,0 0 1,0 0-1,1 0 0,0-1 1,0 1-1,0-1 1,0 0-1,0 1 1,1-1-1,0 0 1,-1 0-1,1 0 1,0-1-1,0 1 0,1-1 1,-1 0-1,1 1 1,-1-2-1,1 1 1,-1 0-1,1-1 1,0 1-1,0-1 1,0 0-1,0 0 0,0-1 1,0 1-1,0-1 1,0 0-1,5 0 1,0-1-1,1 0 0,-1 0 0,1 0 0,-1-1 0,1-1 0,-1 1 0,0-2 0,0 1 0,-1-1 0,1-1 1,-1 1-1,1-1 0,-2-1 0,1 0 0,0 0 0,-1 0 0,0-1 0,-1 0 0,7-8 0,-5 4 5,-1 0 0,0-1 0,0 1-1,-1-1 1,-1-1 0,0 1 0,0-1 0,-1 0-1,-1 0 1,0 0 0,-1 0 0,-1-1 0,1-12-1,-3 22 5,1 1-1,0 0 1,-1 0-1,0 0 1,0 0-1,0 0 0,0 0 1,0 1-1,-1-1 1,1 0-1,-1 1 0,0-1 1,1 1-1,-1-1 1,0 1-1,-1 0 1,1-1-1,0 1 0,-1 1 1,1-1-1,-1 0 1,0 1-1,1-1 1,-1 1-1,0 0 0,0-1 1,0 1-1,0 1 1,-5-2-1,-5-1 3,0 1 0,0 0 0,0 1 0,0 0 0,-23 3 0,32-2-28,1 1-1,0 0 0,0 0 1,0 0-1,0 0 1,1 0-1,-1 0 0,0 1 1,0 0-1,1-1 1,-1 1-1,1 0 0,-1 0 1,1 0-1,0 1 1,0-1-1,0 1 0,0-1 1,0 1-1,1-1 1,-1 1-1,-1 4 0,0 1-300,-1 0-1,2 1 1,-1 0-1,1-1 0,0 1 1,0 17-1,1 13-2292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4.074"/>
    </inkml:context>
    <inkml:brush xml:id="br0">
      <inkml:brushProperty name="width" value="0.05" units="cm"/>
      <inkml:brushProperty name="height" value="0.05" units="cm"/>
    </inkml:brush>
  </inkml:definitions>
  <inkml:trace contextRef="#ctx0" brushRef="#br0">134 162 27453,'0'0'2731,"-9"-1"-2589,7 0-136,-1 0-1,0 0 1,0 0-1,0 1 1,1-1 0,-1 1-1,0 0 1,0 0 0,0 0-1,0 0 1,1 1 0,-1-1-1,0 1 1,0 0 0,0-1-1,1 1 1,-1 1 0,1-1-1,-1 0 1,1 0 0,-1 1-1,1 0 1,0-1-1,-1 1 1,1 0 0,0 0-1,0 0 1,0 0 0,1 1-1,-1-1 1,0 0 0,1 1-1,-2 2 1,-3 9 15,-1-1-1,2 1 1,0 1 0,1-1-1,0 0 1,1 1 0,0 0-1,2 0 1,-1 0 0,2 0-1,1 15 1,-1-28-21,0-1 1,1 1-1,-1-1 0,1 0 0,-1 1 0,1-1 1,-1 0-1,1 1 0,0-1 0,-1 0 0,1 0 1,0 1-1,0-1 0,0 0 0,0 0 0,0 0 1,0 0-1,0-1 0,0 1 0,1 0 1,-1 0-1,0-1 0,0 1 0,1 0 0,-1-1 1,1 1-1,-1-1 0,0 0 0,1 1 0,-1-1 1,1 0-1,-1 0 0,0 0 0,1 0 0,-1 0 1,1 0-1,1-1 0,3 1 3,0-1-1,0 1 1,1-1 0,-1-1-1,0 1 1,0-1 0,0 0-1,7-4 1,-2-1 16,1 0 0,-1-2 0,0 1 0,-1-1 0,0-1 0,-1 0 0,0 0 0,0-1 0,-1 0 0,0 0 0,-1-1 0,-1 0 0,0 0 0,0-1 0,-1 0 0,-1 0 0,0 0 1,-1 0-1,0-1 0,-1 1 0,0-1 0,-1-25 0,-1 33-3,0-3 18,0 0 0,0 0-1,-1 1 1,0-1-1,0 1 1,-4-12 0,4 18-27,0 0 1,0 0 0,-1 0 0,1 0 0,0 0 0,-1 0 0,1 0-1,-1 0 1,0 0 0,0 0 0,0 1 0,0-1 0,0 1 0,0 0 0,0 0-1,0-1 1,0 1 0,-1 0 0,1 1 0,0-1 0,-1 0 0,1 1 0,-1-1-1,1 1 1,0 0 0,-1 0 0,-2 0 0,-1 0-11,0 0 0,0 1 0,1-1 1,-1 1-1,0 0 0,0 1 0,1 0 0,-1 0 1,0 0-1,1 0 0,0 1 0,0 0 0,0 0 1,0 0-1,0 1 0,0 0 0,1 0 0,0 0 1,-7 9-1,5-6-176,1 1 0,0 0 1,0 0-1,1 1 0,0 0 0,0-1 1,1 1-1,0 0 0,1 1 0,0-1 1,-1 18-1,2 4-2036</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4.805"/>
    </inkml:context>
    <inkml:brush xml:id="br0">
      <inkml:brushProperty name="width" value="0.05" units="cm"/>
      <inkml:brushProperty name="height" value="0.05" units="cm"/>
    </inkml:brush>
  </inkml:definitions>
  <inkml:trace contextRef="#ctx0" brushRef="#br0">208 172 26012,'0'0'3716,"-5"-10"-3497,-18-33 51,22 42-248,0-1 0,0 1 0,0 0 0,0 0 0,0 0 0,0-1 0,0 1 0,-1 0 0,1 0 0,0 1 0,-1-1 1,1 0-1,-1 0 0,1 1 0,-1-1 0,1 1 0,-1-1 0,1 1 0,-1-1 0,1 1 0,-1 0 0,0 0 0,1 0 1,-1 0-1,0 0 0,1 0 0,-1 1 0,1-1 0,-2 1 0,-7 0 84,7-1-101,1 1-1,-1 0 1,0-1 0,0 1-1,1 0 1,-1 1 0,0-1-1,1 0 1,-1 1 0,1-1-1,0 1 1,-1 0 0,1 0-1,0 0 1,0 0 0,0 0-1,1 0 1,-1 1 0,-1 2-1,-32 56-18,28-45 23,0-4 2,2 1 0,0 0 0,0 1 0,1-1 0,1 1 0,0 0-1,1 0 1,0 0 0,1 21 0,1-34-8,1 0 0,-1 1 0,0-1 0,1 0 0,-1 0 0,1 0 0,0 1 0,-1-1 0,1 0 0,0 0 0,0 0 0,0 0 0,0 0 0,0 0 0,0 0 0,0 0 0,0-1 0,0 1 0,0 0 0,0-1 0,0 1 0,1 0 0,-1-1 0,0 1-1,0-1 1,1 0 0,-1 0 0,0 1 0,1-1 0,-1 0 0,2 0 0,50 2 148,-43-2-127,-1 0-18,-1-1 0,1 0 1,-1-1-1,0 1 0,1-2 1,-1 1-1,0-1 0,0 0 1,-1-1-1,1 0 0,-1 0 1,1 0-1,-1-1 0,-1 0 1,1-1-1,-1 1 0,0-1 1,0-1-1,6-7 0,-5 4-3,0 0 0,-1-1 0,0 1 0,-1-1 0,0 0 0,0-1 0,-1 1 0,-1-1 0,0 0 0,-1 0 0,0 0 0,1-22 0,-2 5 26,0 19-7,-1 0 1,0-1-1,0 1 1,-1 0-1,-4-18 1,5 25-22,-1 1 0,0 0 1,0 0-1,0 0 0,0 0 1,0 0-1,-1 0 0,1 0 1,0 0-1,-1 0 1,0 1-1,1-1 0,-1 0 1,0 1-1,0 0 0,0-1 1,0 1-1,0 0 0,0 0 1,0 0-1,0 0 0,-1 0 1,1 1-1,0-1 0,0 1 1,-1-1-1,1 1 0,0 0 1,-1 0-1,-3 0 1,2 0-107,0 1 0,-1-1 1,1 1-1,0 0 1,-1 0-1,1 0 1,0 0-1,0 1 0,0-1 1,0 1-1,0 0 1,0 1-1,0-1 1,1 1-1,-1-1 0,1 1 1,-5 5-1,-3 1-675,-16 13-3425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7.598"/>
    </inkml:context>
    <inkml:brush xml:id="br0">
      <inkml:brushProperty name="width" value="0.05" units="cm"/>
      <inkml:brushProperty name="height" value="0.05" units="cm"/>
    </inkml:brush>
  </inkml:definitions>
  <inkml:trace contextRef="#ctx0" brushRef="#br0">0 0 28797,'0'0'835,"19"6"-597,-8-2-201,143 52 470,-92-28-396,-2 2 0,91 62 0,154 102 67,-16-12-33,-185-114-117,3-3-1,210 91 1,14-19 33,-154-50 10,-70-32-24,-57-34-1,1-3 1,0-2 0,71 12 0,24 8 16,72 15-58,-85-21-7,104 36 4,-50-11 57,-67-27-55,-74-20-14,0 3-1,0 1 0,-2 3 0,1 1 0,55 30 0,-97-44 9,-1-1 1,0 0 0,-1 0-1,1 0 1,0-1 0,0 1-1,0 0 1,0-1 0,0 1 0,0-1-1,0 0 1,0 0 0,0 0-1,0 0 1,4 0 0,-6-5-2382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28.576"/>
    </inkml:context>
    <inkml:brush xml:id="br0">
      <inkml:brushProperty name="width" value="0.05" units="cm"/>
      <inkml:brushProperty name="height" value="0.05" units="cm"/>
    </inkml:brush>
  </inkml:definitions>
  <inkml:trace contextRef="#ctx0" brushRef="#br0">105 1 27036,'0'0'2332,"33"20"-942,-6-10-1169,46 13 0,-52-18-205,0 1 0,-1 1 1,0 0-1,36 21 0,-41-18 11,0 2 0,-2-1 0,1 2-1,-1 0 1,-1 0 0,0 1 0,13 22 0,-12-18-21,18 19-3,-30-36 104,-30-1-73,-15-1-37,0 1 0,-1 3 0,1 1 0,0 3 0,-66 18 0,58-7 10,26-8 55,-1-1 1,-43 9 0,66-18-1504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30.393"/>
    </inkml:context>
    <inkml:brush xml:id="br0">
      <inkml:brushProperty name="width" value="0.05" units="cm"/>
      <inkml:brushProperty name="height" value="0.05" units="cm"/>
    </inkml:brush>
  </inkml:definitions>
  <inkml:trace contextRef="#ctx0" brushRef="#br0">0 1725 28173,'0'0'752,"21"-12"-378,275-126 34,-132 69-219,286-104 377,-274 112-560,257-128 0,-344 147 1,261-135 129,-35 16 66,-171 89 196,93-42-46,-224 108-348,509-232 37,-244 111-27,-138 43 4,12 23-15,-152 60 157,-28 7-160,-39 25-2374,54-28-505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31.296"/>
    </inkml:context>
    <inkml:brush xml:id="br0">
      <inkml:brushProperty name="width" value="0.05" units="cm"/>
      <inkml:brushProperty name="height" value="0.05" units="cm"/>
    </inkml:brush>
  </inkml:definitions>
  <inkml:trace contextRef="#ctx0" brushRef="#br0">0 46 24731,'0'0'5152,"48"-4"-3799,-31 4-1347,-3 1-2,1-1 0,-1 0 0,1-1 0,-1-1 0,0 0 0,1-1 0,-1 0 0,18-8 0,-19 5-7,17-5-27,35 8 10,-65 3 25,-2 9-15,-9 11 15,-1-1 0,-1-1 0,-23 25 1,-14 21 5,-77 125 71,126-188-143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33.503"/>
    </inkml:context>
    <inkml:brush xml:id="br0">
      <inkml:brushProperty name="width" value="0.05" units="cm"/>
      <inkml:brushProperty name="height" value="0.05" units="cm"/>
    </inkml:brush>
  </inkml:definitions>
  <inkml:trace contextRef="#ctx0" brushRef="#br0">1 184 28541,'0'0'939,"16"-4"-757,298-30 487,460 17-225,-437 14-338,17-18-53,37-1 171,320 12 262,-467 3-419,239-3 31,-363 9-59,151-20 0,-234 18-57,-28 2 11,0 1-1,-1-1 0,1-1 0,-1 0 0,16-4 1,-20 4 8,20-2 16,-24 4 5,-4-6-2255,-4-1-713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34.154"/>
    </inkml:context>
    <inkml:brush xml:id="br0">
      <inkml:brushProperty name="width" value="0.05" units="cm"/>
      <inkml:brushProperty name="height" value="0.05" units="cm"/>
    </inkml:brush>
  </inkml:definitions>
  <inkml:trace contextRef="#ctx0" brushRef="#br0">45 0 28301,'0'0'2038,"0"0"-2002,-1 0 0,1 0 0,0 0 0,-1 0 0,1 0 0,-1 0 0,1 0 0,-1 0 0,1 1 0,0-1 0,-1 0 0,1 0 0,-1 0 0,1 0 0,0 1 0,-1-1 1,1 0-1,0 0 0,-1 1 0,1-1 0,0 0 0,-1 1 0,1-1 0,0 0 0,0 1 0,-1-1 0,1 1 0,4 5 11,0-1 0,0 0 1,1 0-1,0 0 0,0 0 1,0-1-1,0 0 1,1 0-1,0 0 0,0-1 1,0 0-1,10 4 0,83 25-123,-85-29 113,46 12 9,-29-8-48,0 1 0,42 17 0,-72-24 2,-1-1 0,1 0 0,-1 1 1,1-1-1,-1 0 0,1 1 0,-1-1 0,0 0 0,1 1 1,-1-1-1,0 1 0,1-1 0,-1 1 0,0-1 0,0 1 0,1-1 1,-1 1-1,0-1 0,0 1 0,0-1 0,0 1 0,0 0 1,1-1-1,-1 1 0,0-1 0,0 1 0,-1-1 0,1 1 1,0 0-1,0-1 0,0 1 0,0-1 0,0 1 0,-1-1 0,1 1 1,0-1-1,0 1 0,-1-1 0,1 1 0,0-1 0,-1 1 1,1-1-1,0 0 0,-1 1 0,1-1 0,-1 0 0,1 1 0,-1-1 1,0 1-1,-24 20 11,23-20-11,-92 66 13,16-12-18,-129 117-1,200-163 74,0-7-4135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35.913"/>
    </inkml:context>
    <inkml:brush xml:id="br0">
      <inkml:brushProperty name="width" value="0.05" units="cm"/>
      <inkml:brushProperty name="height" value="0.05" units="cm"/>
    </inkml:brush>
  </inkml:definitions>
  <inkml:trace contextRef="#ctx0" brushRef="#br0">364 395 21722,'0'0'8660,"-1"-7"-8479,-1 1-139,1 0 0,-1 1 0,-1-1 0,1 1 0,-1-1 0,1 1 0,-1 0 0,-1 0 0,1 1 0,-1-1 0,0 0 0,0 1 0,0 0 0,-1 0 0,1 0 0,-1 1 0,0 0 0,0 0 0,0 0 0,-1 0 0,1 1 0,-10-3 0,9 3-44,-1 1-1,0 0 1,0 0-1,0 0 1,0 1 0,1 1-1,-1-1 1,0 1-1,0 0 1,0 0-1,1 1 1,-1 0-1,1 0 1,-13 6 0,10-2 0,1-1 1,-1 1-1,1 0 0,0 1 1,1 0-1,-1 0 1,2 1-1,-1 0 1,-7 11-1,4-3-1,1 0 0,1 1-1,0 0 1,1 0 0,1 0 0,0 1-1,2 0 1,0 0 0,1 1-1,-2 31 1,5-45 2,1 0 0,-1 0 0,1 0-1,0-1 1,0 1 0,0 0 0,0 0 0,1-1 0,0 1-1,0-1 1,0 1 0,1-1 0,0 0 0,-1 0 0,1 0-1,1 0 1,-1-1 0,0 1 0,1-1 0,0 0 0,0 0-1,0 0 1,0 0 0,0-1 0,1 0 0,-1 0 0,5 2-1,-3-2 4,-1-1-1,1 1 0,0-1 0,-1 0 0,1-1 1,0 1-1,0-1 0,0 0 0,-1-1 0,1 1 0,0-1 1,-1 0-1,1-1 0,0 1 0,-1-1 0,0 0 1,1-1-1,-1 1 0,0-1 0,0 0 0,0 0 1,8-8-1,18-19-29,-1-1 0,-1-2 1,-2-1-1,-1-1 0,-2-1 1,26-50-1,-36 55-19,-1 0-1,-1-1 0,-1 0 1,-2-1-1,-2 0 1,0 0-1,-3-1 1,2-54-1,-6 51 24,0 23 94,0 18 300,-18 201-270,0-16 214,17-139-257,-2-13-8,2 0 0,2 0 0,1 0-1,11 54 1,-5-53-59,8 23-145,-16-61 83,0 1-1,1-1 1,-1 0 0,0 0 0,0 1-1,0-1 1,1 0 0,-1 0 0,0 0-1,0 0 1,0 1 0,1-1 0,-1 0-1,0 0 1,0 0 0,1 0 0,-1 0-1,0 0 1,1 0 0,-1 1 0,0-1 0,0 0-1,1 0 1,-1 0 0,0 0 0,1 0-1,-1 0 1,0-1 0,0 1 0,1 0-1,-1 0 1,0 0 0,1 0 0,-1 0-1,0 0 1,0 0 0,1-1 0,6-2-2887</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36.285"/>
    </inkml:context>
    <inkml:brush xml:id="br0">
      <inkml:brushProperty name="width" value="0.05" units="cm"/>
      <inkml:brushProperty name="height" value="0.05" units="cm"/>
    </inkml:brush>
  </inkml:definitions>
  <inkml:trace contextRef="#ctx0" brushRef="#br0">200 0 27405,'0'0'2150,"8"18"-1974,16 47 177,-2 2 0,-3 0-1,16 116 1,-28-101-51,-3 0-1,-10 100 1,2-149-254,-2-1 0,-2 1 0,-1-1 0,-1-1 0,-19 41 0,7-27-100,-2 0-1,-54 75 0,70-108-447,0-1-1,-1-1 0,0 1 0,-1-2 0,0 1 1,-21 14-1,-7-7-6513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39.208"/>
    </inkml:context>
    <inkml:brush xml:id="br0">
      <inkml:brushProperty name="width" value="0.05" units="cm"/>
      <inkml:brushProperty name="height" value="0.05" units="cm"/>
    </inkml:brush>
  </inkml:definitions>
  <inkml:trace contextRef="#ctx0" brushRef="#br0">519 334 23739,'0'0'6083,"-10"4"-5923,1 1-104,0 0 1,0 0 0,1 1 0,-1 0-1,1 1 1,1-1 0,-1 1 0,1 1-1,0 0 1,-10 15 0,-1 10 29,1 1 0,1 1 0,-19 63 0,-19 119-8,30-115-33,-27 89 64,-38 188 19,25 35-98,44-273-36,6 0 1,6 199 0,16-273-3,3 0 1,3-1 0,40 113-1,-32-116 1,3-1 1,47 84-1,-51-109 2,3-1 0,0-2 0,2 0 0,60 59 0,-68-78-1,0 0-1,1-2 1,1 0-1,0-2 1,1 0 0,0-1-1,1-1 1,0-1 0,0-1-1,34 7 1,5-4-14,0-3-1,109 0 1,-151-9 20,1 0-1,0-1 0,0-1 0,-1-1 1,0 0-1,0-2 0,0 0 0,-1-1 1,0-1-1,-1-1 0,23-16 0,19-17 15,89-86-1,-145 126-12,71-65 14,-4-3 1,-3-3-1,91-131 0,-126 152-26,-2-2 0,-3-1 0,38-112 0,34-189-45,-93 331 55,8-44-25,6-80 1,10-57-15,-10 99 27,-5-1 1,-4 0-1,-6-1 0,-8-122 0,-5 133 13,-36-177 0,32 232 7,-1 1 0,-2 0 1,-2 1-1,-2 1 0,-1 1 0,-3 0 0,-1 2 0,-45-56 0,51 75 1,0 1 0,-1 0 0,-1 1 0,-1 2 0,0 0 0,-1 1 0,0 1 0,-26-11 0,-22-5 28,-106-32 0,128 49-12,0 1 0,-94-7 0,-99 11 51,228 8-70,0 0 1,0 1-1,0 0 1,0 1-1,1 1 1,-1 0-1,1 1 1,0 0-1,0 1 0,1 0 1,-13 9-1,-17 14 23,-59 56 0,33-27-5,49-44-33,1-1 0,0 2 0,1 0 1,0 1-1,2 1 0,0 0 0,0 1 0,2 1 0,-18 34 0,-9 47-995,19-46-199</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48.235"/>
    </inkml:context>
    <inkml:brush xml:id="br0">
      <inkml:brushProperty name="width" value="0.05" units="cm"/>
      <inkml:brushProperty name="height" value="0.05" units="cm"/>
    </inkml:brush>
  </inkml:definitions>
  <inkml:trace contextRef="#ctx0" brushRef="#br0">352 263 25996,'0'0'2815,"4"55"-881,-6-16-1908,-3 0 0,-1-1 0,-2 1 1,-14 41-1,-8 35 5,-68 286-2,-18 91-23,91-267-6,6-30 14,3-46-13,7 248 1,10-275 0,1-75 0,3-1 0,2-1 0,1 1-1,3-1 1,2 0 0,31 73 0,-30-82 3,1-1-1,2-1 0,1 0 1,2-1-1,1-1 0,2-1 1,42 45-1,-49-61 28,0 0 0,0-2 0,1 0 0,1 0 0,0-2 0,1 0 0,0-1 0,0-1 0,1-1 0,0-1 0,38 8 0,-21-8-1,2-3 0,-1-1 0,1-2 0,40-3 0,-68 0-23,0 0 1,0 0 0,0-1-1,0-1 1,-1 1-1,1-2 1,-1 0-1,0 0 1,17-12 0,9-10 12,38-35 0,-29 22 19,-6 6 44,62-75 0,4-33-1,-76 106-68,-3-1 1,0-1 0,-3-1-1,-1-1 1,-2-1-1,26-77 1,-45 113-15,34-112 4,-6-1 0,23-190 0,-37 171-8,5-101-23,-18 33 22,-5-224-43,-2 384 37,-1 1-1,-14-44 1,4 21 12,-12-87-27,-24-98 2,16 133 23,32 107 0,0 0 1,-1 1 0,0-1 0,0 1-1,-1 0 1,-1 0 0,0 1 0,0 0-1,-1 0 1,-15-14 0,8 11 1,0 1-1,-1 0 1,-1 1 0,0 0 0,-32-14-1,7 6 8,-10-6-5,-1 2 0,-1 2 0,0 3 0,-92-18 1,130 33-5,1 1 0,-1 0 0,0 2 0,0 0 0,1 0 0,-1 1 0,0 1 0,1 1 0,-1 0 0,1 1 0,0 1 0,0 0 0,-20 11 0,-11 6-1,26-13 1,1 1 0,-35 23 1,27-11-4,2 2-1,-29 34 1,-6 7 13,55-59-18,0 0 1,0 0-1,1 1 1,0 0 0,-7 13-1,-18 29-1193,11-31-56,-2 2-1539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49.394"/>
    </inkml:context>
    <inkml:brush xml:id="br0">
      <inkml:brushProperty name="width" value="0.05" units="cm"/>
      <inkml:brushProperty name="height" value="0.05" units="cm"/>
    </inkml:brush>
  </inkml:definitions>
  <inkml:trace contextRef="#ctx0" brushRef="#br0">0 0 28253,'0'0'2124,"6"2"-1900,-2-1-187,0 1 1,0 0-1,0 0 1,0 0-1,-1 1 1,1 0-1,0-1 1,-1 1 0,0 0-1,6 7 1,32 46 241,-2-3-150,-13-25-155,-14-16-83,0 0 1,-1 1-1,0 0 0,-1 1 1,0 1-1,9 19 0,-18-14-1689,-1-12-627</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49.783"/>
    </inkml:context>
    <inkml:brush xml:id="br0">
      <inkml:brushProperty name="width" value="0.05" units="cm"/>
      <inkml:brushProperty name="height" value="0.05" units="cm"/>
    </inkml:brush>
  </inkml:definitions>
  <inkml:trace contextRef="#ctx0" brushRef="#br0">315 17 24315,'0'0'5114,"0"-2"-5054,-1 1-1,1 0 1,-1 0-1,1 0 1,-1 0-1,0 0 1,1 0-1,-1 0 1,0 0-1,0 0 0,0 0 1,0 0-1,-2-1 1,0 3-38,0 0 1,0 0 0,1 1-1,-1-1 1,0 1 0,1 0-1,-1 0 1,1 0-1,-1 0 1,1 0 0,0 1-1,-2 2 1,-29 36 104,26-31-92,-46 56 60,16-20-299,2 1 0,-37 65-1,56-87-581,2-1-5119</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1.291"/>
    </inkml:context>
    <inkml:brush xml:id="br0">
      <inkml:brushProperty name="width" value="0.05" units="cm"/>
      <inkml:brushProperty name="height" value="0.05" units="cm"/>
    </inkml:brush>
  </inkml:definitions>
  <inkml:trace contextRef="#ctx0" brushRef="#br0">1 11 26044,'0'0'4108,"0"0"-4081,0-1-1,0 1 0,0 0 0,0 0 0,0-1 1,0 1-1,0 0 0,0-1 0,-1 1 0,1 0 1,0-1-1,0 1 0,0 0 0,0-1 0,1 1 1,-1 0-1,0 0 0,0-1 0,0 1 0,0 0 1,0-1-1,0 1 0,0 0 0,1 0 0,-1-1 1,0 1-1,0 0 0,0 0 0,0-1 0,1 1 1,-1 0-1,0 0 0,0-1 0,1 1 0,-1 0 0,0 0 1,0 0-1,1 0 0,-1 0 0,0-1 0,1 1 1,-1 0-1,1 0 0,9 7-3,-1-1 0,0 2 0,0-1 0,-1 1-1,0 1 1,0 0 0,-1 0 0,0 0 0,6 11 0,22 26 4,87 73-1489,-121-110-979</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1.631"/>
    </inkml:context>
    <inkml:brush xml:id="br0">
      <inkml:brushProperty name="width" value="0.05" units="cm"/>
      <inkml:brushProperty name="height" value="0.05" units="cm"/>
    </inkml:brush>
  </inkml:definitions>
  <inkml:trace contextRef="#ctx0" brushRef="#br0">316 1 28221,'0'0'1777,"-104"100"-1601,80-67 0,-4-1-64,0-1-32,4 1-80,0-5 0,4-2 0,8-2-112,-4-1-336,-4-4-849,4-2-3297</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2.318"/>
    </inkml:context>
    <inkml:brush xml:id="br0">
      <inkml:brushProperty name="width" value="0.05" units="cm"/>
      <inkml:brushProperty name="height" value="0.05" units="cm"/>
    </inkml:brush>
  </inkml:definitions>
  <inkml:trace contextRef="#ctx0" brushRef="#br0">1 0 27725,'0'0'2564,"13"4"-2327,-1 0-186,0 1 0,0 0 0,-1 0 0,0 1 0,0 0 0,0 1 0,-1 1 0,14 11 0,-17-11-5,25 21 6,-2 2-1,-1 1 1,28 41 0,-52-64-405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2.674"/>
    </inkml:context>
    <inkml:brush xml:id="br0">
      <inkml:brushProperty name="width" value="0.05" units="cm"/>
      <inkml:brushProperty name="height" value="0.05" units="cm"/>
    </inkml:brush>
  </inkml:definitions>
  <inkml:trace contextRef="#ctx0" brushRef="#br0">272 1 20009,'0'0'10621,"-2"3"-10504,-184 242 136,118-132-4166,52-82-828</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3.017"/>
    </inkml:context>
    <inkml:brush xml:id="br0">
      <inkml:brushProperty name="width" value="0.05" units="cm"/>
      <inkml:brushProperty name="height" value="0.05" units="cm"/>
    </inkml:brush>
  </inkml:definitions>
  <inkml:trace contextRef="#ctx0" brushRef="#br0">1 1 27597,'0'0'2571,"15"10"-2298,119 95 193,-105-80-522,-8-6-317,1 0 0,1-2 1,36 22-1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3.374"/>
    </inkml:context>
    <inkml:brush xml:id="br0">
      <inkml:brushProperty name="width" value="0.05" units="cm"/>
      <inkml:brushProperty name="height" value="0.05" units="cm"/>
    </inkml:brush>
  </inkml:definitions>
  <inkml:trace contextRef="#ctx0" brushRef="#br0">268 1 28893,'0'0'2145,"-108"109"-1857,72-58-64,0-3-95,1-1-81,11-6-32,4-5-16,12-2-32,8-3-177,0-4-543,0-6-432,20-4-3122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4.431"/>
    </inkml:context>
    <inkml:brush xml:id="br0">
      <inkml:brushProperty name="width" value="0.05" units="cm"/>
      <inkml:brushProperty name="height" value="0.05" units="cm"/>
    </inkml:brush>
  </inkml:definitions>
  <inkml:trace contextRef="#ctx0" brushRef="#br0">49 114 26316,'0'0'3615,"0"-4"-3402,0-29 1135,-8 40-1292,3-1-59,1 0 1,-1 1-1,1 0 1,1 0-1,-1 0 1,1 0-1,0 0 1,1 1-1,0 0 1,0-1-1,1 1 1,0 0-1,0 0 1,1-1-1,0 1 1,1 10-1,-1-17 2,1 1-1,0-1 1,-1 0 0,1 0-1,0 0 1,0-1-1,0 1 1,0 0 0,-1 0-1,1 0 1,0-1 0,1 1-1,-1 0 1,0-1-1,0 1 1,0-1 0,0 1-1,0-1 1,1 0-1,-1 1 1,0-1 0,0 0-1,0 0 1,1 0 0,-1 0-1,0 0 1,0 0-1,1 0 1,-1-1 0,1 1-1,1 0 4,0-1-1,-1 1 1,1 0-1,-1-1 0,1 0 1,-1 0-1,0 1 1,1-1-1,-1-1 1,0 1-1,1 0 0,-1-1 1,0 1-1,2-3 1,3-6 3,-1 0 1,1-1 0,-2 0 0,0 0-1,0-1 1,-1 0 0,0 1-1,-1-1 1,-1 0 0,0-1-1,0 1 1,-1 0 0,-1-1-1,-2-22 1,2 35-5,0-1 0,0 1-1,0-1 1,0 1 0,0-1 0,0 1 0,0-1-1,0 1 1,0-1 0,0 1 0,0-1 0,0 1-1,-1-1 1,1 1 0,0-1 0,0 1-1,-1-1 1,1 1 0,0-1 0,-1 1 0,1 0-1,0-1 1,-1 1 0,1 0 0,0-1-1,-1 1 1,1 0 0,-1-1 0,1 1 0,-1 0-1,1 0 1,-1 0 0,1-1 0,-1 1 0,1 0-1,-1 0 1,1 0 0,-1 0 0,1 0-1,-1 0 1,1 0 0,-1 0 0,1 0 0,-1 0-1,1 0 1,-1 0 0,1 1 0,-1-1-1,1 0 1,-1 0 0,1 1 0,-1-1 0,1 0-1,-1 0 1,1 1 0,-1 0 0,-19 22-1,14-11 7,1 0 0,0 0 0,1 1 0,0 0 0,0 0-1,2 0 1,0 0 0,-1 23 0,4-37-4,1 1 0,-1 0 1,0-1-1,1 1 0,-1-1 1,0 0-1,0 1 0,1-1 0,-1 0 1,0 0-1,0 0 0,0 0 1,0 0-1,0 0 0,0 0 1,1-2-1,5-7 22,-1 0 1,1 0-1,-2-1 1,8-18-1,-11 24-24,0-1 0,0 1 0,-1 0 0,1-1-1,-1 1 1,-1-1 0,1 0 0,-1 1 0,0-1 0,0 1 0,-1-1 0,-1-7 0,1 12-1,-1 0 0,1 0 0,-1 1 0,1-1 1,-1 1-1,1-1 0,-1 1 0,1 0 0,-1-1 1,0 1-1,1 0 0,-1 0 0,1 0 0,-1 0 1,0 1-1,1-1 0,-1 0 0,1 1 0,-1-1 1,1 1-1,-1-1 0,1 1 0,-1 0 0,1 0 1,-1 0-1,-1 1 0,-3 5-174,1-1-1,0 1 1,0 0-1,1 0 1,0 1 0,0-1-1,0 1 1,1 0-1,1 0 1,-4 14 0,6-19-2411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5.360"/>
    </inkml:context>
    <inkml:brush xml:id="br0">
      <inkml:brushProperty name="width" value="0.05" units="cm"/>
      <inkml:brushProperty name="height" value="0.05" units="cm"/>
    </inkml:brush>
  </inkml:definitions>
  <inkml:trace contextRef="#ctx0" brushRef="#br0">97 95 22714,'0'0'6390,"-13"17"-6033,-39 57-55,48-69-262,1 1 0,-1-1-1,1 1 1,0 0 0,0 1 0,1-1 0,0 0 0,0 1-1,0-1 1,1 1 0,0-1 0,0 1 0,1 0 0,0 10-1,0-6 7,1-10-43,-1 0 0,1 0 0,-1-1 0,1 1 0,0 0 0,0 0 0,-1 0 0,1-1 0,0 1 0,0 0 0,0-1 0,0 1 0,0-1 0,0 1 0,0-1 0,0 1 0,0-1 0,0 0 0,0 0 0,0 1 0,0-1 0,0 0 0,1 0 0,-1 0 0,0 0 0,0 0 0,2-1 0,0 1 3,0 1 0,0-2 1,0 1-1,-1 0 0,1 0 0,0-1 0,0 0 0,0 1 1,-1-1-1,5-2 0,-2-2-2,-1-1 0,1 1 0,-2-1-1,1 0 1,0 0 0,-1 0 0,0 0 0,-1-1 0,1 1 0,-1-1 0,-1 0-1,1 1 1,0-9 0,1-14 69,0-49 0,-3 75-57,0 3-10,0 0-1,0-1 1,0 1 0,0 0 0,0 0-1,0 0 1,0 0 0,0 0-1,0 0 1,0 0 0,0-1-1,0 1 1,0 0 0,0 0-1,0 0 1,0 0 0,0 0 0,0 0-1,0 0 1,0 0 0,0-1-1,0 1 1,0 0 0,0 0-1,0 0 1,0 0 0,-1 0-1,1 0 1,0 0 0,0 0 0,0 0-1,0 0 1,0-1 0,0 1-1,0 0 1,0 0 0,0 0-1,0 0 1,-1 0 0,1 0-1,0 0 1,0 0 0,0 0-1,0 0 1,0 0 0,0 0 0,0 0-1,-1 0 1,1 0 0,0 0-1,0 0 1,0 0 0,0 0-1,0 0 1,0 0 0,0 0-1,-1 0 1,1 0 0,0 0 0,0 1-1,0-1 1,0 0 0,0 0-1,0 0 1,0 0 0,-10 9 95,-5 14-106,7-8 20,1-1-1,1 1 0,0 1 0,1-1 0,1 1 1,0 0-1,1 0 0,-1 29 0,4-44-13,0-1-1,0 0 0,0 1 0,0-1 0,0 0 0,0 1 1,0-1-1,0 1 0,0-1 0,0 0 0,0 1 0,0-1 1,0 0-1,0 1 0,0-1 0,0 0 0,0 1 1,1-1-1,-1 0 0,0 1 0,0-1 0,1 0 0,-1 1 1,0-1-1,0 0 0,1 0 0,-1 1 0,0-1 1,0 0-1,1 0 0,-1 0 0,0 1 0,1-1 0,-1 0 1,0 0-1,1 0 0,-1 0 0,1 0 0,-1 0 0,0 0 1,1 0-1,-1 0 0,19-9 20,13-19 35,-22 13-48,0 0-1,-1-1 1,-1 1 0,-1-2-1,0 1 1,-1-1 0,-1 0-1,-1 0 1,0-1 0,-1 1-1,-1-1 1,0 1 0,-2-25-1,0 41-3,0 1-1,0-1 1,0 0-1,0 1 1,-1-1-1,1 0 0,0 1 1,0-1-1,0 0 1,-1 1-1,1-1 0,0 0 1,-1 1-1,1-1 1,0 1-1,-1-1 1,1 1-1,-1-1 0,1 1 1,-1-1-1,1 1 1,-1-1-1,0 1 0,1 0 1,-1-1-1,1 1 1,-1 0-1,0-1 1,1 1-1,-1 0 0,0 0 1,1 0-1,-1 0 1,0 0-1,1-1 0,-1 1 1,0 0-1,1 1 1,-1-1-1,0 0 1,0 0-1,1 0 0,-1 0 1,0 0-1,1 1 1,-1-1-1,1 0 0,-2 1 1,-2 0 7,0 1 1,0 0-1,1-1 1,-1 1 0,0 0-1,1 1 1,-7 4-1,-3 7 21,0 0 0,1 1 0,-15 24 1,22-32-181,1 1-1,0 0 1,0 0 0,1 0 0,0 0 0,0 0 0,1 1 0,0-1 0,-2 18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6.322"/>
    </inkml:context>
    <inkml:brush xml:id="br0">
      <inkml:brushProperty name="width" value="0.05" units="cm"/>
      <inkml:brushProperty name="height" value="0.05" units="cm"/>
    </inkml:brush>
  </inkml:definitions>
  <inkml:trace contextRef="#ctx0" brushRef="#br0">64 6 27805,'0'0'1550,"-9"18"-1251,-29 61 37,35-73-298,0 0 0,1 0 0,0 0 0,0 0 0,1 1 0,0-1 1,0 0-1,0 1 0,1-1 0,0 1 0,0-1 0,1 0 0,2 13 0,-3-19-38,0 1 0,1 0 1,-1 0-1,1 0 0,-1 0 0,1 0 0,0 0 0,-1 0 1,1 0-1,0 0 0,0-1 0,0 1 0,0 0 0,0 0 1,0-1-1,0 1 0,0-1 0,0 1 0,0-1 1,0 1-1,0-1 0,0 1 0,0-1 0,1 0 0,-1 0 1,0 0-1,0 0 0,0 0 0,1 0 0,-1 0 0,0 0 1,0 0-1,0 0 0,2-1 0,1 1 7,0-1 0,-1 0-1,1 0 1,0 0 0,0 0 0,-1 0-1,1-1 1,6-3 0,-2-3 24,-1 0 0,0-1-1,0 1 1,-1-1 0,0-1 0,0 1 0,-1-1 0,-1 0-1,0 0 1,0-1 0,-1 1 0,0-1 0,0 0 0,-2 1-1,1-1 1,-1 0 0,-1-17 0,0 27-26,-1 0 0,1 1 0,0-1-1,0 1 1,-1-1 0,1 0 0,-1 1 0,1-1 0,0 1 0,-1-1-1,1 1 1,-1-1 0,1 1 0,-1 0 0,1-1 0,-1 1 0,0 0-1,1-1 1,-1 1 0,1 0 0,-1-1 0,0 1 0,1 0 0,-1 0-1,0 0 1,1 0 0,-1 0 0,0 0 0,1 0 0,-1 0 0,0 0-1,1 0 1,-1 0 0,0 0 0,1 0 0,-1 0 0,0 1 0,1-1-1,-1 0 1,1 0 0,-1 1 0,0-1 0,1 1 0,-1-1 0,1 0-1,-1 1 1,1-1 0,-1 1 0,1-1 0,0 1 0,-1-1 0,1 1-1,0 0 1,-1-1 0,1 2 0,-8 9-3,1 0-1,0 0 1,1 0-1,1 1 1,0 0-1,0 1 1,1-1-1,1 1 1,0 0-1,0 0 1,2-1-1,0 2 1,0 12-1,1-25 0,0-1-1,0 1 1,1-1-1,-1 1 1,0-1-1,1 0 1,-1 1-1,0-1 1,0 0-1,1 1 1,-1-1-1,1 0 1,-1 0-1,0 1 1,1-1-1,-1 0 1,1 0-1,-1 1 1,0-1-1,1 0 1,-1 0-1,1 0 1,-1 0-1,1 0 1,-1 0-1,1 0 1,-1 0-1,1 0 1,-1 0-1,1 0 1,-1 0-1,0 0 1,1 0-1,-1 0 0,1 0 1,-1-1-1,1 1 1,-1 0-1,0 0 1,1-1-1,-1 1 1,1 0-1,-1 0 1,1-1-1,21-12 50,-15 6-43,0-1 0,-1 1 0,0-1 0,-1-1 0,1 1-1,-1-1 1,-1 0 0,0 0 0,0 0 0,-1-1-1,0 0 1,0 1 0,-1-1 0,-1 0 0,0 0 0,0 0-1,-1-17 1,-2 27-5,0 0-1,1 1 1,-1-1 0,1 1-1,-1-1 1,1 1-1,-1 0 1,0-1 0,1 1-1,0 0 1,-1 0-1,1 0 1,0 0 0,-3 3-1,-5 6-3,1 1 0,0 0 1,1 1-1,0 0 0,1 0 0,0 1 0,1-1 0,0 1 1,1 1-1,1-1 0,0 0 0,-1 15 0,4-27 18,5-27 54,9-9-1036,-9 13-846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7.209"/>
    </inkml:context>
    <inkml:brush xml:id="br0">
      <inkml:brushProperty name="width" value="0.05" units="cm"/>
      <inkml:brushProperty name="height" value="0.05" units="cm"/>
    </inkml:brush>
  </inkml:definitions>
  <inkml:trace contextRef="#ctx0" brushRef="#br0">101 0 27917,'0'0'1899,"-12"13"-1720,0 0-107,6-8-33,0 1 0,0 0-1,1 0 1,0 0 0,0 1-1,0 0 1,1 0 0,0 0-1,1 0 1,0 1 0,-4 13-1,1 2 105,2 0 0,1 0 0,-1 47-1,4-70-142,0 0 0,0 1-1,0-1 1,0 0 0,0 0-1,0 1 1,0-1 0,0 0-1,0 0 1,0 0 0,0 1-1,1-1 1,-1 0 0,0 0-1,0 0 1,0 1 0,0-1 0,0 0-1,1 0 1,-1 0 0,0 0-1,0 0 1,0 1 0,0-1-1,1 0 1,-1 0 0,0 0-1,0 0 1,0 0 0,1 0-1,-1 0 1,0 0 0,0 0-1,1 0 1,-1 0 0,0 0-1,0 0 1,0 0 0,1 0 0,-1 0-1,0 0 1,0 0 0,1 0-1,14-5 1,10-10 30,-18 7-27,-1 0 0,0 0 0,-1 0 0,1 0 0,-2-1 0,1 0 1,-1 0-1,-1 0 0,0-1 0,4-15 0,-3 0 2,-1-2-1,-1-45 1,-2 72-3,0 0-1,0-1 0,0 1 0,0 0 1,-1 0-1,1-1 0,0 1 1,0 0-1,0 0 0,0 0 1,0-1-1,0 1 0,0 0 0,-1 0 1,1 0-1,0-1 0,0 1 1,0 0-1,0 0 0,-1 0 0,1 0 1,0 0-1,0-1 0,-1 1 1,1 0-1,0 0 0,0 0 1,0 0-1,-1 0 0,1 0 0,0 0 1,0 0-1,-1 0 0,1 0 1,0 0-1,0 0 0,-1 0 0,1 0 1,0 0-1,0 0 0,-1 0 1,1 0-1,0 0 0,0 0 1,0 0-1,-1 1 0,1-1 0,0 0 1,0 0-1,0 0 0,-1 0 1,1 1-1,0-1 0,0 0 1,0 0-1,0 0 0,-1 0 0,1 1 1,0-1-1,-13 13-25,7-5 30,0 1 0,1-1 0,0 1 1,0 1-1,1-1 0,0 1 0,1 0 0,0 0 1,1 0-1,0 0 0,-1 12 0,3-22-27,8-4-19,-3-1 54,0 0 0,-1 0 0,0 0 1,0-1-1,0 1 0,-1-1 0,0 0 0,0 0 1,-1 0-1,1 0 0,-1-1 0,-1 1 0,1-1 0,-1 1 1,1-12-1,-18 25 108,10 0-253,0 1 0,1 0 0,0 0-1,0 0 1,1 1 0,0-1-1,0 1 1,-3 12 0,-3 2-1681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9.161"/>
    </inkml:context>
    <inkml:brush xml:id="br0">
      <inkml:brushProperty name="width" value="0.05" units="cm"/>
      <inkml:brushProperty name="height" value="0.05" units="cm"/>
    </inkml:brush>
  </inkml:definitions>
  <inkml:trace contextRef="#ctx0" brushRef="#br0">1 72 28461,'0'0'1459,"13"0"-1245,89-1 112,8-1-229,165 18 0,-73 3-96,331-11-1,-306-10 15,206 11 137,-396-11-138,0-3 0,0 0-1,63-20 1,-50 12-15,55-7 0,13 12-13,33-5 15,-72 7-6,-64 6 3,-1 0 1,1-1-1,-1-1 1,0 0-1,1-1 1,25-9-1,-39 11 5,-1 0 218,-48 1-1331,28 0-613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6:59.986"/>
    </inkml:context>
    <inkml:brush xml:id="br0">
      <inkml:brushProperty name="width" value="0.05" units="cm"/>
      <inkml:brushProperty name="height" value="0.05" units="cm"/>
    </inkml:brush>
  </inkml:definitions>
  <inkml:trace contextRef="#ctx0" brushRef="#br0">2 13 25884,'0'0'4279,"0"-1"-4240,0 1 1,0 0-1,-1-1 0,1 1 1,0 0-1,0-1 0,0 1 0,0 0 1,-1-1-1,1 1 0,0-1 1,0 1-1,0 0 0,0-1 0,0 1 1,0-1-1,0 1 0,0 0 1,0-1-1,0 1 0,0 0 1,1-1-1,-1 1 0,0-1 0,0 1 1,0 0-1,0-1 0,1 1 1,-1 0-1,0-1 0,0 1 0,1-1 1,169 19 288,-151-18-316,-2 0-11,0 1 0,-1 1 0,31 6 0,-45-8-2,0 1 1,0 0-1,-1-1 0,1 1 1,-1 0-1,1 0 0,0 0 1,-1 0-1,1 0 0,-1 0 1,0 0-1,1 1 0,-1-1 1,0 1-1,0-1 0,0 0 1,0 1-1,0 0 1,0-1-1,0 1 0,0 2 1,0 0-3,0 0 0,-1 0 1,1 0-1,-1 0 0,0 0 1,0 0-1,0 0 0,-1 0 1,-1 6-1,-1 3-3,-1-1 0,-1 0 0,0 0 0,0 0 0,-11 15 0,0-1 12,-2 0 0,-1-1 0,-1-1 0,-1 0 0,-1-2 0,-1 0 0,-40 28 0,34-32-1226,17-16-442</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7:02.328"/>
    </inkml:context>
    <inkml:brush xml:id="br0">
      <inkml:brushProperty name="width" value="0.05" units="cm"/>
      <inkml:brushProperty name="height" value="0.05" units="cm"/>
    </inkml:brush>
  </inkml:definitions>
  <inkml:trace contextRef="#ctx0" brushRef="#br0">1 768 26940,'0'0'2594,"21"-4"-2309,165-34 406,180-23 19,-16 2-494,-139 11-212,117-23 42,-262 57-29,94-32 0,-14 3 13,-79 22-28,118-53-1,-16 5 12,89-41-13,-82 20 16,-135 72-543,-39 17-35,-23 9-112,15-6-1164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7:03.325"/>
    </inkml:context>
    <inkml:brush xml:id="br0">
      <inkml:brushProperty name="width" value="0.05" units="cm"/>
      <inkml:brushProperty name="height" value="0.05" units="cm"/>
    </inkml:brush>
  </inkml:definitions>
  <inkml:trace contextRef="#ctx0" brushRef="#br0">1 128 26476,'0'0'3530,"4"0"-2170,21-1-1308,0-1 0,0-2 0,0 0 0,-1-2 0,34-12 0,116-54-149,-152 62 88,10 3 3,-31 5 6,0 1 0,2 1 0,-2 1 1,-1-1 0,1 1-1,-1 0 1,1 0-1,-1 0 1,1 1 0,-1-1-1,0 0 1,1 0-1,-1 0 1,0 0 0,0 0-1,0 0 1,0 0-1,0 0 1,0 1 0,0-1-1,0 0 1,-1 1-1,1 0 2,-2 11 1,-1 1 0,0-1 0,-1 0 0,0 0 0,-1 0 0,-1-1 0,0 1 0,-1-1 0,-13 19 0,-12 24 7,19-27 10,6-12 1,-1 0 0,-1 0 0,-13 18 0,21-33-2,1 0-9,-4 15-3796</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7:05.658"/>
    </inkml:context>
    <inkml:brush xml:id="br0">
      <inkml:brushProperty name="width" value="0.05" units="cm"/>
      <inkml:brushProperty name="height" value="0.05" units="cm"/>
    </inkml:brush>
  </inkml:definitions>
  <inkml:trace contextRef="#ctx0" brushRef="#br0">0 196 28813,'0'0'1153,"19"-6"-833,31-7-96,1 1 0,97-8 0,344 13 364,57-3-487,-280 7-54,-13 0 178,-179 0-170,-37 2-37,-1-1 0,65-13 0,-2-11-1,-41 10 0,64-9 0,278-9 12,-352 34-26,5 0 15,-55 0 33,-40 0-1905,25 0-974,-5 0-5317</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7:06.514"/>
    </inkml:context>
    <inkml:brush xml:id="br0">
      <inkml:brushProperty name="width" value="0.05" units="cm"/>
      <inkml:brushProperty name="height" value="0.05" units="cm"/>
    </inkml:brush>
  </inkml:definitions>
  <inkml:trace contextRef="#ctx0" brushRef="#br0">69 23 27821,'0'0'1819,"-31"-14"-1301,1 8-310,23 4-86,16 4 428,16 6-317,0 1 0,27 15-1,33 11-164,35-6-84,-117-27 4,-1-1 1,0 1 0,1-1-1,-1 1 1,0 0-1,0 0 1,0 0-1,0 0 1,0 0-1,-1 0 1,1 0-1,-1 1 1,1-1-1,-1 1 1,1 2 0,-1-3 10,0 0 0,0-1 0,-1 1 0,1 0 0,-1 0 0,1 0 0,-1-1 0,0 1 0,0 0 0,1 0 0,-1 0 1,-1 0-1,1 0 0,0 0 0,0-1 0,-1 1 0,1 0 0,-1 0 0,1 0 0,-1-1 0,0 1 0,0 0 0,0-1 1,0 1-1,0 0 0,-2 1 0,-50 47 6,-3-3 0,-1-2 1,-96 56-1,139-95-2075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7:07.899"/>
    </inkml:context>
    <inkml:brush xml:id="br0">
      <inkml:brushProperty name="width" value="0.05" units="cm"/>
      <inkml:brushProperty name="height" value="0.05" units="cm"/>
    </inkml:brush>
  </inkml:definitions>
  <inkml:trace contextRef="#ctx0" brushRef="#br0">0 732 28797,'0'0'886,"18"-4"-590,345-74 1113,-169 47-1215,212-5 1,-232 25-158,330-62 1,-448 59-35,373-100-1,-337 84 4,-3-3 1,140-75-1,-30-2 66,-194 108-72,26-15 2,0 1-1,63-22 1,-43 22-103,-102 33-1623,30-13 281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8:17:08.784"/>
    </inkml:context>
    <inkml:brush xml:id="br0">
      <inkml:brushProperty name="width" value="0.05" units="cm"/>
      <inkml:brushProperty name="height" value="0.05" units="cm"/>
    </inkml:brush>
  </inkml:definitions>
  <inkml:trace contextRef="#ctx0" brushRef="#br0">1 100 26428,'0'0'3242,"4"-12"-1663,169-5-909,45-8-481,25-20-202,-242 45 12,-1 0 1,1 0-1,-1 0 1,1 0 0,-1 0-1,1 0 1,-1 0-1,1 0 1,-1 0-1,0 0 1,1 0 0,-1 0-1,1 0 1,-1 0-1,1 0 1,-1 1-1,1-1 1,-1 0 0,0 0-1,1 1 1,-1-1-1,0 0 1,1 1-1,-1-1 1,0 0 0,1 1-1,-1-1 1,0 0-1,1 1 1,-1-1-1,0 1 1,0-1 0,0 0-1,0 1 1,1-1-1,-1 1 1,0-1-1,0 1 1,0-1 0,0 1-1,0-1 1,0 1-1,0-1 1,0 1-1,0-1 1,0 0-1,0 1 1,0-1 0,-1 1-1,1-1 1,0 1-1,0-1 1,0 1-1,-1-1 1,1 1 0,-12 26-24,-114 159 42,92-126 4,19-31-12,-28 37 1,42-65-24,-7-1-1647,-4 0-506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Zástupný symbol pro záhlaví 1">
            <a:extLst>
              <a:ext uri="{FF2B5EF4-FFF2-40B4-BE49-F238E27FC236}">
                <a16:creationId xmlns:a16="http://schemas.microsoft.com/office/drawing/2014/main" id="{58776ED9-B120-4DDA-A104-8107CE3B16F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cs-CZ"/>
          </a:p>
        </p:txBody>
      </p:sp>
      <p:sp>
        <p:nvSpPr>
          <p:cNvPr id="3" name="Zástupný symbol pro datum 2">
            <a:extLst>
              <a:ext uri="{FF2B5EF4-FFF2-40B4-BE49-F238E27FC236}">
                <a16:creationId xmlns:a16="http://schemas.microsoft.com/office/drawing/2014/main" id="{9D53F099-69EB-4FDC-355A-8B0B80117EAC}"/>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D21A9821-F28C-43AC-BF55-988BCDCE5C9A}" type="datetimeFigureOut">
              <a:rPr lang="cs-CZ"/>
              <a:pPr>
                <a:defRPr/>
              </a:pPr>
              <a:t>05.11.2022</a:t>
            </a:fld>
            <a:endParaRPr lang="cs-CZ"/>
          </a:p>
        </p:txBody>
      </p:sp>
      <p:sp>
        <p:nvSpPr>
          <p:cNvPr id="4" name="Zástupný symbol pro obrázek snímku 3">
            <a:extLst>
              <a:ext uri="{FF2B5EF4-FFF2-40B4-BE49-F238E27FC236}">
                <a16:creationId xmlns:a16="http://schemas.microsoft.com/office/drawing/2014/main" id="{7CAAE237-59FC-BC1E-5991-E0D944E34A4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cs-CZ" noProof="0"/>
          </a:p>
        </p:txBody>
      </p:sp>
      <p:sp>
        <p:nvSpPr>
          <p:cNvPr id="5" name="Zástupný symbol pro poznámky 4">
            <a:extLst>
              <a:ext uri="{FF2B5EF4-FFF2-40B4-BE49-F238E27FC236}">
                <a16:creationId xmlns:a16="http://schemas.microsoft.com/office/drawing/2014/main" id="{7290F6FE-355B-BF98-2F26-4B9B4021D05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cs-CZ" noProof="0"/>
              <a:t>Kliknutím lze upravit styly předlohy textu.</a:t>
            </a:r>
          </a:p>
          <a:p>
            <a:pPr lvl="1"/>
            <a:r>
              <a:rPr lang="cs-CZ" noProof="0"/>
              <a:t>Druhá úroveň</a:t>
            </a:r>
          </a:p>
          <a:p>
            <a:pPr lvl="2"/>
            <a:r>
              <a:rPr lang="cs-CZ" noProof="0"/>
              <a:t>Třetí úroveň</a:t>
            </a:r>
          </a:p>
          <a:p>
            <a:pPr lvl="3"/>
            <a:r>
              <a:rPr lang="cs-CZ" noProof="0"/>
              <a:t>Čtvrtá úroveň</a:t>
            </a:r>
          </a:p>
          <a:p>
            <a:pPr lvl="4"/>
            <a:r>
              <a:rPr lang="cs-CZ" noProof="0"/>
              <a:t>Pátá úroveň</a:t>
            </a:r>
          </a:p>
        </p:txBody>
      </p:sp>
      <p:sp>
        <p:nvSpPr>
          <p:cNvPr id="6" name="Zástupný symbol pro zápatí 5">
            <a:extLst>
              <a:ext uri="{FF2B5EF4-FFF2-40B4-BE49-F238E27FC236}">
                <a16:creationId xmlns:a16="http://schemas.microsoft.com/office/drawing/2014/main" id="{76E9DC37-A08E-6165-2978-A8A39C4DC411}"/>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cs-CZ"/>
          </a:p>
        </p:txBody>
      </p:sp>
      <p:sp>
        <p:nvSpPr>
          <p:cNvPr id="7" name="Zástupný symbol pro číslo snímku 6">
            <a:extLst>
              <a:ext uri="{FF2B5EF4-FFF2-40B4-BE49-F238E27FC236}">
                <a16:creationId xmlns:a16="http://schemas.microsoft.com/office/drawing/2014/main" id="{301CE35F-A83B-B487-EA39-272AA562FFA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B870D11-69E1-4ACD-9D82-1834D1495E43}" type="slidenum">
              <a:rPr lang="cs-CZ" altLang="cs-CZ"/>
              <a:pPr/>
              <a:t>‹#›</a:t>
            </a:fld>
            <a:endParaRPr lang="cs-CZ" altLang="cs-CZ"/>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Zástupný symbol pro obrázek snímku 1">
            <a:extLst>
              <a:ext uri="{FF2B5EF4-FFF2-40B4-BE49-F238E27FC236}">
                <a16:creationId xmlns:a16="http://schemas.microsoft.com/office/drawing/2014/main" id="{2326E6AE-0899-BAD9-ED3A-F00255CC6B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Zástupný symbol pro poznámky 2">
            <a:extLst>
              <a:ext uri="{FF2B5EF4-FFF2-40B4-BE49-F238E27FC236}">
                <a16:creationId xmlns:a16="http://schemas.microsoft.com/office/drawing/2014/main" id="{3F70CDFB-77D0-699E-2F34-D7D93E71CA8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cs-CZ" altLang="cs-CZ"/>
          </a:p>
        </p:txBody>
      </p:sp>
      <p:sp>
        <p:nvSpPr>
          <p:cNvPr id="10244" name="Zástupný symbol pro číslo snímku 3">
            <a:extLst>
              <a:ext uri="{FF2B5EF4-FFF2-40B4-BE49-F238E27FC236}">
                <a16:creationId xmlns:a16="http://schemas.microsoft.com/office/drawing/2014/main" id="{FD11129A-192F-FE05-C50D-10E5EB912E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D78115D9-EF96-4256-AE90-A61B2F3C3E8A}" type="slidenum">
              <a:rPr lang="cs-CZ" altLang="cs-CZ">
                <a:latin typeface="Arial" panose="020B0604020202020204" pitchFamily="34" charset="0"/>
              </a:rPr>
              <a:pPr eaLnBrk="1" hangingPunct="1">
                <a:spcBef>
                  <a:spcPct val="0"/>
                </a:spcBef>
              </a:pPr>
              <a:t>2</a:t>
            </a:fld>
            <a:endParaRPr lang="cs-CZ" altLang="cs-CZ">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Zástupný symbol pro obrázek snímku 1">
            <a:extLst>
              <a:ext uri="{FF2B5EF4-FFF2-40B4-BE49-F238E27FC236}">
                <a16:creationId xmlns:a16="http://schemas.microsoft.com/office/drawing/2014/main" id="{1D64A5BA-B674-0D71-73B3-DA6044B82E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Zástupný symbol pro poznámky 2">
            <a:extLst>
              <a:ext uri="{FF2B5EF4-FFF2-40B4-BE49-F238E27FC236}">
                <a16:creationId xmlns:a16="http://schemas.microsoft.com/office/drawing/2014/main" id="{FE6C0D6A-C2AE-1443-5F3B-47BC396B09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cs-CZ" altLang="cs-CZ"/>
          </a:p>
        </p:txBody>
      </p:sp>
      <p:sp>
        <p:nvSpPr>
          <p:cNvPr id="11268" name="Zástupný symbol pro číslo snímku 3">
            <a:extLst>
              <a:ext uri="{FF2B5EF4-FFF2-40B4-BE49-F238E27FC236}">
                <a16:creationId xmlns:a16="http://schemas.microsoft.com/office/drawing/2014/main" id="{E52C96CD-25CF-889D-09F5-F39351CBBA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0594A41C-3627-4A28-A9BB-8D0405211A62}" type="slidenum">
              <a:rPr lang="cs-CZ" altLang="cs-CZ">
                <a:latin typeface="Arial" panose="020B0604020202020204" pitchFamily="34" charset="0"/>
              </a:rPr>
              <a:pPr eaLnBrk="1" hangingPunct="1">
                <a:spcBef>
                  <a:spcPct val="0"/>
                </a:spcBef>
              </a:pPr>
              <a:t>3</a:t>
            </a:fld>
            <a:endParaRPr lang="cs-CZ" altLang="cs-CZ">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Zástupný symbol pro obrázek snímku 1">
            <a:extLst>
              <a:ext uri="{FF2B5EF4-FFF2-40B4-BE49-F238E27FC236}">
                <a16:creationId xmlns:a16="http://schemas.microsoft.com/office/drawing/2014/main" id="{E68B8341-203A-3A21-057B-2E213F9DC0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Zástupný symbol pro poznámky 2">
            <a:extLst>
              <a:ext uri="{FF2B5EF4-FFF2-40B4-BE49-F238E27FC236}">
                <a16:creationId xmlns:a16="http://schemas.microsoft.com/office/drawing/2014/main" id="{A4679A44-4F75-A59B-4A50-BC7174C798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cs-CZ" altLang="cs-CZ"/>
          </a:p>
        </p:txBody>
      </p:sp>
      <p:sp>
        <p:nvSpPr>
          <p:cNvPr id="12292" name="Zástupný symbol pro číslo snímku 3">
            <a:extLst>
              <a:ext uri="{FF2B5EF4-FFF2-40B4-BE49-F238E27FC236}">
                <a16:creationId xmlns:a16="http://schemas.microsoft.com/office/drawing/2014/main" id="{2CEB9774-CC3E-A6BF-E6A5-7E2723D4CD0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89860336-BA5F-4515-AC0A-C8A004671DBF}" type="slidenum">
              <a:rPr lang="cs-CZ" altLang="cs-CZ">
                <a:latin typeface="Arial" panose="020B0604020202020204" pitchFamily="34" charset="0"/>
              </a:rPr>
              <a:pPr eaLnBrk="1" hangingPunct="1">
                <a:spcBef>
                  <a:spcPct val="0"/>
                </a:spcBef>
              </a:pPr>
              <a:t>4</a:t>
            </a:fld>
            <a:endParaRPr lang="cs-CZ" altLang="cs-CZ">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Zástupný symbol pro obrázek snímku 1">
            <a:extLst>
              <a:ext uri="{FF2B5EF4-FFF2-40B4-BE49-F238E27FC236}">
                <a16:creationId xmlns:a16="http://schemas.microsoft.com/office/drawing/2014/main" id="{E1CF276A-6CD3-0353-9522-EFF8ADB58C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Zástupný symbol pro poznámky 2">
            <a:extLst>
              <a:ext uri="{FF2B5EF4-FFF2-40B4-BE49-F238E27FC236}">
                <a16:creationId xmlns:a16="http://schemas.microsoft.com/office/drawing/2014/main" id="{73E0ED20-C62A-77EB-1C5B-18D379FE1B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cs-CZ" altLang="cs-CZ"/>
          </a:p>
        </p:txBody>
      </p:sp>
      <p:sp>
        <p:nvSpPr>
          <p:cNvPr id="13316" name="Zástupný symbol pro číslo snímku 3">
            <a:extLst>
              <a:ext uri="{FF2B5EF4-FFF2-40B4-BE49-F238E27FC236}">
                <a16:creationId xmlns:a16="http://schemas.microsoft.com/office/drawing/2014/main" id="{CCF4A26A-92E5-5316-4CCD-FA0E164DB0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03EB6A85-9157-4D34-9CD6-C8131243A344}" type="slidenum">
              <a:rPr lang="cs-CZ" altLang="cs-CZ">
                <a:latin typeface="Arial" panose="020B0604020202020204" pitchFamily="34" charset="0"/>
              </a:rPr>
              <a:pPr eaLnBrk="1" hangingPunct="1">
                <a:spcBef>
                  <a:spcPct val="0"/>
                </a:spcBef>
              </a:pPr>
              <a:t>6</a:t>
            </a:fld>
            <a:endParaRPr lang="cs-CZ" altLang="cs-CZ">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í snímek">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70C0048-47A7-CE0B-AC4C-DA5A493BFA23}"/>
              </a:ext>
            </a:extLst>
          </p:cNvPr>
          <p:cNvGrpSpPr>
            <a:grpSpLocks/>
          </p:cNvGrpSpPr>
          <p:nvPr/>
        </p:nvGrpSpPr>
        <p:grpSpPr bwMode="auto">
          <a:xfrm>
            <a:off x="0" y="0"/>
            <a:ext cx="8763000" cy="5943600"/>
            <a:chOff x="0" y="0"/>
            <a:chExt cx="5520" cy="3744"/>
          </a:xfrm>
        </p:grpSpPr>
        <p:sp>
          <p:nvSpPr>
            <p:cNvPr id="3" name="Rectangle 3">
              <a:extLst>
                <a:ext uri="{FF2B5EF4-FFF2-40B4-BE49-F238E27FC236}">
                  <a16:creationId xmlns:a16="http://schemas.microsoft.com/office/drawing/2014/main" id="{CC810B98-A34B-3F33-05F2-5099FD7245F1}"/>
                </a:ext>
              </a:extLst>
            </p:cNvPr>
            <p:cNvSpPr>
              <a:spLocks noChangeArrowheads="1"/>
            </p:cNvSpPr>
            <p:nvPr/>
          </p:nvSpPr>
          <p:spPr bwMode="auto">
            <a:xfrm>
              <a:off x="0" y="0"/>
              <a:ext cx="1104" cy="30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cs-CZ" altLang="cs-CZ" sz="2400">
                <a:latin typeface="Times New Roman" charset="0"/>
              </a:endParaRPr>
            </a:p>
          </p:txBody>
        </p:sp>
        <p:grpSp>
          <p:nvGrpSpPr>
            <p:cNvPr id="4" name="Group 4">
              <a:extLst>
                <a:ext uri="{FF2B5EF4-FFF2-40B4-BE49-F238E27FC236}">
                  <a16:creationId xmlns:a16="http://schemas.microsoft.com/office/drawing/2014/main" id="{EA0BEA27-DBDB-DC5A-885E-DDBD31902A42}"/>
                </a:ext>
              </a:extLst>
            </p:cNvPr>
            <p:cNvGrpSpPr>
              <a:grpSpLocks/>
            </p:cNvGrpSpPr>
            <p:nvPr userDrawn="1"/>
          </p:nvGrpSpPr>
          <p:grpSpPr bwMode="auto">
            <a:xfrm>
              <a:off x="0" y="2208"/>
              <a:ext cx="5520" cy="1536"/>
              <a:chOff x="0" y="2208"/>
              <a:chExt cx="5520" cy="1536"/>
            </a:xfrm>
          </p:grpSpPr>
          <p:sp>
            <p:nvSpPr>
              <p:cNvPr id="8" name="Rectangle 5">
                <a:extLst>
                  <a:ext uri="{FF2B5EF4-FFF2-40B4-BE49-F238E27FC236}">
                    <a16:creationId xmlns:a16="http://schemas.microsoft.com/office/drawing/2014/main" id="{AE40A121-C448-C60B-CBC0-C8CFCC5DA5FA}"/>
                  </a:ext>
                </a:extLst>
              </p:cNvPr>
              <p:cNvSpPr>
                <a:spLocks noChangeArrowheads="1"/>
              </p:cNvSpPr>
              <p:nvPr/>
            </p:nvSpPr>
            <p:spPr bwMode="ltGray">
              <a:xfrm>
                <a:off x="624" y="2208"/>
                <a:ext cx="4896" cy="153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cs-CZ" altLang="cs-CZ" sz="2400">
                  <a:latin typeface="Times New Roman" charset="0"/>
                </a:endParaRPr>
              </a:p>
            </p:txBody>
          </p:sp>
          <p:sp>
            <p:nvSpPr>
              <p:cNvPr id="9" name="Rectangle 6">
                <a:extLst>
                  <a:ext uri="{FF2B5EF4-FFF2-40B4-BE49-F238E27FC236}">
                    <a16:creationId xmlns:a16="http://schemas.microsoft.com/office/drawing/2014/main" id="{F1DAA292-2BC4-1BDF-E11A-94E5469F8E5D}"/>
                  </a:ext>
                </a:extLst>
              </p:cNvPr>
              <p:cNvSpPr>
                <a:spLocks noChangeArrowheads="1"/>
              </p:cNvSpPr>
              <p:nvPr/>
            </p:nvSpPr>
            <p:spPr bwMode="white">
              <a:xfrm>
                <a:off x="654" y="2352"/>
                <a:ext cx="4818" cy="13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cs-CZ" altLang="cs-CZ" sz="2400">
                  <a:latin typeface="Times New Roman" charset="0"/>
                </a:endParaRPr>
              </a:p>
            </p:txBody>
          </p:sp>
          <p:sp>
            <p:nvSpPr>
              <p:cNvPr id="10" name="Line 7">
                <a:extLst>
                  <a:ext uri="{FF2B5EF4-FFF2-40B4-BE49-F238E27FC236}">
                    <a16:creationId xmlns:a16="http://schemas.microsoft.com/office/drawing/2014/main" id="{5ADC776B-0EAA-6931-84CB-F5A8FDE79440}"/>
                  </a:ext>
                </a:extLst>
              </p:cNvPr>
              <p:cNvSpPr>
                <a:spLocks noChangeShapeType="1"/>
              </p:cNvSpPr>
              <p:nvPr/>
            </p:nvSpPr>
            <p:spPr bwMode="auto">
              <a:xfrm>
                <a:off x="0" y="3072"/>
                <a:ext cx="624" cy="0"/>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cs-CZ"/>
              </a:p>
            </p:txBody>
          </p:sp>
        </p:grpSp>
        <p:grpSp>
          <p:nvGrpSpPr>
            <p:cNvPr id="5" name="Group 8">
              <a:extLst>
                <a:ext uri="{FF2B5EF4-FFF2-40B4-BE49-F238E27FC236}">
                  <a16:creationId xmlns:a16="http://schemas.microsoft.com/office/drawing/2014/main" id="{E642A820-003E-92FE-F1CD-7FE36D9E493C}"/>
                </a:ext>
              </a:extLst>
            </p:cNvPr>
            <p:cNvGrpSpPr>
              <a:grpSpLocks/>
            </p:cNvGrpSpPr>
            <p:nvPr userDrawn="1"/>
          </p:nvGrpSpPr>
          <p:grpSpPr bwMode="auto">
            <a:xfrm>
              <a:off x="400" y="336"/>
              <a:ext cx="5088" cy="192"/>
              <a:chOff x="400" y="336"/>
              <a:chExt cx="5088" cy="192"/>
            </a:xfrm>
          </p:grpSpPr>
          <p:sp>
            <p:nvSpPr>
              <p:cNvPr id="6" name="Rectangle 9">
                <a:extLst>
                  <a:ext uri="{FF2B5EF4-FFF2-40B4-BE49-F238E27FC236}">
                    <a16:creationId xmlns:a16="http://schemas.microsoft.com/office/drawing/2014/main" id="{44333A71-7D81-A0E2-973E-7442C109860C}"/>
                  </a:ext>
                </a:extLst>
              </p:cNvPr>
              <p:cNvSpPr>
                <a:spLocks noChangeArrowheads="1"/>
              </p:cNvSpPr>
              <p:nvPr/>
            </p:nvSpPr>
            <p:spPr bwMode="auto">
              <a:xfrm>
                <a:off x="3952" y="336"/>
                <a:ext cx="1536" cy="19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cs-CZ" altLang="cs-CZ" sz="2400">
                  <a:latin typeface="Times New Roman" charset="0"/>
                </a:endParaRPr>
              </a:p>
            </p:txBody>
          </p:sp>
          <p:sp>
            <p:nvSpPr>
              <p:cNvPr id="7" name="Line 10">
                <a:extLst>
                  <a:ext uri="{FF2B5EF4-FFF2-40B4-BE49-F238E27FC236}">
                    <a16:creationId xmlns:a16="http://schemas.microsoft.com/office/drawing/2014/main" id="{26149766-3A96-E8C7-6821-4B492680C2A7}"/>
                  </a:ext>
                </a:extLst>
              </p:cNvPr>
              <p:cNvSpPr>
                <a:spLocks noChangeShapeType="1"/>
              </p:cNvSpPr>
              <p:nvPr/>
            </p:nvSpPr>
            <p:spPr bwMode="auto">
              <a:xfrm>
                <a:off x="400" y="432"/>
                <a:ext cx="5088" cy="0"/>
              </a:xfrm>
              <a:prstGeom prst="line">
                <a:avLst/>
              </a:prstGeom>
              <a:noFill/>
              <a:ln w="44450">
                <a:solidFill>
                  <a:schemeClr val="bg2"/>
                </a:solidFill>
                <a:round/>
                <a:headEnd/>
                <a:tailEnd/>
              </a:ln>
              <a:extLst>
                <a:ext uri="{909E8E84-426E-40DD-AFC4-6F175D3DCCD1}">
                  <a14:hiddenFill xmlns:a14="http://schemas.microsoft.com/office/drawing/2010/main">
                    <a:noFill/>
                  </a14:hiddenFill>
                </a:ext>
              </a:extLst>
            </p:spPr>
            <p:txBody>
              <a:bodyPr/>
              <a:lstStyle/>
              <a:p>
                <a:endParaRPr lang="cs-CZ"/>
              </a:p>
            </p:txBody>
          </p:sp>
        </p:grpSp>
      </p:grpSp>
      <p:sp>
        <p:nvSpPr>
          <p:cNvPr id="5131" name="Rectangle 11"/>
          <p:cNvSpPr>
            <a:spLocks noGrp="1" noChangeArrowheads="1"/>
          </p:cNvSpPr>
          <p:nvPr>
            <p:ph type="ctrTitle"/>
          </p:nvPr>
        </p:nvSpPr>
        <p:spPr>
          <a:xfrm>
            <a:off x="2057400" y="1143000"/>
            <a:ext cx="6629400" cy="2209800"/>
          </a:xfrm>
        </p:spPr>
        <p:txBody>
          <a:bodyPr/>
          <a:lstStyle>
            <a:lvl1pPr>
              <a:defRPr sz="4800"/>
            </a:lvl1pPr>
          </a:lstStyle>
          <a:p>
            <a:r>
              <a:rPr lang="cs-CZ"/>
              <a:t>Klepnutím lze upravit styl předlohy nadpisů.</a:t>
            </a:r>
          </a:p>
        </p:txBody>
      </p:sp>
      <p:sp>
        <p:nvSpPr>
          <p:cNvPr id="5132"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itchFamily="2" charset="2"/>
              <a:buNone/>
              <a:defRPr/>
            </a:lvl1pPr>
          </a:lstStyle>
          <a:p>
            <a:r>
              <a:rPr lang="cs-CZ"/>
              <a:t>Klepnutím lze upravit styl předlohy podnadpisů.</a:t>
            </a:r>
          </a:p>
        </p:txBody>
      </p:sp>
      <p:sp>
        <p:nvSpPr>
          <p:cNvPr id="11" name="Rectangle 13">
            <a:extLst>
              <a:ext uri="{FF2B5EF4-FFF2-40B4-BE49-F238E27FC236}">
                <a16:creationId xmlns:a16="http://schemas.microsoft.com/office/drawing/2014/main" id="{B12BE058-BC7F-AF0A-9158-659941BAF390}"/>
              </a:ext>
            </a:extLst>
          </p:cNvPr>
          <p:cNvSpPr>
            <a:spLocks noGrp="1" noChangeArrowheads="1"/>
          </p:cNvSpPr>
          <p:nvPr>
            <p:ph type="dt" sz="half" idx="10"/>
          </p:nvPr>
        </p:nvSpPr>
        <p:spPr bwMode="auto">
          <a:xfrm>
            <a:off x="912813" y="6251575"/>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000">
                <a:latin typeface="Arial" charset="0"/>
              </a:defRPr>
            </a:lvl1pPr>
          </a:lstStyle>
          <a:p>
            <a:pPr>
              <a:defRPr/>
            </a:pPr>
            <a:endParaRPr lang="cs-CZ"/>
          </a:p>
        </p:txBody>
      </p:sp>
      <p:sp>
        <p:nvSpPr>
          <p:cNvPr id="12" name="Rectangle 14">
            <a:extLst>
              <a:ext uri="{FF2B5EF4-FFF2-40B4-BE49-F238E27FC236}">
                <a16:creationId xmlns:a16="http://schemas.microsoft.com/office/drawing/2014/main" id="{2EF9D855-E148-D979-0F75-861BFB05B69F}"/>
              </a:ext>
            </a:extLst>
          </p:cNvPr>
          <p:cNvSpPr>
            <a:spLocks noGrp="1" noChangeArrowheads="1"/>
          </p:cNvSpPr>
          <p:nvPr>
            <p:ph type="ftr" sz="quarter" idx="11"/>
          </p:nvPr>
        </p:nvSpPr>
        <p:spPr bwMode="auto">
          <a:xfrm>
            <a:off x="3354388" y="6248400"/>
            <a:ext cx="2895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000">
                <a:latin typeface="Arial" charset="0"/>
              </a:defRPr>
            </a:lvl1pPr>
          </a:lstStyle>
          <a:p>
            <a:pPr>
              <a:defRPr/>
            </a:pPr>
            <a:endParaRPr lang="cs-CZ"/>
          </a:p>
        </p:txBody>
      </p:sp>
      <p:sp>
        <p:nvSpPr>
          <p:cNvPr id="13" name="Rectangle 15">
            <a:extLst>
              <a:ext uri="{FF2B5EF4-FFF2-40B4-BE49-F238E27FC236}">
                <a16:creationId xmlns:a16="http://schemas.microsoft.com/office/drawing/2014/main" id="{195123B8-8728-882C-56A5-CF40490D212E}"/>
              </a:ext>
            </a:extLst>
          </p:cNvPr>
          <p:cNvSpPr>
            <a:spLocks noGrp="1" noChangeArrowheads="1"/>
          </p:cNvSpPr>
          <p:nvPr>
            <p:ph type="sldNum" sz="quarter" idx="12"/>
          </p:nvPr>
        </p:nvSpPr>
        <p:spPr bwMode="auto">
          <a:xfrm>
            <a:off x="67818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000"/>
            </a:lvl1pPr>
          </a:lstStyle>
          <a:p>
            <a:fld id="{3DF1CA8B-597C-4FAF-B59A-C54244DDF620}" type="slidenum">
              <a:rPr lang="cs-CZ" altLang="cs-CZ"/>
              <a:pPr/>
              <a:t>‹#›</a:t>
            </a:fld>
            <a:endParaRPr lang="cs-CZ" altLang="cs-CZ"/>
          </a:p>
        </p:txBody>
      </p:sp>
    </p:spTree>
    <p:extLst>
      <p:ext uri="{BB962C8B-B14F-4D97-AF65-F5344CB8AC3E}">
        <p14:creationId xmlns:p14="http://schemas.microsoft.com/office/powerpoint/2010/main" val="100035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idx="1"/>
          </p:nvPr>
        </p:nvSpPr>
        <p:spPr/>
        <p:txBody>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extLst>
      <p:ext uri="{BB962C8B-B14F-4D97-AF65-F5344CB8AC3E}">
        <p14:creationId xmlns:p14="http://schemas.microsoft.com/office/powerpoint/2010/main" val="415275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a:t>Klepnutím lze upravit styl předlohy nadpisů.</a:t>
            </a:r>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cs-CZ"/>
              <a:t>Klepnutím lze upravit styly předlohy textu.</a:t>
            </a:r>
          </a:p>
        </p:txBody>
      </p:sp>
    </p:spTree>
    <p:extLst>
      <p:ext uri="{BB962C8B-B14F-4D97-AF65-F5344CB8AC3E}">
        <p14:creationId xmlns:p14="http://schemas.microsoft.com/office/powerpoint/2010/main" val="4182214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sz="half" idx="1"/>
          </p:nvPr>
        </p:nvSpPr>
        <p:spPr>
          <a:xfrm>
            <a:off x="611188" y="1052513"/>
            <a:ext cx="4189412" cy="5805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953000" y="1052513"/>
            <a:ext cx="4191000" cy="5805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extLst>
      <p:ext uri="{BB962C8B-B14F-4D97-AF65-F5344CB8AC3E}">
        <p14:creationId xmlns:p14="http://schemas.microsoft.com/office/powerpoint/2010/main" val="2100978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457200" y="274638"/>
            <a:ext cx="8229600" cy="1143000"/>
          </a:xfrm>
        </p:spPr>
        <p:txBody>
          <a:bodyPr/>
          <a:lstStyle>
            <a:lvl1pPr>
              <a:defRPr/>
            </a:lvl1pPr>
          </a:lstStyle>
          <a:p>
            <a:r>
              <a:rPr lang="cs-CZ"/>
              <a:t>Klepnutím lze upravit styl předlohy nadpisů.</a:t>
            </a:r>
          </a:p>
        </p:txBody>
      </p:sp>
      <p:sp>
        <p:nvSpPr>
          <p:cNvPr id="3" name="Zástupný symbol pro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4" name="Zástupný symbol pro obsah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6" name="Zástupný symbol pro obsah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extLst>
      <p:ext uri="{BB962C8B-B14F-4D97-AF65-F5344CB8AC3E}">
        <p14:creationId xmlns:p14="http://schemas.microsoft.com/office/powerpoint/2010/main" val="4252986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Tree>
    <p:extLst>
      <p:ext uri="{BB962C8B-B14F-4D97-AF65-F5344CB8AC3E}">
        <p14:creationId xmlns:p14="http://schemas.microsoft.com/office/powerpoint/2010/main" val="4118890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6343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a:t>Klepnutím lze upravit styl předlohy nadpisů.</a:t>
            </a:r>
          </a:p>
        </p:txBody>
      </p:sp>
      <p:sp>
        <p:nvSpPr>
          <p:cNvPr id="3" name="Zástupný symbol pro obsah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Tree>
    <p:extLst>
      <p:ext uri="{BB962C8B-B14F-4D97-AF65-F5344CB8AC3E}">
        <p14:creationId xmlns:p14="http://schemas.microsoft.com/office/powerpoint/2010/main" val="193031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a:t>Klepnutím lze upravit styl předlohy nadpisů.</a:t>
            </a:r>
          </a:p>
        </p:txBody>
      </p:sp>
      <p:sp>
        <p:nvSpPr>
          <p:cNvPr id="3" name="Zástupný symbol pro obrázek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cs-CZ" noProof="0"/>
          </a:p>
        </p:txBody>
      </p:sp>
      <p:sp>
        <p:nvSpPr>
          <p:cNvPr id="4" name="Zástupný symbol pro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Tree>
    <p:extLst>
      <p:ext uri="{BB962C8B-B14F-4D97-AF65-F5344CB8AC3E}">
        <p14:creationId xmlns:p14="http://schemas.microsoft.com/office/powerpoint/2010/main" val="2829091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svislý text 2"/>
          <p:cNvSpPr>
            <a:spLocks noGrp="1"/>
          </p:cNvSpPr>
          <p:nvPr>
            <p:ph type="body" orient="vert" idx="1"/>
          </p:nvPr>
        </p:nvSpPr>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extLst>
      <p:ext uri="{BB962C8B-B14F-4D97-AF65-F5344CB8AC3E}">
        <p14:creationId xmlns:p14="http://schemas.microsoft.com/office/powerpoint/2010/main" val="1562030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7011988" y="0"/>
            <a:ext cx="2132012" cy="6858000"/>
          </a:xfrm>
        </p:spPr>
        <p:txBody>
          <a:bodyPr vert="eaVert"/>
          <a:lstStyle/>
          <a:p>
            <a:r>
              <a:rPr lang="cs-CZ"/>
              <a:t>Klepnutím lze upravit styl předlohy nadpisů.</a:t>
            </a:r>
          </a:p>
        </p:txBody>
      </p:sp>
      <p:sp>
        <p:nvSpPr>
          <p:cNvPr id="3" name="Zástupný symbol pro svislý text 2"/>
          <p:cNvSpPr>
            <a:spLocks noGrp="1"/>
          </p:cNvSpPr>
          <p:nvPr>
            <p:ph type="body" orient="vert" idx="1"/>
          </p:nvPr>
        </p:nvSpPr>
        <p:spPr>
          <a:xfrm>
            <a:off x="611188" y="0"/>
            <a:ext cx="6248400" cy="6858000"/>
          </a:xfrm>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extLst>
      <p:ext uri="{BB962C8B-B14F-4D97-AF65-F5344CB8AC3E}">
        <p14:creationId xmlns:p14="http://schemas.microsoft.com/office/powerpoint/2010/main" val="2146507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Nadpis, text a obsah">
    <p:spTree>
      <p:nvGrpSpPr>
        <p:cNvPr id="1" name=""/>
        <p:cNvGrpSpPr/>
        <p:nvPr/>
      </p:nvGrpSpPr>
      <p:grpSpPr>
        <a:xfrm>
          <a:off x="0" y="0"/>
          <a:ext cx="0" cy="0"/>
          <a:chOff x="0" y="0"/>
          <a:chExt cx="0" cy="0"/>
        </a:xfrm>
      </p:grpSpPr>
      <p:sp>
        <p:nvSpPr>
          <p:cNvPr id="2" name="Nadpis 1"/>
          <p:cNvSpPr>
            <a:spLocks noGrp="1"/>
          </p:cNvSpPr>
          <p:nvPr>
            <p:ph type="title"/>
          </p:nvPr>
        </p:nvSpPr>
        <p:spPr>
          <a:xfrm>
            <a:off x="611188" y="0"/>
            <a:ext cx="8532812" cy="836613"/>
          </a:xfrm>
        </p:spPr>
        <p:txBody>
          <a:bodyPr/>
          <a:lstStyle/>
          <a:p>
            <a:r>
              <a:rPr lang="cs-CZ"/>
              <a:t>Klepnutím lze upravit styl předlohy nadpisů.</a:t>
            </a:r>
          </a:p>
        </p:txBody>
      </p:sp>
      <p:sp>
        <p:nvSpPr>
          <p:cNvPr id="3" name="Zástupný symbol pro text 2"/>
          <p:cNvSpPr>
            <a:spLocks noGrp="1"/>
          </p:cNvSpPr>
          <p:nvPr>
            <p:ph type="body" sz="half" idx="1"/>
          </p:nvPr>
        </p:nvSpPr>
        <p:spPr>
          <a:xfrm>
            <a:off x="611188" y="1052513"/>
            <a:ext cx="4189412" cy="5805487"/>
          </a:xfrm>
        </p:spPr>
        <p:txBody>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953000" y="1052513"/>
            <a:ext cx="4191000" cy="5805487"/>
          </a:xfrm>
        </p:spPr>
        <p:txBody>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extLst>
      <p:ext uri="{BB962C8B-B14F-4D97-AF65-F5344CB8AC3E}">
        <p14:creationId xmlns:p14="http://schemas.microsoft.com/office/powerpoint/2010/main" val="4036414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5857F3E7-48FA-5741-CC54-810BA2972AB6}"/>
              </a:ext>
            </a:extLst>
          </p:cNvPr>
          <p:cNvSpPr>
            <a:spLocks noChangeArrowheads="1"/>
          </p:cNvSpPr>
          <p:nvPr/>
        </p:nvSpPr>
        <p:spPr bwMode="auto">
          <a:xfrm>
            <a:off x="0" y="0"/>
            <a:ext cx="609600" cy="4876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cs-CZ" altLang="cs-CZ" sz="2400">
              <a:latin typeface="Times New Roman" charset="0"/>
            </a:endParaRPr>
          </a:p>
        </p:txBody>
      </p:sp>
      <p:grpSp>
        <p:nvGrpSpPr>
          <p:cNvPr id="1027" name="Group 4">
            <a:extLst>
              <a:ext uri="{FF2B5EF4-FFF2-40B4-BE49-F238E27FC236}">
                <a16:creationId xmlns:a16="http://schemas.microsoft.com/office/drawing/2014/main" id="{797E49E1-F659-EBF0-7C8D-1E369D6DC012}"/>
              </a:ext>
            </a:extLst>
          </p:cNvPr>
          <p:cNvGrpSpPr>
            <a:grpSpLocks/>
          </p:cNvGrpSpPr>
          <p:nvPr/>
        </p:nvGrpSpPr>
        <p:grpSpPr bwMode="auto">
          <a:xfrm>
            <a:off x="381000" y="836613"/>
            <a:ext cx="8305800" cy="182562"/>
            <a:chOff x="240" y="893"/>
            <a:chExt cx="5232" cy="115"/>
          </a:xfrm>
        </p:grpSpPr>
        <p:sp>
          <p:nvSpPr>
            <p:cNvPr id="1031" name="Rectangle 5">
              <a:extLst>
                <a:ext uri="{FF2B5EF4-FFF2-40B4-BE49-F238E27FC236}">
                  <a16:creationId xmlns:a16="http://schemas.microsoft.com/office/drawing/2014/main" id="{1A0428B4-425A-8108-6C52-1A0B0F98DE1C}"/>
                </a:ext>
              </a:extLst>
            </p:cNvPr>
            <p:cNvSpPr>
              <a:spLocks noChangeArrowheads="1"/>
            </p:cNvSpPr>
            <p:nvPr/>
          </p:nvSpPr>
          <p:spPr bwMode="auto">
            <a:xfrm>
              <a:off x="4320" y="893"/>
              <a:ext cx="1152" cy="11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cs-CZ" altLang="cs-CZ" sz="2400">
                <a:latin typeface="Times New Roman" charset="0"/>
              </a:endParaRPr>
            </a:p>
          </p:txBody>
        </p:sp>
        <p:sp>
          <p:nvSpPr>
            <p:cNvPr id="1032" name="Line 6">
              <a:extLst>
                <a:ext uri="{FF2B5EF4-FFF2-40B4-BE49-F238E27FC236}">
                  <a16:creationId xmlns:a16="http://schemas.microsoft.com/office/drawing/2014/main" id="{2FCB99AE-D34D-EAB3-8F77-04C17591ECED}"/>
                </a:ext>
              </a:extLst>
            </p:cNvPr>
            <p:cNvSpPr>
              <a:spLocks noChangeShapeType="1"/>
            </p:cNvSpPr>
            <p:nvPr/>
          </p:nvSpPr>
          <p:spPr bwMode="auto">
            <a:xfrm>
              <a:off x="240" y="941"/>
              <a:ext cx="523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cs-CZ"/>
            </a:p>
          </p:txBody>
        </p:sp>
      </p:grpSp>
      <p:sp>
        <p:nvSpPr>
          <p:cNvPr id="1028" name="Rectangle 7">
            <a:extLst>
              <a:ext uri="{FF2B5EF4-FFF2-40B4-BE49-F238E27FC236}">
                <a16:creationId xmlns:a16="http://schemas.microsoft.com/office/drawing/2014/main" id="{0CFD6B2B-1E52-DF4C-1053-D3B2E964E906}"/>
              </a:ext>
            </a:extLst>
          </p:cNvPr>
          <p:cNvSpPr>
            <a:spLocks noGrp="1" noChangeArrowheads="1"/>
          </p:cNvSpPr>
          <p:nvPr>
            <p:ph type="title"/>
          </p:nvPr>
        </p:nvSpPr>
        <p:spPr bwMode="auto">
          <a:xfrm>
            <a:off x="611188" y="0"/>
            <a:ext cx="8532812"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cs-CZ" altLang="cs-CZ"/>
              <a:t>Klepnutím lze upravit styl předlohy nadpisů.</a:t>
            </a:r>
          </a:p>
        </p:txBody>
      </p:sp>
      <p:sp>
        <p:nvSpPr>
          <p:cNvPr id="1029" name="Rectangle 8">
            <a:extLst>
              <a:ext uri="{FF2B5EF4-FFF2-40B4-BE49-F238E27FC236}">
                <a16:creationId xmlns:a16="http://schemas.microsoft.com/office/drawing/2014/main" id="{10CA3BC0-7878-6AD7-9C63-05299ABB7282}"/>
              </a:ext>
            </a:extLst>
          </p:cNvPr>
          <p:cNvSpPr>
            <a:spLocks noGrp="1" noChangeArrowheads="1"/>
          </p:cNvSpPr>
          <p:nvPr>
            <p:ph type="body" idx="1"/>
          </p:nvPr>
        </p:nvSpPr>
        <p:spPr bwMode="auto">
          <a:xfrm>
            <a:off x="611188" y="1052513"/>
            <a:ext cx="8532812" cy="580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cs-CZ" altLang="cs-CZ"/>
              <a:t>Klepnutím lze upravit styly předlohy textu.</a:t>
            </a:r>
          </a:p>
          <a:p>
            <a:pPr lvl="1"/>
            <a:r>
              <a:rPr lang="cs-CZ" altLang="cs-CZ"/>
              <a:t>Druhá úroveň</a:t>
            </a:r>
          </a:p>
          <a:p>
            <a:pPr lvl="2"/>
            <a:r>
              <a:rPr lang="cs-CZ" altLang="cs-CZ"/>
              <a:t>Třetí úroveň</a:t>
            </a:r>
          </a:p>
          <a:p>
            <a:pPr lvl="3"/>
            <a:r>
              <a:rPr lang="cs-CZ" altLang="cs-CZ"/>
              <a:t>Čtvrtá úroveň</a:t>
            </a:r>
          </a:p>
          <a:p>
            <a:pPr lvl="4"/>
            <a:r>
              <a:rPr lang="cs-CZ" altLang="cs-CZ"/>
              <a:t>Pátá úroveň</a:t>
            </a:r>
          </a:p>
        </p:txBody>
      </p:sp>
      <p:sp>
        <p:nvSpPr>
          <p:cNvPr id="1030" name="Line 12">
            <a:extLst>
              <a:ext uri="{FF2B5EF4-FFF2-40B4-BE49-F238E27FC236}">
                <a16:creationId xmlns:a16="http://schemas.microsoft.com/office/drawing/2014/main" id="{A617BBD8-3B6A-48A6-A08F-D95FB31D538F}"/>
              </a:ext>
            </a:extLst>
          </p:cNvPr>
          <p:cNvSpPr>
            <a:spLocks noChangeShapeType="1"/>
          </p:cNvSpPr>
          <p:nvPr/>
        </p:nvSpPr>
        <p:spPr bwMode="auto">
          <a:xfrm>
            <a:off x="0" y="4876800"/>
            <a:ext cx="609600" cy="0"/>
          </a:xfrm>
          <a:prstGeom prst="line">
            <a:avLst/>
          </a:prstGeom>
          <a:noFill/>
          <a:ln w="44450">
            <a:solidFill>
              <a:schemeClr val="bg2"/>
            </a:solidFill>
            <a:round/>
            <a:headEnd/>
            <a:tailEnd/>
          </a:ln>
          <a:extLst>
            <a:ext uri="{909E8E84-426E-40DD-AFC4-6F175D3DCCD1}">
              <a14:hiddenFill xmlns:a14="http://schemas.microsoft.com/office/drawing/2010/main">
                <a:noFill/>
              </a14:hiddenFill>
            </a:ext>
          </a:extLst>
        </p:spPr>
        <p:txBody>
          <a:bodyPr/>
          <a:lstStyle/>
          <a:p>
            <a:endParaRPr lang="cs-CZ"/>
          </a:p>
        </p:txBody>
      </p:sp>
    </p:spTree>
  </p:cSld>
  <p:clrMap bg1="lt1" tx1="dk1" bg2="lt2" tx2="dk2" accent1="accent1" accent2="accent2" accent3="accent3" accent4="accent4" accent5="accent5" accent6="accent6" hlink="hlink" folHlink="folHlink"/>
  <p:sldLayoutIdLst>
    <p:sldLayoutId id="2147484012" r:id="rId1"/>
    <p:sldLayoutId id="2147484001" r:id="rId2"/>
    <p:sldLayoutId id="2147484002" r:id="rId3"/>
    <p:sldLayoutId id="2147484003" r:id="rId4"/>
    <p:sldLayoutId id="2147484004" r:id="rId5"/>
    <p:sldLayoutId id="2147484005" r:id="rId6"/>
    <p:sldLayoutId id="2147484006" r:id="rId7"/>
    <p:sldLayoutId id="2147484007" r:id="rId8"/>
    <p:sldLayoutId id="2147484008" r:id="rId9"/>
    <p:sldLayoutId id="2147484009" r:id="rId10"/>
    <p:sldLayoutId id="2147484010" r:id="rId11"/>
    <p:sldLayoutId id="2147484011" r:id="rId12"/>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defRPr>
      </a:lvl2pPr>
      <a:lvl3pPr algn="l" rtl="0" eaLnBrk="0" fontAlgn="base" hangingPunct="0">
        <a:spcBef>
          <a:spcPct val="0"/>
        </a:spcBef>
        <a:spcAft>
          <a:spcPct val="0"/>
        </a:spcAft>
        <a:defRPr sz="4200">
          <a:solidFill>
            <a:schemeClr val="tx2"/>
          </a:solidFill>
          <a:latin typeface="Times New Roman" pitchFamily="18" charset="0"/>
        </a:defRPr>
      </a:lvl3pPr>
      <a:lvl4pPr algn="l" rtl="0" eaLnBrk="0" fontAlgn="base" hangingPunct="0">
        <a:spcBef>
          <a:spcPct val="0"/>
        </a:spcBef>
        <a:spcAft>
          <a:spcPct val="0"/>
        </a:spcAft>
        <a:defRPr sz="4200">
          <a:solidFill>
            <a:schemeClr val="tx2"/>
          </a:solidFill>
          <a:latin typeface="Times New Roman" pitchFamily="18" charset="0"/>
        </a:defRPr>
      </a:lvl4pPr>
      <a:lvl5pPr algn="l" rtl="0" eaLnBrk="0" fontAlgn="base" hangingPunct="0">
        <a:spcBef>
          <a:spcPct val="0"/>
        </a:spcBef>
        <a:spcAft>
          <a:spcPct val="0"/>
        </a:spcAft>
        <a:defRPr sz="4200">
          <a:solidFill>
            <a:schemeClr val="tx2"/>
          </a:solidFill>
          <a:latin typeface="Times New Roman" pitchFamily="18" charset="0"/>
        </a:defRPr>
      </a:lvl5pPr>
      <a:lvl6pPr marL="457200" algn="l" rtl="0" fontAlgn="base">
        <a:spcBef>
          <a:spcPct val="0"/>
        </a:spcBef>
        <a:spcAft>
          <a:spcPct val="0"/>
        </a:spcAft>
        <a:defRPr sz="4200">
          <a:solidFill>
            <a:schemeClr val="tx2"/>
          </a:solidFill>
          <a:latin typeface="Times New Roman" pitchFamily="18" charset="0"/>
        </a:defRPr>
      </a:lvl6pPr>
      <a:lvl7pPr marL="914400" algn="l" rtl="0" fontAlgn="base">
        <a:spcBef>
          <a:spcPct val="0"/>
        </a:spcBef>
        <a:spcAft>
          <a:spcPct val="0"/>
        </a:spcAft>
        <a:defRPr sz="4200">
          <a:solidFill>
            <a:schemeClr val="tx2"/>
          </a:solidFill>
          <a:latin typeface="Times New Roman" pitchFamily="18" charset="0"/>
        </a:defRPr>
      </a:lvl7pPr>
      <a:lvl8pPr marL="1371600" algn="l" rtl="0" fontAlgn="base">
        <a:spcBef>
          <a:spcPct val="0"/>
        </a:spcBef>
        <a:spcAft>
          <a:spcPct val="0"/>
        </a:spcAft>
        <a:defRPr sz="4200">
          <a:solidFill>
            <a:schemeClr val="tx2"/>
          </a:solidFill>
          <a:latin typeface="Times New Roman" pitchFamily="18" charset="0"/>
        </a:defRPr>
      </a:lvl8pPr>
      <a:lvl9pPr marL="1828800" algn="l" rtl="0" fontAlgn="base">
        <a:spcBef>
          <a:spcPct val="0"/>
        </a:spcBef>
        <a:spcAft>
          <a:spcPct val="0"/>
        </a:spcAft>
        <a:defRPr sz="42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17" Type="http://schemas.openxmlformats.org/officeDocument/2006/relationships/image" Target="../media/image67.png"/><Relationship Id="rId21" Type="http://schemas.openxmlformats.org/officeDocument/2006/relationships/image" Target="../media/image19.png"/><Relationship Id="rId42" Type="http://schemas.openxmlformats.org/officeDocument/2006/relationships/customXml" Target="../ink/ink21.xml"/><Relationship Id="rId63" Type="http://schemas.openxmlformats.org/officeDocument/2006/relationships/image" Target="../media/image40.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88.png"/><Relationship Id="rId170" Type="http://schemas.openxmlformats.org/officeDocument/2006/relationships/customXml" Target="../ink/ink85.xml"/><Relationship Id="rId191" Type="http://schemas.openxmlformats.org/officeDocument/2006/relationships/image" Target="../media/image104.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107" Type="http://schemas.openxmlformats.org/officeDocument/2006/relationships/image" Target="../media/image62.png"/><Relationship Id="rId11" Type="http://schemas.openxmlformats.org/officeDocument/2006/relationships/image" Target="../media/image14.png"/><Relationship Id="rId32" Type="http://schemas.openxmlformats.org/officeDocument/2006/relationships/customXml" Target="../ink/ink16.xml"/><Relationship Id="rId37" Type="http://schemas.openxmlformats.org/officeDocument/2006/relationships/image" Target="../media/image27.png"/><Relationship Id="rId53" Type="http://schemas.openxmlformats.org/officeDocument/2006/relationships/image" Target="../media/image35.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8.png"/><Relationship Id="rId102" Type="http://schemas.openxmlformats.org/officeDocument/2006/relationships/customXml" Target="../ink/ink51.xml"/><Relationship Id="rId123" Type="http://schemas.openxmlformats.org/officeDocument/2006/relationships/image" Target="../media/image70.png"/><Relationship Id="rId128" Type="http://schemas.openxmlformats.org/officeDocument/2006/relationships/customXml" Target="../ink/ink64.xml"/><Relationship Id="rId144" Type="http://schemas.openxmlformats.org/officeDocument/2006/relationships/customXml" Target="../ink/ink72.xml"/><Relationship Id="rId149" Type="http://schemas.openxmlformats.org/officeDocument/2006/relationships/image" Target="../media/image83.png"/><Relationship Id="rId5" Type="http://schemas.openxmlformats.org/officeDocument/2006/relationships/image" Target="../media/image11.png"/><Relationship Id="rId90" Type="http://schemas.openxmlformats.org/officeDocument/2006/relationships/customXml" Target="../ink/ink45.xml"/><Relationship Id="rId95" Type="http://schemas.openxmlformats.org/officeDocument/2006/relationships/image" Target="../media/image56.png"/><Relationship Id="rId160" Type="http://schemas.openxmlformats.org/officeDocument/2006/relationships/customXml" Target="../ink/ink80.xml"/><Relationship Id="rId165" Type="http://schemas.openxmlformats.org/officeDocument/2006/relationships/image" Target="../media/image91.png"/><Relationship Id="rId181" Type="http://schemas.openxmlformats.org/officeDocument/2006/relationships/image" Target="../media/image99.png"/><Relationship Id="rId186" Type="http://schemas.openxmlformats.org/officeDocument/2006/relationships/customXml" Target="../ink/ink93.xml"/><Relationship Id="rId22" Type="http://schemas.openxmlformats.org/officeDocument/2006/relationships/customXml" Target="../ink/ink11.xml"/><Relationship Id="rId27" Type="http://schemas.openxmlformats.org/officeDocument/2006/relationships/image" Target="../media/image22.png"/><Relationship Id="rId43" Type="http://schemas.openxmlformats.org/officeDocument/2006/relationships/image" Target="../media/image30.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43.png"/><Relationship Id="rId113" Type="http://schemas.openxmlformats.org/officeDocument/2006/relationships/image" Target="../media/image65.png"/><Relationship Id="rId118" Type="http://schemas.openxmlformats.org/officeDocument/2006/relationships/customXml" Target="../ink/ink59.xml"/><Relationship Id="rId134" Type="http://schemas.openxmlformats.org/officeDocument/2006/relationships/customXml" Target="../ink/ink67.xml"/><Relationship Id="rId139" Type="http://schemas.openxmlformats.org/officeDocument/2006/relationships/image" Target="../media/image78.png"/><Relationship Id="rId80" Type="http://schemas.openxmlformats.org/officeDocument/2006/relationships/customXml" Target="../ink/ink40.xml"/><Relationship Id="rId85" Type="http://schemas.openxmlformats.org/officeDocument/2006/relationships/image" Target="../media/image51.png"/><Relationship Id="rId150" Type="http://schemas.openxmlformats.org/officeDocument/2006/relationships/customXml" Target="../ink/ink75.xml"/><Relationship Id="rId155" Type="http://schemas.openxmlformats.org/officeDocument/2006/relationships/image" Target="../media/image86.png"/><Relationship Id="rId171" Type="http://schemas.openxmlformats.org/officeDocument/2006/relationships/image" Target="../media/image94.png"/><Relationship Id="rId176" Type="http://schemas.openxmlformats.org/officeDocument/2006/relationships/customXml" Target="../ink/ink88.xml"/><Relationship Id="rId192" Type="http://schemas.openxmlformats.org/officeDocument/2006/relationships/customXml" Target="../ink/ink96.xml"/><Relationship Id="rId197" Type="http://schemas.openxmlformats.org/officeDocument/2006/relationships/image" Target="../media/image107.png"/><Relationship Id="rId201" Type="http://schemas.openxmlformats.org/officeDocument/2006/relationships/image" Target="../media/image109.png"/><Relationship Id="rId12" Type="http://schemas.openxmlformats.org/officeDocument/2006/relationships/customXml" Target="../ink/ink6.xml"/><Relationship Id="rId17" Type="http://schemas.openxmlformats.org/officeDocument/2006/relationships/image" Target="../media/image17.png"/><Relationship Id="rId33" Type="http://schemas.openxmlformats.org/officeDocument/2006/relationships/image" Target="../media/image25.png"/><Relationship Id="rId38" Type="http://schemas.openxmlformats.org/officeDocument/2006/relationships/customXml" Target="../ink/ink19.xml"/><Relationship Id="rId59" Type="http://schemas.openxmlformats.org/officeDocument/2006/relationships/image" Target="../media/image38.png"/><Relationship Id="rId103" Type="http://schemas.openxmlformats.org/officeDocument/2006/relationships/image" Target="../media/image60.png"/><Relationship Id="rId108" Type="http://schemas.openxmlformats.org/officeDocument/2006/relationships/customXml" Target="../ink/ink54.xml"/><Relationship Id="rId124" Type="http://schemas.openxmlformats.org/officeDocument/2006/relationships/customXml" Target="../ink/ink62.xml"/><Relationship Id="rId129" Type="http://schemas.openxmlformats.org/officeDocument/2006/relationships/image" Target="../media/image73.png"/><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46.png"/><Relationship Id="rId91" Type="http://schemas.openxmlformats.org/officeDocument/2006/relationships/image" Target="../media/image54.png"/><Relationship Id="rId96" Type="http://schemas.openxmlformats.org/officeDocument/2006/relationships/customXml" Target="../ink/ink48.xml"/><Relationship Id="rId140" Type="http://schemas.openxmlformats.org/officeDocument/2006/relationships/customXml" Target="../ink/ink70.xml"/><Relationship Id="rId145" Type="http://schemas.openxmlformats.org/officeDocument/2006/relationships/image" Target="../media/image81.png"/><Relationship Id="rId161" Type="http://schemas.openxmlformats.org/officeDocument/2006/relationships/image" Target="../media/image89.png"/><Relationship Id="rId166" Type="http://schemas.openxmlformats.org/officeDocument/2006/relationships/customXml" Target="../ink/ink83.xml"/><Relationship Id="rId182" Type="http://schemas.openxmlformats.org/officeDocument/2006/relationships/customXml" Target="../ink/ink91.xml"/><Relationship Id="rId187"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customXml" Target="../ink/ink3.xml"/><Relationship Id="rId23" Type="http://schemas.openxmlformats.org/officeDocument/2006/relationships/image" Target="../media/image20.png"/><Relationship Id="rId28" Type="http://schemas.openxmlformats.org/officeDocument/2006/relationships/customXml" Target="../ink/ink14.xml"/><Relationship Id="rId49" Type="http://schemas.openxmlformats.org/officeDocument/2006/relationships/image" Target="../media/image33.png"/><Relationship Id="rId114" Type="http://schemas.openxmlformats.org/officeDocument/2006/relationships/customXml" Target="../ink/ink57.xml"/><Relationship Id="rId119" Type="http://schemas.openxmlformats.org/officeDocument/2006/relationships/image" Target="../media/image68.png"/><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41.png"/><Relationship Id="rId81" Type="http://schemas.openxmlformats.org/officeDocument/2006/relationships/image" Target="../media/image49.png"/><Relationship Id="rId86" Type="http://schemas.openxmlformats.org/officeDocument/2006/relationships/customXml" Target="../ink/ink43.xml"/><Relationship Id="rId130" Type="http://schemas.openxmlformats.org/officeDocument/2006/relationships/customXml" Target="../ink/ink65.xml"/><Relationship Id="rId135" Type="http://schemas.openxmlformats.org/officeDocument/2006/relationships/image" Target="../media/image76.png"/><Relationship Id="rId151" Type="http://schemas.openxmlformats.org/officeDocument/2006/relationships/image" Target="../media/image84.png"/><Relationship Id="rId156" Type="http://schemas.openxmlformats.org/officeDocument/2006/relationships/customXml" Target="../ink/ink78.xml"/><Relationship Id="rId177" Type="http://schemas.openxmlformats.org/officeDocument/2006/relationships/image" Target="../media/image97.png"/><Relationship Id="rId198" Type="http://schemas.openxmlformats.org/officeDocument/2006/relationships/customXml" Target="../ink/ink99.xml"/><Relationship Id="rId172" Type="http://schemas.openxmlformats.org/officeDocument/2006/relationships/customXml" Target="../ink/ink86.xml"/><Relationship Id="rId193" Type="http://schemas.openxmlformats.org/officeDocument/2006/relationships/image" Target="../media/image105.png"/><Relationship Id="rId202" Type="http://schemas.openxmlformats.org/officeDocument/2006/relationships/customXml" Target="../ink/ink101.xml"/><Relationship Id="rId13" Type="http://schemas.openxmlformats.org/officeDocument/2006/relationships/image" Target="../media/image15.png"/><Relationship Id="rId18" Type="http://schemas.openxmlformats.org/officeDocument/2006/relationships/customXml" Target="../ink/ink9.xml"/><Relationship Id="rId39" Type="http://schemas.openxmlformats.org/officeDocument/2006/relationships/image" Target="../media/image28.png"/><Relationship Id="rId109" Type="http://schemas.openxmlformats.org/officeDocument/2006/relationships/image" Target="../media/image63.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6.png"/><Relationship Id="rId76" Type="http://schemas.openxmlformats.org/officeDocument/2006/relationships/customXml" Target="../ink/ink38.xml"/><Relationship Id="rId97" Type="http://schemas.openxmlformats.org/officeDocument/2006/relationships/image" Target="../media/image57.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71.png"/><Relationship Id="rId141" Type="http://schemas.openxmlformats.org/officeDocument/2006/relationships/image" Target="../media/image79.png"/><Relationship Id="rId146" Type="http://schemas.openxmlformats.org/officeDocument/2006/relationships/customXml" Target="../ink/ink73.xml"/><Relationship Id="rId167" Type="http://schemas.openxmlformats.org/officeDocument/2006/relationships/image" Target="../media/image92.png"/><Relationship Id="rId188" Type="http://schemas.openxmlformats.org/officeDocument/2006/relationships/customXml" Target="../ink/ink94.xml"/><Relationship Id="rId7" Type="http://schemas.openxmlformats.org/officeDocument/2006/relationships/image" Target="../media/image12.png"/><Relationship Id="rId71" Type="http://schemas.openxmlformats.org/officeDocument/2006/relationships/image" Target="../media/image44.png"/><Relationship Id="rId92" Type="http://schemas.openxmlformats.org/officeDocument/2006/relationships/customXml" Target="../ink/ink46.xml"/><Relationship Id="rId162" Type="http://schemas.openxmlformats.org/officeDocument/2006/relationships/customXml" Target="../ink/ink81.xml"/><Relationship Id="rId183" Type="http://schemas.openxmlformats.org/officeDocument/2006/relationships/image" Target="../media/image100.png"/><Relationship Id="rId2" Type="http://schemas.openxmlformats.org/officeDocument/2006/relationships/customXml" Target="../ink/ink1.xml"/><Relationship Id="rId29" Type="http://schemas.openxmlformats.org/officeDocument/2006/relationships/image" Target="../media/image23.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31.png"/><Relationship Id="rId66" Type="http://schemas.openxmlformats.org/officeDocument/2006/relationships/customXml" Target="../ink/ink33.xml"/><Relationship Id="rId87" Type="http://schemas.openxmlformats.org/officeDocument/2006/relationships/image" Target="../media/image52.png"/><Relationship Id="rId110" Type="http://schemas.openxmlformats.org/officeDocument/2006/relationships/customXml" Target="../ink/ink55.xml"/><Relationship Id="rId115" Type="http://schemas.openxmlformats.org/officeDocument/2006/relationships/image" Target="../media/image66.png"/><Relationship Id="rId131" Type="http://schemas.openxmlformats.org/officeDocument/2006/relationships/image" Target="../media/image74.png"/><Relationship Id="rId136" Type="http://schemas.openxmlformats.org/officeDocument/2006/relationships/customXml" Target="../ink/ink68.xml"/><Relationship Id="rId157" Type="http://schemas.openxmlformats.org/officeDocument/2006/relationships/image" Target="../media/image87.png"/><Relationship Id="rId178" Type="http://schemas.openxmlformats.org/officeDocument/2006/relationships/customXml" Target="../ink/ink89.xml"/><Relationship Id="rId61" Type="http://schemas.openxmlformats.org/officeDocument/2006/relationships/image" Target="../media/image39.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image" Target="../media/image95.png"/><Relationship Id="rId194" Type="http://schemas.openxmlformats.org/officeDocument/2006/relationships/customXml" Target="../ink/ink97.xml"/><Relationship Id="rId199" Type="http://schemas.openxmlformats.org/officeDocument/2006/relationships/image" Target="../media/image108.png"/><Relationship Id="rId203" Type="http://schemas.openxmlformats.org/officeDocument/2006/relationships/image" Target="../media/image110.png"/><Relationship Id="rId19" Type="http://schemas.openxmlformats.org/officeDocument/2006/relationships/image" Target="../media/image18.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6.png"/><Relationship Id="rId56" Type="http://schemas.openxmlformats.org/officeDocument/2006/relationships/customXml" Target="../ink/ink28.xml"/><Relationship Id="rId77" Type="http://schemas.openxmlformats.org/officeDocument/2006/relationships/image" Target="../media/image47.png"/><Relationship Id="rId100" Type="http://schemas.openxmlformats.org/officeDocument/2006/relationships/customXml" Target="../ink/ink50.xml"/><Relationship Id="rId105" Type="http://schemas.openxmlformats.org/officeDocument/2006/relationships/image" Target="../media/image61.png"/><Relationship Id="rId126" Type="http://schemas.openxmlformats.org/officeDocument/2006/relationships/customXml" Target="../ink/ink63.xml"/><Relationship Id="rId147" Type="http://schemas.openxmlformats.org/officeDocument/2006/relationships/image" Target="../media/image82.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34.png"/><Relationship Id="rId72" Type="http://schemas.openxmlformats.org/officeDocument/2006/relationships/customXml" Target="../ink/ink36.xml"/><Relationship Id="rId93" Type="http://schemas.openxmlformats.org/officeDocument/2006/relationships/image" Target="../media/image55.png"/><Relationship Id="rId98" Type="http://schemas.openxmlformats.org/officeDocument/2006/relationships/customXml" Target="../ink/ink49.xml"/><Relationship Id="rId121" Type="http://schemas.openxmlformats.org/officeDocument/2006/relationships/image" Target="../media/image69.png"/><Relationship Id="rId142" Type="http://schemas.openxmlformats.org/officeDocument/2006/relationships/customXml" Target="../ink/ink71.xml"/><Relationship Id="rId163" Type="http://schemas.openxmlformats.org/officeDocument/2006/relationships/image" Target="../media/image90.png"/><Relationship Id="rId184" Type="http://schemas.openxmlformats.org/officeDocument/2006/relationships/customXml" Target="../ink/ink92.xml"/><Relationship Id="rId189" Type="http://schemas.openxmlformats.org/officeDocument/2006/relationships/image" Target="../media/image103.png"/><Relationship Id="rId3" Type="http://schemas.openxmlformats.org/officeDocument/2006/relationships/image" Target="../media/image10.png"/><Relationship Id="rId25" Type="http://schemas.openxmlformats.org/officeDocument/2006/relationships/image" Target="../media/image21.png"/><Relationship Id="rId46" Type="http://schemas.openxmlformats.org/officeDocument/2006/relationships/customXml" Target="../ink/ink23.xml"/><Relationship Id="rId67" Type="http://schemas.openxmlformats.org/officeDocument/2006/relationships/image" Target="../media/image42.png"/><Relationship Id="rId116" Type="http://schemas.openxmlformats.org/officeDocument/2006/relationships/customXml" Target="../ink/ink58.xml"/><Relationship Id="rId137" Type="http://schemas.openxmlformats.org/officeDocument/2006/relationships/image" Target="../media/image77.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9.png"/><Relationship Id="rId62" Type="http://schemas.openxmlformats.org/officeDocument/2006/relationships/customXml" Target="../ink/ink31.xml"/><Relationship Id="rId83" Type="http://schemas.openxmlformats.org/officeDocument/2006/relationships/image" Target="../media/image50.png"/><Relationship Id="rId88" Type="http://schemas.openxmlformats.org/officeDocument/2006/relationships/customXml" Target="../ink/ink44.xml"/><Relationship Id="rId111" Type="http://schemas.openxmlformats.org/officeDocument/2006/relationships/image" Target="../media/image64.png"/><Relationship Id="rId132" Type="http://schemas.openxmlformats.org/officeDocument/2006/relationships/customXml" Target="../ink/ink66.xml"/><Relationship Id="rId153" Type="http://schemas.openxmlformats.org/officeDocument/2006/relationships/image" Target="../media/image85.png"/><Relationship Id="rId174" Type="http://schemas.openxmlformats.org/officeDocument/2006/relationships/customXml" Target="../ink/ink87.xml"/><Relationship Id="rId179" Type="http://schemas.openxmlformats.org/officeDocument/2006/relationships/image" Target="../media/image98.png"/><Relationship Id="rId195" Type="http://schemas.openxmlformats.org/officeDocument/2006/relationships/image" Target="../media/image106.png"/><Relationship Id="rId190" Type="http://schemas.openxmlformats.org/officeDocument/2006/relationships/customXml" Target="../ink/ink95.xml"/><Relationship Id="rId15" Type="http://schemas.openxmlformats.org/officeDocument/2006/relationships/image" Target="../media/image16.png"/><Relationship Id="rId36" Type="http://schemas.openxmlformats.org/officeDocument/2006/relationships/customXml" Target="../ink/ink18.xml"/><Relationship Id="rId57" Type="http://schemas.openxmlformats.org/officeDocument/2006/relationships/image" Target="../media/image37.png"/><Relationship Id="rId106" Type="http://schemas.openxmlformats.org/officeDocument/2006/relationships/customXml" Target="../ink/ink53.xml"/><Relationship Id="rId127" Type="http://schemas.openxmlformats.org/officeDocument/2006/relationships/image" Target="../media/image72.png"/><Relationship Id="rId10" Type="http://schemas.openxmlformats.org/officeDocument/2006/relationships/customXml" Target="../ink/ink5.xml"/><Relationship Id="rId31" Type="http://schemas.openxmlformats.org/officeDocument/2006/relationships/image" Target="../media/image24.png"/><Relationship Id="rId52" Type="http://schemas.openxmlformats.org/officeDocument/2006/relationships/customXml" Target="../ink/ink26.xml"/><Relationship Id="rId73" Type="http://schemas.openxmlformats.org/officeDocument/2006/relationships/image" Target="../media/image45.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8.png"/><Relationship Id="rId101" Type="http://schemas.openxmlformats.org/officeDocument/2006/relationships/image" Target="../media/image59.png"/><Relationship Id="rId122" Type="http://schemas.openxmlformats.org/officeDocument/2006/relationships/customXml" Target="../ink/ink61.xml"/><Relationship Id="rId143" Type="http://schemas.openxmlformats.org/officeDocument/2006/relationships/image" Target="../media/image80.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93.png"/><Relationship Id="rId185" Type="http://schemas.openxmlformats.org/officeDocument/2006/relationships/image" Target="../media/image101.png"/><Relationship Id="rId4" Type="http://schemas.openxmlformats.org/officeDocument/2006/relationships/customXml" Target="../ink/ink2.xml"/><Relationship Id="rId9" Type="http://schemas.openxmlformats.org/officeDocument/2006/relationships/image" Target="../media/image13.png"/><Relationship Id="rId180" Type="http://schemas.openxmlformats.org/officeDocument/2006/relationships/customXml" Target="../ink/ink90.xml"/><Relationship Id="rId26" Type="http://schemas.openxmlformats.org/officeDocument/2006/relationships/customXml" Target="../ink/ink13.xml"/><Relationship Id="rId47" Type="http://schemas.openxmlformats.org/officeDocument/2006/relationships/image" Target="../media/image32.png"/><Relationship Id="rId68" Type="http://schemas.openxmlformats.org/officeDocument/2006/relationships/customXml" Target="../ink/ink34.xml"/><Relationship Id="rId89" Type="http://schemas.openxmlformats.org/officeDocument/2006/relationships/image" Target="../media/image53.png"/><Relationship Id="rId112" Type="http://schemas.openxmlformats.org/officeDocument/2006/relationships/customXml" Target="../ink/ink56.xml"/><Relationship Id="rId133" Type="http://schemas.openxmlformats.org/officeDocument/2006/relationships/image" Target="../media/image75.png"/><Relationship Id="rId154" Type="http://schemas.openxmlformats.org/officeDocument/2006/relationships/customXml" Target="../ink/ink77.xml"/><Relationship Id="rId175" Type="http://schemas.openxmlformats.org/officeDocument/2006/relationships/image" Target="../media/image9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013E831-10BA-626D-8D48-4D2455B06371}"/>
              </a:ext>
            </a:extLst>
          </p:cNvPr>
          <p:cNvSpPr>
            <a:spLocks noGrp="1" noChangeArrowheads="1"/>
          </p:cNvSpPr>
          <p:nvPr>
            <p:ph type="ctrTitle"/>
          </p:nvPr>
        </p:nvSpPr>
        <p:spPr/>
        <p:txBody>
          <a:bodyPr/>
          <a:lstStyle/>
          <a:p>
            <a:pPr eaLnBrk="1" hangingPunct="1"/>
            <a:r>
              <a:rPr lang="cs-CZ" altLang="cs-CZ" b="1">
                <a:latin typeface="Calibri" panose="020F0502020204030204" pitchFamily="34" charset="0"/>
              </a:rPr>
              <a:t>Diskrétní struktury</a:t>
            </a:r>
          </a:p>
        </p:txBody>
      </p:sp>
      <p:sp>
        <p:nvSpPr>
          <p:cNvPr id="3075" name="Rectangle 3">
            <a:extLst>
              <a:ext uri="{FF2B5EF4-FFF2-40B4-BE49-F238E27FC236}">
                <a16:creationId xmlns:a16="http://schemas.microsoft.com/office/drawing/2014/main" id="{E8C2FFDB-EBD4-4DA2-0974-9866D3D08D68}"/>
              </a:ext>
            </a:extLst>
          </p:cNvPr>
          <p:cNvSpPr>
            <a:spLocks noGrp="1" noChangeArrowheads="1"/>
          </p:cNvSpPr>
          <p:nvPr>
            <p:ph type="subTitle" idx="1"/>
          </p:nvPr>
        </p:nvSpPr>
        <p:spPr/>
        <p:txBody>
          <a:bodyPr/>
          <a:lstStyle/>
          <a:p>
            <a:pPr eaLnBrk="1" hangingPunct="1"/>
            <a:r>
              <a:rPr lang="cs-CZ" altLang="cs-CZ" dirty="0">
                <a:latin typeface="Calibri" panose="020F0502020204030204" pitchFamily="34" charset="0"/>
              </a:rPr>
              <a:t>Cvičení 1</a:t>
            </a:r>
          </a:p>
          <a:p>
            <a:pPr eaLnBrk="1" hangingPunct="1"/>
            <a:r>
              <a:rPr lang="cs-CZ" altLang="cs-CZ" b="1" dirty="0">
                <a:latin typeface="Calibri" panose="020F0502020204030204" pitchFamily="34" charset="0"/>
              </a:rPr>
              <a:t>Opakování středoškolské látky</a:t>
            </a:r>
          </a:p>
        </p:txBody>
      </p:sp>
      <p:pic>
        <p:nvPicPr>
          <p:cNvPr id="3076" name="Obrázek 1">
            <a:extLst>
              <a:ext uri="{FF2B5EF4-FFF2-40B4-BE49-F238E27FC236}">
                <a16:creationId xmlns:a16="http://schemas.microsoft.com/office/drawing/2014/main" id="{9DB9D04D-9C94-7EF0-C193-87F97107A4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19925" y="3789363"/>
            <a:ext cx="152400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FCCD60D-6985-A35C-E8D6-C6390505D8C1}"/>
              </a:ext>
            </a:extLst>
          </p:cNvPr>
          <p:cNvSpPr>
            <a:spLocks noGrp="1" noChangeArrowheads="1"/>
          </p:cNvSpPr>
          <p:nvPr>
            <p:ph type="title"/>
          </p:nvPr>
        </p:nvSpPr>
        <p:spPr/>
        <p:txBody>
          <a:bodyPr/>
          <a:lstStyle/>
          <a:p>
            <a:pPr eaLnBrk="1" hangingPunct="1">
              <a:defRPr/>
            </a:pPr>
            <a:r>
              <a:rPr lang="cs-CZ" sz="3200" b="1" kern="1200">
                <a:solidFill>
                  <a:srgbClr val="FF0000"/>
                </a:solidFill>
                <a:latin typeface="Calibri" pitchFamily="34" charset="0"/>
              </a:rPr>
              <a:t>Základní  </a:t>
            </a:r>
            <a:r>
              <a:rPr lang="cs-CZ" sz="3200" b="1" kern="1200" dirty="0">
                <a:solidFill>
                  <a:srgbClr val="FF0000"/>
                </a:solidFill>
                <a:latin typeface="Calibri" pitchFamily="34" charset="0"/>
              </a:rPr>
              <a:t>množinové pojmy</a:t>
            </a:r>
          </a:p>
        </p:txBody>
      </p:sp>
      <p:sp>
        <p:nvSpPr>
          <p:cNvPr id="4099" name="Rectangle 3">
            <a:extLst>
              <a:ext uri="{FF2B5EF4-FFF2-40B4-BE49-F238E27FC236}">
                <a16:creationId xmlns:a16="http://schemas.microsoft.com/office/drawing/2014/main" id="{0A235CA8-1409-3922-34DD-690545B9C7CD}"/>
              </a:ext>
            </a:extLst>
          </p:cNvPr>
          <p:cNvSpPr>
            <a:spLocks noGrp="1" noChangeArrowheads="1"/>
          </p:cNvSpPr>
          <p:nvPr>
            <p:ph type="body" idx="1"/>
          </p:nvPr>
        </p:nvSpPr>
        <p:spPr/>
        <p:txBody>
          <a:bodyPr/>
          <a:lstStyle/>
          <a:p>
            <a:pPr marL="0" indent="0" eaLnBrk="1" hangingPunct="1">
              <a:buFont typeface="Wingdings" panose="05000000000000000000" pitchFamily="2" charset="2"/>
              <a:buNone/>
              <a:defRPr/>
            </a:pPr>
            <a:r>
              <a:rPr lang="cs-CZ" sz="2400" dirty="0">
                <a:latin typeface="Calibri" pitchFamily="34" charset="0"/>
              </a:rPr>
              <a:t>1) Intuitivně definujte sjednocení, průnik, rozdíl a doplněk množin.</a:t>
            </a:r>
            <a:endParaRPr lang="cs-CZ" sz="1000" b="1" kern="1200" dirty="0">
              <a:solidFill>
                <a:srgbClr val="00B0F0"/>
              </a:solidFill>
              <a:latin typeface="Calibri" pitchFamily="34" charset="0"/>
            </a:endParaRPr>
          </a:p>
          <a:p>
            <a:pPr marL="0" indent="0" eaLnBrk="1" hangingPunct="1">
              <a:buFont typeface="Wingdings" panose="05000000000000000000" pitchFamily="2" charset="2"/>
              <a:buNone/>
              <a:defRPr/>
            </a:pPr>
            <a:endParaRPr lang="cs-CZ" sz="900" dirty="0">
              <a:latin typeface="Calibri" pitchFamily="34" charset="0"/>
            </a:endParaRPr>
          </a:p>
          <a:p>
            <a:pPr marL="0" indent="0" eaLnBrk="1" hangingPunct="1">
              <a:buFont typeface="Wingdings" panose="05000000000000000000" pitchFamily="2" charset="2"/>
              <a:buNone/>
              <a:defRPr/>
            </a:pPr>
            <a:endParaRPr lang="cs-CZ" sz="900" dirty="0">
              <a:latin typeface="Calibri" pitchFamily="34" charset="0"/>
            </a:endParaRPr>
          </a:p>
          <a:p>
            <a:pPr marL="0" indent="0" eaLnBrk="1" hangingPunct="1">
              <a:buFont typeface="Wingdings" panose="05000000000000000000" pitchFamily="2" charset="2"/>
              <a:buNone/>
              <a:defRPr/>
            </a:pPr>
            <a:r>
              <a:rPr lang="cs-CZ" sz="2400" dirty="0">
                <a:latin typeface="Calibri" pitchFamily="34" charset="0"/>
              </a:rPr>
              <a:t>2) Vypište všechny podmnožiny množin</a:t>
            </a:r>
            <a:r>
              <a:rPr lang="en-GB" sz="2400" dirty="0">
                <a:latin typeface="Calibri" pitchFamily="34" charset="0"/>
              </a:rPr>
              <a:t>:</a:t>
            </a:r>
            <a:r>
              <a:rPr lang="cs-CZ" sz="2400" dirty="0">
                <a:latin typeface="Calibri" pitchFamily="34" charset="0"/>
              </a:rPr>
              <a:t> </a:t>
            </a:r>
            <a:br>
              <a:rPr lang="cs-CZ" sz="2400" dirty="0">
                <a:latin typeface="Calibri" pitchFamily="34" charset="0"/>
              </a:rPr>
            </a:br>
            <a:r>
              <a:rPr lang="cs-CZ" sz="2400" dirty="0">
                <a:latin typeface="Calibri" pitchFamily="34" charset="0"/>
              </a:rPr>
              <a:t>     </a:t>
            </a:r>
            <a:r>
              <a:rPr lang="el-GR" sz="2400" dirty="0">
                <a:latin typeface="Arial" panose="020B0604020202020204" pitchFamily="34" charset="0"/>
                <a:cs typeface="Arial" panose="020B0604020202020204" pitchFamily="34" charset="0"/>
              </a:rPr>
              <a:t>Φ</a:t>
            </a:r>
            <a:r>
              <a:rPr lang="en-GB" sz="2400" dirty="0">
                <a:latin typeface="Arial" panose="020B0604020202020204" pitchFamily="34" charset="0"/>
                <a:cs typeface="Arial" panose="020B0604020202020204" pitchFamily="34" charset="0"/>
              </a:rPr>
              <a:t>, </a:t>
            </a:r>
            <a:r>
              <a:rPr lang="en-GB" sz="2400" dirty="0">
                <a:latin typeface="Calibri" pitchFamily="34" charset="0"/>
              </a:rPr>
              <a:t>{x}, {10, 20}, {a, b, c},  {1, 2, 3, 4}. </a:t>
            </a:r>
            <a:br>
              <a:rPr lang="cs-CZ" sz="2400" dirty="0">
                <a:latin typeface="Calibri" pitchFamily="34" charset="0"/>
              </a:rPr>
            </a:br>
            <a:r>
              <a:rPr lang="cs-CZ" sz="2400" dirty="0">
                <a:latin typeface="Calibri" pitchFamily="34" charset="0"/>
              </a:rPr>
              <a:t>      </a:t>
            </a:r>
            <a:r>
              <a:rPr lang="en-GB" sz="2400" dirty="0">
                <a:latin typeface="Calibri" pitchFamily="34" charset="0"/>
              </a:rPr>
              <a:t>Kolik jich je?</a:t>
            </a:r>
            <a:r>
              <a:rPr lang="cs-CZ" sz="2400" dirty="0">
                <a:latin typeface="Calibri" pitchFamily="34" charset="0"/>
              </a:rPr>
              <a:t> </a:t>
            </a:r>
            <a:r>
              <a:rPr lang="cs-CZ" sz="2400" i="1" dirty="0">
                <a:solidFill>
                  <a:srgbClr val="0070C0"/>
                </a:solidFill>
                <a:latin typeface="Calibri" pitchFamily="34" charset="0"/>
              </a:rPr>
              <a:t>2</a:t>
            </a:r>
            <a:r>
              <a:rPr lang="cs-CZ" sz="2400" i="1" baseline="30000" dirty="0">
                <a:solidFill>
                  <a:srgbClr val="0070C0"/>
                </a:solidFill>
                <a:latin typeface="Calibri" pitchFamily="34" charset="0"/>
              </a:rPr>
              <a:t>n</a:t>
            </a:r>
            <a:r>
              <a:rPr lang="cs-CZ" sz="2400" dirty="0">
                <a:solidFill>
                  <a:srgbClr val="0070C0"/>
                </a:solidFill>
                <a:latin typeface="Calibri" pitchFamily="34" charset="0"/>
              </a:rPr>
              <a:t>, kde </a:t>
            </a:r>
            <a:r>
              <a:rPr lang="cs-CZ" sz="2400" i="1" dirty="0">
                <a:solidFill>
                  <a:srgbClr val="0070C0"/>
                </a:solidFill>
                <a:latin typeface="Calibri" pitchFamily="34" charset="0"/>
              </a:rPr>
              <a:t>n</a:t>
            </a:r>
            <a:r>
              <a:rPr lang="cs-CZ" sz="2400" dirty="0">
                <a:solidFill>
                  <a:srgbClr val="0070C0"/>
                </a:solidFill>
                <a:latin typeface="Calibri" pitchFamily="34" charset="0"/>
              </a:rPr>
              <a:t> je počet prvků množiny.</a:t>
            </a:r>
            <a:br>
              <a:rPr lang="en-GB" sz="2400" dirty="0">
                <a:latin typeface="Arial" panose="020B0604020202020204" pitchFamily="34" charset="0"/>
                <a:cs typeface="Arial" panose="020B0604020202020204" pitchFamily="34" charset="0"/>
              </a:rPr>
            </a:br>
            <a:endParaRPr lang="cs-CZ" sz="2400" dirty="0">
              <a:latin typeface="Arial" panose="020B0604020202020204" pitchFamily="34" charset="0"/>
              <a:cs typeface="Arial" panose="020B0604020202020204" pitchFamily="34" charset="0"/>
            </a:endParaRPr>
          </a:p>
          <a:p>
            <a:pPr marL="0" indent="0" eaLnBrk="1" hangingPunct="1">
              <a:buFont typeface="Wingdings" panose="05000000000000000000" pitchFamily="2" charset="2"/>
              <a:buNone/>
              <a:defRPr/>
            </a:pPr>
            <a:endParaRPr lang="cs-CZ" sz="900" dirty="0">
              <a:latin typeface="Calibri" pitchFamily="34" charset="0"/>
            </a:endParaRPr>
          </a:p>
          <a:p>
            <a:pPr marL="0" indent="0" eaLnBrk="1" hangingPunct="1">
              <a:buFont typeface="Wingdings" panose="05000000000000000000" pitchFamily="2" charset="2"/>
              <a:buNone/>
              <a:defRPr/>
            </a:pPr>
            <a:r>
              <a:rPr lang="cs-CZ" sz="2400" dirty="0">
                <a:latin typeface="Calibri" pitchFamily="34" charset="0"/>
              </a:rPr>
              <a:t>3) Příklady notace k diskusi  (prvek vs. podmnožina):</a:t>
            </a:r>
            <a:endParaRPr lang="en-GB" sz="2400" dirty="0">
              <a:latin typeface="Calibri" pitchFamily="34" charset="0"/>
            </a:endParaRPr>
          </a:p>
          <a:p>
            <a:pPr marL="0" indent="0" eaLnBrk="1" hangingPunct="1">
              <a:buFont typeface="Wingdings" panose="05000000000000000000" pitchFamily="2" charset="2"/>
              <a:buNone/>
              <a:defRPr/>
            </a:pPr>
            <a:endParaRPr lang="cs-CZ" sz="2400" dirty="0">
              <a:latin typeface="Calibri" pitchFamily="34" charset="0"/>
            </a:endParaRPr>
          </a:p>
          <a:p>
            <a:pPr marL="0" indent="0" eaLnBrk="1" hangingPunct="1">
              <a:buFont typeface="Wingdings" panose="05000000000000000000" pitchFamily="2" charset="2"/>
              <a:buNone/>
              <a:defRPr/>
            </a:pPr>
            <a:endParaRPr lang="cs-CZ" sz="2400" dirty="0">
              <a:latin typeface="Calibri" pitchFamily="34" charset="0"/>
            </a:endParaRPr>
          </a:p>
        </p:txBody>
      </p:sp>
      <p:sp>
        <p:nvSpPr>
          <p:cNvPr id="4100" name="TextovéPole 1">
            <a:extLst>
              <a:ext uri="{FF2B5EF4-FFF2-40B4-BE49-F238E27FC236}">
                <a16:creationId xmlns:a16="http://schemas.microsoft.com/office/drawing/2014/main" id="{E6D60A68-3A6C-770A-BBDE-C8B0728C14C7}"/>
              </a:ext>
            </a:extLst>
          </p:cNvPr>
          <p:cNvSpPr txBox="1">
            <a:spLocks noChangeArrowheads="1"/>
          </p:cNvSpPr>
          <p:nvPr/>
        </p:nvSpPr>
        <p:spPr bwMode="auto">
          <a:xfrm>
            <a:off x="0" y="6596063"/>
            <a:ext cx="3603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eaLnBrk="0" hangingPunct="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eaLnBrk="0" hangingPunct="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eaLnBrk="0" hangingPunct="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575B4BFB-0925-4D7B-B540-9752AE81AC01}" type="slidenum">
              <a:rPr lang="cs-CZ" altLang="cs-CZ" sz="1100"/>
              <a:pPr eaLnBrk="1" hangingPunct="1">
                <a:spcBef>
                  <a:spcPct val="0"/>
                </a:spcBef>
                <a:buClrTx/>
                <a:buSzTx/>
                <a:buFontTx/>
                <a:buNone/>
              </a:pPr>
              <a:t>2</a:t>
            </a:fld>
            <a:endParaRPr lang="cs-CZ" altLang="cs-CZ" sz="1100"/>
          </a:p>
        </p:txBody>
      </p:sp>
      <p:pic>
        <p:nvPicPr>
          <p:cNvPr id="4106" name="Obrázek 4105" descr="Obsah obrázku text&#10;&#10;Popis byl vytvořen automaticky">
            <a:extLst>
              <a:ext uri="{FF2B5EF4-FFF2-40B4-BE49-F238E27FC236}">
                <a16:creationId xmlns:a16="http://schemas.microsoft.com/office/drawing/2014/main" id="{F98BF590-3276-73F3-FA6D-C8FFA8BC44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4149080"/>
            <a:ext cx="4819048" cy="9523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DD93A04-8291-0A0B-D860-7A22EA354F3F}"/>
              </a:ext>
            </a:extLst>
          </p:cNvPr>
          <p:cNvSpPr>
            <a:spLocks noGrp="1" noChangeArrowheads="1"/>
          </p:cNvSpPr>
          <p:nvPr>
            <p:ph type="title"/>
          </p:nvPr>
        </p:nvSpPr>
        <p:spPr/>
        <p:txBody>
          <a:bodyPr/>
          <a:lstStyle/>
          <a:p>
            <a:pPr eaLnBrk="1" hangingPunct="1">
              <a:defRPr/>
            </a:pPr>
            <a:r>
              <a:rPr lang="cs-CZ" sz="3200" b="1" kern="1200">
                <a:solidFill>
                  <a:srgbClr val="FF0000"/>
                </a:solidFill>
                <a:latin typeface="Calibri" pitchFamily="34" charset="0"/>
              </a:rPr>
              <a:t>Základní  </a:t>
            </a:r>
            <a:r>
              <a:rPr lang="cs-CZ" sz="3200" b="1" kern="1200" dirty="0">
                <a:solidFill>
                  <a:srgbClr val="FF0000"/>
                </a:solidFill>
                <a:latin typeface="Calibri" pitchFamily="34" charset="0"/>
              </a:rPr>
              <a:t>množinové pojmy</a:t>
            </a:r>
          </a:p>
        </p:txBody>
      </p:sp>
      <p:sp>
        <p:nvSpPr>
          <p:cNvPr id="5123" name="Rectangle 3">
            <a:extLst>
              <a:ext uri="{FF2B5EF4-FFF2-40B4-BE49-F238E27FC236}">
                <a16:creationId xmlns:a16="http://schemas.microsoft.com/office/drawing/2014/main" id="{BC23A52F-D132-D2A5-BC47-0FDE43472A4A}"/>
              </a:ext>
            </a:extLst>
          </p:cNvPr>
          <p:cNvSpPr>
            <a:spLocks noGrp="1" noChangeArrowheads="1"/>
          </p:cNvSpPr>
          <p:nvPr>
            <p:ph type="body" idx="1"/>
          </p:nvPr>
        </p:nvSpPr>
        <p:spPr/>
        <p:txBody>
          <a:bodyPr/>
          <a:lstStyle/>
          <a:p>
            <a:pPr marL="0" indent="0" eaLnBrk="1" hangingPunct="1">
              <a:buFont typeface="Wingdings" panose="05000000000000000000" pitchFamily="2" charset="2"/>
              <a:buNone/>
            </a:pPr>
            <a:r>
              <a:rPr lang="cs-CZ" altLang="cs-CZ" sz="2400">
                <a:latin typeface="Calibri" panose="020F0502020204030204" pitchFamily="34" charset="0"/>
              </a:rPr>
              <a:t>4)</a:t>
            </a: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r>
              <a:rPr lang="cs-CZ" altLang="cs-CZ" sz="2400">
                <a:latin typeface="Calibri" panose="020F0502020204030204" pitchFamily="34" charset="0"/>
              </a:rPr>
              <a:t>5)</a:t>
            </a: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r>
              <a:rPr lang="cs-CZ" altLang="cs-CZ" sz="2400">
                <a:latin typeface="Calibri" panose="020F0502020204030204" pitchFamily="34" charset="0"/>
              </a:rPr>
              <a:t>6)</a:t>
            </a:r>
          </a:p>
        </p:txBody>
      </p:sp>
      <p:sp>
        <p:nvSpPr>
          <p:cNvPr id="5124" name="TextovéPole 1">
            <a:extLst>
              <a:ext uri="{FF2B5EF4-FFF2-40B4-BE49-F238E27FC236}">
                <a16:creationId xmlns:a16="http://schemas.microsoft.com/office/drawing/2014/main" id="{C224B01E-01D6-EC32-EE87-5099E156F335}"/>
              </a:ext>
            </a:extLst>
          </p:cNvPr>
          <p:cNvSpPr txBox="1">
            <a:spLocks noChangeArrowheads="1"/>
          </p:cNvSpPr>
          <p:nvPr/>
        </p:nvSpPr>
        <p:spPr bwMode="auto">
          <a:xfrm>
            <a:off x="0" y="6596063"/>
            <a:ext cx="3603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eaLnBrk="0" hangingPunct="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eaLnBrk="0" hangingPunct="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eaLnBrk="0" hangingPunct="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F2855857-88AE-4B72-88D6-1F70AFB32AB2}" type="slidenum">
              <a:rPr lang="cs-CZ" altLang="cs-CZ" sz="1100"/>
              <a:pPr eaLnBrk="1" hangingPunct="1">
                <a:spcBef>
                  <a:spcPct val="0"/>
                </a:spcBef>
                <a:buClrTx/>
                <a:buSzTx/>
                <a:buFontTx/>
                <a:buNone/>
              </a:pPr>
              <a:t>3</a:t>
            </a:fld>
            <a:endParaRPr lang="cs-CZ" altLang="cs-CZ" sz="1100"/>
          </a:p>
        </p:txBody>
      </p:sp>
      <p:pic>
        <p:nvPicPr>
          <p:cNvPr id="5125" name="Picture 2">
            <a:extLst>
              <a:ext uri="{FF2B5EF4-FFF2-40B4-BE49-F238E27FC236}">
                <a16:creationId xmlns:a16="http://schemas.microsoft.com/office/drawing/2014/main" id="{04E1EA72-8F09-3684-F392-F7D0F7565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196975"/>
            <a:ext cx="6924675" cy="1466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6" name="Picture 3">
            <a:extLst>
              <a:ext uri="{FF2B5EF4-FFF2-40B4-BE49-F238E27FC236}">
                <a16:creationId xmlns:a16="http://schemas.microsoft.com/office/drawing/2014/main" id="{7B99E0B5-C0E1-C09F-B5BC-2C80ABC262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450" y="2852738"/>
            <a:ext cx="8048625" cy="192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7" name="Picture 4">
            <a:extLst>
              <a:ext uri="{FF2B5EF4-FFF2-40B4-BE49-F238E27FC236}">
                <a16:creationId xmlns:a16="http://schemas.microsoft.com/office/drawing/2014/main" id="{1C7E10BC-426B-C39A-0B3F-DBC762D672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5010150"/>
            <a:ext cx="7646987" cy="173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7861852-EF06-A3F9-7D50-1AFFCBF4990E}"/>
              </a:ext>
            </a:extLst>
          </p:cNvPr>
          <p:cNvSpPr>
            <a:spLocks noGrp="1" noChangeArrowheads="1"/>
          </p:cNvSpPr>
          <p:nvPr>
            <p:ph type="title"/>
          </p:nvPr>
        </p:nvSpPr>
        <p:spPr/>
        <p:txBody>
          <a:bodyPr/>
          <a:lstStyle/>
          <a:p>
            <a:pPr eaLnBrk="1" hangingPunct="1">
              <a:defRPr/>
            </a:pPr>
            <a:r>
              <a:rPr lang="cs-CZ" sz="3200" b="1" kern="1200" dirty="0">
                <a:solidFill>
                  <a:srgbClr val="FF0000"/>
                </a:solidFill>
                <a:latin typeface="Calibri" pitchFamily="34" charset="0"/>
              </a:rPr>
              <a:t>Základní  množinové pojmy</a:t>
            </a:r>
          </a:p>
        </p:txBody>
      </p:sp>
      <p:sp>
        <p:nvSpPr>
          <p:cNvPr id="6147" name="Rectangle 3">
            <a:extLst>
              <a:ext uri="{FF2B5EF4-FFF2-40B4-BE49-F238E27FC236}">
                <a16:creationId xmlns:a16="http://schemas.microsoft.com/office/drawing/2014/main" id="{E3CF1CE6-A288-A41C-4C0D-974D15DCE2B1}"/>
              </a:ext>
            </a:extLst>
          </p:cNvPr>
          <p:cNvSpPr>
            <a:spLocks noGrp="1" noChangeArrowheads="1"/>
          </p:cNvSpPr>
          <p:nvPr>
            <p:ph type="body" idx="1"/>
          </p:nvPr>
        </p:nvSpPr>
        <p:spPr/>
        <p:txBody>
          <a:bodyPr/>
          <a:lstStyle/>
          <a:p>
            <a:pPr marL="0" indent="0" eaLnBrk="1" hangingPunct="1">
              <a:buFont typeface="Wingdings" panose="05000000000000000000" pitchFamily="2" charset="2"/>
              <a:buNone/>
            </a:pPr>
            <a:r>
              <a:rPr lang="cs-CZ" altLang="cs-CZ" sz="2400">
                <a:latin typeface="Calibri" panose="020F0502020204030204" pitchFamily="34" charset="0"/>
              </a:rPr>
              <a:t>7)</a:t>
            </a: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endParaRPr lang="cs-CZ" altLang="cs-CZ" sz="2400">
              <a:latin typeface="Calibri" panose="020F0502020204030204" pitchFamily="34" charset="0"/>
            </a:endParaRPr>
          </a:p>
          <a:p>
            <a:pPr marL="0" indent="0" eaLnBrk="1" hangingPunct="1">
              <a:buFont typeface="Wingdings" panose="05000000000000000000" pitchFamily="2" charset="2"/>
              <a:buNone/>
            </a:pPr>
            <a:r>
              <a:rPr lang="cs-CZ" altLang="cs-CZ" sz="2400">
                <a:latin typeface="Calibri" panose="020F0502020204030204" pitchFamily="34" charset="0"/>
              </a:rPr>
              <a:t>8)</a:t>
            </a:r>
          </a:p>
        </p:txBody>
      </p:sp>
      <p:sp>
        <p:nvSpPr>
          <p:cNvPr id="6148" name="TextovéPole 1">
            <a:extLst>
              <a:ext uri="{FF2B5EF4-FFF2-40B4-BE49-F238E27FC236}">
                <a16:creationId xmlns:a16="http://schemas.microsoft.com/office/drawing/2014/main" id="{6EF488F6-6F7B-2817-6537-89469FFFDDE1}"/>
              </a:ext>
            </a:extLst>
          </p:cNvPr>
          <p:cNvSpPr txBox="1">
            <a:spLocks noChangeArrowheads="1"/>
          </p:cNvSpPr>
          <p:nvPr/>
        </p:nvSpPr>
        <p:spPr bwMode="auto">
          <a:xfrm>
            <a:off x="0" y="6596063"/>
            <a:ext cx="3603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eaLnBrk="0" hangingPunct="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eaLnBrk="0" hangingPunct="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eaLnBrk="0" hangingPunct="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79DE8B5A-A0A7-4462-9576-C8EA937684B8}" type="slidenum">
              <a:rPr lang="cs-CZ" altLang="cs-CZ" sz="1100"/>
              <a:pPr eaLnBrk="1" hangingPunct="1">
                <a:spcBef>
                  <a:spcPct val="0"/>
                </a:spcBef>
                <a:buClrTx/>
                <a:buSzTx/>
                <a:buFontTx/>
                <a:buNone/>
              </a:pPr>
              <a:t>4</a:t>
            </a:fld>
            <a:endParaRPr lang="cs-CZ" altLang="cs-CZ" sz="1100"/>
          </a:p>
        </p:txBody>
      </p:sp>
      <p:pic>
        <p:nvPicPr>
          <p:cNvPr id="6149" name="Picture 2">
            <a:extLst>
              <a:ext uri="{FF2B5EF4-FFF2-40B4-BE49-F238E27FC236}">
                <a16:creationId xmlns:a16="http://schemas.microsoft.com/office/drawing/2014/main" id="{3537F060-844A-6ED3-C553-D0BC75C69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363" y="1162050"/>
            <a:ext cx="7824787" cy="1762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50" name="Picture 3">
            <a:extLst>
              <a:ext uri="{FF2B5EF4-FFF2-40B4-BE49-F238E27FC236}">
                <a16:creationId xmlns:a16="http://schemas.microsoft.com/office/drawing/2014/main" id="{4A0921FB-B638-FD96-3536-6049A0DF86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50" y="3343275"/>
            <a:ext cx="7620000" cy="217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AD47807-F52C-DBAF-59F1-6A690E306963}"/>
              </a:ext>
            </a:extLst>
          </p:cNvPr>
          <p:cNvSpPr>
            <a:spLocks noGrp="1"/>
          </p:cNvSpPr>
          <p:nvPr>
            <p:ph type="title"/>
          </p:nvPr>
        </p:nvSpPr>
        <p:spPr/>
        <p:txBody>
          <a:bodyPr/>
          <a:lstStyle/>
          <a:p>
            <a:r>
              <a:rPr lang="cs-CZ" sz="4400" b="1" kern="1200" dirty="0">
                <a:solidFill>
                  <a:srgbClr val="FF0000"/>
                </a:solidFill>
                <a:latin typeface="Calibri" pitchFamily="34" charset="0"/>
              </a:rPr>
              <a:t>Základní  množinové pojmy</a:t>
            </a:r>
            <a:endParaRPr lang="cs-CZ" dirty="0"/>
          </a:p>
        </p:txBody>
      </p:sp>
      <p:sp>
        <p:nvSpPr>
          <p:cNvPr id="4" name="TextovéPole 3">
            <a:extLst>
              <a:ext uri="{FF2B5EF4-FFF2-40B4-BE49-F238E27FC236}">
                <a16:creationId xmlns:a16="http://schemas.microsoft.com/office/drawing/2014/main" id="{AD30C7F0-2CC2-2D34-1C78-BD8521A98241}"/>
              </a:ext>
            </a:extLst>
          </p:cNvPr>
          <p:cNvSpPr txBox="1"/>
          <p:nvPr/>
        </p:nvSpPr>
        <p:spPr>
          <a:xfrm>
            <a:off x="755576" y="1412776"/>
            <a:ext cx="7992888" cy="2031325"/>
          </a:xfrm>
          <a:prstGeom prst="rect">
            <a:avLst/>
          </a:prstGeom>
          <a:noFill/>
        </p:spPr>
        <p:txBody>
          <a:bodyPr wrap="square">
            <a:spAutoFit/>
          </a:bodyPr>
          <a:lstStyle/>
          <a:p>
            <a:pPr lvl="0"/>
            <a:r>
              <a:rPr lang="cs-CZ" sz="1800" dirty="0">
                <a:effectLst/>
                <a:latin typeface="Times New Roman" panose="02020603050405020304" pitchFamily="18" charset="0"/>
                <a:ea typeface="Times New Roman" panose="02020603050405020304" pitchFamily="18" charset="0"/>
              </a:rPr>
              <a:t>i) K obědu v menze byla svíčková s knedlíkem. Kuchařky u okénka se špinavým nádobím zjistily, že alespoň kus knedlíku vrátilo 301 strávníků, kus knedlíku nebo maso 328 strávníků. Ani kousek masa nebyl na 554 talířích, pouze maso nebo pouze knedlík vrátilo 250 strávníků. </a:t>
            </a:r>
          </a:p>
          <a:p>
            <a:pPr lvl="0"/>
            <a:r>
              <a:rPr lang="cs-CZ" dirty="0">
                <a:latin typeface="Times New Roman" panose="02020603050405020304" pitchFamily="18" charset="0"/>
                <a:ea typeface="Times New Roman" panose="02020603050405020304" pitchFamily="18" charset="0"/>
              </a:rPr>
              <a:t>Určete: </a:t>
            </a:r>
            <a:r>
              <a:rPr lang="cs-CZ" sz="1800" dirty="0">
                <a:effectLst/>
                <a:latin typeface="Times New Roman" panose="02020603050405020304" pitchFamily="18" charset="0"/>
                <a:ea typeface="Times New Roman" panose="02020603050405020304" pitchFamily="18" charset="0"/>
              </a:rPr>
              <a:t>a) Kolik lidí snědlo všechno? b) Kolik lidí tento den jedlo? c) Kolik lidí vrátilo maso i knedlíky?    </a:t>
            </a:r>
            <a:r>
              <a:rPr lang="cs-CZ" sz="1800" dirty="0">
                <a:solidFill>
                  <a:schemeClr val="accent5">
                    <a:lumMod val="75000"/>
                  </a:schemeClr>
                </a:solidFill>
                <a:effectLst/>
                <a:latin typeface="Times New Roman" panose="02020603050405020304" pitchFamily="18" charset="0"/>
                <a:ea typeface="Times New Roman" panose="02020603050405020304" pitchFamily="18" charset="0"/>
              </a:rPr>
              <a:t> </a:t>
            </a:r>
            <a:r>
              <a:rPr lang="cs-CZ" sz="1800" dirty="0">
                <a:solidFill>
                  <a:srgbClr val="0070C0"/>
                </a:solidFill>
                <a:effectLst/>
                <a:latin typeface="Times New Roman" panose="02020603050405020304" pitchFamily="18" charset="0"/>
                <a:ea typeface="Times New Roman" panose="02020603050405020304" pitchFamily="18" charset="0"/>
              </a:rPr>
              <a:t>/ a) 331, b) 659, c) 78 /</a:t>
            </a:r>
            <a:endParaRPr lang="cs-CZ" i="1" dirty="0">
              <a:solidFill>
                <a:srgbClr val="0070C0"/>
              </a:solidFill>
              <a:latin typeface="Times New Roman" panose="02020603050405020304" pitchFamily="18" charset="0"/>
            </a:endParaRPr>
          </a:p>
          <a:p>
            <a:endParaRPr lang="cs-CZ" dirty="0"/>
          </a:p>
        </p:txBody>
      </p:sp>
      <p:sp>
        <p:nvSpPr>
          <p:cNvPr id="149" name="TextovéPole 148">
            <a:extLst>
              <a:ext uri="{FF2B5EF4-FFF2-40B4-BE49-F238E27FC236}">
                <a16:creationId xmlns:a16="http://schemas.microsoft.com/office/drawing/2014/main" id="{D08F6ECC-A560-5259-D069-55866736E2C1}"/>
              </a:ext>
            </a:extLst>
          </p:cNvPr>
          <p:cNvSpPr txBox="1"/>
          <p:nvPr/>
        </p:nvSpPr>
        <p:spPr>
          <a:xfrm>
            <a:off x="611188" y="899378"/>
            <a:ext cx="4572000" cy="369332"/>
          </a:xfrm>
          <a:prstGeom prst="rect">
            <a:avLst/>
          </a:prstGeom>
          <a:noFill/>
        </p:spPr>
        <p:txBody>
          <a:bodyPr wrap="square">
            <a:spAutoFit/>
          </a:bodyPr>
          <a:lstStyle/>
          <a:p>
            <a:r>
              <a:rPr lang="cs-CZ" dirty="0"/>
              <a:t>9) </a:t>
            </a:r>
            <a:r>
              <a:rPr lang="cs-CZ" b="1" dirty="0" err="1"/>
              <a:t>Vennovy</a:t>
            </a:r>
            <a:r>
              <a:rPr lang="cs-CZ" b="1" dirty="0"/>
              <a:t> diagramy</a:t>
            </a:r>
          </a:p>
        </p:txBody>
      </p:sp>
      <p:sp>
        <p:nvSpPr>
          <p:cNvPr id="151" name="TextovéPole 150">
            <a:extLst>
              <a:ext uri="{FF2B5EF4-FFF2-40B4-BE49-F238E27FC236}">
                <a16:creationId xmlns:a16="http://schemas.microsoft.com/office/drawing/2014/main" id="{855D274D-A5FF-B94A-93E1-566C81B34A10}"/>
              </a:ext>
            </a:extLst>
          </p:cNvPr>
          <p:cNvSpPr txBox="1"/>
          <p:nvPr/>
        </p:nvSpPr>
        <p:spPr>
          <a:xfrm>
            <a:off x="729280" y="3284984"/>
            <a:ext cx="7812868" cy="3139321"/>
          </a:xfrm>
          <a:prstGeom prst="rect">
            <a:avLst/>
          </a:prstGeom>
          <a:noFill/>
        </p:spPr>
        <p:txBody>
          <a:bodyPr wrap="square">
            <a:spAutoFit/>
          </a:bodyPr>
          <a:lstStyle/>
          <a:p>
            <a:pPr algn="l"/>
            <a:r>
              <a:rPr lang="cs-CZ" dirty="0" err="1">
                <a:latin typeface="Times New Roman"/>
                <a:cs typeface="Times New Roman"/>
              </a:rPr>
              <a:t>ii</a:t>
            </a:r>
            <a:r>
              <a:rPr lang="cs-CZ" dirty="0">
                <a:latin typeface="Times New Roman"/>
                <a:cs typeface="Times New Roman"/>
              </a:rPr>
              <a:t>) Během výuky DS bylo zjištěno, že kromě poslechu přednášky studenti stíhají číst noviny, psát zprávy a hrát hry. Noviny čte 34 studentů, zprávy píše 36 a hry hraje 38. Žádné z tří těchto činností se nevěnuje a pouze sleduje přednášku 35 studentů. Pouze 2 studenti pak stíhají všechny tři činnosti najednou. Noviny čte a zároveň píše zprávy 6 studentů a 3 studenti zároveň čtou a hrají hry. Zprávy píše nebo hraje</a:t>
            </a:r>
            <a:r>
              <a:rPr lang="pl-PL" dirty="0">
                <a:latin typeface="Times New Roman"/>
                <a:cs typeface="Times New Roman"/>
              </a:rPr>
              <a:t> hry 65 </a:t>
            </a:r>
            <a:r>
              <a:rPr lang="cs-CZ" dirty="0">
                <a:latin typeface="Times New Roman"/>
                <a:cs typeface="Times New Roman"/>
              </a:rPr>
              <a:t>student</a:t>
            </a:r>
            <a:r>
              <a:rPr lang="pl-PL" dirty="0">
                <a:latin typeface="Times New Roman"/>
                <a:cs typeface="Times New Roman"/>
              </a:rPr>
              <a:t>ů.</a:t>
            </a:r>
            <a:r>
              <a:rPr lang="pl-PL" sz="1800" b="0" i="0" u="none" strike="noStrike" baseline="0" dirty="0">
                <a:latin typeface="Times New Roman"/>
                <a:cs typeface="Times New Roman"/>
              </a:rPr>
              <a:t> </a:t>
            </a:r>
            <a:r>
              <a:rPr lang="pl-PL" dirty="0">
                <a:latin typeface="Times New Roman"/>
                <a:cs typeface="Times New Roman"/>
              </a:rPr>
              <a:t>Určete kolik </a:t>
            </a:r>
            <a:r>
              <a:rPr lang="cs-CZ" dirty="0">
                <a:latin typeface="Times New Roman"/>
                <a:cs typeface="Times New Roman"/>
              </a:rPr>
              <a:t>student</a:t>
            </a:r>
            <a:r>
              <a:rPr lang="pl-PL" dirty="0">
                <a:latin typeface="Times New Roman"/>
                <a:cs typeface="Times New Roman"/>
              </a:rPr>
              <a:t>ů:</a:t>
            </a:r>
          </a:p>
          <a:p>
            <a:pPr algn="l"/>
            <a:r>
              <a:rPr lang="cs-CZ" dirty="0">
                <a:latin typeface="Times New Roman" panose="02020603050405020304" pitchFamily="18" charset="0"/>
              </a:rPr>
              <a:t>a) pouze píše zprávy</a:t>
            </a:r>
          </a:p>
          <a:p>
            <a:pPr algn="l"/>
            <a:r>
              <a:rPr lang="pl-PL" dirty="0">
                <a:latin typeface="Times New Roman"/>
                <a:cs typeface="Times New Roman"/>
              </a:rPr>
              <a:t>b) hraje hry nebo čte noviny</a:t>
            </a:r>
          </a:p>
          <a:p>
            <a:pPr algn="l"/>
            <a:r>
              <a:rPr lang="cs-CZ" dirty="0">
                <a:latin typeface="Times New Roman"/>
                <a:cs typeface="Times New Roman"/>
              </a:rPr>
              <a:t>c) dokáže vykonávat alespoň dvě z uvedených činností</a:t>
            </a:r>
          </a:p>
          <a:p>
            <a:r>
              <a:rPr lang="cs-CZ" dirty="0">
                <a:latin typeface="Times New Roman"/>
                <a:cs typeface="Times New Roman"/>
              </a:rPr>
              <a:t>d) je přítomno na přednášce?  </a:t>
            </a:r>
            <a:r>
              <a:rPr lang="cs-CZ" dirty="0">
                <a:latin typeface="Times New Roman"/>
                <a:ea typeface="Times New Roman" panose="02020603050405020304" pitchFamily="18" charset="0"/>
                <a:cs typeface="Times New Roman"/>
              </a:rPr>
              <a:t>     </a:t>
            </a:r>
            <a:r>
              <a:rPr lang="cs-CZ" sz="1800" dirty="0">
                <a:solidFill>
                  <a:schemeClr val="accent5">
                    <a:lumMod val="75000"/>
                  </a:schemeClr>
                </a:solidFill>
                <a:effectLst/>
                <a:latin typeface="Times New Roman"/>
                <a:ea typeface="Times New Roman" panose="02020603050405020304" pitchFamily="18" charset="0"/>
                <a:cs typeface="Times New Roman"/>
              </a:rPr>
              <a:t> </a:t>
            </a:r>
            <a:r>
              <a:rPr lang="cs-CZ" sz="1800" dirty="0">
                <a:solidFill>
                  <a:srgbClr val="0070C0"/>
                </a:solidFill>
                <a:effectLst/>
                <a:latin typeface="Times New Roman"/>
                <a:ea typeface="Times New Roman" panose="02020603050405020304" pitchFamily="18" charset="0"/>
                <a:cs typeface="Times New Roman"/>
              </a:rPr>
              <a:t>/ a) 23, b) 69, c) 14 , d) 127 /</a:t>
            </a:r>
          </a:p>
          <a:p>
            <a:r>
              <a:rPr lang="cs-CZ" dirty="0">
                <a:solidFill>
                  <a:srgbClr val="0070C0"/>
                </a:solidFill>
                <a:latin typeface="Times New Roman"/>
                <a:cs typeface="Times New Roman"/>
              </a:rPr>
              <a:t>Není třeba řešit číselně, stačí sestavit soustavu rovnic</a:t>
            </a:r>
          </a:p>
        </p:txBody>
      </p:sp>
    </p:spTree>
    <p:extLst>
      <p:ext uri="{BB962C8B-B14F-4D97-AF65-F5344CB8AC3E}">
        <p14:creationId xmlns:p14="http://schemas.microsoft.com/office/powerpoint/2010/main" val="663541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B965A4A-07D4-46F9-5CF9-366DF3BC8996}"/>
              </a:ext>
            </a:extLst>
          </p:cNvPr>
          <p:cNvSpPr>
            <a:spLocks noGrp="1" noChangeArrowheads="1"/>
          </p:cNvSpPr>
          <p:nvPr>
            <p:ph type="title"/>
          </p:nvPr>
        </p:nvSpPr>
        <p:spPr/>
        <p:txBody>
          <a:bodyPr/>
          <a:lstStyle/>
          <a:p>
            <a:pPr eaLnBrk="1" hangingPunct="1">
              <a:defRPr/>
            </a:pPr>
            <a:r>
              <a:rPr lang="cs-CZ" sz="3200" b="1" kern="1200" dirty="0">
                <a:solidFill>
                  <a:srgbClr val="FF0000"/>
                </a:solidFill>
                <a:latin typeface="Calibri" pitchFamily="34" charset="0"/>
              </a:rPr>
              <a:t>Základní  množinové pojmy</a:t>
            </a:r>
          </a:p>
        </p:txBody>
      </p:sp>
      <p:sp>
        <p:nvSpPr>
          <p:cNvPr id="4099" name="Rectangle 3">
            <a:extLst>
              <a:ext uri="{FF2B5EF4-FFF2-40B4-BE49-F238E27FC236}">
                <a16:creationId xmlns:a16="http://schemas.microsoft.com/office/drawing/2014/main" id="{D4247B10-277A-DA88-E754-276CA3CF6E63}"/>
              </a:ext>
            </a:extLst>
          </p:cNvPr>
          <p:cNvSpPr>
            <a:spLocks noGrp="1" noChangeArrowheads="1"/>
          </p:cNvSpPr>
          <p:nvPr>
            <p:ph type="body" idx="1"/>
          </p:nvPr>
        </p:nvSpPr>
        <p:spPr/>
        <p:txBody>
          <a:bodyPr/>
          <a:lstStyle/>
          <a:p>
            <a:pPr marL="0" indent="0" eaLnBrk="1" hangingPunct="1">
              <a:buFont typeface="Wingdings" panose="05000000000000000000" pitchFamily="2" charset="2"/>
              <a:buNone/>
              <a:defRPr/>
            </a:pPr>
            <a:r>
              <a:rPr lang="cs-CZ" sz="2400" dirty="0">
                <a:latin typeface="Calibri" pitchFamily="34" charset="0"/>
              </a:rPr>
              <a:t>10) </a:t>
            </a:r>
            <a:r>
              <a:rPr lang="cs-CZ" sz="2400" b="1" kern="1200" dirty="0">
                <a:solidFill>
                  <a:schemeClr val="bg2"/>
                </a:solidFill>
                <a:latin typeface="Calibri" pitchFamily="34" charset="0"/>
              </a:rPr>
              <a:t>Ověřte platnost následujících tvrzení</a:t>
            </a:r>
          </a:p>
          <a:p>
            <a:pPr marL="0" indent="0" eaLnBrk="1" hangingPunct="1">
              <a:buFont typeface="Wingdings" panose="05000000000000000000" pitchFamily="2" charset="2"/>
              <a:buNone/>
              <a:defRPr/>
            </a:pPr>
            <a:r>
              <a:rPr lang="cs-CZ" sz="2000" kern="1200" dirty="0">
                <a:solidFill>
                  <a:schemeClr val="bg2"/>
                </a:solidFill>
                <a:latin typeface="Calibri" pitchFamily="34" charset="0"/>
              </a:rPr>
              <a:t>      i)</a:t>
            </a:r>
            <a:r>
              <a:rPr lang="cs-CZ" sz="2000" b="1" kern="1200" dirty="0">
                <a:solidFill>
                  <a:schemeClr val="bg2"/>
                </a:solidFill>
                <a:latin typeface="Calibri" pitchFamily="34" charset="0"/>
              </a:rPr>
              <a:t> </a:t>
            </a:r>
            <a:r>
              <a:rPr lang="cs-CZ" sz="2000" dirty="0">
                <a:solidFill>
                  <a:schemeClr val="bg2"/>
                </a:solidFill>
                <a:latin typeface="Calibri" pitchFamily="34" charset="0"/>
              </a:rPr>
              <a:t>pomocí definic množinových operací a inkluze</a:t>
            </a:r>
            <a:br>
              <a:rPr lang="cs-CZ" sz="2000" dirty="0">
                <a:solidFill>
                  <a:schemeClr val="bg2"/>
                </a:solidFill>
                <a:latin typeface="Calibri" pitchFamily="34" charset="0"/>
              </a:rPr>
            </a:br>
            <a:r>
              <a:rPr lang="cs-CZ" sz="2000" dirty="0">
                <a:solidFill>
                  <a:schemeClr val="bg2"/>
                </a:solidFill>
                <a:latin typeface="Calibri" pitchFamily="34" charset="0"/>
              </a:rPr>
              <a:t>      </a:t>
            </a:r>
            <a:r>
              <a:rPr lang="cs-CZ" sz="2000" dirty="0" err="1">
                <a:solidFill>
                  <a:schemeClr val="bg2"/>
                </a:solidFill>
                <a:latin typeface="Calibri" pitchFamily="34" charset="0"/>
              </a:rPr>
              <a:t>ii</a:t>
            </a:r>
            <a:r>
              <a:rPr lang="cs-CZ" sz="2000" dirty="0">
                <a:solidFill>
                  <a:schemeClr val="bg2"/>
                </a:solidFill>
                <a:latin typeface="Calibri" pitchFamily="34" charset="0"/>
              </a:rPr>
              <a:t>) pomocí </a:t>
            </a:r>
            <a:r>
              <a:rPr lang="cs-CZ" sz="2000" dirty="0" err="1">
                <a:solidFill>
                  <a:schemeClr val="bg2"/>
                </a:solidFill>
                <a:latin typeface="Calibri" pitchFamily="34" charset="0"/>
              </a:rPr>
              <a:t>Vennových</a:t>
            </a:r>
            <a:r>
              <a:rPr lang="cs-CZ" sz="2000" dirty="0">
                <a:solidFill>
                  <a:schemeClr val="bg2"/>
                </a:solidFill>
                <a:latin typeface="Calibri" pitchFamily="34" charset="0"/>
              </a:rPr>
              <a:t> diagramů</a:t>
            </a:r>
            <a:endParaRPr lang="cs-CZ" sz="2000" b="1" kern="1200" dirty="0">
              <a:solidFill>
                <a:schemeClr val="bg2"/>
              </a:solidFill>
              <a:latin typeface="Calibri" pitchFamily="34" charset="0"/>
            </a:endParaRPr>
          </a:p>
        </p:txBody>
      </p:sp>
      <p:sp>
        <p:nvSpPr>
          <p:cNvPr id="7172" name="TextovéPole 1">
            <a:extLst>
              <a:ext uri="{FF2B5EF4-FFF2-40B4-BE49-F238E27FC236}">
                <a16:creationId xmlns:a16="http://schemas.microsoft.com/office/drawing/2014/main" id="{AADD5C44-9E51-DE6A-E81E-CE84035A4EFF}"/>
              </a:ext>
            </a:extLst>
          </p:cNvPr>
          <p:cNvSpPr txBox="1">
            <a:spLocks noChangeArrowheads="1"/>
          </p:cNvSpPr>
          <p:nvPr/>
        </p:nvSpPr>
        <p:spPr bwMode="auto">
          <a:xfrm>
            <a:off x="0" y="6596063"/>
            <a:ext cx="3603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eaLnBrk="0" hangingPunct="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eaLnBrk="0" hangingPunct="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eaLnBrk="0" hangingPunct="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C8D61B2-6E4E-4198-94F3-83C06757A3EB}" type="slidenum">
              <a:rPr lang="cs-CZ" altLang="cs-CZ" sz="1100"/>
              <a:pPr eaLnBrk="1" hangingPunct="1">
                <a:spcBef>
                  <a:spcPct val="0"/>
                </a:spcBef>
                <a:buClrTx/>
                <a:buSzTx/>
                <a:buFontTx/>
                <a:buNone/>
              </a:pPr>
              <a:t>6</a:t>
            </a:fld>
            <a:endParaRPr lang="cs-CZ" altLang="cs-CZ" sz="1100"/>
          </a:p>
        </p:txBody>
      </p:sp>
      <p:pic>
        <p:nvPicPr>
          <p:cNvPr id="7173" name="Picture 5">
            <a:extLst>
              <a:ext uri="{FF2B5EF4-FFF2-40B4-BE49-F238E27FC236}">
                <a16:creationId xmlns:a16="http://schemas.microsoft.com/office/drawing/2014/main" id="{40B85190-386B-657F-3D2A-176ADF333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833" y="2305448"/>
            <a:ext cx="7675563" cy="3619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ovéPole 6">
            <a:extLst>
              <a:ext uri="{FF2B5EF4-FFF2-40B4-BE49-F238E27FC236}">
                <a16:creationId xmlns:a16="http://schemas.microsoft.com/office/drawing/2014/main" id="{E1B84496-0479-A19E-6323-545B87E132F0}"/>
              </a:ext>
            </a:extLst>
          </p:cNvPr>
          <p:cNvSpPr txBox="1"/>
          <p:nvPr/>
        </p:nvSpPr>
        <p:spPr>
          <a:xfrm>
            <a:off x="1043608" y="6140848"/>
            <a:ext cx="6000751" cy="369332"/>
          </a:xfrm>
          <a:prstGeom prst="rect">
            <a:avLst/>
          </a:prstGeom>
          <a:noFill/>
        </p:spPr>
        <p:txBody>
          <a:bodyPr wrap="square">
            <a:spAutoFit/>
          </a:bodyPr>
          <a:lstStyle/>
          <a:p>
            <a:pPr marL="0" indent="0" eaLnBrk="1" hangingPunct="1">
              <a:buFont typeface="Wingdings" panose="05000000000000000000" pitchFamily="2" charset="2"/>
              <a:buNone/>
              <a:defRPr/>
            </a:pPr>
            <a:r>
              <a:rPr lang="cs-CZ" sz="1800" dirty="0">
                <a:latin typeface="Calibri" pitchFamily="34" charset="0"/>
              </a:rPr>
              <a:t>Pozn.:  Množiny </a:t>
            </a:r>
            <a:r>
              <a:rPr lang="cs-CZ" sz="1800" i="1" dirty="0">
                <a:latin typeface="+mj-lt"/>
              </a:rPr>
              <a:t>A</a:t>
            </a:r>
            <a:r>
              <a:rPr lang="cs-CZ" sz="1800" dirty="0">
                <a:latin typeface="Calibri" pitchFamily="34" charset="0"/>
              </a:rPr>
              <a:t>, </a:t>
            </a:r>
            <a:r>
              <a:rPr lang="cs-CZ" sz="1800" i="1" dirty="0">
                <a:latin typeface="+mj-lt"/>
              </a:rPr>
              <a:t>B</a:t>
            </a:r>
            <a:r>
              <a:rPr lang="cs-CZ" sz="1800" dirty="0">
                <a:latin typeface="Calibri" pitchFamily="34" charset="0"/>
              </a:rPr>
              <a:t>, </a:t>
            </a:r>
            <a:r>
              <a:rPr lang="cs-CZ" sz="1800" i="1" dirty="0">
                <a:latin typeface="+mj-lt"/>
              </a:rPr>
              <a:t>C</a:t>
            </a:r>
            <a:r>
              <a:rPr lang="cs-CZ" sz="1800" dirty="0">
                <a:latin typeface="Calibri" pitchFamily="34" charset="0"/>
              </a:rPr>
              <a:t>, </a:t>
            </a:r>
            <a:r>
              <a:rPr lang="cs-CZ" sz="1800" i="1" dirty="0">
                <a:latin typeface="+mj-lt"/>
              </a:rPr>
              <a:t>D</a:t>
            </a:r>
            <a:r>
              <a:rPr lang="cs-CZ" sz="1800" dirty="0">
                <a:latin typeface="Calibri" pitchFamily="34" charset="0"/>
              </a:rPr>
              <a:t> jsou podmnožiny dané množiny </a:t>
            </a:r>
            <a:r>
              <a:rPr lang="cs-CZ" sz="1800" i="1" dirty="0">
                <a:latin typeface="+mj-lt"/>
              </a:rPr>
              <a:t>U</a:t>
            </a:r>
            <a:r>
              <a:rPr lang="cs-CZ" sz="1800" dirty="0">
                <a:latin typeface="Calibri"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826CBA7-50BB-7C0D-EFD6-E211FD1BEBDB}"/>
              </a:ext>
            </a:extLst>
          </p:cNvPr>
          <p:cNvSpPr>
            <a:spLocks noGrp="1"/>
          </p:cNvSpPr>
          <p:nvPr>
            <p:ph type="title"/>
          </p:nvPr>
        </p:nvSpPr>
        <p:spPr/>
        <p:txBody>
          <a:bodyPr/>
          <a:lstStyle/>
          <a:p>
            <a:pPr eaLnBrk="1" hangingPunct="1">
              <a:defRPr/>
            </a:pPr>
            <a:r>
              <a:rPr lang="cs-CZ" sz="3200" b="1" kern="1200" dirty="0">
                <a:solidFill>
                  <a:srgbClr val="FF0000"/>
                </a:solidFill>
                <a:latin typeface="Calibri" pitchFamily="34" charset="0"/>
              </a:rPr>
              <a:t>Logické spojky, zobrazení</a:t>
            </a:r>
          </a:p>
        </p:txBody>
      </p:sp>
      <p:sp>
        <p:nvSpPr>
          <p:cNvPr id="3" name="Zástupný obsah 2">
            <a:extLst>
              <a:ext uri="{FF2B5EF4-FFF2-40B4-BE49-F238E27FC236}">
                <a16:creationId xmlns:a16="http://schemas.microsoft.com/office/drawing/2014/main" id="{E6A17BAC-97BA-8A91-6B02-ED12D4DA2CA1}"/>
              </a:ext>
            </a:extLst>
          </p:cNvPr>
          <p:cNvSpPr>
            <a:spLocks noGrp="1"/>
          </p:cNvSpPr>
          <p:nvPr>
            <p:ph idx="1"/>
          </p:nvPr>
        </p:nvSpPr>
        <p:spPr/>
        <p:txBody>
          <a:bodyPr/>
          <a:lstStyle/>
          <a:p>
            <a:pPr marL="0" indent="0">
              <a:buNone/>
            </a:pPr>
            <a:r>
              <a:rPr lang="cs-CZ" altLang="cs-CZ" sz="2000" dirty="0">
                <a:latin typeface="Calibri" panose="020F0502020204030204" pitchFamily="34" charset="0"/>
              </a:rPr>
              <a:t>11) Intuitivně definujte logické spojky negace, konjunkce, disjunkce, implikace, ekvivalence. Nakreslete odpovídající pravdivostní tabulky.</a:t>
            </a:r>
          </a:p>
          <a:p>
            <a:pPr marL="0" indent="0">
              <a:buNone/>
            </a:pPr>
            <a:endParaRPr lang="cs-CZ" altLang="cs-CZ" sz="2000" dirty="0">
              <a:latin typeface="Calibri" panose="020F0502020204030204" pitchFamily="34" charset="0"/>
            </a:endParaRPr>
          </a:p>
          <a:p>
            <a:pPr marL="0" indent="0">
              <a:buNone/>
            </a:pPr>
            <a:endParaRPr lang="cs-CZ" altLang="cs-CZ" sz="2000" dirty="0">
              <a:latin typeface="Calibri" panose="020F0502020204030204" pitchFamily="34" charset="0"/>
            </a:endParaRPr>
          </a:p>
          <a:p>
            <a:pPr marL="0" indent="0">
              <a:buNone/>
            </a:pPr>
            <a:endParaRPr lang="cs-CZ" altLang="cs-CZ" sz="2000" dirty="0">
              <a:latin typeface="Calibri" panose="020F0502020204030204" pitchFamily="34" charset="0"/>
            </a:endParaRPr>
          </a:p>
          <a:p>
            <a:pPr marL="0" indent="0">
              <a:buNone/>
            </a:pPr>
            <a:endParaRPr lang="cs-CZ" altLang="cs-CZ" sz="2000" dirty="0">
              <a:latin typeface="Calibri" panose="020F0502020204030204" pitchFamily="34" charset="0"/>
            </a:endParaRPr>
          </a:p>
          <a:p>
            <a:pPr marL="0" indent="0">
              <a:buNone/>
            </a:pPr>
            <a:endParaRPr lang="cs-CZ" altLang="cs-CZ" sz="2000" dirty="0">
              <a:latin typeface="Calibri" panose="020F0502020204030204" pitchFamily="34" charset="0"/>
            </a:endParaRPr>
          </a:p>
          <a:p>
            <a:pPr marL="0" indent="0">
              <a:buNone/>
            </a:pPr>
            <a:endParaRPr lang="cs-CZ" altLang="cs-CZ" sz="2000" dirty="0">
              <a:latin typeface="Calibri" panose="020F0502020204030204" pitchFamily="34" charset="0"/>
            </a:endParaRPr>
          </a:p>
        </p:txBody>
      </p:sp>
      <p:pic>
        <p:nvPicPr>
          <p:cNvPr id="5" name="Obrázek 4">
            <a:extLst>
              <a:ext uri="{FF2B5EF4-FFF2-40B4-BE49-F238E27FC236}">
                <a16:creationId xmlns:a16="http://schemas.microsoft.com/office/drawing/2014/main" id="{916C7879-9789-0D31-77F0-74E6FECACD32}"/>
              </a:ext>
            </a:extLst>
          </p:cNvPr>
          <p:cNvPicPr>
            <a:picLocks noChangeAspect="1"/>
          </p:cNvPicPr>
          <p:nvPr/>
        </p:nvPicPr>
        <p:blipFill>
          <a:blip r:embed="rId2"/>
          <a:stretch>
            <a:fillRect/>
          </a:stretch>
        </p:blipFill>
        <p:spPr>
          <a:xfrm>
            <a:off x="1763688" y="2060848"/>
            <a:ext cx="4763165" cy="1495634"/>
          </a:xfrm>
          <a:prstGeom prst="rect">
            <a:avLst/>
          </a:prstGeom>
        </p:spPr>
      </p:pic>
    </p:spTree>
    <p:extLst>
      <p:ext uri="{BB962C8B-B14F-4D97-AF65-F5344CB8AC3E}">
        <p14:creationId xmlns:p14="http://schemas.microsoft.com/office/powerpoint/2010/main" val="599280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826CBA7-50BB-7C0D-EFD6-E211FD1BEBDB}"/>
              </a:ext>
            </a:extLst>
          </p:cNvPr>
          <p:cNvSpPr>
            <a:spLocks noGrp="1"/>
          </p:cNvSpPr>
          <p:nvPr>
            <p:ph type="title"/>
          </p:nvPr>
        </p:nvSpPr>
        <p:spPr/>
        <p:txBody>
          <a:bodyPr/>
          <a:lstStyle/>
          <a:p>
            <a:pPr eaLnBrk="1" hangingPunct="1">
              <a:defRPr/>
            </a:pPr>
            <a:r>
              <a:rPr lang="cs-CZ" sz="3200" b="1" kern="1200" dirty="0">
                <a:solidFill>
                  <a:srgbClr val="FF0000"/>
                </a:solidFill>
                <a:latin typeface="Calibri" pitchFamily="34" charset="0"/>
              </a:rPr>
              <a:t>Logické spojky, zobrazení</a:t>
            </a:r>
          </a:p>
        </p:txBody>
      </p:sp>
      <p:sp>
        <p:nvSpPr>
          <p:cNvPr id="3" name="Zástupný obsah 2">
            <a:extLst>
              <a:ext uri="{FF2B5EF4-FFF2-40B4-BE49-F238E27FC236}">
                <a16:creationId xmlns:a16="http://schemas.microsoft.com/office/drawing/2014/main" id="{E6A17BAC-97BA-8A91-6B02-ED12D4DA2CA1}"/>
              </a:ext>
            </a:extLst>
          </p:cNvPr>
          <p:cNvSpPr>
            <a:spLocks noGrp="1"/>
          </p:cNvSpPr>
          <p:nvPr>
            <p:ph idx="1"/>
          </p:nvPr>
        </p:nvSpPr>
        <p:spPr/>
        <p:txBody>
          <a:bodyPr/>
          <a:lstStyle/>
          <a:p>
            <a:pPr marL="0" indent="0">
              <a:buNone/>
            </a:pPr>
            <a:r>
              <a:rPr lang="cs-CZ" sz="2000" dirty="0">
                <a:latin typeface="Calibri"/>
                <a:ea typeface="Calibri"/>
                <a:cs typeface="Calibri"/>
              </a:rPr>
              <a:t>12) Intuitivně definujte zobrazení – </a:t>
            </a:r>
            <a:r>
              <a:rPr lang="cs-CZ" sz="2000" b="1" dirty="0">
                <a:solidFill>
                  <a:srgbClr val="0070C0"/>
                </a:solidFill>
                <a:latin typeface="Calibri"/>
                <a:ea typeface="Calibri"/>
                <a:cs typeface="Calibri"/>
              </a:rPr>
              <a:t>zobrazení množiny A do množiny B</a:t>
            </a:r>
            <a:br>
              <a:rPr lang="cs-CZ" sz="2000" b="1" dirty="0">
                <a:solidFill>
                  <a:srgbClr val="0070C0"/>
                </a:solidFill>
                <a:latin typeface="Calibri"/>
                <a:ea typeface="Calibri"/>
                <a:cs typeface="Calibri"/>
              </a:rPr>
            </a:br>
            <a:r>
              <a:rPr lang="cs-CZ" sz="2000" dirty="0">
                <a:solidFill>
                  <a:srgbClr val="0070C0"/>
                </a:solidFill>
                <a:latin typeface="Calibri"/>
                <a:ea typeface="Calibri"/>
                <a:cs typeface="Calibri"/>
              </a:rPr>
              <a:t>       je předpis, který  každému prvku množiny </a:t>
            </a:r>
            <a:r>
              <a:rPr lang="cs-CZ" sz="2000" b="1" dirty="0">
                <a:solidFill>
                  <a:srgbClr val="0070C0"/>
                </a:solidFill>
                <a:latin typeface="Calibri"/>
                <a:ea typeface="Calibri"/>
                <a:cs typeface="Calibri"/>
              </a:rPr>
              <a:t>A</a:t>
            </a:r>
            <a:r>
              <a:rPr lang="cs-CZ" sz="2000" dirty="0">
                <a:solidFill>
                  <a:srgbClr val="0070C0"/>
                </a:solidFill>
                <a:latin typeface="Calibri"/>
                <a:ea typeface="Calibri"/>
                <a:cs typeface="Calibri"/>
              </a:rPr>
              <a:t> přiřadí právě jeden prvek</a:t>
            </a:r>
            <a:br>
              <a:rPr lang="cs-CZ" sz="2000" dirty="0">
                <a:solidFill>
                  <a:srgbClr val="0070C0"/>
                </a:solidFill>
                <a:latin typeface="Calibri"/>
                <a:ea typeface="Calibri"/>
                <a:cs typeface="Calibri"/>
              </a:rPr>
            </a:br>
            <a:r>
              <a:rPr lang="cs-CZ" sz="2000" dirty="0">
                <a:solidFill>
                  <a:srgbClr val="0070C0"/>
                </a:solidFill>
                <a:latin typeface="Calibri"/>
                <a:ea typeface="Calibri"/>
                <a:cs typeface="Calibri"/>
              </a:rPr>
              <a:t>       z množiny </a:t>
            </a:r>
            <a:r>
              <a:rPr lang="cs-CZ" sz="2000" b="1" dirty="0">
                <a:solidFill>
                  <a:srgbClr val="0070C0"/>
                </a:solidFill>
                <a:latin typeface="Calibri"/>
                <a:ea typeface="Calibri"/>
                <a:cs typeface="Calibri"/>
              </a:rPr>
              <a:t>B</a:t>
            </a:r>
          </a:p>
          <a:p>
            <a:pPr marL="0" indent="0">
              <a:buNone/>
            </a:pPr>
            <a:r>
              <a:rPr lang="cs-CZ" sz="2000" dirty="0">
                <a:latin typeface="Calibri"/>
                <a:ea typeface="Calibri"/>
                <a:cs typeface="Calibri"/>
              </a:rPr>
              <a:t>       Nakreslete příklady zobrazení f: A </a:t>
            </a:r>
            <a:r>
              <a:rPr lang="cs-CZ" sz="2000" dirty="0">
                <a:latin typeface="Calibri"/>
                <a:ea typeface="Calibri"/>
                <a:cs typeface="Calibri"/>
                <a:sym typeface="Wingdings" panose="05000000000000000000" pitchFamily="2" charset="2"/>
              </a:rPr>
              <a:t> B</a:t>
            </a:r>
            <a:r>
              <a:rPr lang="cs-CZ" sz="2000" dirty="0">
                <a:latin typeface="Calibri"/>
                <a:ea typeface="Calibri"/>
                <a:cs typeface="Calibri"/>
              </a:rPr>
              <a:t>, které</a:t>
            </a:r>
          </a:p>
          <a:p>
            <a:pPr marL="0" indent="0">
              <a:buNone/>
            </a:pPr>
            <a:r>
              <a:rPr lang="cs-CZ" sz="2000" dirty="0">
                <a:latin typeface="Calibri"/>
                <a:ea typeface="Calibri"/>
                <a:cs typeface="Calibri"/>
              </a:rPr>
              <a:t>   </a:t>
            </a:r>
            <a:r>
              <a:rPr lang="cs-CZ" sz="2000" dirty="0">
                <a:solidFill>
                  <a:srgbClr val="000000"/>
                </a:solidFill>
                <a:latin typeface="Calibri"/>
                <a:ea typeface="Calibri"/>
                <a:cs typeface="Calibri"/>
              </a:rPr>
              <a:t>         </a:t>
            </a:r>
            <a:r>
              <a:rPr lang="cs-CZ" sz="2000" dirty="0">
                <a:latin typeface="Calibri"/>
                <a:ea typeface="Calibri"/>
                <a:cs typeface="Calibri"/>
              </a:rPr>
              <a:t> a) je prosté a není na </a:t>
            </a:r>
            <a:br>
              <a:rPr lang="cs-CZ" sz="2000" dirty="0">
                <a:solidFill>
                  <a:srgbClr val="000000"/>
                </a:solidFill>
                <a:latin typeface="Calibri"/>
                <a:ea typeface="Calibri"/>
                <a:cs typeface="Calibri"/>
              </a:rPr>
            </a:br>
            <a:r>
              <a:rPr lang="cs-CZ" sz="2000" dirty="0">
                <a:solidFill>
                  <a:srgbClr val="000000"/>
                </a:solidFill>
                <a:latin typeface="Calibri"/>
                <a:ea typeface="Calibri"/>
                <a:cs typeface="Calibri"/>
              </a:rPr>
              <a:t> </a:t>
            </a:r>
            <a:r>
              <a:rPr lang="cs-CZ" sz="2000" dirty="0">
                <a:latin typeface="Calibri"/>
                <a:ea typeface="Calibri"/>
                <a:cs typeface="Calibri"/>
              </a:rPr>
              <a:t>            b) je na a není prosté </a:t>
            </a:r>
            <a:br>
              <a:rPr lang="cs-CZ" sz="2000" dirty="0">
                <a:latin typeface="Calibri" pitchFamily="34" charset="0"/>
              </a:rPr>
            </a:br>
            <a:r>
              <a:rPr lang="cs-CZ" sz="2000" dirty="0">
                <a:latin typeface="Calibri"/>
                <a:cs typeface="Calibri"/>
              </a:rPr>
              <a:t>             </a:t>
            </a:r>
            <a:r>
              <a:rPr lang="cs-CZ" sz="2000" dirty="0">
                <a:latin typeface="Calibri"/>
                <a:ea typeface="Calibri"/>
                <a:cs typeface="Calibri"/>
              </a:rPr>
              <a:t>c) je prosté i na          </a:t>
            </a:r>
            <a:br>
              <a:rPr lang="cs-CZ" sz="2000" dirty="0">
                <a:latin typeface="Calibri"/>
                <a:ea typeface="Calibri"/>
                <a:cs typeface="Calibri"/>
              </a:rPr>
            </a:br>
            <a:r>
              <a:rPr lang="cs-CZ" sz="2000" dirty="0">
                <a:latin typeface="Calibri"/>
                <a:ea typeface="Calibri"/>
                <a:cs typeface="Calibri"/>
              </a:rPr>
              <a:t>   </a:t>
            </a:r>
            <a:r>
              <a:rPr lang="cs-CZ" sz="2000" dirty="0">
                <a:solidFill>
                  <a:srgbClr val="000000"/>
                </a:solidFill>
                <a:latin typeface="Calibri"/>
                <a:ea typeface="Calibri"/>
                <a:cs typeface="Calibri"/>
              </a:rPr>
              <a:t>     </a:t>
            </a:r>
            <a:r>
              <a:rPr lang="cs-CZ" sz="2000" dirty="0">
                <a:latin typeface="Calibri"/>
                <a:ea typeface="Calibri"/>
                <a:cs typeface="Calibri"/>
              </a:rPr>
              <a:t>     d) není prosté ani na</a:t>
            </a:r>
            <a:endParaRPr lang="cs-CZ" sz="2000" dirty="0">
              <a:solidFill>
                <a:srgbClr val="0070C0"/>
              </a:solidFill>
              <a:latin typeface="Calibri"/>
              <a:ea typeface="Calibri"/>
              <a:cs typeface="Calibri"/>
            </a:endParaRPr>
          </a:p>
        </p:txBody>
      </p:sp>
      <mc:AlternateContent xmlns:mc="http://schemas.openxmlformats.org/markup-compatibility/2006">
        <mc:Choice xmlns:p14="http://schemas.microsoft.com/office/powerpoint/2010/main" Requires="p14">
          <p:contentPart p14:bwMode="auto" r:id="rId2">
            <p14:nvContentPartPr>
              <p14:cNvPr id="39" name="Rukopis 38">
                <a:extLst>
                  <a:ext uri="{FF2B5EF4-FFF2-40B4-BE49-F238E27FC236}">
                    <a16:creationId xmlns:a16="http://schemas.microsoft.com/office/drawing/2014/main" id="{5D0D0697-17BC-C6E5-A115-2EEE634A950D}"/>
                  </a:ext>
                </a:extLst>
              </p14:cNvPr>
              <p14:cNvContentPartPr/>
              <p14:nvPr/>
            </p14:nvContentPartPr>
            <p14:xfrm>
              <a:off x="6630260" y="2296567"/>
              <a:ext cx="615600" cy="1370160"/>
            </p14:xfrm>
          </p:contentPart>
        </mc:Choice>
        <mc:Fallback>
          <p:pic>
            <p:nvPicPr>
              <p:cNvPr id="39" name="Rukopis 38">
                <a:extLst>
                  <a:ext uri="{FF2B5EF4-FFF2-40B4-BE49-F238E27FC236}">
                    <a16:creationId xmlns:a16="http://schemas.microsoft.com/office/drawing/2014/main" id="{5D0D0697-17BC-C6E5-A115-2EEE634A950D}"/>
                  </a:ext>
                </a:extLst>
              </p:cNvPr>
              <p:cNvPicPr/>
              <p:nvPr/>
            </p:nvPicPr>
            <p:blipFill>
              <a:blip r:embed="rId3"/>
              <a:stretch>
                <a:fillRect/>
              </a:stretch>
            </p:blipFill>
            <p:spPr>
              <a:xfrm>
                <a:off x="6621620" y="2287567"/>
                <a:ext cx="633240" cy="1387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4" name="Rukopis 53">
                <a:extLst>
                  <a:ext uri="{FF2B5EF4-FFF2-40B4-BE49-F238E27FC236}">
                    <a16:creationId xmlns:a16="http://schemas.microsoft.com/office/drawing/2014/main" id="{A9E70027-97A0-2AA8-6DE6-48281C80D3AA}"/>
                  </a:ext>
                </a:extLst>
              </p14:cNvPr>
              <p14:cNvContentPartPr/>
              <p14:nvPr/>
            </p14:nvContentPartPr>
            <p14:xfrm>
              <a:off x="6942380" y="3049327"/>
              <a:ext cx="74160" cy="95400"/>
            </p14:xfrm>
          </p:contentPart>
        </mc:Choice>
        <mc:Fallback>
          <p:pic>
            <p:nvPicPr>
              <p:cNvPr id="54" name="Rukopis 53">
                <a:extLst>
                  <a:ext uri="{FF2B5EF4-FFF2-40B4-BE49-F238E27FC236}">
                    <a16:creationId xmlns:a16="http://schemas.microsoft.com/office/drawing/2014/main" id="{A9E70027-97A0-2AA8-6DE6-48281C80D3AA}"/>
                  </a:ext>
                </a:extLst>
              </p:cNvPr>
              <p:cNvPicPr/>
              <p:nvPr/>
            </p:nvPicPr>
            <p:blipFill>
              <a:blip r:embed="rId5"/>
              <a:stretch>
                <a:fillRect/>
              </a:stretch>
            </p:blipFill>
            <p:spPr>
              <a:xfrm>
                <a:off x="6933740" y="3040687"/>
                <a:ext cx="9180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9" name="Rukopis 58">
                <a:extLst>
                  <a:ext uri="{FF2B5EF4-FFF2-40B4-BE49-F238E27FC236}">
                    <a16:creationId xmlns:a16="http://schemas.microsoft.com/office/drawing/2014/main" id="{9440C819-F993-19B9-CB60-1115701AB047}"/>
                  </a:ext>
                </a:extLst>
              </p14:cNvPr>
              <p14:cNvContentPartPr/>
              <p14:nvPr/>
            </p14:nvContentPartPr>
            <p14:xfrm>
              <a:off x="1338620" y="4050487"/>
              <a:ext cx="511200" cy="1256040"/>
            </p14:xfrm>
          </p:contentPart>
        </mc:Choice>
        <mc:Fallback>
          <p:pic>
            <p:nvPicPr>
              <p:cNvPr id="59" name="Rukopis 58">
                <a:extLst>
                  <a:ext uri="{FF2B5EF4-FFF2-40B4-BE49-F238E27FC236}">
                    <a16:creationId xmlns:a16="http://schemas.microsoft.com/office/drawing/2014/main" id="{9440C819-F993-19B9-CB60-1115701AB047}"/>
                  </a:ext>
                </a:extLst>
              </p:cNvPr>
              <p:cNvPicPr/>
              <p:nvPr/>
            </p:nvPicPr>
            <p:blipFill>
              <a:blip r:embed="rId7"/>
              <a:stretch>
                <a:fillRect/>
              </a:stretch>
            </p:blipFill>
            <p:spPr>
              <a:xfrm>
                <a:off x="1329620" y="4041847"/>
                <a:ext cx="528840" cy="1273680"/>
              </a:xfrm>
              <a:prstGeom prst="rect">
                <a:avLst/>
              </a:prstGeom>
            </p:spPr>
          </p:pic>
        </mc:Fallback>
      </mc:AlternateContent>
      <p:grpSp>
        <p:nvGrpSpPr>
          <p:cNvPr id="90" name="Skupina 89">
            <a:extLst>
              <a:ext uri="{FF2B5EF4-FFF2-40B4-BE49-F238E27FC236}">
                <a16:creationId xmlns:a16="http://schemas.microsoft.com/office/drawing/2014/main" id="{8E295A79-5A00-7663-F935-BDF85BFB4510}"/>
              </a:ext>
            </a:extLst>
          </p:cNvPr>
          <p:cNvGrpSpPr/>
          <p:nvPr/>
        </p:nvGrpSpPr>
        <p:grpSpPr>
          <a:xfrm>
            <a:off x="4087940" y="4145167"/>
            <a:ext cx="237600" cy="354600"/>
            <a:chOff x="4087940" y="4145167"/>
            <a:chExt cx="237600" cy="354600"/>
          </a:xfrm>
        </p:grpSpPr>
        <mc:AlternateContent xmlns:mc="http://schemas.openxmlformats.org/markup-compatibility/2006">
          <mc:Choice xmlns:p14="http://schemas.microsoft.com/office/powerpoint/2010/main" Requires="p14">
            <p:contentPart p14:bwMode="auto" r:id="rId8">
              <p14:nvContentPartPr>
                <p14:cNvPr id="88" name="Rukopis 87">
                  <a:extLst>
                    <a:ext uri="{FF2B5EF4-FFF2-40B4-BE49-F238E27FC236}">
                      <a16:creationId xmlns:a16="http://schemas.microsoft.com/office/drawing/2014/main" id="{DC51A88D-3F97-596A-23C8-B1DF32B620A4}"/>
                    </a:ext>
                  </a:extLst>
                </p14:cNvPr>
                <p14:cNvContentPartPr/>
                <p14:nvPr/>
              </p14:nvContentPartPr>
              <p14:xfrm>
                <a:off x="4087940" y="4166047"/>
                <a:ext cx="173520" cy="171000"/>
              </p14:xfrm>
            </p:contentPart>
          </mc:Choice>
          <mc:Fallback>
            <p:pic>
              <p:nvPicPr>
                <p:cNvPr id="88" name="Rukopis 87">
                  <a:extLst>
                    <a:ext uri="{FF2B5EF4-FFF2-40B4-BE49-F238E27FC236}">
                      <a16:creationId xmlns:a16="http://schemas.microsoft.com/office/drawing/2014/main" id="{DC51A88D-3F97-596A-23C8-B1DF32B620A4}"/>
                    </a:ext>
                  </a:extLst>
                </p:cNvPr>
                <p:cNvPicPr/>
                <p:nvPr/>
              </p:nvPicPr>
              <p:blipFill>
                <a:blip r:embed="rId9"/>
                <a:stretch>
                  <a:fillRect/>
                </a:stretch>
              </p:blipFill>
              <p:spPr>
                <a:xfrm>
                  <a:off x="4078940" y="4157407"/>
                  <a:ext cx="19116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9" name="Rukopis 88">
                  <a:extLst>
                    <a:ext uri="{FF2B5EF4-FFF2-40B4-BE49-F238E27FC236}">
                      <a16:creationId xmlns:a16="http://schemas.microsoft.com/office/drawing/2014/main" id="{6512E113-ADE8-0A62-FE88-9764490D6A99}"/>
                    </a:ext>
                  </a:extLst>
                </p14:cNvPr>
                <p14:cNvContentPartPr/>
                <p14:nvPr/>
              </p14:nvContentPartPr>
              <p14:xfrm>
                <a:off x="4226900" y="4145167"/>
                <a:ext cx="98640" cy="354600"/>
              </p14:xfrm>
            </p:contentPart>
          </mc:Choice>
          <mc:Fallback>
            <p:pic>
              <p:nvPicPr>
                <p:cNvPr id="89" name="Rukopis 88">
                  <a:extLst>
                    <a:ext uri="{FF2B5EF4-FFF2-40B4-BE49-F238E27FC236}">
                      <a16:creationId xmlns:a16="http://schemas.microsoft.com/office/drawing/2014/main" id="{6512E113-ADE8-0A62-FE88-9764490D6A99}"/>
                    </a:ext>
                  </a:extLst>
                </p:cNvPr>
                <p:cNvPicPr/>
                <p:nvPr/>
              </p:nvPicPr>
              <p:blipFill>
                <a:blip r:embed="rId11"/>
                <a:stretch>
                  <a:fillRect/>
                </a:stretch>
              </p:blipFill>
              <p:spPr>
                <a:xfrm>
                  <a:off x="4217900" y="4136167"/>
                  <a:ext cx="116280" cy="372240"/>
                </a:xfrm>
                <a:prstGeom prst="rect">
                  <a:avLst/>
                </a:prstGeom>
              </p:spPr>
            </p:pic>
          </mc:Fallback>
        </mc:AlternateContent>
      </p:grpSp>
      <p:grpSp>
        <p:nvGrpSpPr>
          <p:cNvPr id="100" name="Skupina 99">
            <a:extLst>
              <a:ext uri="{FF2B5EF4-FFF2-40B4-BE49-F238E27FC236}">
                <a16:creationId xmlns:a16="http://schemas.microsoft.com/office/drawing/2014/main" id="{15B18B41-3737-AF69-6048-5044F4A3982A}"/>
              </a:ext>
            </a:extLst>
          </p:cNvPr>
          <p:cNvGrpSpPr/>
          <p:nvPr/>
        </p:nvGrpSpPr>
        <p:grpSpPr>
          <a:xfrm>
            <a:off x="4423460" y="2166247"/>
            <a:ext cx="3111120" cy="1612800"/>
            <a:chOff x="4423460" y="2166247"/>
            <a:chExt cx="3111120" cy="1612800"/>
          </a:xfrm>
        </p:grpSpPr>
        <mc:AlternateContent xmlns:mc="http://schemas.openxmlformats.org/markup-compatibility/2006">
          <mc:Choice xmlns:p14="http://schemas.microsoft.com/office/powerpoint/2010/main" Requires="p14">
            <p:contentPart p14:bwMode="auto" r:id="rId12">
              <p14:nvContentPartPr>
                <p14:cNvPr id="4" name="Rukopis 3">
                  <a:extLst>
                    <a:ext uri="{FF2B5EF4-FFF2-40B4-BE49-F238E27FC236}">
                      <a16:creationId xmlns:a16="http://schemas.microsoft.com/office/drawing/2014/main" id="{9221DA4D-0E0D-BA27-32D5-6D11F9363245}"/>
                    </a:ext>
                  </a:extLst>
                </p14:cNvPr>
                <p14:cNvContentPartPr/>
                <p14:nvPr/>
              </p14:nvContentPartPr>
              <p14:xfrm>
                <a:off x="4423460" y="2560447"/>
                <a:ext cx="237960" cy="119520"/>
              </p14:xfrm>
            </p:contentPart>
          </mc:Choice>
          <mc:Fallback>
            <p:pic>
              <p:nvPicPr>
                <p:cNvPr id="4" name="Rukopis 3">
                  <a:extLst>
                    <a:ext uri="{FF2B5EF4-FFF2-40B4-BE49-F238E27FC236}">
                      <a16:creationId xmlns:a16="http://schemas.microsoft.com/office/drawing/2014/main" id="{9221DA4D-0E0D-BA27-32D5-6D11F9363245}"/>
                    </a:ext>
                  </a:extLst>
                </p:cNvPr>
                <p:cNvPicPr/>
                <p:nvPr/>
              </p:nvPicPr>
              <p:blipFill>
                <a:blip r:embed="rId13"/>
                <a:stretch>
                  <a:fillRect/>
                </a:stretch>
              </p:blipFill>
              <p:spPr>
                <a:xfrm>
                  <a:off x="4414460" y="2551447"/>
                  <a:ext cx="2556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6" name="Rukopis 5">
                  <a:extLst>
                    <a:ext uri="{FF2B5EF4-FFF2-40B4-BE49-F238E27FC236}">
                      <a16:creationId xmlns:a16="http://schemas.microsoft.com/office/drawing/2014/main" id="{3E8EC1BD-91A3-431A-BCB9-81FF4E5FFF96}"/>
                    </a:ext>
                  </a:extLst>
                </p14:cNvPr>
                <p14:cNvContentPartPr/>
                <p14:nvPr/>
              </p14:nvContentPartPr>
              <p14:xfrm>
                <a:off x="4685540" y="2491327"/>
                <a:ext cx="64080" cy="327240"/>
              </p14:xfrm>
            </p:contentPart>
          </mc:Choice>
          <mc:Fallback>
            <p:pic>
              <p:nvPicPr>
                <p:cNvPr id="6" name="Rukopis 5">
                  <a:extLst>
                    <a:ext uri="{FF2B5EF4-FFF2-40B4-BE49-F238E27FC236}">
                      <a16:creationId xmlns:a16="http://schemas.microsoft.com/office/drawing/2014/main" id="{3E8EC1BD-91A3-431A-BCB9-81FF4E5FFF96}"/>
                    </a:ext>
                  </a:extLst>
                </p:cNvPr>
                <p:cNvPicPr/>
                <p:nvPr/>
              </p:nvPicPr>
              <p:blipFill>
                <a:blip r:embed="rId15"/>
                <a:stretch>
                  <a:fillRect/>
                </a:stretch>
              </p:blipFill>
              <p:spPr>
                <a:xfrm>
                  <a:off x="4676540" y="2482327"/>
                  <a:ext cx="8172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2" name="Rukopis 21">
                  <a:extLst>
                    <a:ext uri="{FF2B5EF4-FFF2-40B4-BE49-F238E27FC236}">
                      <a16:creationId xmlns:a16="http://schemas.microsoft.com/office/drawing/2014/main" id="{A1DE87E3-9535-9F44-E788-A517B8821DA4}"/>
                    </a:ext>
                  </a:extLst>
                </p14:cNvPr>
                <p14:cNvContentPartPr/>
                <p14:nvPr/>
              </p14:nvContentPartPr>
              <p14:xfrm>
                <a:off x="5289620" y="2537407"/>
                <a:ext cx="360" cy="9360"/>
              </p14:xfrm>
            </p:contentPart>
          </mc:Choice>
          <mc:Fallback>
            <p:pic>
              <p:nvPicPr>
                <p:cNvPr id="22" name="Rukopis 21">
                  <a:extLst>
                    <a:ext uri="{FF2B5EF4-FFF2-40B4-BE49-F238E27FC236}">
                      <a16:creationId xmlns:a16="http://schemas.microsoft.com/office/drawing/2014/main" id="{A1DE87E3-9535-9F44-E788-A517B8821DA4}"/>
                    </a:ext>
                  </a:extLst>
                </p:cNvPr>
                <p:cNvPicPr/>
                <p:nvPr/>
              </p:nvPicPr>
              <p:blipFill>
                <a:blip r:embed="rId17"/>
                <a:stretch>
                  <a:fillRect/>
                </a:stretch>
              </p:blipFill>
              <p:spPr>
                <a:xfrm>
                  <a:off x="5280620" y="2528407"/>
                  <a:ext cx="180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3" name="Rukopis 22">
                  <a:extLst>
                    <a:ext uri="{FF2B5EF4-FFF2-40B4-BE49-F238E27FC236}">
                      <a16:creationId xmlns:a16="http://schemas.microsoft.com/office/drawing/2014/main" id="{5FF84C35-786C-5943-C774-DC00C612DDF0}"/>
                    </a:ext>
                  </a:extLst>
                </p14:cNvPr>
                <p14:cNvContentPartPr/>
                <p14:nvPr/>
              </p14:nvContentPartPr>
              <p14:xfrm>
                <a:off x="5170820" y="2495647"/>
                <a:ext cx="606960" cy="1283400"/>
              </p14:xfrm>
            </p:contentPart>
          </mc:Choice>
          <mc:Fallback>
            <p:pic>
              <p:nvPicPr>
                <p:cNvPr id="23" name="Rukopis 22">
                  <a:extLst>
                    <a:ext uri="{FF2B5EF4-FFF2-40B4-BE49-F238E27FC236}">
                      <a16:creationId xmlns:a16="http://schemas.microsoft.com/office/drawing/2014/main" id="{5FF84C35-786C-5943-C774-DC00C612DDF0}"/>
                    </a:ext>
                  </a:extLst>
                </p:cNvPr>
                <p:cNvPicPr/>
                <p:nvPr/>
              </p:nvPicPr>
              <p:blipFill>
                <a:blip r:embed="rId19"/>
                <a:stretch>
                  <a:fillRect/>
                </a:stretch>
              </p:blipFill>
              <p:spPr>
                <a:xfrm>
                  <a:off x="5161820" y="2487007"/>
                  <a:ext cx="624600" cy="13010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5" name="Rukopis 24">
                  <a:extLst>
                    <a:ext uri="{FF2B5EF4-FFF2-40B4-BE49-F238E27FC236}">
                      <a16:creationId xmlns:a16="http://schemas.microsoft.com/office/drawing/2014/main" id="{46DB3BB3-3C65-11CA-6BF8-A6EEB1E694E2}"/>
                    </a:ext>
                  </a:extLst>
                </p14:cNvPr>
                <p14:cNvContentPartPr/>
                <p14:nvPr/>
              </p14:nvContentPartPr>
              <p14:xfrm>
                <a:off x="5410580" y="2672047"/>
                <a:ext cx="129960" cy="77760"/>
              </p14:xfrm>
            </p:contentPart>
          </mc:Choice>
          <mc:Fallback>
            <p:pic>
              <p:nvPicPr>
                <p:cNvPr id="25" name="Rukopis 24">
                  <a:extLst>
                    <a:ext uri="{FF2B5EF4-FFF2-40B4-BE49-F238E27FC236}">
                      <a16:creationId xmlns:a16="http://schemas.microsoft.com/office/drawing/2014/main" id="{46DB3BB3-3C65-11CA-6BF8-A6EEB1E694E2}"/>
                    </a:ext>
                  </a:extLst>
                </p:cNvPr>
                <p:cNvPicPr/>
                <p:nvPr/>
              </p:nvPicPr>
              <p:blipFill>
                <a:blip r:embed="rId21"/>
                <a:stretch>
                  <a:fillRect/>
                </a:stretch>
              </p:blipFill>
              <p:spPr>
                <a:xfrm>
                  <a:off x="5401580" y="2663047"/>
                  <a:ext cx="14760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6" name="Rukopis 25">
                  <a:extLst>
                    <a:ext uri="{FF2B5EF4-FFF2-40B4-BE49-F238E27FC236}">
                      <a16:creationId xmlns:a16="http://schemas.microsoft.com/office/drawing/2014/main" id="{996294C5-7553-CDE2-AF26-5357A483074C}"/>
                    </a:ext>
                  </a:extLst>
                </p14:cNvPr>
                <p14:cNvContentPartPr/>
                <p14:nvPr/>
              </p14:nvContentPartPr>
              <p14:xfrm>
                <a:off x="5407700" y="2675287"/>
                <a:ext cx="118440" cy="113760"/>
              </p14:xfrm>
            </p:contentPart>
          </mc:Choice>
          <mc:Fallback>
            <p:pic>
              <p:nvPicPr>
                <p:cNvPr id="26" name="Rukopis 25">
                  <a:extLst>
                    <a:ext uri="{FF2B5EF4-FFF2-40B4-BE49-F238E27FC236}">
                      <a16:creationId xmlns:a16="http://schemas.microsoft.com/office/drawing/2014/main" id="{996294C5-7553-CDE2-AF26-5357A483074C}"/>
                    </a:ext>
                  </a:extLst>
                </p:cNvPr>
                <p:cNvPicPr/>
                <p:nvPr/>
              </p:nvPicPr>
              <p:blipFill>
                <a:blip r:embed="rId23"/>
                <a:stretch>
                  <a:fillRect/>
                </a:stretch>
              </p:blipFill>
              <p:spPr>
                <a:xfrm>
                  <a:off x="5398700" y="2666287"/>
                  <a:ext cx="13608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1" name="Rukopis 30">
                  <a:extLst>
                    <a:ext uri="{FF2B5EF4-FFF2-40B4-BE49-F238E27FC236}">
                      <a16:creationId xmlns:a16="http://schemas.microsoft.com/office/drawing/2014/main" id="{7DFE4C99-B9BC-0EEF-A05A-B3B15C58FD0C}"/>
                    </a:ext>
                  </a:extLst>
                </p14:cNvPr>
                <p14:cNvContentPartPr/>
                <p14:nvPr/>
              </p14:nvContentPartPr>
              <p14:xfrm>
                <a:off x="5392220" y="3412567"/>
                <a:ext cx="96480" cy="59040"/>
              </p14:xfrm>
            </p:contentPart>
          </mc:Choice>
          <mc:Fallback>
            <p:pic>
              <p:nvPicPr>
                <p:cNvPr id="31" name="Rukopis 30">
                  <a:extLst>
                    <a:ext uri="{FF2B5EF4-FFF2-40B4-BE49-F238E27FC236}">
                      <a16:creationId xmlns:a16="http://schemas.microsoft.com/office/drawing/2014/main" id="{7DFE4C99-B9BC-0EEF-A05A-B3B15C58FD0C}"/>
                    </a:ext>
                  </a:extLst>
                </p:cNvPr>
                <p:cNvPicPr/>
                <p:nvPr/>
              </p:nvPicPr>
              <p:blipFill>
                <a:blip r:embed="rId25"/>
                <a:stretch>
                  <a:fillRect/>
                </a:stretch>
              </p:blipFill>
              <p:spPr>
                <a:xfrm>
                  <a:off x="5383220" y="3403567"/>
                  <a:ext cx="11412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2" name="Rukopis 31">
                  <a:extLst>
                    <a:ext uri="{FF2B5EF4-FFF2-40B4-BE49-F238E27FC236}">
                      <a16:creationId xmlns:a16="http://schemas.microsoft.com/office/drawing/2014/main" id="{712DB4FF-0291-C165-DFE8-5B3AF617BFE1}"/>
                    </a:ext>
                  </a:extLst>
                </p14:cNvPr>
                <p14:cNvContentPartPr/>
                <p14:nvPr/>
              </p14:nvContentPartPr>
              <p14:xfrm>
                <a:off x="5377460" y="3405007"/>
                <a:ext cx="90720" cy="126720"/>
              </p14:xfrm>
            </p:contentPart>
          </mc:Choice>
          <mc:Fallback>
            <p:pic>
              <p:nvPicPr>
                <p:cNvPr id="32" name="Rukopis 31">
                  <a:extLst>
                    <a:ext uri="{FF2B5EF4-FFF2-40B4-BE49-F238E27FC236}">
                      <a16:creationId xmlns:a16="http://schemas.microsoft.com/office/drawing/2014/main" id="{712DB4FF-0291-C165-DFE8-5B3AF617BFE1}"/>
                    </a:ext>
                  </a:extLst>
                </p:cNvPr>
                <p:cNvPicPr/>
                <p:nvPr/>
              </p:nvPicPr>
              <p:blipFill>
                <a:blip r:embed="rId27"/>
                <a:stretch>
                  <a:fillRect/>
                </a:stretch>
              </p:blipFill>
              <p:spPr>
                <a:xfrm>
                  <a:off x="5368820" y="3396007"/>
                  <a:ext cx="1083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0" name="Rukopis 39">
                  <a:extLst>
                    <a:ext uri="{FF2B5EF4-FFF2-40B4-BE49-F238E27FC236}">
                      <a16:creationId xmlns:a16="http://schemas.microsoft.com/office/drawing/2014/main" id="{FD981CC0-BDD1-5F74-DFE5-CAD282C6F2DD}"/>
                    </a:ext>
                  </a:extLst>
                </p14:cNvPr>
                <p14:cNvContentPartPr/>
                <p14:nvPr/>
              </p14:nvContentPartPr>
              <p14:xfrm>
                <a:off x="6893420" y="2480887"/>
                <a:ext cx="87840" cy="69840"/>
              </p14:xfrm>
            </p:contentPart>
          </mc:Choice>
          <mc:Fallback>
            <p:pic>
              <p:nvPicPr>
                <p:cNvPr id="40" name="Rukopis 39">
                  <a:extLst>
                    <a:ext uri="{FF2B5EF4-FFF2-40B4-BE49-F238E27FC236}">
                      <a16:creationId xmlns:a16="http://schemas.microsoft.com/office/drawing/2014/main" id="{FD981CC0-BDD1-5F74-DFE5-CAD282C6F2DD}"/>
                    </a:ext>
                  </a:extLst>
                </p:cNvPr>
                <p:cNvPicPr/>
                <p:nvPr/>
              </p:nvPicPr>
              <p:blipFill>
                <a:blip r:embed="rId29"/>
                <a:stretch>
                  <a:fillRect/>
                </a:stretch>
              </p:blipFill>
              <p:spPr>
                <a:xfrm>
                  <a:off x="6884780" y="2471887"/>
                  <a:ext cx="10548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1" name="Rukopis 40">
                  <a:extLst>
                    <a:ext uri="{FF2B5EF4-FFF2-40B4-BE49-F238E27FC236}">
                      <a16:creationId xmlns:a16="http://schemas.microsoft.com/office/drawing/2014/main" id="{47335788-E5B1-CDB5-B7B4-40888852319D}"/>
                    </a:ext>
                  </a:extLst>
                </p14:cNvPr>
                <p14:cNvContentPartPr/>
                <p14:nvPr/>
              </p14:nvContentPartPr>
              <p14:xfrm>
                <a:off x="6909260" y="2785447"/>
                <a:ext cx="71640" cy="77400"/>
              </p14:xfrm>
            </p:contentPart>
          </mc:Choice>
          <mc:Fallback>
            <p:pic>
              <p:nvPicPr>
                <p:cNvPr id="41" name="Rukopis 40">
                  <a:extLst>
                    <a:ext uri="{FF2B5EF4-FFF2-40B4-BE49-F238E27FC236}">
                      <a16:creationId xmlns:a16="http://schemas.microsoft.com/office/drawing/2014/main" id="{47335788-E5B1-CDB5-B7B4-40888852319D}"/>
                    </a:ext>
                  </a:extLst>
                </p:cNvPr>
                <p:cNvPicPr/>
                <p:nvPr/>
              </p:nvPicPr>
              <p:blipFill>
                <a:blip r:embed="rId31"/>
                <a:stretch>
                  <a:fillRect/>
                </a:stretch>
              </p:blipFill>
              <p:spPr>
                <a:xfrm>
                  <a:off x="6900620" y="2776807"/>
                  <a:ext cx="8928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3" name="Rukopis 42">
                  <a:extLst>
                    <a:ext uri="{FF2B5EF4-FFF2-40B4-BE49-F238E27FC236}">
                      <a16:creationId xmlns:a16="http://schemas.microsoft.com/office/drawing/2014/main" id="{6E64612D-5EFC-0744-2650-5DF79E08DA4E}"/>
                    </a:ext>
                  </a:extLst>
                </p14:cNvPr>
                <p14:cNvContentPartPr/>
                <p14:nvPr/>
              </p14:nvContentPartPr>
              <p14:xfrm>
                <a:off x="6919340" y="3382327"/>
                <a:ext cx="65160" cy="122760"/>
              </p14:xfrm>
            </p:contentPart>
          </mc:Choice>
          <mc:Fallback>
            <p:pic>
              <p:nvPicPr>
                <p:cNvPr id="43" name="Rukopis 42">
                  <a:extLst>
                    <a:ext uri="{FF2B5EF4-FFF2-40B4-BE49-F238E27FC236}">
                      <a16:creationId xmlns:a16="http://schemas.microsoft.com/office/drawing/2014/main" id="{6E64612D-5EFC-0744-2650-5DF79E08DA4E}"/>
                    </a:ext>
                  </a:extLst>
                </p:cNvPr>
                <p:cNvPicPr/>
                <p:nvPr/>
              </p:nvPicPr>
              <p:blipFill>
                <a:blip r:embed="rId33"/>
                <a:stretch>
                  <a:fillRect/>
                </a:stretch>
              </p:blipFill>
              <p:spPr>
                <a:xfrm>
                  <a:off x="6910700" y="3373327"/>
                  <a:ext cx="8280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4" name="Rukopis 43">
                  <a:extLst>
                    <a:ext uri="{FF2B5EF4-FFF2-40B4-BE49-F238E27FC236}">
                      <a16:creationId xmlns:a16="http://schemas.microsoft.com/office/drawing/2014/main" id="{6B7AC703-1336-E20D-B25C-BDFB52D240F7}"/>
                    </a:ext>
                  </a:extLst>
                </p14:cNvPr>
                <p14:cNvContentPartPr/>
                <p14:nvPr/>
              </p14:nvContentPartPr>
              <p14:xfrm>
                <a:off x="5574380" y="2474407"/>
                <a:ext cx="1210320" cy="237240"/>
              </p14:xfrm>
            </p:contentPart>
          </mc:Choice>
          <mc:Fallback>
            <p:pic>
              <p:nvPicPr>
                <p:cNvPr id="44" name="Rukopis 43">
                  <a:extLst>
                    <a:ext uri="{FF2B5EF4-FFF2-40B4-BE49-F238E27FC236}">
                      <a16:creationId xmlns:a16="http://schemas.microsoft.com/office/drawing/2014/main" id="{6B7AC703-1336-E20D-B25C-BDFB52D240F7}"/>
                    </a:ext>
                  </a:extLst>
                </p:cNvPr>
                <p:cNvPicPr/>
                <p:nvPr/>
              </p:nvPicPr>
              <p:blipFill>
                <a:blip r:embed="rId35"/>
                <a:stretch>
                  <a:fillRect/>
                </a:stretch>
              </p:blipFill>
              <p:spPr>
                <a:xfrm>
                  <a:off x="5565740" y="2465767"/>
                  <a:ext cx="122796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6" name="Rukopis 45">
                  <a:extLst>
                    <a:ext uri="{FF2B5EF4-FFF2-40B4-BE49-F238E27FC236}">
                      <a16:creationId xmlns:a16="http://schemas.microsoft.com/office/drawing/2014/main" id="{5ADAD990-7C8B-6ED5-74C5-BA3A0AA337B0}"/>
                    </a:ext>
                  </a:extLst>
                </p14:cNvPr>
                <p14:cNvContentPartPr/>
                <p14:nvPr/>
              </p14:nvContentPartPr>
              <p14:xfrm>
                <a:off x="6576980" y="2460727"/>
                <a:ext cx="267120" cy="155520"/>
              </p14:xfrm>
            </p:contentPart>
          </mc:Choice>
          <mc:Fallback>
            <p:pic>
              <p:nvPicPr>
                <p:cNvPr id="46" name="Rukopis 45">
                  <a:extLst>
                    <a:ext uri="{FF2B5EF4-FFF2-40B4-BE49-F238E27FC236}">
                      <a16:creationId xmlns:a16="http://schemas.microsoft.com/office/drawing/2014/main" id="{5ADAD990-7C8B-6ED5-74C5-BA3A0AA337B0}"/>
                    </a:ext>
                  </a:extLst>
                </p:cNvPr>
                <p:cNvPicPr/>
                <p:nvPr/>
              </p:nvPicPr>
              <p:blipFill>
                <a:blip r:embed="rId37"/>
                <a:stretch>
                  <a:fillRect/>
                </a:stretch>
              </p:blipFill>
              <p:spPr>
                <a:xfrm>
                  <a:off x="6568340" y="2451727"/>
                  <a:ext cx="28476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1" name="Rukopis 50">
                  <a:extLst>
                    <a:ext uri="{FF2B5EF4-FFF2-40B4-BE49-F238E27FC236}">
                      <a16:creationId xmlns:a16="http://schemas.microsoft.com/office/drawing/2014/main" id="{EA139968-DBB8-22AA-D049-60BAB6EDA7BA}"/>
                    </a:ext>
                  </a:extLst>
                </p14:cNvPr>
                <p14:cNvContentPartPr/>
                <p14:nvPr/>
              </p14:nvContentPartPr>
              <p14:xfrm>
                <a:off x="5509580" y="3399967"/>
                <a:ext cx="1353960" cy="79200"/>
              </p14:xfrm>
            </p:contentPart>
          </mc:Choice>
          <mc:Fallback>
            <p:pic>
              <p:nvPicPr>
                <p:cNvPr id="51" name="Rukopis 50">
                  <a:extLst>
                    <a:ext uri="{FF2B5EF4-FFF2-40B4-BE49-F238E27FC236}">
                      <a16:creationId xmlns:a16="http://schemas.microsoft.com/office/drawing/2014/main" id="{EA139968-DBB8-22AA-D049-60BAB6EDA7BA}"/>
                    </a:ext>
                  </a:extLst>
                </p:cNvPr>
                <p:cNvPicPr/>
                <p:nvPr/>
              </p:nvPicPr>
              <p:blipFill>
                <a:blip r:embed="rId39"/>
                <a:stretch>
                  <a:fillRect/>
                </a:stretch>
              </p:blipFill>
              <p:spPr>
                <a:xfrm>
                  <a:off x="5500940" y="3391327"/>
                  <a:ext cx="137160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52" name="Rukopis 51">
                  <a:extLst>
                    <a:ext uri="{FF2B5EF4-FFF2-40B4-BE49-F238E27FC236}">
                      <a16:creationId xmlns:a16="http://schemas.microsoft.com/office/drawing/2014/main" id="{F1D55F22-86CA-894B-713D-3574535164B5}"/>
                    </a:ext>
                  </a:extLst>
                </p14:cNvPr>
                <p14:cNvContentPartPr/>
                <p14:nvPr/>
              </p14:nvContentPartPr>
              <p14:xfrm>
                <a:off x="6781460" y="3341287"/>
                <a:ext cx="161640" cy="183600"/>
              </p14:xfrm>
            </p:contentPart>
          </mc:Choice>
          <mc:Fallback>
            <p:pic>
              <p:nvPicPr>
                <p:cNvPr id="52" name="Rukopis 51">
                  <a:extLst>
                    <a:ext uri="{FF2B5EF4-FFF2-40B4-BE49-F238E27FC236}">
                      <a16:creationId xmlns:a16="http://schemas.microsoft.com/office/drawing/2014/main" id="{F1D55F22-86CA-894B-713D-3574535164B5}"/>
                    </a:ext>
                  </a:extLst>
                </p:cNvPr>
                <p:cNvPicPr/>
                <p:nvPr/>
              </p:nvPicPr>
              <p:blipFill>
                <a:blip r:embed="rId41"/>
                <a:stretch>
                  <a:fillRect/>
                </a:stretch>
              </p:blipFill>
              <p:spPr>
                <a:xfrm>
                  <a:off x="6772460" y="3332287"/>
                  <a:ext cx="17928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5" name="Rukopis 34">
                  <a:extLst>
                    <a:ext uri="{FF2B5EF4-FFF2-40B4-BE49-F238E27FC236}">
                      <a16:creationId xmlns:a16="http://schemas.microsoft.com/office/drawing/2014/main" id="{E4F69254-330B-EAEA-2883-13968C0D7B44}"/>
                    </a:ext>
                  </a:extLst>
                </p14:cNvPr>
                <p14:cNvContentPartPr/>
                <p14:nvPr/>
              </p14:nvContentPartPr>
              <p14:xfrm>
                <a:off x="5423540" y="3053287"/>
                <a:ext cx="98280" cy="91800"/>
              </p14:xfrm>
            </p:contentPart>
          </mc:Choice>
          <mc:Fallback>
            <p:pic>
              <p:nvPicPr>
                <p:cNvPr id="35" name="Rukopis 34">
                  <a:extLst>
                    <a:ext uri="{FF2B5EF4-FFF2-40B4-BE49-F238E27FC236}">
                      <a16:creationId xmlns:a16="http://schemas.microsoft.com/office/drawing/2014/main" id="{E4F69254-330B-EAEA-2883-13968C0D7B44}"/>
                    </a:ext>
                  </a:extLst>
                </p:cNvPr>
                <p:cNvPicPr/>
                <p:nvPr/>
              </p:nvPicPr>
              <p:blipFill>
                <a:blip r:embed="rId43"/>
                <a:stretch>
                  <a:fillRect/>
                </a:stretch>
              </p:blipFill>
              <p:spPr>
                <a:xfrm>
                  <a:off x="5414540" y="3044287"/>
                  <a:ext cx="11592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6" name="Rukopis 35">
                  <a:extLst>
                    <a:ext uri="{FF2B5EF4-FFF2-40B4-BE49-F238E27FC236}">
                      <a16:creationId xmlns:a16="http://schemas.microsoft.com/office/drawing/2014/main" id="{50C4C51C-1AF3-3285-5759-63A4D4A0A677}"/>
                    </a:ext>
                  </a:extLst>
                </p14:cNvPr>
                <p14:cNvContentPartPr/>
                <p14:nvPr/>
              </p14:nvContentPartPr>
              <p14:xfrm>
                <a:off x="5444780" y="3044647"/>
                <a:ext cx="85320" cy="115560"/>
              </p14:xfrm>
            </p:contentPart>
          </mc:Choice>
          <mc:Fallback>
            <p:pic>
              <p:nvPicPr>
                <p:cNvPr id="36" name="Rukopis 35">
                  <a:extLst>
                    <a:ext uri="{FF2B5EF4-FFF2-40B4-BE49-F238E27FC236}">
                      <a16:creationId xmlns:a16="http://schemas.microsoft.com/office/drawing/2014/main" id="{50C4C51C-1AF3-3285-5759-63A4D4A0A677}"/>
                    </a:ext>
                  </a:extLst>
                </p:cNvPr>
                <p:cNvPicPr/>
                <p:nvPr/>
              </p:nvPicPr>
              <p:blipFill>
                <a:blip r:embed="rId45"/>
                <a:stretch>
                  <a:fillRect/>
                </a:stretch>
              </p:blipFill>
              <p:spPr>
                <a:xfrm>
                  <a:off x="5436140" y="3036007"/>
                  <a:ext cx="10296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8" name="Rukopis 47">
                  <a:extLst>
                    <a:ext uri="{FF2B5EF4-FFF2-40B4-BE49-F238E27FC236}">
                      <a16:creationId xmlns:a16="http://schemas.microsoft.com/office/drawing/2014/main" id="{B48FEB11-11CF-4957-5B5C-6BCB39ABC534}"/>
                    </a:ext>
                  </a:extLst>
                </p14:cNvPr>
                <p14:cNvContentPartPr/>
                <p14:nvPr/>
              </p14:nvContentPartPr>
              <p14:xfrm>
                <a:off x="5567180" y="3061567"/>
                <a:ext cx="1326600" cy="51480"/>
              </p14:xfrm>
            </p:contentPart>
          </mc:Choice>
          <mc:Fallback>
            <p:pic>
              <p:nvPicPr>
                <p:cNvPr id="48" name="Rukopis 47">
                  <a:extLst>
                    <a:ext uri="{FF2B5EF4-FFF2-40B4-BE49-F238E27FC236}">
                      <a16:creationId xmlns:a16="http://schemas.microsoft.com/office/drawing/2014/main" id="{B48FEB11-11CF-4957-5B5C-6BCB39ABC534}"/>
                    </a:ext>
                  </a:extLst>
                </p:cNvPr>
                <p:cNvPicPr/>
                <p:nvPr/>
              </p:nvPicPr>
              <p:blipFill>
                <a:blip r:embed="rId47"/>
                <a:stretch>
                  <a:fillRect/>
                </a:stretch>
              </p:blipFill>
              <p:spPr>
                <a:xfrm>
                  <a:off x="5558540" y="3052567"/>
                  <a:ext cx="134424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9" name="Rukopis 48">
                  <a:extLst>
                    <a:ext uri="{FF2B5EF4-FFF2-40B4-BE49-F238E27FC236}">
                      <a16:creationId xmlns:a16="http://schemas.microsoft.com/office/drawing/2014/main" id="{6EA7B7BE-EF24-B616-DC4D-86766F501A93}"/>
                    </a:ext>
                  </a:extLst>
                </p14:cNvPr>
                <p14:cNvContentPartPr/>
                <p14:nvPr/>
              </p14:nvContentPartPr>
              <p14:xfrm>
                <a:off x="6771380" y="2977327"/>
                <a:ext cx="158760" cy="195840"/>
              </p14:xfrm>
            </p:contentPart>
          </mc:Choice>
          <mc:Fallback>
            <p:pic>
              <p:nvPicPr>
                <p:cNvPr id="49" name="Rukopis 48">
                  <a:extLst>
                    <a:ext uri="{FF2B5EF4-FFF2-40B4-BE49-F238E27FC236}">
                      <a16:creationId xmlns:a16="http://schemas.microsoft.com/office/drawing/2014/main" id="{6EA7B7BE-EF24-B616-DC4D-86766F501A93}"/>
                    </a:ext>
                  </a:extLst>
                </p:cNvPr>
                <p:cNvPicPr/>
                <p:nvPr/>
              </p:nvPicPr>
              <p:blipFill>
                <a:blip r:embed="rId49"/>
                <a:stretch>
                  <a:fillRect/>
                </a:stretch>
              </p:blipFill>
              <p:spPr>
                <a:xfrm>
                  <a:off x="6762380" y="2968687"/>
                  <a:ext cx="17640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93" name="Rukopis 92">
                  <a:extLst>
                    <a:ext uri="{FF2B5EF4-FFF2-40B4-BE49-F238E27FC236}">
                      <a16:creationId xmlns:a16="http://schemas.microsoft.com/office/drawing/2014/main" id="{D53C11ED-83D6-F8CF-FF71-304574F91FDF}"/>
                    </a:ext>
                  </a:extLst>
                </p14:cNvPr>
                <p14:cNvContentPartPr/>
                <p14:nvPr/>
              </p14:nvContentPartPr>
              <p14:xfrm>
                <a:off x="5027900" y="2359927"/>
                <a:ext cx="98280" cy="225720"/>
              </p14:xfrm>
            </p:contentPart>
          </mc:Choice>
          <mc:Fallback>
            <p:pic>
              <p:nvPicPr>
                <p:cNvPr id="93" name="Rukopis 92">
                  <a:extLst>
                    <a:ext uri="{FF2B5EF4-FFF2-40B4-BE49-F238E27FC236}">
                      <a16:creationId xmlns:a16="http://schemas.microsoft.com/office/drawing/2014/main" id="{D53C11ED-83D6-F8CF-FF71-304574F91FDF}"/>
                    </a:ext>
                  </a:extLst>
                </p:cNvPr>
                <p:cNvPicPr/>
                <p:nvPr/>
              </p:nvPicPr>
              <p:blipFill>
                <a:blip r:embed="rId51"/>
                <a:stretch>
                  <a:fillRect/>
                </a:stretch>
              </p:blipFill>
              <p:spPr>
                <a:xfrm>
                  <a:off x="5018900" y="2350927"/>
                  <a:ext cx="11592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94" name="Rukopis 93">
                  <a:extLst>
                    <a:ext uri="{FF2B5EF4-FFF2-40B4-BE49-F238E27FC236}">
                      <a16:creationId xmlns:a16="http://schemas.microsoft.com/office/drawing/2014/main" id="{AFBF429E-DE30-E09F-948E-BAA76386826A}"/>
                    </a:ext>
                  </a:extLst>
                </p14:cNvPr>
                <p14:cNvContentPartPr/>
                <p14:nvPr/>
              </p14:nvContentPartPr>
              <p14:xfrm>
                <a:off x="5042300" y="2527687"/>
                <a:ext cx="148680" cy="4680"/>
              </p14:xfrm>
            </p:contentPart>
          </mc:Choice>
          <mc:Fallback>
            <p:pic>
              <p:nvPicPr>
                <p:cNvPr id="94" name="Rukopis 93">
                  <a:extLst>
                    <a:ext uri="{FF2B5EF4-FFF2-40B4-BE49-F238E27FC236}">
                      <a16:creationId xmlns:a16="http://schemas.microsoft.com/office/drawing/2014/main" id="{AFBF429E-DE30-E09F-948E-BAA76386826A}"/>
                    </a:ext>
                  </a:extLst>
                </p:cNvPr>
                <p:cNvPicPr/>
                <p:nvPr/>
              </p:nvPicPr>
              <p:blipFill>
                <a:blip r:embed="rId53"/>
                <a:stretch>
                  <a:fillRect/>
                </a:stretch>
              </p:blipFill>
              <p:spPr>
                <a:xfrm>
                  <a:off x="5033300" y="2518687"/>
                  <a:ext cx="16632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96" name="Rukopis 95">
                  <a:extLst>
                    <a:ext uri="{FF2B5EF4-FFF2-40B4-BE49-F238E27FC236}">
                      <a16:creationId xmlns:a16="http://schemas.microsoft.com/office/drawing/2014/main" id="{AF07D4B9-5083-1CA7-8AF3-532D9C7F9241}"/>
                    </a:ext>
                  </a:extLst>
                </p14:cNvPr>
                <p14:cNvContentPartPr/>
                <p14:nvPr/>
              </p14:nvContentPartPr>
              <p14:xfrm>
                <a:off x="4970300" y="2535247"/>
                <a:ext cx="59400" cy="87840"/>
              </p14:xfrm>
            </p:contentPart>
          </mc:Choice>
          <mc:Fallback>
            <p:pic>
              <p:nvPicPr>
                <p:cNvPr id="96" name="Rukopis 95">
                  <a:extLst>
                    <a:ext uri="{FF2B5EF4-FFF2-40B4-BE49-F238E27FC236}">
                      <a16:creationId xmlns:a16="http://schemas.microsoft.com/office/drawing/2014/main" id="{AF07D4B9-5083-1CA7-8AF3-532D9C7F9241}"/>
                    </a:ext>
                  </a:extLst>
                </p:cNvPr>
                <p:cNvPicPr/>
                <p:nvPr/>
              </p:nvPicPr>
              <p:blipFill>
                <a:blip r:embed="rId55"/>
                <a:stretch>
                  <a:fillRect/>
                </a:stretch>
              </p:blipFill>
              <p:spPr>
                <a:xfrm>
                  <a:off x="4961300" y="2526607"/>
                  <a:ext cx="770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97" name="Rukopis 96">
                  <a:extLst>
                    <a:ext uri="{FF2B5EF4-FFF2-40B4-BE49-F238E27FC236}">
                      <a16:creationId xmlns:a16="http://schemas.microsoft.com/office/drawing/2014/main" id="{ACDD8FF8-71CB-311B-E754-1C748D48D36B}"/>
                    </a:ext>
                  </a:extLst>
                </p14:cNvPr>
                <p14:cNvContentPartPr/>
                <p14:nvPr/>
              </p14:nvContentPartPr>
              <p14:xfrm>
                <a:off x="7348820" y="2178487"/>
                <a:ext cx="5400" cy="163800"/>
              </p14:xfrm>
            </p:contentPart>
          </mc:Choice>
          <mc:Fallback>
            <p:pic>
              <p:nvPicPr>
                <p:cNvPr id="97" name="Rukopis 96">
                  <a:extLst>
                    <a:ext uri="{FF2B5EF4-FFF2-40B4-BE49-F238E27FC236}">
                      <a16:creationId xmlns:a16="http://schemas.microsoft.com/office/drawing/2014/main" id="{ACDD8FF8-71CB-311B-E754-1C748D48D36B}"/>
                    </a:ext>
                  </a:extLst>
                </p:cNvPr>
                <p:cNvPicPr/>
                <p:nvPr/>
              </p:nvPicPr>
              <p:blipFill>
                <a:blip r:embed="rId57"/>
                <a:stretch>
                  <a:fillRect/>
                </a:stretch>
              </p:blipFill>
              <p:spPr>
                <a:xfrm>
                  <a:off x="7340180" y="2169847"/>
                  <a:ext cx="2304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98" name="Rukopis 97">
                  <a:extLst>
                    <a:ext uri="{FF2B5EF4-FFF2-40B4-BE49-F238E27FC236}">
                      <a16:creationId xmlns:a16="http://schemas.microsoft.com/office/drawing/2014/main" id="{6378E0DB-835A-55DE-5E6D-FC29D9A8E00D}"/>
                    </a:ext>
                  </a:extLst>
                </p14:cNvPr>
                <p14:cNvContentPartPr/>
                <p14:nvPr/>
              </p14:nvContentPartPr>
              <p14:xfrm>
                <a:off x="7254500" y="2166247"/>
                <a:ext cx="280080" cy="212760"/>
              </p14:xfrm>
            </p:contentPart>
          </mc:Choice>
          <mc:Fallback>
            <p:pic>
              <p:nvPicPr>
                <p:cNvPr id="98" name="Rukopis 97">
                  <a:extLst>
                    <a:ext uri="{FF2B5EF4-FFF2-40B4-BE49-F238E27FC236}">
                      <a16:creationId xmlns:a16="http://schemas.microsoft.com/office/drawing/2014/main" id="{6378E0DB-835A-55DE-5E6D-FC29D9A8E00D}"/>
                    </a:ext>
                  </a:extLst>
                </p:cNvPr>
                <p:cNvPicPr/>
                <p:nvPr/>
              </p:nvPicPr>
              <p:blipFill>
                <a:blip r:embed="rId59"/>
                <a:stretch>
                  <a:fillRect/>
                </a:stretch>
              </p:blipFill>
              <p:spPr>
                <a:xfrm>
                  <a:off x="7245860" y="2157247"/>
                  <a:ext cx="297720" cy="230400"/>
                </a:xfrm>
                <a:prstGeom prst="rect">
                  <a:avLst/>
                </a:prstGeom>
              </p:spPr>
            </p:pic>
          </mc:Fallback>
        </mc:AlternateContent>
      </p:grpSp>
      <p:grpSp>
        <p:nvGrpSpPr>
          <p:cNvPr id="103" name="Skupina 102">
            <a:extLst>
              <a:ext uri="{FF2B5EF4-FFF2-40B4-BE49-F238E27FC236}">
                <a16:creationId xmlns:a16="http://schemas.microsoft.com/office/drawing/2014/main" id="{61AECD56-DDB9-3FFE-5065-100D32F204F6}"/>
              </a:ext>
            </a:extLst>
          </p:cNvPr>
          <p:cNvGrpSpPr/>
          <p:nvPr/>
        </p:nvGrpSpPr>
        <p:grpSpPr>
          <a:xfrm>
            <a:off x="914180" y="3808207"/>
            <a:ext cx="2246400" cy="1557720"/>
            <a:chOff x="914180" y="3808207"/>
            <a:chExt cx="2246400" cy="1557720"/>
          </a:xfrm>
        </p:grpSpPr>
        <mc:AlternateContent xmlns:mc="http://schemas.openxmlformats.org/markup-compatibility/2006">
          <mc:Choice xmlns:p14="http://schemas.microsoft.com/office/powerpoint/2010/main" Requires="p14">
            <p:contentPart p14:bwMode="auto" r:id="rId60">
              <p14:nvContentPartPr>
                <p14:cNvPr id="56" name="Rukopis 55">
                  <a:extLst>
                    <a:ext uri="{FF2B5EF4-FFF2-40B4-BE49-F238E27FC236}">
                      <a16:creationId xmlns:a16="http://schemas.microsoft.com/office/drawing/2014/main" id="{9CD4B528-756F-26DA-D127-C8A3F9C80D73}"/>
                    </a:ext>
                  </a:extLst>
                </p14:cNvPr>
                <p14:cNvContentPartPr/>
                <p14:nvPr/>
              </p14:nvContentPartPr>
              <p14:xfrm>
                <a:off x="914180" y="4030687"/>
                <a:ext cx="183960" cy="306720"/>
              </p14:xfrm>
            </p:contentPart>
          </mc:Choice>
          <mc:Fallback>
            <p:pic>
              <p:nvPicPr>
                <p:cNvPr id="56" name="Rukopis 55">
                  <a:extLst>
                    <a:ext uri="{FF2B5EF4-FFF2-40B4-BE49-F238E27FC236}">
                      <a16:creationId xmlns:a16="http://schemas.microsoft.com/office/drawing/2014/main" id="{9CD4B528-756F-26DA-D127-C8A3F9C80D73}"/>
                    </a:ext>
                  </a:extLst>
                </p:cNvPr>
                <p:cNvPicPr/>
                <p:nvPr/>
              </p:nvPicPr>
              <p:blipFill>
                <a:blip r:embed="rId61"/>
                <a:stretch>
                  <a:fillRect/>
                </a:stretch>
              </p:blipFill>
              <p:spPr>
                <a:xfrm>
                  <a:off x="905180" y="4021687"/>
                  <a:ext cx="20160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7" name="Rukopis 56">
                  <a:extLst>
                    <a:ext uri="{FF2B5EF4-FFF2-40B4-BE49-F238E27FC236}">
                      <a16:creationId xmlns:a16="http://schemas.microsoft.com/office/drawing/2014/main" id="{DDAE2D62-E04E-1207-950C-60F56CF5E2BB}"/>
                    </a:ext>
                  </a:extLst>
                </p14:cNvPr>
                <p14:cNvContentPartPr/>
                <p14:nvPr/>
              </p14:nvContentPartPr>
              <p14:xfrm>
                <a:off x="1098140" y="4098007"/>
                <a:ext cx="55080" cy="378000"/>
              </p14:xfrm>
            </p:contentPart>
          </mc:Choice>
          <mc:Fallback>
            <p:pic>
              <p:nvPicPr>
                <p:cNvPr id="57" name="Rukopis 56">
                  <a:extLst>
                    <a:ext uri="{FF2B5EF4-FFF2-40B4-BE49-F238E27FC236}">
                      <a16:creationId xmlns:a16="http://schemas.microsoft.com/office/drawing/2014/main" id="{DDAE2D62-E04E-1207-950C-60F56CF5E2BB}"/>
                    </a:ext>
                  </a:extLst>
                </p:cNvPr>
                <p:cNvPicPr/>
                <p:nvPr/>
              </p:nvPicPr>
              <p:blipFill>
                <a:blip r:embed="rId63"/>
                <a:stretch>
                  <a:fillRect/>
                </a:stretch>
              </p:blipFill>
              <p:spPr>
                <a:xfrm>
                  <a:off x="1089140" y="4089007"/>
                  <a:ext cx="72720" cy="3956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2" name="Rukopis 61">
                  <a:extLst>
                    <a:ext uri="{FF2B5EF4-FFF2-40B4-BE49-F238E27FC236}">
                      <a16:creationId xmlns:a16="http://schemas.microsoft.com/office/drawing/2014/main" id="{3A4AA942-2BD2-0C2E-B0E3-4F033D37093C}"/>
                    </a:ext>
                  </a:extLst>
                </p14:cNvPr>
                <p14:cNvContentPartPr/>
                <p14:nvPr/>
              </p14:nvContentPartPr>
              <p14:xfrm>
                <a:off x="2726060" y="3962287"/>
                <a:ext cx="434520" cy="1403640"/>
              </p14:xfrm>
            </p:contentPart>
          </mc:Choice>
          <mc:Fallback>
            <p:pic>
              <p:nvPicPr>
                <p:cNvPr id="62" name="Rukopis 61">
                  <a:extLst>
                    <a:ext uri="{FF2B5EF4-FFF2-40B4-BE49-F238E27FC236}">
                      <a16:creationId xmlns:a16="http://schemas.microsoft.com/office/drawing/2014/main" id="{3A4AA942-2BD2-0C2E-B0E3-4F033D37093C}"/>
                    </a:ext>
                  </a:extLst>
                </p:cNvPr>
                <p:cNvPicPr/>
                <p:nvPr/>
              </p:nvPicPr>
              <p:blipFill>
                <a:blip r:embed="rId65"/>
                <a:stretch>
                  <a:fillRect/>
                </a:stretch>
              </p:blipFill>
              <p:spPr>
                <a:xfrm>
                  <a:off x="2717420" y="3953647"/>
                  <a:ext cx="452160" cy="14212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3" name="Rukopis 62">
                  <a:extLst>
                    <a:ext uri="{FF2B5EF4-FFF2-40B4-BE49-F238E27FC236}">
                      <a16:creationId xmlns:a16="http://schemas.microsoft.com/office/drawing/2014/main" id="{4A72DF52-CB50-9257-4375-135C8BFBE9D3}"/>
                    </a:ext>
                  </a:extLst>
                </p14:cNvPr>
                <p14:cNvContentPartPr/>
                <p14:nvPr/>
              </p14:nvContentPartPr>
              <p14:xfrm>
                <a:off x="1581620" y="4190527"/>
                <a:ext cx="71280" cy="97920"/>
              </p14:xfrm>
            </p:contentPart>
          </mc:Choice>
          <mc:Fallback>
            <p:pic>
              <p:nvPicPr>
                <p:cNvPr id="63" name="Rukopis 62">
                  <a:extLst>
                    <a:ext uri="{FF2B5EF4-FFF2-40B4-BE49-F238E27FC236}">
                      <a16:creationId xmlns:a16="http://schemas.microsoft.com/office/drawing/2014/main" id="{4A72DF52-CB50-9257-4375-135C8BFBE9D3}"/>
                    </a:ext>
                  </a:extLst>
                </p:cNvPr>
                <p:cNvPicPr/>
                <p:nvPr/>
              </p:nvPicPr>
              <p:blipFill>
                <a:blip r:embed="rId67"/>
                <a:stretch>
                  <a:fillRect/>
                </a:stretch>
              </p:blipFill>
              <p:spPr>
                <a:xfrm>
                  <a:off x="1572620" y="4181527"/>
                  <a:ext cx="8892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4" name="Rukopis 63">
                  <a:extLst>
                    <a:ext uri="{FF2B5EF4-FFF2-40B4-BE49-F238E27FC236}">
                      <a16:creationId xmlns:a16="http://schemas.microsoft.com/office/drawing/2014/main" id="{EAF4656C-3604-AEC0-BC1A-CBD3B06958D6}"/>
                    </a:ext>
                  </a:extLst>
                </p14:cNvPr>
                <p14:cNvContentPartPr/>
                <p14:nvPr/>
              </p14:nvContentPartPr>
              <p14:xfrm>
                <a:off x="1585220" y="4215007"/>
                <a:ext cx="86760" cy="114840"/>
              </p14:xfrm>
            </p:contentPart>
          </mc:Choice>
          <mc:Fallback>
            <p:pic>
              <p:nvPicPr>
                <p:cNvPr id="64" name="Rukopis 63">
                  <a:extLst>
                    <a:ext uri="{FF2B5EF4-FFF2-40B4-BE49-F238E27FC236}">
                      <a16:creationId xmlns:a16="http://schemas.microsoft.com/office/drawing/2014/main" id="{EAF4656C-3604-AEC0-BC1A-CBD3B06958D6}"/>
                    </a:ext>
                  </a:extLst>
                </p:cNvPr>
                <p:cNvPicPr/>
                <p:nvPr/>
              </p:nvPicPr>
              <p:blipFill>
                <a:blip r:embed="rId69"/>
                <a:stretch>
                  <a:fillRect/>
                </a:stretch>
              </p:blipFill>
              <p:spPr>
                <a:xfrm>
                  <a:off x="1576580" y="4206367"/>
                  <a:ext cx="10440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5" name="Rukopis 64">
                  <a:extLst>
                    <a:ext uri="{FF2B5EF4-FFF2-40B4-BE49-F238E27FC236}">
                      <a16:creationId xmlns:a16="http://schemas.microsoft.com/office/drawing/2014/main" id="{B2C92534-E301-41D9-B5A1-6F8317625A3E}"/>
                    </a:ext>
                  </a:extLst>
                </p14:cNvPr>
                <p14:cNvContentPartPr/>
                <p14:nvPr/>
              </p14:nvContentPartPr>
              <p14:xfrm>
                <a:off x="1601060" y="4472047"/>
                <a:ext cx="72000" cy="58680"/>
              </p14:xfrm>
            </p:contentPart>
          </mc:Choice>
          <mc:Fallback>
            <p:pic>
              <p:nvPicPr>
                <p:cNvPr id="65" name="Rukopis 64">
                  <a:extLst>
                    <a:ext uri="{FF2B5EF4-FFF2-40B4-BE49-F238E27FC236}">
                      <a16:creationId xmlns:a16="http://schemas.microsoft.com/office/drawing/2014/main" id="{B2C92534-E301-41D9-B5A1-6F8317625A3E}"/>
                    </a:ext>
                  </a:extLst>
                </p:cNvPr>
                <p:cNvPicPr/>
                <p:nvPr/>
              </p:nvPicPr>
              <p:blipFill>
                <a:blip r:embed="rId71"/>
                <a:stretch>
                  <a:fillRect/>
                </a:stretch>
              </p:blipFill>
              <p:spPr>
                <a:xfrm>
                  <a:off x="1592420" y="4463407"/>
                  <a:ext cx="8964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6" name="Rukopis 65">
                  <a:extLst>
                    <a:ext uri="{FF2B5EF4-FFF2-40B4-BE49-F238E27FC236}">
                      <a16:creationId xmlns:a16="http://schemas.microsoft.com/office/drawing/2014/main" id="{2FA878A3-D608-C7B4-8F81-6E382739C9E7}"/>
                    </a:ext>
                  </a:extLst>
                </p14:cNvPr>
                <p14:cNvContentPartPr/>
                <p14:nvPr/>
              </p14:nvContentPartPr>
              <p14:xfrm>
                <a:off x="1605380" y="4464847"/>
                <a:ext cx="81000" cy="104400"/>
              </p14:xfrm>
            </p:contentPart>
          </mc:Choice>
          <mc:Fallback>
            <p:pic>
              <p:nvPicPr>
                <p:cNvPr id="66" name="Rukopis 65">
                  <a:extLst>
                    <a:ext uri="{FF2B5EF4-FFF2-40B4-BE49-F238E27FC236}">
                      <a16:creationId xmlns:a16="http://schemas.microsoft.com/office/drawing/2014/main" id="{2FA878A3-D608-C7B4-8F81-6E382739C9E7}"/>
                    </a:ext>
                  </a:extLst>
                </p:cNvPr>
                <p:cNvPicPr/>
                <p:nvPr/>
              </p:nvPicPr>
              <p:blipFill>
                <a:blip r:embed="rId73"/>
                <a:stretch>
                  <a:fillRect/>
                </a:stretch>
              </p:blipFill>
              <p:spPr>
                <a:xfrm>
                  <a:off x="1596740" y="4456207"/>
                  <a:ext cx="9864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7" name="Rukopis 66">
                  <a:extLst>
                    <a:ext uri="{FF2B5EF4-FFF2-40B4-BE49-F238E27FC236}">
                      <a16:creationId xmlns:a16="http://schemas.microsoft.com/office/drawing/2014/main" id="{A4878B66-4F5D-59A6-21D2-F71CD705C397}"/>
                    </a:ext>
                  </a:extLst>
                </p14:cNvPr>
                <p14:cNvContentPartPr/>
                <p14:nvPr/>
              </p14:nvContentPartPr>
              <p14:xfrm>
                <a:off x="1545260" y="4712887"/>
                <a:ext cx="66600" cy="51480"/>
              </p14:xfrm>
            </p:contentPart>
          </mc:Choice>
          <mc:Fallback>
            <p:pic>
              <p:nvPicPr>
                <p:cNvPr id="67" name="Rukopis 66">
                  <a:extLst>
                    <a:ext uri="{FF2B5EF4-FFF2-40B4-BE49-F238E27FC236}">
                      <a16:creationId xmlns:a16="http://schemas.microsoft.com/office/drawing/2014/main" id="{A4878B66-4F5D-59A6-21D2-F71CD705C397}"/>
                    </a:ext>
                  </a:extLst>
                </p:cNvPr>
                <p:cNvPicPr/>
                <p:nvPr/>
              </p:nvPicPr>
              <p:blipFill>
                <a:blip r:embed="rId75"/>
                <a:stretch>
                  <a:fillRect/>
                </a:stretch>
              </p:blipFill>
              <p:spPr>
                <a:xfrm>
                  <a:off x="1536260" y="4703887"/>
                  <a:ext cx="8424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8" name="Rukopis 67">
                  <a:extLst>
                    <a:ext uri="{FF2B5EF4-FFF2-40B4-BE49-F238E27FC236}">
                      <a16:creationId xmlns:a16="http://schemas.microsoft.com/office/drawing/2014/main" id="{17EB0137-0E55-87E5-EFC3-5BDADB98E2B5}"/>
                    </a:ext>
                  </a:extLst>
                </p14:cNvPr>
                <p14:cNvContentPartPr/>
                <p14:nvPr/>
              </p14:nvContentPartPr>
              <p14:xfrm>
                <a:off x="1546700" y="4679767"/>
                <a:ext cx="95400" cy="138240"/>
              </p14:xfrm>
            </p:contentPart>
          </mc:Choice>
          <mc:Fallback>
            <p:pic>
              <p:nvPicPr>
                <p:cNvPr id="68" name="Rukopis 67">
                  <a:extLst>
                    <a:ext uri="{FF2B5EF4-FFF2-40B4-BE49-F238E27FC236}">
                      <a16:creationId xmlns:a16="http://schemas.microsoft.com/office/drawing/2014/main" id="{17EB0137-0E55-87E5-EFC3-5BDADB98E2B5}"/>
                    </a:ext>
                  </a:extLst>
                </p:cNvPr>
                <p:cNvPicPr/>
                <p:nvPr/>
              </p:nvPicPr>
              <p:blipFill>
                <a:blip r:embed="rId77"/>
                <a:stretch>
                  <a:fillRect/>
                </a:stretch>
              </p:blipFill>
              <p:spPr>
                <a:xfrm>
                  <a:off x="1537700" y="4671127"/>
                  <a:ext cx="11304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69" name="Rukopis 68">
                  <a:extLst>
                    <a:ext uri="{FF2B5EF4-FFF2-40B4-BE49-F238E27FC236}">
                      <a16:creationId xmlns:a16="http://schemas.microsoft.com/office/drawing/2014/main" id="{1D1A60CE-192D-89D0-2DB9-C5D1E3248E40}"/>
                    </a:ext>
                  </a:extLst>
                </p14:cNvPr>
                <p14:cNvContentPartPr/>
                <p14:nvPr/>
              </p14:nvContentPartPr>
              <p14:xfrm>
                <a:off x="1509260" y="5026807"/>
                <a:ext cx="83880" cy="77040"/>
              </p14:xfrm>
            </p:contentPart>
          </mc:Choice>
          <mc:Fallback>
            <p:pic>
              <p:nvPicPr>
                <p:cNvPr id="69" name="Rukopis 68">
                  <a:extLst>
                    <a:ext uri="{FF2B5EF4-FFF2-40B4-BE49-F238E27FC236}">
                      <a16:creationId xmlns:a16="http://schemas.microsoft.com/office/drawing/2014/main" id="{1D1A60CE-192D-89D0-2DB9-C5D1E3248E40}"/>
                    </a:ext>
                  </a:extLst>
                </p:cNvPr>
                <p:cNvPicPr/>
                <p:nvPr/>
              </p:nvPicPr>
              <p:blipFill>
                <a:blip r:embed="rId79"/>
                <a:stretch>
                  <a:fillRect/>
                </a:stretch>
              </p:blipFill>
              <p:spPr>
                <a:xfrm>
                  <a:off x="1500260" y="5017807"/>
                  <a:ext cx="10152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0" name="Rukopis 69">
                  <a:extLst>
                    <a:ext uri="{FF2B5EF4-FFF2-40B4-BE49-F238E27FC236}">
                      <a16:creationId xmlns:a16="http://schemas.microsoft.com/office/drawing/2014/main" id="{3731D86C-B229-342B-772F-6C6524833994}"/>
                    </a:ext>
                  </a:extLst>
                </p14:cNvPr>
                <p14:cNvContentPartPr/>
                <p14:nvPr/>
              </p14:nvContentPartPr>
              <p14:xfrm>
                <a:off x="1504940" y="4999087"/>
                <a:ext cx="99720" cy="148680"/>
              </p14:xfrm>
            </p:contentPart>
          </mc:Choice>
          <mc:Fallback>
            <p:pic>
              <p:nvPicPr>
                <p:cNvPr id="70" name="Rukopis 69">
                  <a:extLst>
                    <a:ext uri="{FF2B5EF4-FFF2-40B4-BE49-F238E27FC236}">
                      <a16:creationId xmlns:a16="http://schemas.microsoft.com/office/drawing/2014/main" id="{3731D86C-B229-342B-772F-6C6524833994}"/>
                    </a:ext>
                  </a:extLst>
                </p:cNvPr>
                <p:cNvPicPr/>
                <p:nvPr/>
              </p:nvPicPr>
              <p:blipFill>
                <a:blip r:embed="rId81"/>
                <a:stretch>
                  <a:fillRect/>
                </a:stretch>
              </p:blipFill>
              <p:spPr>
                <a:xfrm>
                  <a:off x="1495940" y="4990087"/>
                  <a:ext cx="1173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1" name="Rukopis 70">
                  <a:extLst>
                    <a:ext uri="{FF2B5EF4-FFF2-40B4-BE49-F238E27FC236}">
                      <a16:creationId xmlns:a16="http://schemas.microsoft.com/office/drawing/2014/main" id="{231AE357-2761-8058-F7D1-704CFB424472}"/>
                    </a:ext>
                  </a:extLst>
                </p14:cNvPr>
                <p14:cNvContentPartPr/>
                <p14:nvPr/>
              </p14:nvContentPartPr>
              <p14:xfrm>
                <a:off x="2920460" y="4297087"/>
                <a:ext cx="66600" cy="94320"/>
              </p14:xfrm>
            </p:contentPart>
          </mc:Choice>
          <mc:Fallback>
            <p:pic>
              <p:nvPicPr>
                <p:cNvPr id="71" name="Rukopis 70">
                  <a:extLst>
                    <a:ext uri="{FF2B5EF4-FFF2-40B4-BE49-F238E27FC236}">
                      <a16:creationId xmlns:a16="http://schemas.microsoft.com/office/drawing/2014/main" id="{231AE357-2761-8058-F7D1-704CFB424472}"/>
                    </a:ext>
                  </a:extLst>
                </p:cNvPr>
                <p:cNvPicPr/>
                <p:nvPr/>
              </p:nvPicPr>
              <p:blipFill>
                <a:blip r:embed="rId83"/>
                <a:stretch>
                  <a:fillRect/>
                </a:stretch>
              </p:blipFill>
              <p:spPr>
                <a:xfrm>
                  <a:off x="2911460" y="4288087"/>
                  <a:ext cx="8424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2" name="Rukopis 71">
                  <a:extLst>
                    <a:ext uri="{FF2B5EF4-FFF2-40B4-BE49-F238E27FC236}">
                      <a16:creationId xmlns:a16="http://schemas.microsoft.com/office/drawing/2014/main" id="{B8F75DC9-4D03-6821-0DF0-DB5795D2952D}"/>
                    </a:ext>
                  </a:extLst>
                </p14:cNvPr>
                <p14:cNvContentPartPr/>
                <p14:nvPr/>
              </p14:nvContentPartPr>
              <p14:xfrm>
                <a:off x="2920460" y="4608847"/>
                <a:ext cx="60840" cy="114840"/>
              </p14:xfrm>
            </p:contentPart>
          </mc:Choice>
          <mc:Fallback>
            <p:pic>
              <p:nvPicPr>
                <p:cNvPr id="72" name="Rukopis 71">
                  <a:extLst>
                    <a:ext uri="{FF2B5EF4-FFF2-40B4-BE49-F238E27FC236}">
                      <a16:creationId xmlns:a16="http://schemas.microsoft.com/office/drawing/2014/main" id="{B8F75DC9-4D03-6821-0DF0-DB5795D2952D}"/>
                    </a:ext>
                  </a:extLst>
                </p:cNvPr>
                <p:cNvPicPr/>
                <p:nvPr/>
              </p:nvPicPr>
              <p:blipFill>
                <a:blip r:embed="rId85"/>
                <a:stretch>
                  <a:fillRect/>
                </a:stretch>
              </p:blipFill>
              <p:spPr>
                <a:xfrm>
                  <a:off x="2911460" y="4599847"/>
                  <a:ext cx="784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3" name="Rukopis 72">
                  <a:extLst>
                    <a:ext uri="{FF2B5EF4-FFF2-40B4-BE49-F238E27FC236}">
                      <a16:creationId xmlns:a16="http://schemas.microsoft.com/office/drawing/2014/main" id="{59135660-988C-BB7A-1540-0226095501C2}"/>
                    </a:ext>
                  </a:extLst>
                </p14:cNvPr>
                <p14:cNvContentPartPr/>
                <p14:nvPr/>
              </p14:nvContentPartPr>
              <p14:xfrm>
                <a:off x="2950700" y="4916287"/>
                <a:ext cx="57600" cy="99360"/>
              </p14:xfrm>
            </p:contentPart>
          </mc:Choice>
          <mc:Fallback>
            <p:pic>
              <p:nvPicPr>
                <p:cNvPr id="73" name="Rukopis 72">
                  <a:extLst>
                    <a:ext uri="{FF2B5EF4-FFF2-40B4-BE49-F238E27FC236}">
                      <a16:creationId xmlns:a16="http://schemas.microsoft.com/office/drawing/2014/main" id="{59135660-988C-BB7A-1540-0226095501C2}"/>
                    </a:ext>
                  </a:extLst>
                </p:cNvPr>
                <p:cNvPicPr/>
                <p:nvPr/>
              </p:nvPicPr>
              <p:blipFill>
                <a:blip r:embed="rId87"/>
                <a:stretch>
                  <a:fillRect/>
                </a:stretch>
              </p:blipFill>
              <p:spPr>
                <a:xfrm>
                  <a:off x="2942060" y="4907287"/>
                  <a:ext cx="7524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6" name="Rukopis 75">
                  <a:extLst>
                    <a:ext uri="{FF2B5EF4-FFF2-40B4-BE49-F238E27FC236}">
                      <a16:creationId xmlns:a16="http://schemas.microsoft.com/office/drawing/2014/main" id="{4FFA9F7F-5061-B9D4-61F7-79A10528A3FE}"/>
                    </a:ext>
                  </a:extLst>
                </p14:cNvPr>
                <p14:cNvContentPartPr/>
                <p14:nvPr/>
              </p14:nvContentPartPr>
              <p14:xfrm>
                <a:off x="2924420" y="4961287"/>
                <a:ext cx="52560" cy="75600"/>
              </p14:xfrm>
            </p:contentPart>
          </mc:Choice>
          <mc:Fallback>
            <p:pic>
              <p:nvPicPr>
                <p:cNvPr id="76" name="Rukopis 75">
                  <a:extLst>
                    <a:ext uri="{FF2B5EF4-FFF2-40B4-BE49-F238E27FC236}">
                      <a16:creationId xmlns:a16="http://schemas.microsoft.com/office/drawing/2014/main" id="{4FFA9F7F-5061-B9D4-61F7-79A10528A3FE}"/>
                    </a:ext>
                  </a:extLst>
                </p:cNvPr>
                <p:cNvPicPr/>
                <p:nvPr/>
              </p:nvPicPr>
              <p:blipFill>
                <a:blip r:embed="rId89"/>
                <a:stretch>
                  <a:fillRect/>
                </a:stretch>
              </p:blipFill>
              <p:spPr>
                <a:xfrm>
                  <a:off x="2915420" y="4952647"/>
                  <a:ext cx="7020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8" name="Rukopis 77">
                  <a:extLst>
                    <a:ext uri="{FF2B5EF4-FFF2-40B4-BE49-F238E27FC236}">
                      <a16:creationId xmlns:a16="http://schemas.microsoft.com/office/drawing/2014/main" id="{D9154CB9-AF62-9B6E-D95D-B524B4E80647}"/>
                    </a:ext>
                  </a:extLst>
                </p14:cNvPr>
                <p14:cNvContentPartPr/>
                <p14:nvPr/>
              </p14:nvContentPartPr>
              <p14:xfrm>
                <a:off x="1693220" y="4271887"/>
                <a:ext cx="1136880" cy="83880"/>
              </p14:xfrm>
            </p:contentPart>
          </mc:Choice>
          <mc:Fallback>
            <p:pic>
              <p:nvPicPr>
                <p:cNvPr id="78" name="Rukopis 77">
                  <a:extLst>
                    <a:ext uri="{FF2B5EF4-FFF2-40B4-BE49-F238E27FC236}">
                      <a16:creationId xmlns:a16="http://schemas.microsoft.com/office/drawing/2014/main" id="{D9154CB9-AF62-9B6E-D95D-B524B4E80647}"/>
                    </a:ext>
                  </a:extLst>
                </p:cNvPr>
                <p:cNvPicPr/>
                <p:nvPr/>
              </p:nvPicPr>
              <p:blipFill>
                <a:blip r:embed="rId91"/>
                <a:stretch>
                  <a:fillRect/>
                </a:stretch>
              </p:blipFill>
              <p:spPr>
                <a:xfrm>
                  <a:off x="1684580" y="4263247"/>
                  <a:ext cx="115452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79" name="Rukopis 78">
                  <a:extLst>
                    <a:ext uri="{FF2B5EF4-FFF2-40B4-BE49-F238E27FC236}">
                      <a16:creationId xmlns:a16="http://schemas.microsoft.com/office/drawing/2014/main" id="{9F453D47-CB51-68E9-98DB-4BEDE94538E5}"/>
                    </a:ext>
                  </a:extLst>
                </p14:cNvPr>
                <p14:cNvContentPartPr/>
                <p14:nvPr/>
              </p14:nvContentPartPr>
              <p14:xfrm>
                <a:off x="2689340" y="4270807"/>
                <a:ext cx="213840" cy="158760"/>
              </p14:xfrm>
            </p:contentPart>
          </mc:Choice>
          <mc:Fallback>
            <p:pic>
              <p:nvPicPr>
                <p:cNvPr id="79" name="Rukopis 78">
                  <a:extLst>
                    <a:ext uri="{FF2B5EF4-FFF2-40B4-BE49-F238E27FC236}">
                      <a16:creationId xmlns:a16="http://schemas.microsoft.com/office/drawing/2014/main" id="{9F453D47-CB51-68E9-98DB-4BEDE94538E5}"/>
                    </a:ext>
                  </a:extLst>
                </p:cNvPr>
                <p:cNvPicPr/>
                <p:nvPr/>
              </p:nvPicPr>
              <p:blipFill>
                <a:blip r:embed="rId93"/>
                <a:stretch>
                  <a:fillRect/>
                </a:stretch>
              </p:blipFill>
              <p:spPr>
                <a:xfrm>
                  <a:off x="2680340" y="4262167"/>
                  <a:ext cx="23148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80" name="Rukopis 79">
                  <a:extLst>
                    <a:ext uri="{FF2B5EF4-FFF2-40B4-BE49-F238E27FC236}">
                      <a16:creationId xmlns:a16="http://schemas.microsoft.com/office/drawing/2014/main" id="{4A7D65EF-3A00-76AA-587C-3570BA09C797}"/>
                    </a:ext>
                  </a:extLst>
                </p14:cNvPr>
                <p14:cNvContentPartPr/>
                <p14:nvPr/>
              </p14:nvContentPartPr>
              <p14:xfrm>
                <a:off x="1732100" y="4492927"/>
                <a:ext cx="1085400" cy="126000"/>
              </p14:xfrm>
            </p:contentPart>
          </mc:Choice>
          <mc:Fallback>
            <p:pic>
              <p:nvPicPr>
                <p:cNvPr id="80" name="Rukopis 79">
                  <a:extLst>
                    <a:ext uri="{FF2B5EF4-FFF2-40B4-BE49-F238E27FC236}">
                      <a16:creationId xmlns:a16="http://schemas.microsoft.com/office/drawing/2014/main" id="{4A7D65EF-3A00-76AA-587C-3570BA09C797}"/>
                    </a:ext>
                  </a:extLst>
                </p:cNvPr>
                <p:cNvPicPr/>
                <p:nvPr/>
              </p:nvPicPr>
              <p:blipFill>
                <a:blip r:embed="rId95"/>
                <a:stretch>
                  <a:fillRect/>
                </a:stretch>
              </p:blipFill>
              <p:spPr>
                <a:xfrm>
                  <a:off x="1723460" y="4483927"/>
                  <a:ext cx="110304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81" name="Rukopis 80">
                  <a:extLst>
                    <a:ext uri="{FF2B5EF4-FFF2-40B4-BE49-F238E27FC236}">
                      <a16:creationId xmlns:a16="http://schemas.microsoft.com/office/drawing/2014/main" id="{8E402D89-CD8C-140E-1230-198A5CCA179E}"/>
                    </a:ext>
                  </a:extLst>
                </p14:cNvPr>
                <p14:cNvContentPartPr/>
                <p14:nvPr/>
              </p14:nvContentPartPr>
              <p14:xfrm>
                <a:off x="2757740" y="4567087"/>
                <a:ext cx="191520" cy="113040"/>
              </p14:xfrm>
            </p:contentPart>
          </mc:Choice>
          <mc:Fallback>
            <p:pic>
              <p:nvPicPr>
                <p:cNvPr id="81" name="Rukopis 80">
                  <a:extLst>
                    <a:ext uri="{FF2B5EF4-FFF2-40B4-BE49-F238E27FC236}">
                      <a16:creationId xmlns:a16="http://schemas.microsoft.com/office/drawing/2014/main" id="{8E402D89-CD8C-140E-1230-198A5CCA179E}"/>
                    </a:ext>
                  </a:extLst>
                </p:cNvPr>
                <p:cNvPicPr/>
                <p:nvPr/>
              </p:nvPicPr>
              <p:blipFill>
                <a:blip r:embed="rId97"/>
                <a:stretch>
                  <a:fillRect/>
                </a:stretch>
              </p:blipFill>
              <p:spPr>
                <a:xfrm>
                  <a:off x="2749100" y="4558447"/>
                  <a:ext cx="2091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83" name="Rukopis 82">
                  <a:extLst>
                    <a:ext uri="{FF2B5EF4-FFF2-40B4-BE49-F238E27FC236}">
                      <a16:creationId xmlns:a16="http://schemas.microsoft.com/office/drawing/2014/main" id="{735C63FA-9E51-0798-7A0A-8E8CFB5079BB}"/>
                    </a:ext>
                  </a:extLst>
                </p14:cNvPr>
                <p14:cNvContentPartPr/>
                <p14:nvPr/>
              </p14:nvContentPartPr>
              <p14:xfrm>
                <a:off x="1680260" y="4737367"/>
                <a:ext cx="1173960" cy="82080"/>
              </p14:xfrm>
            </p:contentPart>
          </mc:Choice>
          <mc:Fallback>
            <p:pic>
              <p:nvPicPr>
                <p:cNvPr id="83" name="Rukopis 82">
                  <a:extLst>
                    <a:ext uri="{FF2B5EF4-FFF2-40B4-BE49-F238E27FC236}">
                      <a16:creationId xmlns:a16="http://schemas.microsoft.com/office/drawing/2014/main" id="{735C63FA-9E51-0798-7A0A-8E8CFB5079BB}"/>
                    </a:ext>
                  </a:extLst>
                </p:cNvPr>
                <p:cNvPicPr/>
                <p:nvPr/>
              </p:nvPicPr>
              <p:blipFill>
                <a:blip r:embed="rId99"/>
                <a:stretch>
                  <a:fillRect/>
                </a:stretch>
              </p:blipFill>
              <p:spPr>
                <a:xfrm>
                  <a:off x="1671620" y="4728727"/>
                  <a:ext cx="119160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4" name="Rukopis 83">
                  <a:extLst>
                    <a:ext uri="{FF2B5EF4-FFF2-40B4-BE49-F238E27FC236}">
                      <a16:creationId xmlns:a16="http://schemas.microsoft.com/office/drawing/2014/main" id="{976A4373-5E4A-8FB6-F217-B806B0B2FFBF}"/>
                    </a:ext>
                  </a:extLst>
                </p14:cNvPr>
                <p14:cNvContentPartPr/>
                <p14:nvPr/>
              </p14:nvContentPartPr>
              <p14:xfrm>
                <a:off x="2684300" y="4709647"/>
                <a:ext cx="195840" cy="118080"/>
              </p14:xfrm>
            </p:contentPart>
          </mc:Choice>
          <mc:Fallback>
            <p:pic>
              <p:nvPicPr>
                <p:cNvPr id="84" name="Rukopis 83">
                  <a:extLst>
                    <a:ext uri="{FF2B5EF4-FFF2-40B4-BE49-F238E27FC236}">
                      <a16:creationId xmlns:a16="http://schemas.microsoft.com/office/drawing/2014/main" id="{976A4373-5E4A-8FB6-F217-B806B0B2FFBF}"/>
                    </a:ext>
                  </a:extLst>
                </p:cNvPr>
                <p:cNvPicPr/>
                <p:nvPr/>
              </p:nvPicPr>
              <p:blipFill>
                <a:blip r:embed="rId101"/>
                <a:stretch>
                  <a:fillRect/>
                </a:stretch>
              </p:blipFill>
              <p:spPr>
                <a:xfrm>
                  <a:off x="2675660" y="4700647"/>
                  <a:ext cx="2134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85" name="Rukopis 84">
                  <a:extLst>
                    <a:ext uri="{FF2B5EF4-FFF2-40B4-BE49-F238E27FC236}">
                      <a16:creationId xmlns:a16="http://schemas.microsoft.com/office/drawing/2014/main" id="{FB9EDC10-1A6B-FF84-DBA5-155B8E5E03B1}"/>
                    </a:ext>
                  </a:extLst>
                </p14:cNvPr>
                <p14:cNvContentPartPr/>
                <p14:nvPr/>
              </p14:nvContentPartPr>
              <p14:xfrm>
                <a:off x="1624100" y="4923847"/>
                <a:ext cx="1312200" cy="190800"/>
              </p14:xfrm>
            </p:contentPart>
          </mc:Choice>
          <mc:Fallback>
            <p:pic>
              <p:nvPicPr>
                <p:cNvPr id="85" name="Rukopis 84">
                  <a:extLst>
                    <a:ext uri="{FF2B5EF4-FFF2-40B4-BE49-F238E27FC236}">
                      <a16:creationId xmlns:a16="http://schemas.microsoft.com/office/drawing/2014/main" id="{FB9EDC10-1A6B-FF84-DBA5-155B8E5E03B1}"/>
                    </a:ext>
                  </a:extLst>
                </p:cNvPr>
                <p:cNvPicPr/>
                <p:nvPr/>
              </p:nvPicPr>
              <p:blipFill>
                <a:blip r:embed="rId103"/>
                <a:stretch>
                  <a:fillRect/>
                </a:stretch>
              </p:blipFill>
              <p:spPr>
                <a:xfrm>
                  <a:off x="1615460" y="4915207"/>
                  <a:ext cx="132984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6" name="Rukopis 85">
                  <a:extLst>
                    <a:ext uri="{FF2B5EF4-FFF2-40B4-BE49-F238E27FC236}">
                      <a16:creationId xmlns:a16="http://schemas.microsoft.com/office/drawing/2014/main" id="{14D5995E-B9C7-7139-B047-DA6F824E55CD}"/>
                    </a:ext>
                  </a:extLst>
                </p14:cNvPr>
                <p14:cNvContentPartPr/>
                <p14:nvPr/>
              </p14:nvContentPartPr>
              <p14:xfrm>
                <a:off x="2834060" y="4877407"/>
                <a:ext cx="122400" cy="173520"/>
              </p14:xfrm>
            </p:contentPart>
          </mc:Choice>
          <mc:Fallback>
            <p:pic>
              <p:nvPicPr>
                <p:cNvPr id="86" name="Rukopis 85">
                  <a:extLst>
                    <a:ext uri="{FF2B5EF4-FFF2-40B4-BE49-F238E27FC236}">
                      <a16:creationId xmlns:a16="http://schemas.microsoft.com/office/drawing/2014/main" id="{14D5995E-B9C7-7139-B047-DA6F824E55CD}"/>
                    </a:ext>
                  </a:extLst>
                </p:cNvPr>
                <p:cNvPicPr/>
                <p:nvPr/>
              </p:nvPicPr>
              <p:blipFill>
                <a:blip r:embed="rId105"/>
                <a:stretch>
                  <a:fillRect/>
                </a:stretch>
              </p:blipFill>
              <p:spPr>
                <a:xfrm>
                  <a:off x="2825060" y="4868407"/>
                  <a:ext cx="14004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01" name="Rukopis 100">
                  <a:extLst>
                    <a:ext uri="{FF2B5EF4-FFF2-40B4-BE49-F238E27FC236}">
                      <a16:creationId xmlns:a16="http://schemas.microsoft.com/office/drawing/2014/main" id="{36B14647-A8FF-B8CB-8C79-3E5E05B46C90}"/>
                    </a:ext>
                  </a:extLst>
                </p14:cNvPr>
                <p14:cNvContentPartPr/>
                <p14:nvPr/>
              </p14:nvContentPartPr>
              <p14:xfrm>
                <a:off x="1339700" y="3808207"/>
                <a:ext cx="138240" cy="201960"/>
              </p14:xfrm>
            </p:contentPart>
          </mc:Choice>
          <mc:Fallback>
            <p:pic>
              <p:nvPicPr>
                <p:cNvPr id="101" name="Rukopis 100">
                  <a:extLst>
                    <a:ext uri="{FF2B5EF4-FFF2-40B4-BE49-F238E27FC236}">
                      <a16:creationId xmlns:a16="http://schemas.microsoft.com/office/drawing/2014/main" id="{36B14647-A8FF-B8CB-8C79-3E5E05B46C90}"/>
                    </a:ext>
                  </a:extLst>
                </p:cNvPr>
                <p:cNvPicPr/>
                <p:nvPr/>
              </p:nvPicPr>
              <p:blipFill>
                <a:blip r:embed="rId107"/>
                <a:stretch>
                  <a:fillRect/>
                </a:stretch>
              </p:blipFill>
              <p:spPr>
                <a:xfrm>
                  <a:off x="1330700" y="3799207"/>
                  <a:ext cx="15588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02" name="Rukopis 101">
                  <a:extLst>
                    <a:ext uri="{FF2B5EF4-FFF2-40B4-BE49-F238E27FC236}">
                      <a16:creationId xmlns:a16="http://schemas.microsoft.com/office/drawing/2014/main" id="{C97A4A16-4EEC-FC09-3CFF-C89DD3874DE6}"/>
                    </a:ext>
                  </a:extLst>
                </p14:cNvPr>
                <p14:cNvContentPartPr/>
                <p14:nvPr/>
              </p14:nvContentPartPr>
              <p14:xfrm>
                <a:off x="1360940" y="3902887"/>
                <a:ext cx="141480" cy="14040"/>
              </p14:xfrm>
            </p:contentPart>
          </mc:Choice>
          <mc:Fallback>
            <p:pic>
              <p:nvPicPr>
                <p:cNvPr id="102" name="Rukopis 101">
                  <a:extLst>
                    <a:ext uri="{FF2B5EF4-FFF2-40B4-BE49-F238E27FC236}">
                      <a16:creationId xmlns:a16="http://schemas.microsoft.com/office/drawing/2014/main" id="{C97A4A16-4EEC-FC09-3CFF-C89DD3874DE6}"/>
                    </a:ext>
                  </a:extLst>
                </p:cNvPr>
                <p:cNvPicPr/>
                <p:nvPr/>
              </p:nvPicPr>
              <p:blipFill>
                <a:blip r:embed="rId109"/>
                <a:stretch>
                  <a:fillRect/>
                </a:stretch>
              </p:blipFill>
              <p:spPr>
                <a:xfrm>
                  <a:off x="1352300" y="3894247"/>
                  <a:ext cx="159120" cy="31680"/>
                </a:xfrm>
                <a:prstGeom prst="rect">
                  <a:avLst/>
                </a:prstGeom>
              </p:spPr>
            </p:pic>
          </mc:Fallback>
        </mc:AlternateContent>
      </p:grpSp>
      <p:grpSp>
        <p:nvGrpSpPr>
          <p:cNvPr id="106" name="Skupina 105">
            <a:extLst>
              <a:ext uri="{FF2B5EF4-FFF2-40B4-BE49-F238E27FC236}">
                <a16:creationId xmlns:a16="http://schemas.microsoft.com/office/drawing/2014/main" id="{E527B818-A126-C90D-8A70-AF8BE737888D}"/>
              </a:ext>
            </a:extLst>
          </p:cNvPr>
          <p:cNvGrpSpPr/>
          <p:nvPr/>
        </p:nvGrpSpPr>
        <p:grpSpPr>
          <a:xfrm>
            <a:off x="2994980" y="3765727"/>
            <a:ext cx="162360" cy="146160"/>
            <a:chOff x="2994980" y="3765727"/>
            <a:chExt cx="162360" cy="146160"/>
          </a:xfrm>
        </p:grpSpPr>
        <mc:AlternateContent xmlns:mc="http://schemas.openxmlformats.org/markup-compatibility/2006">
          <mc:Choice xmlns:p14="http://schemas.microsoft.com/office/powerpoint/2010/main" Requires="p14">
            <p:contentPart p14:bwMode="auto" r:id="rId110">
              <p14:nvContentPartPr>
                <p14:cNvPr id="104" name="Rukopis 103">
                  <a:extLst>
                    <a:ext uri="{FF2B5EF4-FFF2-40B4-BE49-F238E27FC236}">
                      <a16:creationId xmlns:a16="http://schemas.microsoft.com/office/drawing/2014/main" id="{4FE4E8A9-D1BB-378C-B308-AB5A3126ABFF}"/>
                    </a:ext>
                  </a:extLst>
                </p14:cNvPr>
                <p14:cNvContentPartPr/>
                <p14:nvPr/>
              </p14:nvContentPartPr>
              <p14:xfrm>
                <a:off x="3007940" y="3802087"/>
                <a:ext cx="40680" cy="98640"/>
              </p14:xfrm>
            </p:contentPart>
          </mc:Choice>
          <mc:Fallback>
            <p:pic>
              <p:nvPicPr>
                <p:cNvPr id="104" name="Rukopis 103">
                  <a:extLst>
                    <a:ext uri="{FF2B5EF4-FFF2-40B4-BE49-F238E27FC236}">
                      <a16:creationId xmlns:a16="http://schemas.microsoft.com/office/drawing/2014/main" id="{4FE4E8A9-D1BB-378C-B308-AB5A3126ABFF}"/>
                    </a:ext>
                  </a:extLst>
                </p:cNvPr>
                <p:cNvPicPr/>
                <p:nvPr/>
              </p:nvPicPr>
              <p:blipFill>
                <a:blip r:embed="rId111"/>
                <a:stretch>
                  <a:fillRect/>
                </a:stretch>
              </p:blipFill>
              <p:spPr>
                <a:xfrm>
                  <a:off x="2999300" y="3793087"/>
                  <a:ext cx="5832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5" name="Rukopis 104">
                  <a:extLst>
                    <a:ext uri="{FF2B5EF4-FFF2-40B4-BE49-F238E27FC236}">
                      <a16:creationId xmlns:a16="http://schemas.microsoft.com/office/drawing/2014/main" id="{23EC10AB-6DFD-CCE6-C4DD-3C0E21C82840}"/>
                    </a:ext>
                  </a:extLst>
                </p14:cNvPr>
                <p14:cNvContentPartPr/>
                <p14:nvPr/>
              </p14:nvContentPartPr>
              <p14:xfrm>
                <a:off x="2994980" y="3765727"/>
                <a:ext cx="162360" cy="146160"/>
              </p14:xfrm>
            </p:contentPart>
          </mc:Choice>
          <mc:Fallback>
            <p:pic>
              <p:nvPicPr>
                <p:cNvPr id="105" name="Rukopis 104">
                  <a:extLst>
                    <a:ext uri="{FF2B5EF4-FFF2-40B4-BE49-F238E27FC236}">
                      <a16:creationId xmlns:a16="http://schemas.microsoft.com/office/drawing/2014/main" id="{23EC10AB-6DFD-CCE6-C4DD-3C0E21C82840}"/>
                    </a:ext>
                  </a:extLst>
                </p:cNvPr>
                <p:cNvPicPr/>
                <p:nvPr/>
              </p:nvPicPr>
              <p:blipFill>
                <a:blip r:embed="rId113"/>
                <a:stretch>
                  <a:fillRect/>
                </a:stretch>
              </p:blipFill>
              <p:spPr>
                <a:xfrm>
                  <a:off x="2986340" y="3756727"/>
                  <a:ext cx="180000" cy="163800"/>
                </a:xfrm>
                <a:prstGeom prst="rect">
                  <a:avLst/>
                </a:prstGeom>
              </p:spPr>
            </p:pic>
          </mc:Fallback>
        </mc:AlternateContent>
      </p:grpSp>
      <p:grpSp>
        <p:nvGrpSpPr>
          <p:cNvPr id="131" name="Skupina 130">
            <a:extLst>
              <a:ext uri="{FF2B5EF4-FFF2-40B4-BE49-F238E27FC236}">
                <a16:creationId xmlns:a16="http://schemas.microsoft.com/office/drawing/2014/main" id="{C9776879-6052-3872-421B-187146062730}"/>
              </a:ext>
            </a:extLst>
          </p:cNvPr>
          <p:cNvGrpSpPr/>
          <p:nvPr/>
        </p:nvGrpSpPr>
        <p:grpSpPr>
          <a:xfrm>
            <a:off x="5190260" y="3917647"/>
            <a:ext cx="2462760" cy="1579680"/>
            <a:chOff x="5190260" y="3917647"/>
            <a:chExt cx="2462760" cy="1579680"/>
          </a:xfrm>
        </p:grpSpPr>
        <mc:AlternateContent xmlns:mc="http://schemas.openxmlformats.org/markup-compatibility/2006">
          <mc:Choice xmlns:p14="http://schemas.microsoft.com/office/powerpoint/2010/main" Requires="p14">
            <p:contentPart p14:bwMode="auto" r:id="rId114">
              <p14:nvContentPartPr>
                <p14:cNvPr id="91" name="Rukopis 90">
                  <a:extLst>
                    <a:ext uri="{FF2B5EF4-FFF2-40B4-BE49-F238E27FC236}">
                      <a16:creationId xmlns:a16="http://schemas.microsoft.com/office/drawing/2014/main" id="{E1CAB7E2-5A0C-3D8B-35E0-EBCCCB27DE4A}"/>
                    </a:ext>
                  </a:extLst>
                </p14:cNvPr>
                <p14:cNvContentPartPr/>
                <p14:nvPr/>
              </p14:nvContentPartPr>
              <p14:xfrm>
                <a:off x="5198900" y="4044007"/>
                <a:ext cx="775800" cy="1453320"/>
              </p14:xfrm>
            </p:contentPart>
          </mc:Choice>
          <mc:Fallback>
            <p:pic>
              <p:nvPicPr>
                <p:cNvPr id="91" name="Rukopis 90">
                  <a:extLst>
                    <a:ext uri="{FF2B5EF4-FFF2-40B4-BE49-F238E27FC236}">
                      <a16:creationId xmlns:a16="http://schemas.microsoft.com/office/drawing/2014/main" id="{E1CAB7E2-5A0C-3D8B-35E0-EBCCCB27DE4A}"/>
                    </a:ext>
                  </a:extLst>
                </p:cNvPr>
                <p:cNvPicPr/>
                <p:nvPr/>
              </p:nvPicPr>
              <p:blipFill>
                <a:blip r:embed="rId115"/>
                <a:stretch>
                  <a:fillRect/>
                </a:stretch>
              </p:blipFill>
              <p:spPr>
                <a:xfrm>
                  <a:off x="5190260" y="4035367"/>
                  <a:ext cx="793440" cy="14709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92" name="Rukopis 91">
                  <a:extLst>
                    <a:ext uri="{FF2B5EF4-FFF2-40B4-BE49-F238E27FC236}">
                      <a16:creationId xmlns:a16="http://schemas.microsoft.com/office/drawing/2014/main" id="{8223E6A6-EA91-B9D6-2270-EB2610CFBD5E}"/>
                    </a:ext>
                  </a:extLst>
                </p14:cNvPr>
                <p14:cNvContentPartPr/>
                <p14:nvPr/>
              </p14:nvContentPartPr>
              <p14:xfrm>
                <a:off x="6924380" y="4170727"/>
                <a:ext cx="626040" cy="1214280"/>
              </p14:xfrm>
            </p:contentPart>
          </mc:Choice>
          <mc:Fallback>
            <p:pic>
              <p:nvPicPr>
                <p:cNvPr id="92" name="Rukopis 91">
                  <a:extLst>
                    <a:ext uri="{FF2B5EF4-FFF2-40B4-BE49-F238E27FC236}">
                      <a16:creationId xmlns:a16="http://schemas.microsoft.com/office/drawing/2014/main" id="{8223E6A6-EA91-B9D6-2270-EB2610CFBD5E}"/>
                    </a:ext>
                  </a:extLst>
                </p:cNvPr>
                <p:cNvPicPr/>
                <p:nvPr/>
              </p:nvPicPr>
              <p:blipFill>
                <a:blip r:embed="rId117"/>
                <a:stretch>
                  <a:fillRect/>
                </a:stretch>
              </p:blipFill>
              <p:spPr>
                <a:xfrm>
                  <a:off x="6915380" y="4161727"/>
                  <a:ext cx="643680" cy="12319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7" name="Rukopis 106">
                  <a:extLst>
                    <a:ext uri="{FF2B5EF4-FFF2-40B4-BE49-F238E27FC236}">
                      <a16:creationId xmlns:a16="http://schemas.microsoft.com/office/drawing/2014/main" id="{73F4A277-3A3D-D0CF-1EB6-8D67D2C8DF96}"/>
                    </a:ext>
                  </a:extLst>
                </p14:cNvPr>
                <p14:cNvContentPartPr/>
                <p14:nvPr/>
              </p14:nvContentPartPr>
              <p14:xfrm>
                <a:off x="5190260" y="3953287"/>
                <a:ext cx="119880" cy="159840"/>
              </p14:xfrm>
            </p:contentPart>
          </mc:Choice>
          <mc:Fallback>
            <p:pic>
              <p:nvPicPr>
                <p:cNvPr id="107" name="Rukopis 106">
                  <a:extLst>
                    <a:ext uri="{FF2B5EF4-FFF2-40B4-BE49-F238E27FC236}">
                      <a16:creationId xmlns:a16="http://schemas.microsoft.com/office/drawing/2014/main" id="{73F4A277-3A3D-D0CF-1EB6-8D67D2C8DF96}"/>
                    </a:ext>
                  </a:extLst>
                </p:cNvPr>
                <p:cNvPicPr/>
                <p:nvPr/>
              </p:nvPicPr>
              <p:blipFill>
                <a:blip r:embed="rId119"/>
                <a:stretch>
                  <a:fillRect/>
                </a:stretch>
              </p:blipFill>
              <p:spPr>
                <a:xfrm>
                  <a:off x="5181620" y="3944647"/>
                  <a:ext cx="13752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8" name="Rukopis 107">
                  <a:extLst>
                    <a:ext uri="{FF2B5EF4-FFF2-40B4-BE49-F238E27FC236}">
                      <a16:creationId xmlns:a16="http://schemas.microsoft.com/office/drawing/2014/main" id="{44BACAFD-BF33-E252-4834-8DD378CA2C2B}"/>
                    </a:ext>
                  </a:extLst>
                </p14:cNvPr>
                <p14:cNvContentPartPr/>
                <p14:nvPr/>
              </p14:nvContentPartPr>
              <p14:xfrm>
                <a:off x="5217620" y="4020967"/>
                <a:ext cx="194400" cy="34560"/>
              </p14:xfrm>
            </p:contentPart>
          </mc:Choice>
          <mc:Fallback>
            <p:pic>
              <p:nvPicPr>
                <p:cNvPr id="108" name="Rukopis 107">
                  <a:extLst>
                    <a:ext uri="{FF2B5EF4-FFF2-40B4-BE49-F238E27FC236}">
                      <a16:creationId xmlns:a16="http://schemas.microsoft.com/office/drawing/2014/main" id="{44BACAFD-BF33-E252-4834-8DD378CA2C2B}"/>
                    </a:ext>
                  </a:extLst>
                </p:cNvPr>
                <p:cNvPicPr/>
                <p:nvPr/>
              </p:nvPicPr>
              <p:blipFill>
                <a:blip r:embed="rId121"/>
                <a:stretch>
                  <a:fillRect/>
                </a:stretch>
              </p:blipFill>
              <p:spPr>
                <a:xfrm>
                  <a:off x="5208980" y="4011967"/>
                  <a:ext cx="21204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09" name="Rukopis 108">
                  <a:extLst>
                    <a:ext uri="{FF2B5EF4-FFF2-40B4-BE49-F238E27FC236}">
                      <a16:creationId xmlns:a16="http://schemas.microsoft.com/office/drawing/2014/main" id="{8EC37CC0-F0E0-E033-CD36-8F1898781D50}"/>
                    </a:ext>
                  </a:extLst>
                </p14:cNvPr>
                <p14:cNvContentPartPr/>
                <p14:nvPr/>
              </p14:nvContentPartPr>
              <p14:xfrm>
                <a:off x="7460420" y="3967327"/>
                <a:ext cx="50760" cy="127800"/>
              </p14:xfrm>
            </p:contentPart>
          </mc:Choice>
          <mc:Fallback>
            <p:pic>
              <p:nvPicPr>
                <p:cNvPr id="109" name="Rukopis 108">
                  <a:extLst>
                    <a:ext uri="{FF2B5EF4-FFF2-40B4-BE49-F238E27FC236}">
                      <a16:creationId xmlns:a16="http://schemas.microsoft.com/office/drawing/2014/main" id="{8EC37CC0-F0E0-E033-CD36-8F1898781D50}"/>
                    </a:ext>
                  </a:extLst>
                </p:cNvPr>
                <p:cNvPicPr/>
                <p:nvPr/>
              </p:nvPicPr>
              <p:blipFill>
                <a:blip r:embed="rId123"/>
                <a:stretch>
                  <a:fillRect/>
                </a:stretch>
              </p:blipFill>
              <p:spPr>
                <a:xfrm>
                  <a:off x="7451420" y="3958327"/>
                  <a:ext cx="6840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10" name="Rukopis 109">
                  <a:extLst>
                    <a:ext uri="{FF2B5EF4-FFF2-40B4-BE49-F238E27FC236}">
                      <a16:creationId xmlns:a16="http://schemas.microsoft.com/office/drawing/2014/main" id="{20003479-4EE2-3477-3D73-2084C2D64CC6}"/>
                    </a:ext>
                  </a:extLst>
                </p14:cNvPr>
                <p14:cNvContentPartPr/>
                <p14:nvPr/>
              </p14:nvContentPartPr>
              <p14:xfrm>
                <a:off x="7441700" y="3917647"/>
                <a:ext cx="211320" cy="180000"/>
              </p14:xfrm>
            </p:contentPart>
          </mc:Choice>
          <mc:Fallback>
            <p:pic>
              <p:nvPicPr>
                <p:cNvPr id="110" name="Rukopis 109">
                  <a:extLst>
                    <a:ext uri="{FF2B5EF4-FFF2-40B4-BE49-F238E27FC236}">
                      <a16:creationId xmlns:a16="http://schemas.microsoft.com/office/drawing/2014/main" id="{20003479-4EE2-3477-3D73-2084C2D64CC6}"/>
                    </a:ext>
                  </a:extLst>
                </p:cNvPr>
                <p:cNvPicPr/>
                <p:nvPr/>
              </p:nvPicPr>
              <p:blipFill>
                <a:blip r:embed="rId125"/>
                <a:stretch>
                  <a:fillRect/>
                </a:stretch>
              </p:blipFill>
              <p:spPr>
                <a:xfrm>
                  <a:off x="7432700" y="3909007"/>
                  <a:ext cx="22896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13" name="Rukopis 112">
                  <a:extLst>
                    <a:ext uri="{FF2B5EF4-FFF2-40B4-BE49-F238E27FC236}">
                      <a16:creationId xmlns:a16="http://schemas.microsoft.com/office/drawing/2014/main" id="{6262741F-494D-7CEE-E366-39FDC3A345FF}"/>
                    </a:ext>
                  </a:extLst>
                </p14:cNvPr>
                <p14:cNvContentPartPr/>
                <p14:nvPr/>
              </p14:nvContentPartPr>
              <p14:xfrm>
                <a:off x="5506700" y="4326247"/>
                <a:ext cx="154440" cy="133560"/>
              </p14:xfrm>
            </p:contentPart>
          </mc:Choice>
          <mc:Fallback>
            <p:pic>
              <p:nvPicPr>
                <p:cNvPr id="113" name="Rukopis 112">
                  <a:extLst>
                    <a:ext uri="{FF2B5EF4-FFF2-40B4-BE49-F238E27FC236}">
                      <a16:creationId xmlns:a16="http://schemas.microsoft.com/office/drawing/2014/main" id="{6262741F-494D-7CEE-E366-39FDC3A345FF}"/>
                    </a:ext>
                  </a:extLst>
                </p:cNvPr>
                <p:cNvPicPr/>
                <p:nvPr/>
              </p:nvPicPr>
              <p:blipFill>
                <a:blip r:embed="rId127"/>
                <a:stretch>
                  <a:fillRect/>
                </a:stretch>
              </p:blipFill>
              <p:spPr>
                <a:xfrm>
                  <a:off x="5498060" y="4317607"/>
                  <a:ext cx="1720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4" name="Rukopis 113">
                  <a:extLst>
                    <a:ext uri="{FF2B5EF4-FFF2-40B4-BE49-F238E27FC236}">
                      <a16:creationId xmlns:a16="http://schemas.microsoft.com/office/drawing/2014/main" id="{C28AF45A-378A-BCDC-C228-101FEEFAC530}"/>
                    </a:ext>
                  </a:extLst>
                </p14:cNvPr>
                <p14:cNvContentPartPr/>
                <p14:nvPr/>
              </p14:nvContentPartPr>
              <p14:xfrm>
                <a:off x="5512460" y="4382767"/>
                <a:ext cx="91080" cy="142920"/>
              </p14:xfrm>
            </p:contentPart>
          </mc:Choice>
          <mc:Fallback>
            <p:pic>
              <p:nvPicPr>
                <p:cNvPr id="114" name="Rukopis 113">
                  <a:extLst>
                    <a:ext uri="{FF2B5EF4-FFF2-40B4-BE49-F238E27FC236}">
                      <a16:creationId xmlns:a16="http://schemas.microsoft.com/office/drawing/2014/main" id="{C28AF45A-378A-BCDC-C228-101FEEFAC530}"/>
                    </a:ext>
                  </a:extLst>
                </p:cNvPr>
                <p:cNvPicPr/>
                <p:nvPr/>
              </p:nvPicPr>
              <p:blipFill>
                <a:blip r:embed="rId129"/>
                <a:stretch>
                  <a:fillRect/>
                </a:stretch>
              </p:blipFill>
              <p:spPr>
                <a:xfrm>
                  <a:off x="5503820" y="4373767"/>
                  <a:ext cx="10872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5" name="Rukopis 114">
                  <a:extLst>
                    <a:ext uri="{FF2B5EF4-FFF2-40B4-BE49-F238E27FC236}">
                      <a16:creationId xmlns:a16="http://schemas.microsoft.com/office/drawing/2014/main" id="{90DE04D3-D103-F8DB-6502-4D959A45F371}"/>
                    </a:ext>
                  </a:extLst>
                </p14:cNvPr>
                <p14:cNvContentPartPr/>
                <p14:nvPr/>
              </p14:nvContentPartPr>
              <p14:xfrm>
                <a:off x="5482220" y="4684447"/>
                <a:ext cx="117000" cy="126720"/>
              </p14:xfrm>
            </p:contentPart>
          </mc:Choice>
          <mc:Fallback>
            <p:pic>
              <p:nvPicPr>
                <p:cNvPr id="115" name="Rukopis 114">
                  <a:extLst>
                    <a:ext uri="{FF2B5EF4-FFF2-40B4-BE49-F238E27FC236}">
                      <a16:creationId xmlns:a16="http://schemas.microsoft.com/office/drawing/2014/main" id="{90DE04D3-D103-F8DB-6502-4D959A45F371}"/>
                    </a:ext>
                  </a:extLst>
                </p:cNvPr>
                <p:cNvPicPr/>
                <p:nvPr/>
              </p:nvPicPr>
              <p:blipFill>
                <a:blip r:embed="rId131"/>
                <a:stretch>
                  <a:fillRect/>
                </a:stretch>
              </p:blipFill>
              <p:spPr>
                <a:xfrm>
                  <a:off x="5473580" y="4675447"/>
                  <a:ext cx="13464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6" name="Rukopis 115">
                  <a:extLst>
                    <a:ext uri="{FF2B5EF4-FFF2-40B4-BE49-F238E27FC236}">
                      <a16:creationId xmlns:a16="http://schemas.microsoft.com/office/drawing/2014/main" id="{0D41957B-DBA3-1E04-883E-458C9DC1F102}"/>
                    </a:ext>
                  </a:extLst>
                </p14:cNvPr>
                <p14:cNvContentPartPr/>
                <p14:nvPr/>
              </p14:nvContentPartPr>
              <p14:xfrm>
                <a:off x="5490860" y="4723327"/>
                <a:ext cx="112680" cy="112320"/>
              </p14:xfrm>
            </p:contentPart>
          </mc:Choice>
          <mc:Fallback>
            <p:pic>
              <p:nvPicPr>
                <p:cNvPr id="116" name="Rukopis 115">
                  <a:extLst>
                    <a:ext uri="{FF2B5EF4-FFF2-40B4-BE49-F238E27FC236}">
                      <a16:creationId xmlns:a16="http://schemas.microsoft.com/office/drawing/2014/main" id="{0D41957B-DBA3-1E04-883E-458C9DC1F102}"/>
                    </a:ext>
                  </a:extLst>
                </p:cNvPr>
                <p:cNvPicPr/>
                <p:nvPr/>
              </p:nvPicPr>
              <p:blipFill>
                <a:blip r:embed="rId133"/>
                <a:stretch>
                  <a:fillRect/>
                </a:stretch>
              </p:blipFill>
              <p:spPr>
                <a:xfrm>
                  <a:off x="5482220" y="4714327"/>
                  <a:ext cx="13032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17" name="Rukopis 116">
                  <a:extLst>
                    <a:ext uri="{FF2B5EF4-FFF2-40B4-BE49-F238E27FC236}">
                      <a16:creationId xmlns:a16="http://schemas.microsoft.com/office/drawing/2014/main" id="{1CEE60AD-72FB-9B65-670F-C28D1BBFB6C8}"/>
                    </a:ext>
                  </a:extLst>
                </p14:cNvPr>
                <p14:cNvContentPartPr/>
                <p14:nvPr/>
              </p14:nvContentPartPr>
              <p14:xfrm>
                <a:off x="5447660" y="4974247"/>
                <a:ext cx="129960" cy="128520"/>
              </p14:xfrm>
            </p:contentPart>
          </mc:Choice>
          <mc:Fallback>
            <p:pic>
              <p:nvPicPr>
                <p:cNvPr id="117" name="Rukopis 116">
                  <a:extLst>
                    <a:ext uri="{FF2B5EF4-FFF2-40B4-BE49-F238E27FC236}">
                      <a16:creationId xmlns:a16="http://schemas.microsoft.com/office/drawing/2014/main" id="{1CEE60AD-72FB-9B65-670F-C28D1BBFB6C8}"/>
                    </a:ext>
                  </a:extLst>
                </p:cNvPr>
                <p:cNvPicPr/>
                <p:nvPr/>
              </p:nvPicPr>
              <p:blipFill>
                <a:blip r:embed="rId135"/>
                <a:stretch>
                  <a:fillRect/>
                </a:stretch>
              </p:blipFill>
              <p:spPr>
                <a:xfrm>
                  <a:off x="5439020" y="4965607"/>
                  <a:ext cx="14760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8" name="Rukopis 117">
                  <a:extLst>
                    <a:ext uri="{FF2B5EF4-FFF2-40B4-BE49-F238E27FC236}">
                      <a16:creationId xmlns:a16="http://schemas.microsoft.com/office/drawing/2014/main" id="{D985E428-3FEE-9AD6-6A52-B8D3522CE621}"/>
                    </a:ext>
                  </a:extLst>
                </p14:cNvPr>
                <p14:cNvContentPartPr/>
                <p14:nvPr/>
              </p14:nvContentPartPr>
              <p14:xfrm>
                <a:off x="5470700" y="4989727"/>
                <a:ext cx="178560" cy="99360"/>
              </p14:xfrm>
            </p:contentPart>
          </mc:Choice>
          <mc:Fallback>
            <p:pic>
              <p:nvPicPr>
                <p:cNvPr id="118" name="Rukopis 117">
                  <a:extLst>
                    <a:ext uri="{FF2B5EF4-FFF2-40B4-BE49-F238E27FC236}">
                      <a16:creationId xmlns:a16="http://schemas.microsoft.com/office/drawing/2014/main" id="{D985E428-3FEE-9AD6-6A52-B8D3522CE621}"/>
                    </a:ext>
                  </a:extLst>
                </p:cNvPr>
                <p:cNvPicPr/>
                <p:nvPr/>
              </p:nvPicPr>
              <p:blipFill>
                <a:blip r:embed="rId137"/>
                <a:stretch>
                  <a:fillRect/>
                </a:stretch>
              </p:blipFill>
              <p:spPr>
                <a:xfrm>
                  <a:off x="5462060" y="4981087"/>
                  <a:ext cx="19620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21" name="Rukopis 120">
                  <a:extLst>
                    <a:ext uri="{FF2B5EF4-FFF2-40B4-BE49-F238E27FC236}">
                      <a16:creationId xmlns:a16="http://schemas.microsoft.com/office/drawing/2014/main" id="{35A278EF-1AD3-165A-BCAD-75110B5A701A}"/>
                    </a:ext>
                  </a:extLst>
                </p14:cNvPr>
                <p14:cNvContentPartPr/>
                <p14:nvPr/>
              </p14:nvContentPartPr>
              <p14:xfrm>
                <a:off x="7139660" y="4335967"/>
                <a:ext cx="123840" cy="127080"/>
              </p14:xfrm>
            </p:contentPart>
          </mc:Choice>
          <mc:Fallback>
            <p:pic>
              <p:nvPicPr>
                <p:cNvPr id="121" name="Rukopis 120">
                  <a:extLst>
                    <a:ext uri="{FF2B5EF4-FFF2-40B4-BE49-F238E27FC236}">
                      <a16:creationId xmlns:a16="http://schemas.microsoft.com/office/drawing/2014/main" id="{35A278EF-1AD3-165A-BCAD-75110B5A701A}"/>
                    </a:ext>
                  </a:extLst>
                </p:cNvPr>
                <p:cNvPicPr/>
                <p:nvPr/>
              </p:nvPicPr>
              <p:blipFill>
                <a:blip r:embed="rId139"/>
                <a:stretch>
                  <a:fillRect/>
                </a:stretch>
              </p:blipFill>
              <p:spPr>
                <a:xfrm>
                  <a:off x="7130660" y="4326967"/>
                  <a:ext cx="14148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22" name="Rukopis 121">
                  <a:extLst>
                    <a:ext uri="{FF2B5EF4-FFF2-40B4-BE49-F238E27FC236}">
                      <a16:creationId xmlns:a16="http://schemas.microsoft.com/office/drawing/2014/main" id="{1C5243D5-B854-20FA-C015-7217F7EE1935}"/>
                    </a:ext>
                  </a:extLst>
                </p14:cNvPr>
                <p14:cNvContentPartPr/>
                <p14:nvPr/>
              </p14:nvContentPartPr>
              <p14:xfrm>
                <a:off x="7167740" y="4654567"/>
                <a:ext cx="94320" cy="149040"/>
              </p14:xfrm>
            </p:contentPart>
          </mc:Choice>
          <mc:Fallback>
            <p:pic>
              <p:nvPicPr>
                <p:cNvPr id="122" name="Rukopis 121">
                  <a:extLst>
                    <a:ext uri="{FF2B5EF4-FFF2-40B4-BE49-F238E27FC236}">
                      <a16:creationId xmlns:a16="http://schemas.microsoft.com/office/drawing/2014/main" id="{1C5243D5-B854-20FA-C015-7217F7EE1935}"/>
                    </a:ext>
                  </a:extLst>
                </p:cNvPr>
                <p:cNvPicPr/>
                <p:nvPr/>
              </p:nvPicPr>
              <p:blipFill>
                <a:blip r:embed="rId141"/>
                <a:stretch>
                  <a:fillRect/>
                </a:stretch>
              </p:blipFill>
              <p:spPr>
                <a:xfrm>
                  <a:off x="7159100" y="4645927"/>
                  <a:ext cx="11196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23" name="Rukopis 122">
                  <a:extLst>
                    <a:ext uri="{FF2B5EF4-FFF2-40B4-BE49-F238E27FC236}">
                      <a16:creationId xmlns:a16="http://schemas.microsoft.com/office/drawing/2014/main" id="{653523FA-92C5-637C-5A81-47F54E35ED03}"/>
                    </a:ext>
                  </a:extLst>
                </p14:cNvPr>
                <p14:cNvContentPartPr/>
                <p14:nvPr/>
              </p14:nvContentPartPr>
              <p14:xfrm>
                <a:off x="7155500" y="4950127"/>
                <a:ext cx="111960" cy="142920"/>
              </p14:xfrm>
            </p:contentPart>
          </mc:Choice>
          <mc:Fallback>
            <p:pic>
              <p:nvPicPr>
                <p:cNvPr id="123" name="Rukopis 122">
                  <a:extLst>
                    <a:ext uri="{FF2B5EF4-FFF2-40B4-BE49-F238E27FC236}">
                      <a16:creationId xmlns:a16="http://schemas.microsoft.com/office/drawing/2014/main" id="{653523FA-92C5-637C-5A81-47F54E35ED03}"/>
                    </a:ext>
                  </a:extLst>
                </p:cNvPr>
                <p:cNvPicPr/>
                <p:nvPr/>
              </p:nvPicPr>
              <p:blipFill>
                <a:blip r:embed="rId143"/>
                <a:stretch>
                  <a:fillRect/>
                </a:stretch>
              </p:blipFill>
              <p:spPr>
                <a:xfrm>
                  <a:off x="7146500" y="4941487"/>
                  <a:ext cx="12960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24" name="Rukopis 123">
                  <a:extLst>
                    <a:ext uri="{FF2B5EF4-FFF2-40B4-BE49-F238E27FC236}">
                      <a16:creationId xmlns:a16="http://schemas.microsoft.com/office/drawing/2014/main" id="{5A9D7764-76C6-45DB-2715-DB0E16EB6419}"/>
                    </a:ext>
                  </a:extLst>
                </p14:cNvPr>
                <p14:cNvContentPartPr/>
                <p14:nvPr/>
              </p14:nvContentPartPr>
              <p14:xfrm>
                <a:off x="5623340" y="4433887"/>
                <a:ext cx="1394280" cy="585720"/>
              </p14:xfrm>
            </p:contentPart>
          </mc:Choice>
          <mc:Fallback>
            <p:pic>
              <p:nvPicPr>
                <p:cNvPr id="124" name="Rukopis 123">
                  <a:extLst>
                    <a:ext uri="{FF2B5EF4-FFF2-40B4-BE49-F238E27FC236}">
                      <a16:creationId xmlns:a16="http://schemas.microsoft.com/office/drawing/2014/main" id="{5A9D7764-76C6-45DB-2715-DB0E16EB6419}"/>
                    </a:ext>
                  </a:extLst>
                </p:cNvPr>
                <p:cNvPicPr/>
                <p:nvPr/>
              </p:nvPicPr>
              <p:blipFill>
                <a:blip r:embed="rId145"/>
                <a:stretch>
                  <a:fillRect/>
                </a:stretch>
              </p:blipFill>
              <p:spPr>
                <a:xfrm>
                  <a:off x="5614340" y="4424887"/>
                  <a:ext cx="1411920" cy="6033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5" name="Rukopis 124">
                  <a:extLst>
                    <a:ext uri="{FF2B5EF4-FFF2-40B4-BE49-F238E27FC236}">
                      <a16:creationId xmlns:a16="http://schemas.microsoft.com/office/drawing/2014/main" id="{ADD99CA0-0238-C7BE-F44C-72EC851017C5}"/>
                    </a:ext>
                  </a:extLst>
                </p14:cNvPr>
                <p14:cNvContentPartPr/>
                <p14:nvPr/>
              </p14:nvContentPartPr>
              <p14:xfrm>
                <a:off x="6943820" y="4929607"/>
                <a:ext cx="194400" cy="136440"/>
              </p14:xfrm>
            </p:contentPart>
          </mc:Choice>
          <mc:Fallback>
            <p:pic>
              <p:nvPicPr>
                <p:cNvPr id="125" name="Rukopis 124">
                  <a:extLst>
                    <a:ext uri="{FF2B5EF4-FFF2-40B4-BE49-F238E27FC236}">
                      <a16:creationId xmlns:a16="http://schemas.microsoft.com/office/drawing/2014/main" id="{ADD99CA0-0238-C7BE-F44C-72EC851017C5}"/>
                    </a:ext>
                  </a:extLst>
                </p:cNvPr>
                <p:cNvPicPr/>
                <p:nvPr/>
              </p:nvPicPr>
              <p:blipFill>
                <a:blip r:embed="rId147"/>
                <a:stretch>
                  <a:fillRect/>
                </a:stretch>
              </p:blipFill>
              <p:spPr>
                <a:xfrm>
                  <a:off x="6935180" y="4920967"/>
                  <a:ext cx="2120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26" name="Rukopis 125">
                  <a:extLst>
                    <a:ext uri="{FF2B5EF4-FFF2-40B4-BE49-F238E27FC236}">
                      <a16:creationId xmlns:a16="http://schemas.microsoft.com/office/drawing/2014/main" id="{21C2BE0C-CFAE-B303-A631-DEAEBBE81B7F}"/>
                    </a:ext>
                  </a:extLst>
                </p14:cNvPr>
                <p14:cNvContentPartPr/>
                <p14:nvPr/>
              </p14:nvContentPartPr>
              <p14:xfrm>
                <a:off x="5693900" y="4441087"/>
                <a:ext cx="1361160" cy="621000"/>
              </p14:xfrm>
            </p:contentPart>
          </mc:Choice>
          <mc:Fallback>
            <p:pic>
              <p:nvPicPr>
                <p:cNvPr id="126" name="Rukopis 125">
                  <a:extLst>
                    <a:ext uri="{FF2B5EF4-FFF2-40B4-BE49-F238E27FC236}">
                      <a16:creationId xmlns:a16="http://schemas.microsoft.com/office/drawing/2014/main" id="{21C2BE0C-CFAE-B303-A631-DEAEBBE81B7F}"/>
                    </a:ext>
                  </a:extLst>
                </p:cNvPr>
                <p:cNvPicPr/>
                <p:nvPr/>
              </p:nvPicPr>
              <p:blipFill>
                <a:blip r:embed="rId149"/>
                <a:stretch>
                  <a:fillRect/>
                </a:stretch>
              </p:blipFill>
              <p:spPr>
                <a:xfrm>
                  <a:off x="5684900" y="4432087"/>
                  <a:ext cx="1378800" cy="6386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27" name="Rukopis 126">
                  <a:extLst>
                    <a:ext uri="{FF2B5EF4-FFF2-40B4-BE49-F238E27FC236}">
                      <a16:creationId xmlns:a16="http://schemas.microsoft.com/office/drawing/2014/main" id="{6E20BBB8-7C48-5A68-D30D-86A8C375AF40}"/>
                    </a:ext>
                  </a:extLst>
                </p14:cNvPr>
                <p14:cNvContentPartPr/>
                <p14:nvPr/>
              </p14:nvContentPartPr>
              <p14:xfrm>
                <a:off x="6999980" y="4387087"/>
                <a:ext cx="115560" cy="131040"/>
              </p14:xfrm>
            </p:contentPart>
          </mc:Choice>
          <mc:Fallback>
            <p:pic>
              <p:nvPicPr>
                <p:cNvPr id="127" name="Rukopis 126">
                  <a:extLst>
                    <a:ext uri="{FF2B5EF4-FFF2-40B4-BE49-F238E27FC236}">
                      <a16:creationId xmlns:a16="http://schemas.microsoft.com/office/drawing/2014/main" id="{6E20BBB8-7C48-5A68-D30D-86A8C375AF40}"/>
                    </a:ext>
                  </a:extLst>
                </p:cNvPr>
                <p:cNvPicPr/>
                <p:nvPr/>
              </p:nvPicPr>
              <p:blipFill>
                <a:blip r:embed="rId151"/>
                <a:stretch>
                  <a:fillRect/>
                </a:stretch>
              </p:blipFill>
              <p:spPr>
                <a:xfrm>
                  <a:off x="6990980" y="4378447"/>
                  <a:ext cx="13320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29" name="Rukopis 128">
                  <a:extLst>
                    <a:ext uri="{FF2B5EF4-FFF2-40B4-BE49-F238E27FC236}">
                      <a16:creationId xmlns:a16="http://schemas.microsoft.com/office/drawing/2014/main" id="{4D4D3FF2-0898-4542-BA43-E934C55ACD3F}"/>
                    </a:ext>
                  </a:extLst>
                </p14:cNvPr>
                <p14:cNvContentPartPr/>
                <p14:nvPr/>
              </p14:nvContentPartPr>
              <p14:xfrm>
                <a:off x="5598860" y="4725847"/>
                <a:ext cx="1493640" cy="66240"/>
              </p14:xfrm>
            </p:contentPart>
          </mc:Choice>
          <mc:Fallback>
            <p:pic>
              <p:nvPicPr>
                <p:cNvPr id="129" name="Rukopis 128">
                  <a:extLst>
                    <a:ext uri="{FF2B5EF4-FFF2-40B4-BE49-F238E27FC236}">
                      <a16:creationId xmlns:a16="http://schemas.microsoft.com/office/drawing/2014/main" id="{4D4D3FF2-0898-4542-BA43-E934C55ACD3F}"/>
                    </a:ext>
                  </a:extLst>
                </p:cNvPr>
                <p:cNvPicPr/>
                <p:nvPr/>
              </p:nvPicPr>
              <p:blipFill>
                <a:blip r:embed="rId153"/>
                <a:stretch>
                  <a:fillRect/>
                </a:stretch>
              </p:blipFill>
              <p:spPr>
                <a:xfrm>
                  <a:off x="5590220" y="4716847"/>
                  <a:ext cx="151128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30" name="Rukopis 129">
                  <a:extLst>
                    <a:ext uri="{FF2B5EF4-FFF2-40B4-BE49-F238E27FC236}">
                      <a16:creationId xmlns:a16="http://schemas.microsoft.com/office/drawing/2014/main" id="{52E93BE8-DC5B-5F27-F729-4B1ED2E51F18}"/>
                    </a:ext>
                  </a:extLst>
                </p14:cNvPr>
                <p14:cNvContentPartPr/>
                <p14:nvPr/>
              </p14:nvContentPartPr>
              <p14:xfrm>
                <a:off x="7025540" y="4649527"/>
                <a:ext cx="154080" cy="182880"/>
              </p14:xfrm>
            </p:contentPart>
          </mc:Choice>
          <mc:Fallback>
            <p:pic>
              <p:nvPicPr>
                <p:cNvPr id="130" name="Rukopis 129">
                  <a:extLst>
                    <a:ext uri="{FF2B5EF4-FFF2-40B4-BE49-F238E27FC236}">
                      <a16:creationId xmlns:a16="http://schemas.microsoft.com/office/drawing/2014/main" id="{52E93BE8-DC5B-5F27-F729-4B1ED2E51F18}"/>
                    </a:ext>
                  </a:extLst>
                </p:cNvPr>
                <p:cNvPicPr/>
                <p:nvPr/>
              </p:nvPicPr>
              <p:blipFill>
                <a:blip r:embed="rId155"/>
                <a:stretch>
                  <a:fillRect/>
                </a:stretch>
              </p:blipFill>
              <p:spPr>
                <a:xfrm>
                  <a:off x="7016540" y="4640527"/>
                  <a:ext cx="171720" cy="200520"/>
                </a:xfrm>
                <a:prstGeom prst="rect">
                  <a:avLst/>
                </a:prstGeom>
              </p:spPr>
            </p:pic>
          </mc:Fallback>
        </mc:AlternateContent>
      </p:grpSp>
      <p:grpSp>
        <p:nvGrpSpPr>
          <p:cNvPr id="134" name="Skupina 133">
            <a:extLst>
              <a:ext uri="{FF2B5EF4-FFF2-40B4-BE49-F238E27FC236}">
                <a16:creationId xmlns:a16="http://schemas.microsoft.com/office/drawing/2014/main" id="{FBB16317-DDD4-EBB0-0CFB-9F9599239816}"/>
              </a:ext>
            </a:extLst>
          </p:cNvPr>
          <p:cNvGrpSpPr/>
          <p:nvPr/>
        </p:nvGrpSpPr>
        <p:grpSpPr>
          <a:xfrm>
            <a:off x="2186780" y="5948047"/>
            <a:ext cx="402480" cy="465840"/>
            <a:chOff x="2186780" y="5948047"/>
            <a:chExt cx="402480" cy="465840"/>
          </a:xfrm>
        </p:grpSpPr>
        <mc:AlternateContent xmlns:mc="http://schemas.openxmlformats.org/markup-compatibility/2006">
          <mc:Choice xmlns:p14="http://schemas.microsoft.com/office/powerpoint/2010/main" Requires="p14">
            <p:contentPart p14:bwMode="auto" r:id="rId156">
              <p14:nvContentPartPr>
                <p14:cNvPr id="132" name="Rukopis 131">
                  <a:extLst>
                    <a:ext uri="{FF2B5EF4-FFF2-40B4-BE49-F238E27FC236}">
                      <a16:creationId xmlns:a16="http://schemas.microsoft.com/office/drawing/2014/main" id="{F7D1C2C3-84C0-AE25-7A12-E5AEDC49805F}"/>
                    </a:ext>
                  </a:extLst>
                </p14:cNvPr>
                <p14:cNvContentPartPr/>
                <p14:nvPr/>
              </p14:nvContentPartPr>
              <p14:xfrm>
                <a:off x="2186780" y="6002047"/>
                <a:ext cx="190080" cy="284400"/>
              </p14:xfrm>
            </p:contentPart>
          </mc:Choice>
          <mc:Fallback>
            <p:pic>
              <p:nvPicPr>
                <p:cNvPr id="132" name="Rukopis 131">
                  <a:extLst>
                    <a:ext uri="{FF2B5EF4-FFF2-40B4-BE49-F238E27FC236}">
                      <a16:creationId xmlns:a16="http://schemas.microsoft.com/office/drawing/2014/main" id="{F7D1C2C3-84C0-AE25-7A12-E5AEDC49805F}"/>
                    </a:ext>
                  </a:extLst>
                </p:cNvPr>
                <p:cNvPicPr/>
                <p:nvPr/>
              </p:nvPicPr>
              <p:blipFill>
                <a:blip r:embed="rId157"/>
                <a:stretch>
                  <a:fillRect/>
                </a:stretch>
              </p:blipFill>
              <p:spPr>
                <a:xfrm>
                  <a:off x="2177780" y="5993047"/>
                  <a:ext cx="20772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33" name="Rukopis 132">
                  <a:extLst>
                    <a:ext uri="{FF2B5EF4-FFF2-40B4-BE49-F238E27FC236}">
                      <a16:creationId xmlns:a16="http://schemas.microsoft.com/office/drawing/2014/main" id="{F613E82A-B4D2-F0DE-195A-B388BE6E19AD}"/>
                    </a:ext>
                  </a:extLst>
                </p14:cNvPr>
                <p14:cNvContentPartPr/>
                <p14:nvPr/>
              </p14:nvContentPartPr>
              <p14:xfrm>
                <a:off x="2474420" y="5948047"/>
                <a:ext cx="114840" cy="465840"/>
              </p14:xfrm>
            </p:contentPart>
          </mc:Choice>
          <mc:Fallback>
            <p:pic>
              <p:nvPicPr>
                <p:cNvPr id="133" name="Rukopis 132">
                  <a:extLst>
                    <a:ext uri="{FF2B5EF4-FFF2-40B4-BE49-F238E27FC236}">
                      <a16:creationId xmlns:a16="http://schemas.microsoft.com/office/drawing/2014/main" id="{F613E82A-B4D2-F0DE-195A-B388BE6E19AD}"/>
                    </a:ext>
                  </a:extLst>
                </p:cNvPr>
                <p:cNvPicPr/>
                <p:nvPr/>
              </p:nvPicPr>
              <p:blipFill>
                <a:blip r:embed="rId159"/>
                <a:stretch>
                  <a:fillRect/>
                </a:stretch>
              </p:blipFill>
              <p:spPr>
                <a:xfrm>
                  <a:off x="2465420" y="5939047"/>
                  <a:ext cx="132480" cy="483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0">
            <p14:nvContentPartPr>
              <p14:cNvPr id="135" name="Rukopis 134">
                <a:extLst>
                  <a:ext uri="{FF2B5EF4-FFF2-40B4-BE49-F238E27FC236}">
                    <a16:creationId xmlns:a16="http://schemas.microsoft.com/office/drawing/2014/main" id="{774D14B3-ACCA-D9F5-B9C5-884FC90FA195}"/>
                  </a:ext>
                </a:extLst>
              </p14:cNvPr>
              <p14:cNvContentPartPr/>
              <p14:nvPr/>
            </p14:nvContentPartPr>
            <p14:xfrm>
              <a:off x="3158060" y="5361967"/>
              <a:ext cx="770760" cy="1289880"/>
            </p14:xfrm>
          </p:contentPart>
        </mc:Choice>
        <mc:Fallback>
          <p:pic>
            <p:nvPicPr>
              <p:cNvPr id="135" name="Rukopis 134">
                <a:extLst>
                  <a:ext uri="{FF2B5EF4-FFF2-40B4-BE49-F238E27FC236}">
                    <a16:creationId xmlns:a16="http://schemas.microsoft.com/office/drawing/2014/main" id="{774D14B3-ACCA-D9F5-B9C5-884FC90FA195}"/>
                  </a:ext>
                </a:extLst>
              </p:cNvPr>
              <p:cNvPicPr/>
              <p:nvPr/>
            </p:nvPicPr>
            <p:blipFill>
              <a:blip r:embed="rId161"/>
              <a:stretch>
                <a:fillRect/>
              </a:stretch>
            </p:blipFill>
            <p:spPr>
              <a:xfrm>
                <a:off x="3149420" y="5353327"/>
                <a:ext cx="788400" cy="1307520"/>
              </a:xfrm>
              <a:prstGeom prst="rect">
                <a:avLst/>
              </a:prstGeom>
            </p:spPr>
          </p:pic>
        </mc:Fallback>
      </mc:AlternateContent>
      <p:grpSp>
        <p:nvGrpSpPr>
          <p:cNvPr id="163" name="Skupina 162">
            <a:extLst>
              <a:ext uri="{FF2B5EF4-FFF2-40B4-BE49-F238E27FC236}">
                <a16:creationId xmlns:a16="http://schemas.microsoft.com/office/drawing/2014/main" id="{35E79F88-C197-9B8B-F4D1-0BFD34B5AA81}"/>
              </a:ext>
            </a:extLst>
          </p:cNvPr>
          <p:cNvGrpSpPr/>
          <p:nvPr/>
        </p:nvGrpSpPr>
        <p:grpSpPr>
          <a:xfrm>
            <a:off x="3464060" y="5272687"/>
            <a:ext cx="1592280" cy="1262880"/>
            <a:chOff x="3464060" y="5272687"/>
            <a:chExt cx="1592280" cy="1262880"/>
          </a:xfrm>
        </p:grpSpPr>
        <mc:AlternateContent xmlns:mc="http://schemas.openxmlformats.org/markup-compatibility/2006">
          <mc:Choice xmlns:p14="http://schemas.microsoft.com/office/powerpoint/2010/main" Requires="p14">
            <p:contentPart p14:bwMode="auto" r:id="rId162">
              <p14:nvContentPartPr>
                <p14:cNvPr id="137" name="Rukopis 136">
                  <a:extLst>
                    <a:ext uri="{FF2B5EF4-FFF2-40B4-BE49-F238E27FC236}">
                      <a16:creationId xmlns:a16="http://schemas.microsoft.com/office/drawing/2014/main" id="{24FCA534-4BC1-0A21-074C-3F1626B66EB3}"/>
                    </a:ext>
                  </a:extLst>
                </p14:cNvPr>
                <p14:cNvContentPartPr/>
                <p14:nvPr/>
              </p14:nvContentPartPr>
              <p14:xfrm>
                <a:off x="4465220" y="5272687"/>
                <a:ext cx="591120" cy="1262880"/>
              </p14:xfrm>
            </p:contentPart>
          </mc:Choice>
          <mc:Fallback>
            <p:pic>
              <p:nvPicPr>
                <p:cNvPr id="137" name="Rukopis 136">
                  <a:extLst>
                    <a:ext uri="{FF2B5EF4-FFF2-40B4-BE49-F238E27FC236}">
                      <a16:creationId xmlns:a16="http://schemas.microsoft.com/office/drawing/2014/main" id="{24FCA534-4BC1-0A21-074C-3F1626B66EB3}"/>
                    </a:ext>
                  </a:extLst>
                </p:cNvPr>
                <p:cNvPicPr/>
                <p:nvPr/>
              </p:nvPicPr>
              <p:blipFill>
                <a:blip r:embed="rId163"/>
                <a:stretch>
                  <a:fillRect/>
                </a:stretch>
              </p:blipFill>
              <p:spPr>
                <a:xfrm>
                  <a:off x="4456220" y="5264047"/>
                  <a:ext cx="608760" cy="12805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38" name="Rukopis 137">
                  <a:extLst>
                    <a:ext uri="{FF2B5EF4-FFF2-40B4-BE49-F238E27FC236}">
                      <a16:creationId xmlns:a16="http://schemas.microsoft.com/office/drawing/2014/main" id="{5D381287-0AA8-1EB6-03DD-D0427FF45F96}"/>
                    </a:ext>
                  </a:extLst>
                </p14:cNvPr>
                <p14:cNvContentPartPr/>
                <p14:nvPr/>
              </p14:nvContentPartPr>
              <p14:xfrm>
                <a:off x="3533180" y="5496247"/>
                <a:ext cx="88200" cy="113040"/>
              </p14:xfrm>
            </p:contentPart>
          </mc:Choice>
          <mc:Fallback>
            <p:pic>
              <p:nvPicPr>
                <p:cNvPr id="138" name="Rukopis 137">
                  <a:extLst>
                    <a:ext uri="{FF2B5EF4-FFF2-40B4-BE49-F238E27FC236}">
                      <a16:creationId xmlns:a16="http://schemas.microsoft.com/office/drawing/2014/main" id="{5D381287-0AA8-1EB6-03DD-D0427FF45F96}"/>
                    </a:ext>
                  </a:extLst>
                </p:cNvPr>
                <p:cNvPicPr/>
                <p:nvPr/>
              </p:nvPicPr>
              <p:blipFill>
                <a:blip r:embed="rId165"/>
                <a:stretch>
                  <a:fillRect/>
                </a:stretch>
              </p:blipFill>
              <p:spPr>
                <a:xfrm>
                  <a:off x="3524180" y="5487247"/>
                  <a:ext cx="10584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39" name="Rukopis 138">
                  <a:extLst>
                    <a:ext uri="{FF2B5EF4-FFF2-40B4-BE49-F238E27FC236}">
                      <a16:creationId xmlns:a16="http://schemas.microsoft.com/office/drawing/2014/main" id="{BD64F88A-8DE2-8BA0-CA5B-0C7A1B9347D2}"/>
                    </a:ext>
                  </a:extLst>
                </p14:cNvPr>
                <p14:cNvContentPartPr/>
                <p14:nvPr/>
              </p14:nvContentPartPr>
              <p14:xfrm>
                <a:off x="3517700" y="5514247"/>
                <a:ext cx="113400" cy="143280"/>
              </p14:xfrm>
            </p:contentPart>
          </mc:Choice>
          <mc:Fallback>
            <p:pic>
              <p:nvPicPr>
                <p:cNvPr id="139" name="Rukopis 138">
                  <a:extLst>
                    <a:ext uri="{FF2B5EF4-FFF2-40B4-BE49-F238E27FC236}">
                      <a16:creationId xmlns:a16="http://schemas.microsoft.com/office/drawing/2014/main" id="{BD64F88A-8DE2-8BA0-CA5B-0C7A1B9347D2}"/>
                    </a:ext>
                  </a:extLst>
                </p:cNvPr>
                <p:cNvPicPr/>
                <p:nvPr/>
              </p:nvPicPr>
              <p:blipFill>
                <a:blip r:embed="rId167"/>
                <a:stretch>
                  <a:fillRect/>
                </a:stretch>
              </p:blipFill>
              <p:spPr>
                <a:xfrm>
                  <a:off x="3509060" y="5505607"/>
                  <a:ext cx="1310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41" name="Rukopis 140">
                  <a:extLst>
                    <a:ext uri="{FF2B5EF4-FFF2-40B4-BE49-F238E27FC236}">
                      <a16:creationId xmlns:a16="http://schemas.microsoft.com/office/drawing/2014/main" id="{C32977C7-67C8-4AFD-BF26-E1697511E0B2}"/>
                    </a:ext>
                  </a:extLst>
                </p14:cNvPr>
                <p14:cNvContentPartPr/>
                <p14:nvPr/>
              </p14:nvContentPartPr>
              <p14:xfrm>
                <a:off x="3515540" y="5823127"/>
                <a:ext cx="91440" cy="96120"/>
              </p14:xfrm>
            </p:contentPart>
          </mc:Choice>
          <mc:Fallback>
            <p:pic>
              <p:nvPicPr>
                <p:cNvPr id="141" name="Rukopis 140">
                  <a:extLst>
                    <a:ext uri="{FF2B5EF4-FFF2-40B4-BE49-F238E27FC236}">
                      <a16:creationId xmlns:a16="http://schemas.microsoft.com/office/drawing/2014/main" id="{C32977C7-67C8-4AFD-BF26-E1697511E0B2}"/>
                    </a:ext>
                  </a:extLst>
                </p:cNvPr>
                <p:cNvPicPr/>
                <p:nvPr/>
              </p:nvPicPr>
              <p:blipFill>
                <a:blip r:embed="rId169"/>
                <a:stretch>
                  <a:fillRect/>
                </a:stretch>
              </p:blipFill>
              <p:spPr>
                <a:xfrm>
                  <a:off x="3506540" y="5814127"/>
                  <a:ext cx="10908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42" name="Rukopis 141">
                  <a:extLst>
                    <a:ext uri="{FF2B5EF4-FFF2-40B4-BE49-F238E27FC236}">
                      <a16:creationId xmlns:a16="http://schemas.microsoft.com/office/drawing/2014/main" id="{196D6BBE-0BE1-82D0-9F48-6111012B8AFD}"/>
                    </a:ext>
                  </a:extLst>
                </p14:cNvPr>
                <p14:cNvContentPartPr/>
                <p14:nvPr/>
              </p14:nvContentPartPr>
              <p14:xfrm>
                <a:off x="3517340" y="5808727"/>
                <a:ext cx="114120" cy="129960"/>
              </p14:xfrm>
            </p:contentPart>
          </mc:Choice>
          <mc:Fallback>
            <p:pic>
              <p:nvPicPr>
                <p:cNvPr id="142" name="Rukopis 141">
                  <a:extLst>
                    <a:ext uri="{FF2B5EF4-FFF2-40B4-BE49-F238E27FC236}">
                      <a16:creationId xmlns:a16="http://schemas.microsoft.com/office/drawing/2014/main" id="{196D6BBE-0BE1-82D0-9F48-6111012B8AFD}"/>
                    </a:ext>
                  </a:extLst>
                </p:cNvPr>
                <p:cNvPicPr/>
                <p:nvPr/>
              </p:nvPicPr>
              <p:blipFill>
                <a:blip r:embed="rId171"/>
                <a:stretch>
                  <a:fillRect/>
                </a:stretch>
              </p:blipFill>
              <p:spPr>
                <a:xfrm>
                  <a:off x="3508340" y="5800087"/>
                  <a:ext cx="13176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43" name="Rukopis 142">
                  <a:extLst>
                    <a:ext uri="{FF2B5EF4-FFF2-40B4-BE49-F238E27FC236}">
                      <a16:creationId xmlns:a16="http://schemas.microsoft.com/office/drawing/2014/main" id="{5946D64A-40F5-FAFA-C6B8-C7DFFBF7DEBD}"/>
                    </a:ext>
                  </a:extLst>
                </p14:cNvPr>
                <p14:cNvContentPartPr/>
                <p14:nvPr/>
              </p14:nvContentPartPr>
              <p14:xfrm>
                <a:off x="3481340" y="6075487"/>
                <a:ext cx="103680" cy="90360"/>
              </p14:xfrm>
            </p:contentPart>
          </mc:Choice>
          <mc:Fallback>
            <p:pic>
              <p:nvPicPr>
                <p:cNvPr id="143" name="Rukopis 142">
                  <a:extLst>
                    <a:ext uri="{FF2B5EF4-FFF2-40B4-BE49-F238E27FC236}">
                      <a16:creationId xmlns:a16="http://schemas.microsoft.com/office/drawing/2014/main" id="{5946D64A-40F5-FAFA-C6B8-C7DFFBF7DEBD}"/>
                    </a:ext>
                  </a:extLst>
                </p:cNvPr>
                <p:cNvPicPr/>
                <p:nvPr/>
              </p:nvPicPr>
              <p:blipFill>
                <a:blip r:embed="rId173"/>
                <a:stretch>
                  <a:fillRect/>
                </a:stretch>
              </p:blipFill>
              <p:spPr>
                <a:xfrm>
                  <a:off x="3472700" y="6066487"/>
                  <a:ext cx="12132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44" name="Rukopis 143">
                  <a:extLst>
                    <a:ext uri="{FF2B5EF4-FFF2-40B4-BE49-F238E27FC236}">
                      <a16:creationId xmlns:a16="http://schemas.microsoft.com/office/drawing/2014/main" id="{ADB17B9E-F4D8-DF6C-1621-DCDD6DFE9696}"/>
                    </a:ext>
                  </a:extLst>
                </p14:cNvPr>
                <p14:cNvContentPartPr/>
                <p14:nvPr/>
              </p14:nvContentPartPr>
              <p14:xfrm>
                <a:off x="3505820" y="6061807"/>
                <a:ext cx="98280" cy="141480"/>
              </p14:xfrm>
            </p:contentPart>
          </mc:Choice>
          <mc:Fallback>
            <p:pic>
              <p:nvPicPr>
                <p:cNvPr id="144" name="Rukopis 143">
                  <a:extLst>
                    <a:ext uri="{FF2B5EF4-FFF2-40B4-BE49-F238E27FC236}">
                      <a16:creationId xmlns:a16="http://schemas.microsoft.com/office/drawing/2014/main" id="{ADB17B9E-F4D8-DF6C-1621-DCDD6DFE9696}"/>
                    </a:ext>
                  </a:extLst>
                </p:cNvPr>
                <p:cNvPicPr/>
                <p:nvPr/>
              </p:nvPicPr>
              <p:blipFill>
                <a:blip r:embed="rId175"/>
                <a:stretch>
                  <a:fillRect/>
                </a:stretch>
              </p:blipFill>
              <p:spPr>
                <a:xfrm>
                  <a:off x="3496820" y="6053167"/>
                  <a:ext cx="11592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45" name="Rukopis 144">
                  <a:extLst>
                    <a:ext uri="{FF2B5EF4-FFF2-40B4-BE49-F238E27FC236}">
                      <a16:creationId xmlns:a16="http://schemas.microsoft.com/office/drawing/2014/main" id="{AC28916D-B769-78BD-F2EA-D52E1D197CD6}"/>
                    </a:ext>
                  </a:extLst>
                </p14:cNvPr>
                <p14:cNvContentPartPr/>
                <p14:nvPr/>
              </p14:nvContentPartPr>
              <p14:xfrm>
                <a:off x="3464060" y="6349087"/>
                <a:ext cx="109800" cy="84600"/>
              </p14:xfrm>
            </p:contentPart>
          </mc:Choice>
          <mc:Fallback>
            <p:pic>
              <p:nvPicPr>
                <p:cNvPr id="145" name="Rukopis 144">
                  <a:extLst>
                    <a:ext uri="{FF2B5EF4-FFF2-40B4-BE49-F238E27FC236}">
                      <a16:creationId xmlns:a16="http://schemas.microsoft.com/office/drawing/2014/main" id="{AC28916D-B769-78BD-F2EA-D52E1D197CD6}"/>
                    </a:ext>
                  </a:extLst>
                </p:cNvPr>
                <p:cNvPicPr/>
                <p:nvPr/>
              </p:nvPicPr>
              <p:blipFill>
                <a:blip r:embed="rId177"/>
                <a:stretch>
                  <a:fillRect/>
                </a:stretch>
              </p:blipFill>
              <p:spPr>
                <a:xfrm>
                  <a:off x="3455420" y="6340447"/>
                  <a:ext cx="12744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46" name="Rukopis 145">
                  <a:extLst>
                    <a:ext uri="{FF2B5EF4-FFF2-40B4-BE49-F238E27FC236}">
                      <a16:creationId xmlns:a16="http://schemas.microsoft.com/office/drawing/2014/main" id="{2FE2DB32-3B61-4007-3DF1-AC88181931F0}"/>
                    </a:ext>
                  </a:extLst>
                </p14:cNvPr>
                <p14:cNvContentPartPr/>
                <p14:nvPr/>
              </p14:nvContentPartPr>
              <p14:xfrm>
                <a:off x="3478460" y="6292927"/>
                <a:ext cx="96840" cy="166680"/>
              </p14:xfrm>
            </p:contentPart>
          </mc:Choice>
          <mc:Fallback>
            <p:pic>
              <p:nvPicPr>
                <p:cNvPr id="146" name="Rukopis 145">
                  <a:extLst>
                    <a:ext uri="{FF2B5EF4-FFF2-40B4-BE49-F238E27FC236}">
                      <a16:creationId xmlns:a16="http://schemas.microsoft.com/office/drawing/2014/main" id="{2FE2DB32-3B61-4007-3DF1-AC88181931F0}"/>
                    </a:ext>
                  </a:extLst>
                </p:cNvPr>
                <p:cNvPicPr/>
                <p:nvPr/>
              </p:nvPicPr>
              <p:blipFill>
                <a:blip r:embed="rId179"/>
                <a:stretch>
                  <a:fillRect/>
                </a:stretch>
              </p:blipFill>
              <p:spPr>
                <a:xfrm>
                  <a:off x="3469820" y="6284287"/>
                  <a:ext cx="11448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47" name="Rukopis 146">
                  <a:extLst>
                    <a:ext uri="{FF2B5EF4-FFF2-40B4-BE49-F238E27FC236}">
                      <a16:creationId xmlns:a16="http://schemas.microsoft.com/office/drawing/2014/main" id="{A7FD39EE-AD0A-96EB-F92E-508C87CB3F4D}"/>
                    </a:ext>
                  </a:extLst>
                </p14:cNvPr>
                <p14:cNvContentPartPr/>
                <p14:nvPr/>
              </p14:nvContentPartPr>
              <p14:xfrm>
                <a:off x="4716860" y="6316687"/>
                <a:ext cx="45720" cy="84600"/>
              </p14:xfrm>
            </p:contentPart>
          </mc:Choice>
          <mc:Fallback>
            <p:pic>
              <p:nvPicPr>
                <p:cNvPr id="147" name="Rukopis 146">
                  <a:extLst>
                    <a:ext uri="{FF2B5EF4-FFF2-40B4-BE49-F238E27FC236}">
                      <a16:creationId xmlns:a16="http://schemas.microsoft.com/office/drawing/2014/main" id="{A7FD39EE-AD0A-96EB-F92E-508C87CB3F4D}"/>
                    </a:ext>
                  </a:extLst>
                </p:cNvPr>
                <p:cNvPicPr/>
                <p:nvPr/>
              </p:nvPicPr>
              <p:blipFill>
                <a:blip r:embed="rId181"/>
                <a:stretch>
                  <a:fillRect/>
                </a:stretch>
              </p:blipFill>
              <p:spPr>
                <a:xfrm>
                  <a:off x="4708220" y="6307687"/>
                  <a:ext cx="6336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48" name="Rukopis 147">
                  <a:extLst>
                    <a:ext uri="{FF2B5EF4-FFF2-40B4-BE49-F238E27FC236}">
                      <a16:creationId xmlns:a16="http://schemas.microsoft.com/office/drawing/2014/main" id="{A6CCAE39-841A-D638-19E4-A5F920E11CE3}"/>
                    </a:ext>
                  </a:extLst>
                </p14:cNvPr>
                <p14:cNvContentPartPr/>
                <p14:nvPr/>
              </p14:nvContentPartPr>
              <p14:xfrm>
                <a:off x="4726940" y="6031207"/>
                <a:ext cx="62280" cy="113400"/>
              </p14:xfrm>
            </p:contentPart>
          </mc:Choice>
          <mc:Fallback>
            <p:pic>
              <p:nvPicPr>
                <p:cNvPr id="148" name="Rukopis 147">
                  <a:extLst>
                    <a:ext uri="{FF2B5EF4-FFF2-40B4-BE49-F238E27FC236}">
                      <a16:creationId xmlns:a16="http://schemas.microsoft.com/office/drawing/2014/main" id="{A6CCAE39-841A-D638-19E4-A5F920E11CE3}"/>
                    </a:ext>
                  </a:extLst>
                </p:cNvPr>
                <p:cNvPicPr/>
                <p:nvPr/>
              </p:nvPicPr>
              <p:blipFill>
                <a:blip r:embed="rId183"/>
                <a:stretch>
                  <a:fillRect/>
                </a:stretch>
              </p:blipFill>
              <p:spPr>
                <a:xfrm>
                  <a:off x="4718300" y="6022207"/>
                  <a:ext cx="7992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49" name="Rukopis 148">
                  <a:extLst>
                    <a:ext uri="{FF2B5EF4-FFF2-40B4-BE49-F238E27FC236}">
                      <a16:creationId xmlns:a16="http://schemas.microsoft.com/office/drawing/2014/main" id="{9FC4C662-D8A6-58CA-841C-328F4E16A356}"/>
                    </a:ext>
                  </a:extLst>
                </p14:cNvPr>
                <p14:cNvContentPartPr/>
                <p14:nvPr/>
              </p14:nvContentPartPr>
              <p14:xfrm>
                <a:off x="4740260" y="5751847"/>
                <a:ext cx="63360" cy="79560"/>
              </p14:xfrm>
            </p:contentPart>
          </mc:Choice>
          <mc:Fallback>
            <p:pic>
              <p:nvPicPr>
                <p:cNvPr id="149" name="Rukopis 148">
                  <a:extLst>
                    <a:ext uri="{FF2B5EF4-FFF2-40B4-BE49-F238E27FC236}">
                      <a16:creationId xmlns:a16="http://schemas.microsoft.com/office/drawing/2014/main" id="{9FC4C662-D8A6-58CA-841C-328F4E16A356}"/>
                    </a:ext>
                  </a:extLst>
                </p:cNvPr>
                <p:cNvPicPr/>
                <p:nvPr/>
              </p:nvPicPr>
              <p:blipFill>
                <a:blip r:embed="rId185"/>
                <a:stretch>
                  <a:fillRect/>
                </a:stretch>
              </p:blipFill>
              <p:spPr>
                <a:xfrm>
                  <a:off x="4731620" y="5743207"/>
                  <a:ext cx="8100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50" name="Rukopis 149">
                  <a:extLst>
                    <a:ext uri="{FF2B5EF4-FFF2-40B4-BE49-F238E27FC236}">
                      <a16:creationId xmlns:a16="http://schemas.microsoft.com/office/drawing/2014/main" id="{33960E5E-A1CC-F4D5-10E9-5A29E46DB9FE}"/>
                    </a:ext>
                  </a:extLst>
                </p14:cNvPr>
                <p14:cNvContentPartPr/>
                <p14:nvPr/>
              </p14:nvContentPartPr>
              <p14:xfrm>
                <a:off x="4774460" y="5437927"/>
                <a:ext cx="40680" cy="95040"/>
              </p14:xfrm>
            </p:contentPart>
          </mc:Choice>
          <mc:Fallback>
            <p:pic>
              <p:nvPicPr>
                <p:cNvPr id="150" name="Rukopis 149">
                  <a:extLst>
                    <a:ext uri="{FF2B5EF4-FFF2-40B4-BE49-F238E27FC236}">
                      <a16:creationId xmlns:a16="http://schemas.microsoft.com/office/drawing/2014/main" id="{33960E5E-A1CC-F4D5-10E9-5A29E46DB9FE}"/>
                    </a:ext>
                  </a:extLst>
                </p:cNvPr>
                <p:cNvPicPr/>
                <p:nvPr/>
              </p:nvPicPr>
              <p:blipFill>
                <a:blip r:embed="rId187"/>
                <a:stretch>
                  <a:fillRect/>
                </a:stretch>
              </p:blipFill>
              <p:spPr>
                <a:xfrm>
                  <a:off x="4765820" y="5428927"/>
                  <a:ext cx="5832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52" name="Rukopis 151">
                  <a:extLst>
                    <a:ext uri="{FF2B5EF4-FFF2-40B4-BE49-F238E27FC236}">
                      <a16:creationId xmlns:a16="http://schemas.microsoft.com/office/drawing/2014/main" id="{90D74C7F-1650-5C5C-D705-0B5039C8966A}"/>
                    </a:ext>
                  </a:extLst>
                </p14:cNvPr>
                <p14:cNvContentPartPr/>
                <p14:nvPr/>
              </p14:nvContentPartPr>
              <p14:xfrm>
                <a:off x="3698420" y="5523967"/>
                <a:ext cx="985680" cy="43200"/>
              </p14:xfrm>
            </p:contentPart>
          </mc:Choice>
          <mc:Fallback>
            <p:pic>
              <p:nvPicPr>
                <p:cNvPr id="152" name="Rukopis 151">
                  <a:extLst>
                    <a:ext uri="{FF2B5EF4-FFF2-40B4-BE49-F238E27FC236}">
                      <a16:creationId xmlns:a16="http://schemas.microsoft.com/office/drawing/2014/main" id="{90D74C7F-1650-5C5C-D705-0B5039C8966A}"/>
                    </a:ext>
                  </a:extLst>
                </p:cNvPr>
                <p:cNvPicPr/>
                <p:nvPr/>
              </p:nvPicPr>
              <p:blipFill>
                <a:blip r:embed="rId189"/>
                <a:stretch>
                  <a:fillRect/>
                </a:stretch>
              </p:blipFill>
              <p:spPr>
                <a:xfrm>
                  <a:off x="3689780" y="5514967"/>
                  <a:ext cx="100332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53" name="Rukopis 152">
                  <a:extLst>
                    <a:ext uri="{FF2B5EF4-FFF2-40B4-BE49-F238E27FC236}">
                      <a16:creationId xmlns:a16="http://schemas.microsoft.com/office/drawing/2014/main" id="{0009DF31-0ECF-9429-06F5-3998779DBB7D}"/>
                    </a:ext>
                  </a:extLst>
                </p14:cNvPr>
                <p14:cNvContentPartPr/>
                <p14:nvPr/>
              </p14:nvContentPartPr>
              <p14:xfrm>
                <a:off x="4617140" y="5460607"/>
                <a:ext cx="116280" cy="155160"/>
              </p14:xfrm>
            </p:contentPart>
          </mc:Choice>
          <mc:Fallback>
            <p:pic>
              <p:nvPicPr>
                <p:cNvPr id="153" name="Rukopis 152">
                  <a:extLst>
                    <a:ext uri="{FF2B5EF4-FFF2-40B4-BE49-F238E27FC236}">
                      <a16:creationId xmlns:a16="http://schemas.microsoft.com/office/drawing/2014/main" id="{0009DF31-0ECF-9429-06F5-3998779DBB7D}"/>
                    </a:ext>
                  </a:extLst>
                </p:cNvPr>
                <p:cNvPicPr/>
                <p:nvPr/>
              </p:nvPicPr>
              <p:blipFill>
                <a:blip r:embed="rId191"/>
                <a:stretch>
                  <a:fillRect/>
                </a:stretch>
              </p:blipFill>
              <p:spPr>
                <a:xfrm>
                  <a:off x="4608140" y="5451607"/>
                  <a:ext cx="13392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55" name="Rukopis 154">
                  <a:extLst>
                    <a:ext uri="{FF2B5EF4-FFF2-40B4-BE49-F238E27FC236}">
                      <a16:creationId xmlns:a16="http://schemas.microsoft.com/office/drawing/2014/main" id="{A33073AC-8125-DE9C-0AE2-7F74D5600815}"/>
                    </a:ext>
                  </a:extLst>
                </p14:cNvPr>
                <p14:cNvContentPartPr/>
                <p14:nvPr/>
              </p14:nvContentPartPr>
              <p14:xfrm>
                <a:off x="3685460" y="5633407"/>
                <a:ext cx="983880" cy="276480"/>
              </p14:xfrm>
            </p:contentPart>
          </mc:Choice>
          <mc:Fallback>
            <p:pic>
              <p:nvPicPr>
                <p:cNvPr id="155" name="Rukopis 154">
                  <a:extLst>
                    <a:ext uri="{FF2B5EF4-FFF2-40B4-BE49-F238E27FC236}">
                      <a16:creationId xmlns:a16="http://schemas.microsoft.com/office/drawing/2014/main" id="{A33073AC-8125-DE9C-0AE2-7F74D5600815}"/>
                    </a:ext>
                  </a:extLst>
                </p:cNvPr>
                <p:cNvPicPr/>
                <p:nvPr/>
              </p:nvPicPr>
              <p:blipFill>
                <a:blip r:embed="rId193"/>
                <a:stretch>
                  <a:fillRect/>
                </a:stretch>
              </p:blipFill>
              <p:spPr>
                <a:xfrm>
                  <a:off x="3676820" y="5624767"/>
                  <a:ext cx="100152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56" name="Rukopis 155">
                  <a:extLst>
                    <a:ext uri="{FF2B5EF4-FFF2-40B4-BE49-F238E27FC236}">
                      <a16:creationId xmlns:a16="http://schemas.microsoft.com/office/drawing/2014/main" id="{CDAEA075-F0CB-B5E2-406F-82B7F121668E}"/>
                    </a:ext>
                  </a:extLst>
                </p14:cNvPr>
                <p14:cNvContentPartPr/>
                <p14:nvPr/>
              </p14:nvContentPartPr>
              <p14:xfrm>
                <a:off x="4544420" y="5590567"/>
                <a:ext cx="153360" cy="127800"/>
              </p14:xfrm>
            </p:contentPart>
          </mc:Choice>
          <mc:Fallback>
            <p:pic>
              <p:nvPicPr>
                <p:cNvPr id="156" name="Rukopis 155">
                  <a:extLst>
                    <a:ext uri="{FF2B5EF4-FFF2-40B4-BE49-F238E27FC236}">
                      <a16:creationId xmlns:a16="http://schemas.microsoft.com/office/drawing/2014/main" id="{CDAEA075-F0CB-B5E2-406F-82B7F121668E}"/>
                    </a:ext>
                  </a:extLst>
                </p:cNvPr>
                <p:cNvPicPr/>
                <p:nvPr/>
              </p:nvPicPr>
              <p:blipFill>
                <a:blip r:embed="rId195"/>
                <a:stretch>
                  <a:fillRect/>
                </a:stretch>
              </p:blipFill>
              <p:spPr>
                <a:xfrm>
                  <a:off x="4535780" y="5581927"/>
                  <a:ext cx="17100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58" name="Rukopis 157">
                  <a:extLst>
                    <a:ext uri="{FF2B5EF4-FFF2-40B4-BE49-F238E27FC236}">
                      <a16:creationId xmlns:a16="http://schemas.microsoft.com/office/drawing/2014/main" id="{AFE31EB6-D0CA-9BAA-C97F-3241D98A5EA2}"/>
                    </a:ext>
                  </a:extLst>
                </p14:cNvPr>
                <p14:cNvContentPartPr/>
                <p14:nvPr/>
              </p14:nvContentPartPr>
              <p14:xfrm>
                <a:off x="3651260" y="6052807"/>
                <a:ext cx="1041840" cy="70920"/>
              </p14:xfrm>
            </p:contentPart>
          </mc:Choice>
          <mc:Fallback>
            <p:pic>
              <p:nvPicPr>
                <p:cNvPr id="158" name="Rukopis 157">
                  <a:extLst>
                    <a:ext uri="{FF2B5EF4-FFF2-40B4-BE49-F238E27FC236}">
                      <a16:creationId xmlns:a16="http://schemas.microsoft.com/office/drawing/2014/main" id="{AFE31EB6-D0CA-9BAA-C97F-3241D98A5EA2}"/>
                    </a:ext>
                  </a:extLst>
                </p:cNvPr>
                <p:cNvPicPr/>
                <p:nvPr/>
              </p:nvPicPr>
              <p:blipFill>
                <a:blip r:embed="rId197"/>
                <a:stretch>
                  <a:fillRect/>
                </a:stretch>
              </p:blipFill>
              <p:spPr>
                <a:xfrm>
                  <a:off x="3642260" y="6043807"/>
                  <a:ext cx="105948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59" name="Rukopis 158">
                  <a:extLst>
                    <a:ext uri="{FF2B5EF4-FFF2-40B4-BE49-F238E27FC236}">
                      <a16:creationId xmlns:a16="http://schemas.microsoft.com/office/drawing/2014/main" id="{ADCFDCE6-905B-571E-559F-6AC17C835F99}"/>
                    </a:ext>
                  </a:extLst>
                </p14:cNvPr>
                <p14:cNvContentPartPr/>
                <p14:nvPr/>
              </p14:nvContentPartPr>
              <p14:xfrm>
                <a:off x="4588700" y="5983687"/>
                <a:ext cx="127440" cy="159120"/>
              </p14:xfrm>
            </p:contentPart>
          </mc:Choice>
          <mc:Fallback>
            <p:pic>
              <p:nvPicPr>
                <p:cNvPr id="159" name="Rukopis 158">
                  <a:extLst>
                    <a:ext uri="{FF2B5EF4-FFF2-40B4-BE49-F238E27FC236}">
                      <a16:creationId xmlns:a16="http://schemas.microsoft.com/office/drawing/2014/main" id="{ADCFDCE6-905B-571E-559F-6AC17C835F99}"/>
                    </a:ext>
                  </a:extLst>
                </p:cNvPr>
                <p:cNvPicPr/>
                <p:nvPr/>
              </p:nvPicPr>
              <p:blipFill>
                <a:blip r:embed="rId199"/>
                <a:stretch>
                  <a:fillRect/>
                </a:stretch>
              </p:blipFill>
              <p:spPr>
                <a:xfrm>
                  <a:off x="4580060" y="5975047"/>
                  <a:ext cx="14508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61" name="Rukopis 160">
                  <a:extLst>
                    <a:ext uri="{FF2B5EF4-FFF2-40B4-BE49-F238E27FC236}">
                      <a16:creationId xmlns:a16="http://schemas.microsoft.com/office/drawing/2014/main" id="{C4DB0969-0645-4876-E088-4D63CCF5EBF8}"/>
                    </a:ext>
                  </a:extLst>
                </p14:cNvPr>
                <p14:cNvContentPartPr/>
                <p14:nvPr/>
              </p14:nvContentPartPr>
              <p14:xfrm>
                <a:off x="3583580" y="6155047"/>
                <a:ext cx="1067760" cy="263880"/>
              </p14:xfrm>
            </p:contentPart>
          </mc:Choice>
          <mc:Fallback>
            <p:pic>
              <p:nvPicPr>
                <p:cNvPr id="161" name="Rukopis 160">
                  <a:extLst>
                    <a:ext uri="{FF2B5EF4-FFF2-40B4-BE49-F238E27FC236}">
                      <a16:creationId xmlns:a16="http://schemas.microsoft.com/office/drawing/2014/main" id="{C4DB0969-0645-4876-E088-4D63CCF5EBF8}"/>
                    </a:ext>
                  </a:extLst>
                </p:cNvPr>
                <p:cNvPicPr/>
                <p:nvPr/>
              </p:nvPicPr>
              <p:blipFill>
                <a:blip r:embed="rId201"/>
                <a:stretch>
                  <a:fillRect/>
                </a:stretch>
              </p:blipFill>
              <p:spPr>
                <a:xfrm>
                  <a:off x="3574580" y="6146407"/>
                  <a:ext cx="108540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62" name="Rukopis 161">
                  <a:extLst>
                    <a:ext uri="{FF2B5EF4-FFF2-40B4-BE49-F238E27FC236}">
                      <a16:creationId xmlns:a16="http://schemas.microsoft.com/office/drawing/2014/main" id="{EB3F9482-EB05-6688-0350-676E9191DBBA}"/>
                    </a:ext>
                  </a:extLst>
                </p14:cNvPr>
                <p14:cNvContentPartPr/>
                <p14:nvPr/>
              </p14:nvContentPartPr>
              <p14:xfrm>
                <a:off x="4489700" y="6119407"/>
                <a:ext cx="235080" cy="139680"/>
              </p14:xfrm>
            </p:contentPart>
          </mc:Choice>
          <mc:Fallback>
            <p:pic>
              <p:nvPicPr>
                <p:cNvPr id="162" name="Rukopis 161">
                  <a:extLst>
                    <a:ext uri="{FF2B5EF4-FFF2-40B4-BE49-F238E27FC236}">
                      <a16:creationId xmlns:a16="http://schemas.microsoft.com/office/drawing/2014/main" id="{EB3F9482-EB05-6688-0350-676E9191DBBA}"/>
                    </a:ext>
                  </a:extLst>
                </p:cNvPr>
                <p:cNvPicPr/>
                <p:nvPr/>
              </p:nvPicPr>
              <p:blipFill>
                <a:blip r:embed="rId203"/>
                <a:stretch>
                  <a:fillRect/>
                </a:stretch>
              </p:blipFill>
              <p:spPr>
                <a:xfrm>
                  <a:off x="4481060" y="6110767"/>
                  <a:ext cx="252720" cy="157320"/>
                </a:xfrm>
                <a:prstGeom prst="rect">
                  <a:avLst/>
                </a:prstGeom>
              </p:spPr>
            </p:pic>
          </mc:Fallback>
        </mc:AlternateContent>
      </p:grpSp>
    </p:spTree>
    <p:extLst>
      <p:ext uri="{BB962C8B-B14F-4D97-AF65-F5344CB8AC3E}">
        <p14:creationId xmlns:p14="http://schemas.microsoft.com/office/powerpoint/2010/main" val="4278476931"/>
      </p:ext>
    </p:extLst>
  </p:cSld>
  <p:clrMapOvr>
    <a:masterClrMapping/>
  </p:clrMapOvr>
</p:sld>
</file>

<file path=ppt/theme/theme1.xml><?xml version="1.0" encoding="utf-8"?>
<a:theme xmlns:a="http://schemas.openxmlformats.org/drawingml/2006/main" name="Vrstvy">
  <a:themeElements>
    <a:clrScheme name="Vrstvy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Vrstvy">
      <a:majorFont>
        <a:latin typeface="Times New Roman"/>
        <a:ea typeface=""/>
        <a:cs typeface=""/>
      </a:majorFont>
      <a:minorFont>
        <a:latin typeface="Arial"/>
        <a:ea typeface=""/>
        <a:cs typeface=""/>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rstvy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Vrstvy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Vrstvy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Vrstvy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Vrstvy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Vrstvy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Vrstvy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Vrstvy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Vrstvy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Vrstvy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otiv systému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v sady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Layers</Template>
  <TotalTime>2581</TotalTime>
  <Words>497</Words>
  <Application>Microsoft Office PowerPoint</Application>
  <PresentationFormat>Předvádění na obrazovce (4:3)</PresentationFormat>
  <Paragraphs>60</Paragraphs>
  <Slides>8</Slides>
  <Notes>4</Notes>
  <HiddenSlides>0</HiddenSlides>
  <MMClips>0</MMClips>
  <ScaleCrop>false</ScaleCrop>
  <HeadingPairs>
    <vt:vector size="6" baseType="variant">
      <vt:variant>
        <vt:lpstr>Použitá písma</vt:lpstr>
      </vt:variant>
      <vt:variant>
        <vt:i4>4</vt:i4>
      </vt:variant>
      <vt:variant>
        <vt:lpstr>Motiv</vt:lpstr>
      </vt:variant>
      <vt:variant>
        <vt:i4>1</vt:i4>
      </vt:variant>
      <vt:variant>
        <vt:lpstr>Nadpisy snímků</vt:lpstr>
      </vt:variant>
      <vt:variant>
        <vt:i4>8</vt:i4>
      </vt:variant>
    </vt:vector>
  </HeadingPairs>
  <TitlesOfParts>
    <vt:vector size="13" baseType="lpstr">
      <vt:lpstr>Arial</vt:lpstr>
      <vt:lpstr>Calibri</vt:lpstr>
      <vt:lpstr>Times New Roman</vt:lpstr>
      <vt:lpstr>Wingdings</vt:lpstr>
      <vt:lpstr>Vrstvy</vt:lpstr>
      <vt:lpstr>Diskrétní struktury</vt:lpstr>
      <vt:lpstr>Základní  množinové pojmy</vt:lpstr>
      <vt:lpstr>Základní  množinové pojmy</vt:lpstr>
      <vt:lpstr>Základní  množinové pojmy</vt:lpstr>
      <vt:lpstr>Základní  množinové pojmy</vt:lpstr>
      <vt:lpstr>Základní  množinové pojmy</vt:lpstr>
      <vt:lpstr>Logické spojky, zobrazení</vt:lpstr>
      <vt:lpstr>Logické spojky, zobrazení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Databázové systémy</dc:title>
  <dc:creator>doc. Ing. Zbyněk Bureš, Ph.D.</dc:creator>
  <cp:lastModifiedBy>Lenka Kuklišová</cp:lastModifiedBy>
  <cp:revision>349</cp:revision>
  <dcterms:created xsi:type="dcterms:W3CDTF">2009-09-01T07:13:17Z</dcterms:created>
  <dcterms:modified xsi:type="dcterms:W3CDTF">2022-11-05T08:17:15Z</dcterms:modified>
</cp:coreProperties>
</file>